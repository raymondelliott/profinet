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5.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6.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7.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8.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9.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0.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11.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12.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13.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14.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notesSlides/notesSlide15.xml" ContentType="application/vnd.openxmlformats-officedocument.presentationml.notesSlide+xml"/>
  <Override PartName="/ppt/tags/tag255.xml" ContentType="application/vnd.openxmlformats-officedocument.presentationml.tags+xml"/>
  <Override PartName="/ppt/tags/tag256.xml" ContentType="application/vnd.openxmlformats-officedocument.presentationml.tags+xml"/>
  <Override PartName="/ppt/notesSlides/notesSlide16.xml" ContentType="application/vnd.openxmlformats-officedocument.presentationml.notesSlid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notesSlides/notesSlide17.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notesSlides/notesSlide18.xml" ContentType="application/vnd.openxmlformats-officedocument.presentationml.notesSlide+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19.xml" ContentType="application/vnd.openxmlformats-officedocument.presentationml.notesSlide+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notesSlides/notesSlide20.xml" ContentType="application/vnd.openxmlformats-officedocument.presentationml.notesSlide+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21.xml" ContentType="application/vnd.openxmlformats-officedocument.presentationml.notesSlide+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1"/>
  </p:sldMasterIdLst>
  <p:notesMasterIdLst>
    <p:notesMasterId r:id="rId47"/>
  </p:notesMasterIdLst>
  <p:handoutMasterIdLst>
    <p:handoutMasterId r:id="rId48"/>
  </p:handoutMasterIdLst>
  <p:sldIdLst>
    <p:sldId id="9782" r:id="rId12"/>
    <p:sldId id="9783" r:id="rId13"/>
    <p:sldId id="9810" r:id="rId14"/>
    <p:sldId id="9821" r:id="rId15"/>
    <p:sldId id="9822" r:id="rId16"/>
    <p:sldId id="9823" r:id="rId17"/>
    <p:sldId id="9072" r:id="rId18"/>
    <p:sldId id="9811" r:id="rId19"/>
    <p:sldId id="2293" r:id="rId20"/>
    <p:sldId id="9817" r:id="rId21"/>
    <p:sldId id="9813" r:id="rId22"/>
    <p:sldId id="9818" r:id="rId23"/>
    <p:sldId id="9814" r:id="rId24"/>
    <p:sldId id="9785" r:id="rId25"/>
    <p:sldId id="9788" r:id="rId26"/>
    <p:sldId id="9829" r:id="rId27"/>
    <p:sldId id="9815" r:id="rId28"/>
    <p:sldId id="9820" r:id="rId29"/>
    <p:sldId id="9805" r:id="rId30"/>
    <p:sldId id="9806" r:id="rId31"/>
    <p:sldId id="9789" r:id="rId32"/>
    <p:sldId id="9808" r:id="rId33"/>
    <p:sldId id="9824" r:id="rId34"/>
    <p:sldId id="9786" r:id="rId35"/>
    <p:sldId id="9826" r:id="rId36"/>
    <p:sldId id="9830" r:id="rId37"/>
    <p:sldId id="9834" r:id="rId38"/>
    <p:sldId id="9831" r:id="rId39"/>
    <p:sldId id="9827" r:id="rId40"/>
    <p:sldId id="691" r:id="rId41"/>
    <p:sldId id="692" r:id="rId42"/>
    <p:sldId id="9832" r:id="rId43"/>
    <p:sldId id="9833" r:id="rId44"/>
    <p:sldId id="358" r:id="rId45"/>
    <p:sldId id="268" r:id="rId46"/>
  </p:sldIdLst>
  <p:sldSz cx="12192000" cy="6858000"/>
  <p:notesSz cx="6858000" cy="9144000"/>
  <p:custDataLst>
    <p:custData r:id="rId4"/>
    <p:custData r:id="rId5"/>
    <p:custData r:id="rId7"/>
    <p:custData r:id="rId6"/>
    <p:custData r:id="rId8"/>
    <p:custData r:id="rId9"/>
    <p:custData r:id="rId10"/>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charts" id="{DB952CA2-F37E-4B72-9E03-5C01D6602214}">
          <p14:sldIdLst>
            <p14:sldId id="9782"/>
          </p14:sldIdLst>
        </p14:section>
        <p14:section name="Inhaltsverzeichnisse" id="{5B9143C2-DC2D-4997-8FBC-9296D9BEB76F}">
          <p14:sldIdLst>
            <p14:sldId id="9783"/>
          </p14:sldIdLst>
        </p14:section>
        <p14:section name="Inhaltsseiten" id="{C54510C2-4863-4A6A-825E-537E19B105CC}">
          <p14:sldIdLst>
            <p14:sldId id="9810"/>
            <p14:sldId id="9821"/>
            <p14:sldId id="9822"/>
            <p14:sldId id="9823"/>
            <p14:sldId id="9072"/>
            <p14:sldId id="9811"/>
            <p14:sldId id="2293"/>
            <p14:sldId id="9817"/>
            <p14:sldId id="9813"/>
            <p14:sldId id="9818"/>
            <p14:sldId id="9814"/>
            <p14:sldId id="9785"/>
            <p14:sldId id="9788"/>
            <p14:sldId id="9829"/>
            <p14:sldId id="9815"/>
            <p14:sldId id="9820"/>
            <p14:sldId id="9805"/>
            <p14:sldId id="9806"/>
            <p14:sldId id="9789"/>
            <p14:sldId id="9808"/>
            <p14:sldId id="9824"/>
            <p14:sldId id="9786"/>
            <p14:sldId id="9826"/>
            <p14:sldId id="9830"/>
            <p14:sldId id="9834"/>
            <p14:sldId id="9831"/>
            <p14:sldId id="9827"/>
            <p14:sldId id="691"/>
            <p14:sldId id="692"/>
            <p14:sldId id="9832"/>
            <p14:sldId id="9833"/>
          </p14:sldIdLst>
        </p14:section>
        <p14:section name="Disclaimer, Kontakt" id="{0D568892-780D-4C8E-9447-F21546C88527}">
          <p14:sldIdLst>
            <p14:sldId id="358"/>
            <p14:sldId id="268"/>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7461" autoAdjust="0"/>
  </p:normalViewPr>
  <p:slideViewPr>
    <p:cSldViewPr snapToGrid="0" showGuides="1">
      <p:cViewPr varScale="1">
        <p:scale>
          <a:sx n="122" d="100"/>
          <a:sy n="122" d="100"/>
        </p:scale>
        <p:origin x="234" y="108"/>
      </p:cViewPr>
      <p:guideLst>
        <p:guide pos="3840"/>
        <p:guide orient="horz" pos="2160"/>
      </p:guideLst>
    </p:cSldViewPr>
  </p:slideViewPr>
  <p:outlineViewPr>
    <p:cViewPr>
      <p:scale>
        <a:sx n="33" d="100"/>
        <a:sy n="33" d="100"/>
      </p:scale>
      <p:origin x="0" y="-11802"/>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121" d="100"/>
          <a:sy n="121" d="100"/>
        </p:scale>
        <p:origin x="4188" y="1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notesMaster" Target="notesMasters/notesMaster1.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customXml" Target="../customXml/item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slide" Target="slides/slide30.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tags" Target="tags/tag1.xml"/><Relationship Id="rId10" Type="http://schemas.openxmlformats.org/officeDocument/2006/relationships/customXml" Target="../customXml/item10.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handoutMaster" Target="handoutMasters/handoutMaster1.xml"/><Relationship Id="rId8" Type="http://schemas.openxmlformats.org/officeDocument/2006/relationships/customXml" Target="../customXml/item8.xml"/><Relationship Id="rId51"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David Laurent (DI FA S SUP SPH)" userId="5007a9ee-182f-46ab-bc23-e9de1133d8e0" providerId="ADAL" clId="{AD93E19C-00DA-4AAC-9C45-8496A643569A}"/>
    <pc:docChg chg="undo custSel addSld delSld modSld sldOrd modSection">
      <pc:chgData name="Robert, David Laurent (DI FA S SUP SPH)" userId="5007a9ee-182f-46ab-bc23-e9de1133d8e0" providerId="ADAL" clId="{AD93E19C-00DA-4AAC-9C45-8496A643569A}" dt="2022-11-30T09:08:21.480" v="1494"/>
      <pc:docMkLst>
        <pc:docMk/>
      </pc:docMkLst>
      <pc:sldChg chg="addSp modSp mod">
        <pc:chgData name="Robert, David Laurent (DI FA S SUP SPH)" userId="5007a9ee-182f-46ab-bc23-e9de1133d8e0" providerId="ADAL" clId="{AD93E19C-00DA-4AAC-9C45-8496A643569A}" dt="2022-11-30T08:55:23.687" v="1087"/>
        <pc:sldMkLst>
          <pc:docMk/>
          <pc:sldMk cId="550556618" sldId="690"/>
        </pc:sldMkLst>
        <pc:spChg chg="add mod">
          <ac:chgData name="Robert, David Laurent (DI FA S SUP SPH)" userId="5007a9ee-182f-46ab-bc23-e9de1133d8e0" providerId="ADAL" clId="{AD93E19C-00DA-4AAC-9C45-8496A643569A}" dt="2022-11-30T08:54:09.845" v="1086" actId="1076"/>
          <ac:spMkLst>
            <pc:docMk/>
            <pc:sldMk cId="550556618" sldId="690"/>
            <ac:spMk id="15" creationId="{37FDAA31-9F34-19D7-5B25-398A77B644FA}"/>
          </ac:spMkLst>
        </pc:spChg>
        <pc:cxnChg chg="add mod">
          <ac:chgData name="Robert, David Laurent (DI FA S SUP SPH)" userId="5007a9ee-182f-46ab-bc23-e9de1133d8e0" providerId="ADAL" clId="{AD93E19C-00DA-4AAC-9C45-8496A643569A}" dt="2022-11-30T08:53:27.877" v="1082" actId="692"/>
          <ac:cxnSpMkLst>
            <pc:docMk/>
            <pc:sldMk cId="550556618" sldId="690"/>
            <ac:cxnSpMk id="14" creationId="{5384F227-B5E5-7785-9F90-084C7C36ED1B}"/>
          </ac:cxnSpMkLst>
        </pc:cxnChg>
        <pc:cxnChg chg="add mod">
          <ac:chgData name="Robert, David Laurent (DI FA S SUP SPH)" userId="5007a9ee-182f-46ab-bc23-e9de1133d8e0" providerId="ADAL" clId="{AD93E19C-00DA-4AAC-9C45-8496A643569A}" dt="2022-11-30T08:55:23.687" v="1087"/>
          <ac:cxnSpMkLst>
            <pc:docMk/>
            <pc:sldMk cId="550556618" sldId="690"/>
            <ac:cxnSpMk id="16" creationId="{0D35EB1F-928B-CA49-3FA2-F66FA1932620}"/>
          </ac:cxnSpMkLst>
        </pc:cxnChg>
      </pc:sldChg>
      <pc:sldChg chg="addSp delSp mod">
        <pc:chgData name="Robert, David Laurent (DI FA S SUP SPH)" userId="5007a9ee-182f-46ab-bc23-e9de1133d8e0" providerId="ADAL" clId="{AD93E19C-00DA-4AAC-9C45-8496A643569A}" dt="2022-11-28T15:24:35.029" v="294" actId="478"/>
        <pc:sldMkLst>
          <pc:docMk/>
          <pc:sldMk cId="1481423018" sldId="692"/>
        </pc:sldMkLst>
        <pc:spChg chg="add del">
          <ac:chgData name="Robert, David Laurent (DI FA S SUP SPH)" userId="5007a9ee-182f-46ab-bc23-e9de1133d8e0" providerId="ADAL" clId="{AD93E19C-00DA-4AAC-9C45-8496A643569A}" dt="2022-11-28T15:24:35.029" v="294" actId="478"/>
          <ac:spMkLst>
            <pc:docMk/>
            <pc:sldMk cId="1481423018" sldId="692"/>
            <ac:spMk id="5" creationId="{4968903E-0A16-8320-5B2C-6FC6DBF1A451}"/>
          </ac:spMkLst>
        </pc:spChg>
      </pc:sldChg>
      <pc:sldChg chg="modSp mod">
        <pc:chgData name="Robert, David Laurent (DI FA S SUP SPH)" userId="5007a9ee-182f-46ab-bc23-e9de1133d8e0" providerId="ADAL" clId="{AD93E19C-00DA-4AAC-9C45-8496A643569A}" dt="2022-11-30T08:20:46.911" v="645" actId="20577"/>
        <pc:sldMkLst>
          <pc:docMk/>
          <pc:sldMk cId="222359172" sldId="2293"/>
        </pc:sldMkLst>
        <pc:spChg chg="mod">
          <ac:chgData name="Robert, David Laurent (DI FA S SUP SPH)" userId="5007a9ee-182f-46ab-bc23-e9de1133d8e0" providerId="ADAL" clId="{AD93E19C-00DA-4AAC-9C45-8496A643569A}" dt="2022-11-30T08:20:46.911" v="645" actId="20577"/>
          <ac:spMkLst>
            <pc:docMk/>
            <pc:sldMk cId="222359172" sldId="2293"/>
            <ac:spMk id="3" creationId="{0F134093-4B26-4EE0-8024-38B0AF640618}"/>
          </ac:spMkLst>
        </pc:spChg>
      </pc:sldChg>
      <pc:sldChg chg="addSp delSp mod">
        <pc:chgData name="Robert, David Laurent (DI FA S SUP SPH)" userId="5007a9ee-182f-46ab-bc23-e9de1133d8e0" providerId="ADAL" clId="{AD93E19C-00DA-4AAC-9C45-8496A643569A}" dt="2022-11-28T15:24:42.418" v="296" actId="478"/>
        <pc:sldMkLst>
          <pc:docMk/>
          <pc:sldMk cId="2899078255" sldId="9784"/>
        </pc:sldMkLst>
        <pc:spChg chg="add del">
          <ac:chgData name="Robert, David Laurent (DI FA S SUP SPH)" userId="5007a9ee-182f-46ab-bc23-e9de1133d8e0" providerId="ADAL" clId="{AD93E19C-00DA-4AAC-9C45-8496A643569A}" dt="2022-11-28T15:24:42.418" v="296" actId="478"/>
          <ac:spMkLst>
            <pc:docMk/>
            <pc:sldMk cId="2899078255" sldId="9784"/>
            <ac:spMk id="3" creationId="{DA8D20C8-FCF8-9E79-68E4-44252013A974}"/>
          </ac:spMkLst>
        </pc:spChg>
      </pc:sldChg>
      <pc:sldChg chg="modSp mod">
        <pc:chgData name="Robert, David Laurent (DI FA S SUP SPH)" userId="5007a9ee-182f-46ab-bc23-e9de1133d8e0" providerId="ADAL" clId="{AD93E19C-00DA-4AAC-9C45-8496A643569A}" dt="2022-11-30T08:28:11.809" v="786" actId="1038"/>
        <pc:sldMkLst>
          <pc:docMk/>
          <pc:sldMk cId="2759157738" sldId="9785"/>
        </pc:sldMkLst>
        <pc:spChg chg="mod">
          <ac:chgData name="Robert, David Laurent (DI FA S SUP SPH)" userId="5007a9ee-182f-46ab-bc23-e9de1133d8e0" providerId="ADAL" clId="{AD93E19C-00DA-4AAC-9C45-8496A643569A}" dt="2022-11-30T08:28:11.809" v="786" actId="1038"/>
          <ac:spMkLst>
            <pc:docMk/>
            <pc:sldMk cId="2759157738" sldId="9785"/>
            <ac:spMk id="17" creationId="{0ED9C93A-D06D-1006-0998-1BB8A435D1F4}"/>
          </ac:spMkLst>
        </pc:spChg>
        <pc:spChg chg="mod">
          <ac:chgData name="Robert, David Laurent (DI FA S SUP SPH)" userId="5007a9ee-182f-46ab-bc23-e9de1133d8e0" providerId="ADAL" clId="{AD93E19C-00DA-4AAC-9C45-8496A643569A}" dt="2022-11-30T08:27:44.304" v="785" actId="400"/>
          <ac:spMkLst>
            <pc:docMk/>
            <pc:sldMk cId="2759157738" sldId="9785"/>
            <ac:spMk id="25" creationId="{DBC4553A-8B20-C8DD-455C-2D4E07BB289C}"/>
          </ac:spMkLst>
        </pc:spChg>
      </pc:sldChg>
      <pc:sldChg chg="modSp">
        <pc:chgData name="Robert, David Laurent (DI FA S SUP SPH)" userId="5007a9ee-182f-46ab-bc23-e9de1133d8e0" providerId="ADAL" clId="{AD93E19C-00DA-4AAC-9C45-8496A643569A}" dt="2022-11-30T08:08:27.156" v="319"/>
        <pc:sldMkLst>
          <pc:docMk/>
          <pc:sldMk cId="1616284151" sldId="9788"/>
        </pc:sldMkLst>
        <pc:spChg chg="mod">
          <ac:chgData name="Robert, David Laurent (DI FA S SUP SPH)" userId="5007a9ee-182f-46ab-bc23-e9de1133d8e0" providerId="ADAL" clId="{AD93E19C-00DA-4AAC-9C45-8496A643569A}" dt="2022-11-30T08:08:27.156" v="319"/>
          <ac:spMkLst>
            <pc:docMk/>
            <pc:sldMk cId="1616284151" sldId="9788"/>
            <ac:spMk id="2" creationId="{00000000-0000-0000-0000-000000000000}"/>
          </ac:spMkLst>
        </pc:spChg>
        <pc:spChg chg="mod">
          <ac:chgData name="Robert, David Laurent (DI FA S SUP SPH)" userId="5007a9ee-182f-46ab-bc23-e9de1133d8e0" providerId="ADAL" clId="{AD93E19C-00DA-4AAC-9C45-8496A643569A}" dt="2022-11-30T08:08:27.156" v="319"/>
          <ac:spMkLst>
            <pc:docMk/>
            <pc:sldMk cId="1616284151" sldId="9788"/>
            <ac:spMk id="20" creationId="{7D8AF7B3-C78A-2FAA-0E72-9F4DA18F3359}"/>
          </ac:spMkLst>
        </pc:spChg>
      </pc:sldChg>
      <pc:sldChg chg="modSp mod">
        <pc:chgData name="Robert, David Laurent (DI FA S SUP SPH)" userId="5007a9ee-182f-46ab-bc23-e9de1133d8e0" providerId="ADAL" clId="{AD93E19C-00DA-4AAC-9C45-8496A643569A}" dt="2022-11-30T08:36:52.525" v="966" actId="1076"/>
        <pc:sldMkLst>
          <pc:docMk/>
          <pc:sldMk cId="1880931230" sldId="9789"/>
        </pc:sldMkLst>
        <pc:spChg chg="mod">
          <ac:chgData name="Robert, David Laurent (DI FA S SUP SPH)" userId="5007a9ee-182f-46ab-bc23-e9de1133d8e0" providerId="ADAL" clId="{AD93E19C-00DA-4AAC-9C45-8496A643569A}" dt="2022-11-30T08:36:52.525" v="966" actId="1076"/>
          <ac:spMkLst>
            <pc:docMk/>
            <pc:sldMk cId="1880931230" sldId="9789"/>
            <ac:spMk id="68" creationId="{D7F15299-0A5A-B2FB-8958-8F06D4D2DF15}"/>
          </ac:spMkLst>
        </pc:spChg>
      </pc:sldChg>
      <pc:sldChg chg="modSp mod">
        <pc:chgData name="Robert, David Laurent (DI FA S SUP SPH)" userId="5007a9ee-182f-46ab-bc23-e9de1133d8e0" providerId="ADAL" clId="{AD93E19C-00DA-4AAC-9C45-8496A643569A}" dt="2022-11-30T08:36:26.270" v="965" actId="1038"/>
        <pc:sldMkLst>
          <pc:docMk/>
          <pc:sldMk cId="3309115475" sldId="9806"/>
        </pc:sldMkLst>
        <pc:spChg chg="mod">
          <ac:chgData name="Robert, David Laurent (DI FA S SUP SPH)" userId="5007a9ee-182f-46ab-bc23-e9de1133d8e0" providerId="ADAL" clId="{AD93E19C-00DA-4AAC-9C45-8496A643569A}" dt="2022-11-30T08:36:12.194" v="952" actId="1076"/>
          <ac:spMkLst>
            <pc:docMk/>
            <pc:sldMk cId="3309115475" sldId="9806"/>
            <ac:spMk id="87" creationId="{1D1CDBEA-CFED-985C-3CB1-FDB4F892BB6B}"/>
          </ac:spMkLst>
        </pc:spChg>
        <pc:spChg chg="mod">
          <ac:chgData name="Robert, David Laurent (DI FA S SUP SPH)" userId="5007a9ee-182f-46ab-bc23-e9de1133d8e0" providerId="ADAL" clId="{AD93E19C-00DA-4AAC-9C45-8496A643569A}" dt="2022-11-30T08:35:11.848" v="931" actId="207"/>
          <ac:spMkLst>
            <pc:docMk/>
            <pc:sldMk cId="3309115475" sldId="9806"/>
            <ac:spMk id="93" creationId="{91BE891F-AC93-365F-4BF6-85912C341C01}"/>
          </ac:spMkLst>
        </pc:spChg>
        <pc:spChg chg="mod">
          <ac:chgData name="Robert, David Laurent (DI FA S SUP SPH)" userId="5007a9ee-182f-46ab-bc23-e9de1133d8e0" providerId="ADAL" clId="{AD93E19C-00DA-4AAC-9C45-8496A643569A}" dt="2022-11-30T08:36:26.270" v="965" actId="1038"/>
          <ac:spMkLst>
            <pc:docMk/>
            <pc:sldMk cId="3309115475" sldId="9806"/>
            <ac:spMk id="232" creationId="{C812BC46-A6B2-DE42-3FF5-35505F038A91}"/>
          </ac:spMkLst>
        </pc:spChg>
        <pc:spChg chg="mod">
          <ac:chgData name="Robert, David Laurent (DI FA S SUP SPH)" userId="5007a9ee-182f-46ab-bc23-e9de1133d8e0" providerId="ADAL" clId="{AD93E19C-00DA-4AAC-9C45-8496A643569A}" dt="2022-11-30T08:36:24.263" v="961" actId="1037"/>
          <ac:spMkLst>
            <pc:docMk/>
            <pc:sldMk cId="3309115475" sldId="9806"/>
            <ac:spMk id="233" creationId="{C2F81A0D-0C6A-3546-BF4D-4A38E167C5A4}"/>
          </ac:spMkLst>
        </pc:spChg>
      </pc:sldChg>
      <pc:sldChg chg="addSp modSp mod">
        <pc:chgData name="Robert, David Laurent (DI FA S SUP SPH)" userId="5007a9ee-182f-46ab-bc23-e9de1133d8e0" providerId="ADAL" clId="{AD93E19C-00DA-4AAC-9C45-8496A643569A}" dt="2022-11-30T08:45:31.997" v="981" actId="1076"/>
        <pc:sldMkLst>
          <pc:docMk/>
          <pc:sldMk cId="491844424" sldId="9808"/>
        </pc:sldMkLst>
        <pc:picChg chg="add mod modCrop">
          <ac:chgData name="Robert, David Laurent (DI FA S SUP SPH)" userId="5007a9ee-182f-46ab-bc23-e9de1133d8e0" providerId="ADAL" clId="{AD93E19C-00DA-4AAC-9C45-8496A643569A}" dt="2022-11-30T08:45:31.997" v="981" actId="1076"/>
          <ac:picMkLst>
            <pc:docMk/>
            <pc:sldMk cId="491844424" sldId="9808"/>
            <ac:picMk id="7" creationId="{9F965C0E-7B65-25E7-173D-7E6AD13842CC}"/>
          </ac:picMkLst>
        </pc:picChg>
      </pc:sldChg>
      <pc:sldChg chg="addSp modSp new del mod ord modShow">
        <pc:chgData name="Robert, David Laurent (DI FA S SUP SPH)" userId="5007a9ee-182f-46ab-bc23-e9de1133d8e0" providerId="ADAL" clId="{AD93E19C-00DA-4AAC-9C45-8496A643569A}" dt="2022-11-28T15:25:38.946" v="318" actId="47"/>
        <pc:sldMkLst>
          <pc:docMk/>
          <pc:sldMk cId="2980713934" sldId="9809"/>
        </pc:sldMkLst>
        <pc:spChg chg="mod">
          <ac:chgData name="Robert, David Laurent (DI FA S SUP SPH)" userId="5007a9ee-182f-46ab-bc23-e9de1133d8e0" providerId="ADAL" clId="{AD93E19C-00DA-4AAC-9C45-8496A643569A}" dt="2022-11-28T15:18:37.825" v="220" actId="20577"/>
          <ac:spMkLst>
            <pc:docMk/>
            <pc:sldMk cId="2980713934" sldId="9809"/>
            <ac:spMk id="2" creationId="{E0D43D06-A06E-E8F3-3E1C-A8D61564943D}"/>
          </ac:spMkLst>
        </pc:spChg>
        <pc:spChg chg="add mod">
          <ac:chgData name="Robert, David Laurent (DI FA S SUP SPH)" userId="5007a9ee-182f-46ab-bc23-e9de1133d8e0" providerId="ADAL" clId="{AD93E19C-00DA-4AAC-9C45-8496A643569A}" dt="2022-11-28T15:15:45.113" v="1"/>
          <ac:spMkLst>
            <pc:docMk/>
            <pc:sldMk cId="2980713934" sldId="9809"/>
            <ac:spMk id="4" creationId="{8C10A72C-A7ED-A7F9-4CCB-AE6A502B64AE}"/>
          </ac:spMkLst>
        </pc:spChg>
        <pc:spChg chg="add mod">
          <ac:chgData name="Robert, David Laurent (DI FA S SUP SPH)" userId="5007a9ee-182f-46ab-bc23-e9de1133d8e0" providerId="ADAL" clId="{AD93E19C-00DA-4AAC-9C45-8496A643569A}" dt="2022-11-28T15:16:43.448" v="6" actId="21"/>
          <ac:spMkLst>
            <pc:docMk/>
            <pc:sldMk cId="2980713934" sldId="9809"/>
            <ac:spMk id="5" creationId="{8625DC4C-BA9F-B03D-EA4D-9677D674E39D}"/>
          </ac:spMkLst>
        </pc:spChg>
        <pc:spChg chg="add mod">
          <ac:chgData name="Robert, David Laurent (DI FA S SUP SPH)" userId="5007a9ee-182f-46ab-bc23-e9de1133d8e0" providerId="ADAL" clId="{AD93E19C-00DA-4AAC-9C45-8496A643569A}" dt="2022-11-28T15:16:05.028" v="2" actId="207"/>
          <ac:spMkLst>
            <pc:docMk/>
            <pc:sldMk cId="2980713934" sldId="9809"/>
            <ac:spMk id="8" creationId="{6ED84A5E-9DEB-B8FD-5DFB-0781797F2968}"/>
          </ac:spMkLst>
        </pc:spChg>
        <pc:spChg chg="add mod">
          <ac:chgData name="Robert, David Laurent (DI FA S SUP SPH)" userId="5007a9ee-182f-46ab-bc23-e9de1133d8e0" providerId="ADAL" clId="{AD93E19C-00DA-4AAC-9C45-8496A643569A}" dt="2022-11-28T15:16:05.028" v="2" actId="207"/>
          <ac:spMkLst>
            <pc:docMk/>
            <pc:sldMk cId="2980713934" sldId="9809"/>
            <ac:spMk id="9" creationId="{192794A1-4B50-0C90-C8EF-BB223A0682B1}"/>
          </ac:spMkLst>
        </pc:spChg>
        <pc:spChg chg="add mod">
          <ac:chgData name="Robert, David Laurent (DI FA S SUP SPH)" userId="5007a9ee-182f-46ab-bc23-e9de1133d8e0" providerId="ADAL" clId="{AD93E19C-00DA-4AAC-9C45-8496A643569A}" dt="2022-11-28T15:16:05.028" v="2" actId="207"/>
          <ac:spMkLst>
            <pc:docMk/>
            <pc:sldMk cId="2980713934" sldId="9809"/>
            <ac:spMk id="10" creationId="{43D8B34B-37C4-F4BF-5CCA-D96A46D11158}"/>
          </ac:spMkLst>
        </pc:spChg>
        <pc:spChg chg="add mod">
          <ac:chgData name="Robert, David Laurent (DI FA S SUP SPH)" userId="5007a9ee-182f-46ab-bc23-e9de1133d8e0" providerId="ADAL" clId="{AD93E19C-00DA-4AAC-9C45-8496A643569A}" dt="2022-11-28T15:16:05.028" v="2" actId="207"/>
          <ac:spMkLst>
            <pc:docMk/>
            <pc:sldMk cId="2980713934" sldId="9809"/>
            <ac:spMk id="11" creationId="{4CDB752D-D6FA-A16F-EC98-5B365D3913BD}"/>
          </ac:spMkLst>
        </pc:spChg>
        <pc:spChg chg="add mod">
          <ac:chgData name="Robert, David Laurent (DI FA S SUP SPH)" userId="5007a9ee-182f-46ab-bc23-e9de1133d8e0" providerId="ADAL" clId="{AD93E19C-00DA-4AAC-9C45-8496A643569A}" dt="2022-11-28T15:15:45.113" v="1"/>
          <ac:spMkLst>
            <pc:docMk/>
            <pc:sldMk cId="2980713934" sldId="9809"/>
            <ac:spMk id="15" creationId="{27220042-5952-1B55-8755-0F5C07E7982A}"/>
          </ac:spMkLst>
        </pc:spChg>
        <pc:spChg chg="add mod">
          <ac:chgData name="Robert, David Laurent (DI FA S SUP SPH)" userId="5007a9ee-182f-46ab-bc23-e9de1133d8e0" providerId="ADAL" clId="{AD93E19C-00DA-4AAC-9C45-8496A643569A}" dt="2022-11-28T15:15:45.113" v="1"/>
          <ac:spMkLst>
            <pc:docMk/>
            <pc:sldMk cId="2980713934" sldId="9809"/>
            <ac:spMk id="16" creationId="{1A0C5D08-D449-B36D-6756-A79D0A10E13B}"/>
          </ac:spMkLst>
        </pc:spChg>
        <pc:spChg chg="add mod">
          <ac:chgData name="Robert, David Laurent (DI FA S SUP SPH)" userId="5007a9ee-182f-46ab-bc23-e9de1133d8e0" providerId="ADAL" clId="{AD93E19C-00DA-4AAC-9C45-8496A643569A}" dt="2022-11-28T15:15:45.113" v="1"/>
          <ac:spMkLst>
            <pc:docMk/>
            <pc:sldMk cId="2980713934" sldId="9809"/>
            <ac:spMk id="19" creationId="{714C58E9-5A09-6C14-549A-A7594B1D303F}"/>
          </ac:spMkLst>
        </pc:spChg>
        <pc:spChg chg="add mod">
          <ac:chgData name="Robert, David Laurent (DI FA S SUP SPH)" userId="5007a9ee-182f-46ab-bc23-e9de1133d8e0" providerId="ADAL" clId="{AD93E19C-00DA-4AAC-9C45-8496A643569A}" dt="2022-11-28T15:15:45.113" v="1"/>
          <ac:spMkLst>
            <pc:docMk/>
            <pc:sldMk cId="2980713934" sldId="9809"/>
            <ac:spMk id="20" creationId="{C107E862-F96D-1CE3-06D8-F3A8A8B04987}"/>
          </ac:spMkLst>
        </pc:spChg>
        <pc:spChg chg="add mod">
          <ac:chgData name="Robert, David Laurent (DI FA S SUP SPH)" userId="5007a9ee-182f-46ab-bc23-e9de1133d8e0" providerId="ADAL" clId="{AD93E19C-00DA-4AAC-9C45-8496A643569A}" dt="2022-11-28T15:16:05.028" v="2" actId="207"/>
          <ac:spMkLst>
            <pc:docMk/>
            <pc:sldMk cId="2980713934" sldId="9809"/>
            <ac:spMk id="22" creationId="{9CD8AAEC-2DFE-0CBB-173C-71FC88147558}"/>
          </ac:spMkLst>
        </pc:spChg>
        <pc:spChg chg="add mod">
          <ac:chgData name="Robert, David Laurent (DI FA S SUP SPH)" userId="5007a9ee-182f-46ab-bc23-e9de1133d8e0" providerId="ADAL" clId="{AD93E19C-00DA-4AAC-9C45-8496A643569A}" dt="2022-11-28T15:16:05.028" v="2" actId="207"/>
          <ac:spMkLst>
            <pc:docMk/>
            <pc:sldMk cId="2980713934" sldId="9809"/>
            <ac:spMk id="23" creationId="{FF3AEAFC-7B0C-CAB5-3D1A-52F7A61E8AAD}"/>
          </ac:spMkLst>
        </pc:spChg>
        <pc:spChg chg="add mod">
          <ac:chgData name="Robert, David Laurent (DI FA S SUP SPH)" userId="5007a9ee-182f-46ab-bc23-e9de1133d8e0" providerId="ADAL" clId="{AD93E19C-00DA-4AAC-9C45-8496A643569A}" dt="2022-11-28T15:16:05.028" v="2" actId="207"/>
          <ac:spMkLst>
            <pc:docMk/>
            <pc:sldMk cId="2980713934" sldId="9809"/>
            <ac:spMk id="24" creationId="{5FE0404A-61BD-2084-6261-5A8E9A0B8DE6}"/>
          </ac:spMkLst>
        </pc:spChg>
        <pc:spChg chg="add mod">
          <ac:chgData name="Robert, David Laurent (DI FA S SUP SPH)" userId="5007a9ee-182f-46ab-bc23-e9de1133d8e0" providerId="ADAL" clId="{AD93E19C-00DA-4AAC-9C45-8496A643569A}" dt="2022-11-28T15:15:45.113" v="1"/>
          <ac:spMkLst>
            <pc:docMk/>
            <pc:sldMk cId="2980713934" sldId="9809"/>
            <ac:spMk id="25" creationId="{E5808424-89BE-6A49-2776-5976D3937BDB}"/>
          </ac:spMkLst>
        </pc:spChg>
        <pc:spChg chg="add mod">
          <ac:chgData name="Robert, David Laurent (DI FA S SUP SPH)" userId="5007a9ee-182f-46ab-bc23-e9de1133d8e0" providerId="ADAL" clId="{AD93E19C-00DA-4AAC-9C45-8496A643569A}" dt="2022-11-28T15:15:45.113" v="1"/>
          <ac:spMkLst>
            <pc:docMk/>
            <pc:sldMk cId="2980713934" sldId="9809"/>
            <ac:spMk id="26" creationId="{EE0EF6CF-DE35-80F4-85A9-257068D8934B}"/>
          </ac:spMkLst>
        </pc:spChg>
        <pc:spChg chg="add mod">
          <ac:chgData name="Robert, David Laurent (DI FA S SUP SPH)" userId="5007a9ee-182f-46ab-bc23-e9de1133d8e0" providerId="ADAL" clId="{AD93E19C-00DA-4AAC-9C45-8496A643569A}" dt="2022-11-28T15:15:45.113" v="1"/>
          <ac:spMkLst>
            <pc:docMk/>
            <pc:sldMk cId="2980713934" sldId="9809"/>
            <ac:spMk id="36" creationId="{7D81EA4D-664E-9B6D-7C76-7FF947DCEE32}"/>
          </ac:spMkLst>
        </pc:spChg>
        <pc:spChg chg="add mod">
          <ac:chgData name="Robert, David Laurent (DI FA S SUP SPH)" userId="5007a9ee-182f-46ab-bc23-e9de1133d8e0" providerId="ADAL" clId="{AD93E19C-00DA-4AAC-9C45-8496A643569A}" dt="2022-11-28T15:15:45.113" v="1"/>
          <ac:spMkLst>
            <pc:docMk/>
            <pc:sldMk cId="2980713934" sldId="9809"/>
            <ac:spMk id="38" creationId="{4A1519BE-13DC-4336-2E37-47A9B20D833B}"/>
          </ac:spMkLst>
        </pc:spChg>
        <pc:spChg chg="add mod">
          <ac:chgData name="Robert, David Laurent (DI FA S SUP SPH)" userId="5007a9ee-182f-46ab-bc23-e9de1133d8e0" providerId="ADAL" clId="{AD93E19C-00DA-4AAC-9C45-8496A643569A}" dt="2022-11-28T15:16:24.485" v="4" actId="207"/>
          <ac:spMkLst>
            <pc:docMk/>
            <pc:sldMk cId="2980713934" sldId="9809"/>
            <ac:spMk id="39" creationId="{3B91537C-52B7-5993-C99D-0DAE91C67811}"/>
          </ac:spMkLst>
        </pc:spChg>
        <pc:spChg chg="add mod">
          <ac:chgData name="Robert, David Laurent (DI FA S SUP SPH)" userId="5007a9ee-182f-46ab-bc23-e9de1133d8e0" providerId="ADAL" clId="{AD93E19C-00DA-4AAC-9C45-8496A643569A}" dt="2022-11-28T15:16:05.028" v="2" actId="207"/>
          <ac:spMkLst>
            <pc:docMk/>
            <pc:sldMk cId="2980713934" sldId="9809"/>
            <ac:spMk id="40" creationId="{D015B57C-A415-8576-DB2E-22EB579167A7}"/>
          </ac:spMkLst>
        </pc:spChg>
        <pc:spChg chg="add mod">
          <ac:chgData name="Robert, David Laurent (DI FA S SUP SPH)" userId="5007a9ee-182f-46ab-bc23-e9de1133d8e0" providerId="ADAL" clId="{AD93E19C-00DA-4AAC-9C45-8496A643569A}" dt="2022-11-28T15:15:45.113" v="1"/>
          <ac:spMkLst>
            <pc:docMk/>
            <pc:sldMk cId="2980713934" sldId="9809"/>
            <ac:spMk id="41" creationId="{56C62254-4C56-7FAC-CB94-B91A09B92EEE}"/>
          </ac:spMkLst>
        </pc:spChg>
        <pc:spChg chg="add mod">
          <ac:chgData name="Robert, David Laurent (DI FA S SUP SPH)" userId="5007a9ee-182f-46ab-bc23-e9de1133d8e0" providerId="ADAL" clId="{AD93E19C-00DA-4AAC-9C45-8496A643569A}" dt="2022-11-28T15:15:45.113" v="1"/>
          <ac:spMkLst>
            <pc:docMk/>
            <pc:sldMk cId="2980713934" sldId="9809"/>
            <ac:spMk id="42" creationId="{968C585B-1CB0-DCA6-D7F3-266BB90339B4}"/>
          </ac:spMkLst>
        </pc:spChg>
        <pc:spChg chg="add mod">
          <ac:chgData name="Robert, David Laurent (DI FA S SUP SPH)" userId="5007a9ee-182f-46ab-bc23-e9de1133d8e0" providerId="ADAL" clId="{AD93E19C-00DA-4AAC-9C45-8496A643569A}" dt="2022-11-28T15:16:05.028" v="2" actId="207"/>
          <ac:spMkLst>
            <pc:docMk/>
            <pc:sldMk cId="2980713934" sldId="9809"/>
            <ac:spMk id="43" creationId="{8438672E-8B23-E959-69A6-2C7BC5D04F8B}"/>
          </ac:spMkLst>
        </pc:spChg>
        <pc:spChg chg="add mod">
          <ac:chgData name="Robert, David Laurent (DI FA S SUP SPH)" userId="5007a9ee-182f-46ab-bc23-e9de1133d8e0" providerId="ADAL" clId="{AD93E19C-00DA-4AAC-9C45-8496A643569A}" dt="2022-11-28T15:16:05.028" v="2" actId="207"/>
          <ac:spMkLst>
            <pc:docMk/>
            <pc:sldMk cId="2980713934" sldId="9809"/>
            <ac:spMk id="46" creationId="{9EFA11C7-B7AC-0800-F1F5-FAF291ED5178}"/>
          </ac:spMkLst>
        </pc:spChg>
        <pc:spChg chg="add mod">
          <ac:chgData name="Robert, David Laurent (DI FA S SUP SPH)" userId="5007a9ee-182f-46ab-bc23-e9de1133d8e0" providerId="ADAL" clId="{AD93E19C-00DA-4AAC-9C45-8496A643569A}" dt="2022-11-28T15:15:45.113" v="1"/>
          <ac:spMkLst>
            <pc:docMk/>
            <pc:sldMk cId="2980713934" sldId="9809"/>
            <ac:spMk id="56" creationId="{AA82277C-CF54-4B0A-5036-C9734B9E88EC}"/>
          </ac:spMkLst>
        </pc:spChg>
        <pc:spChg chg="add mod">
          <ac:chgData name="Robert, David Laurent (DI FA S SUP SPH)" userId="5007a9ee-182f-46ab-bc23-e9de1133d8e0" providerId="ADAL" clId="{AD93E19C-00DA-4AAC-9C45-8496A643569A}" dt="2022-11-28T15:15:45.113" v="1"/>
          <ac:spMkLst>
            <pc:docMk/>
            <pc:sldMk cId="2980713934" sldId="9809"/>
            <ac:spMk id="58" creationId="{3E9AA0E2-A111-A7DD-48EA-F1884C38BD59}"/>
          </ac:spMkLst>
        </pc:spChg>
        <pc:spChg chg="add mod">
          <ac:chgData name="Robert, David Laurent (DI FA S SUP SPH)" userId="5007a9ee-182f-46ab-bc23-e9de1133d8e0" providerId="ADAL" clId="{AD93E19C-00DA-4AAC-9C45-8496A643569A}" dt="2022-11-28T15:16:31.349" v="5" actId="207"/>
          <ac:spMkLst>
            <pc:docMk/>
            <pc:sldMk cId="2980713934" sldId="9809"/>
            <ac:spMk id="59" creationId="{7D2CE1D8-5A04-C954-998C-D7F2190F4986}"/>
          </ac:spMkLst>
        </pc:spChg>
        <pc:spChg chg="add mod">
          <ac:chgData name="Robert, David Laurent (DI FA S SUP SPH)" userId="5007a9ee-182f-46ab-bc23-e9de1133d8e0" providerId="ADAL" clId="{AD93E19C-00DA-4AAC-9C45-8496A643569A}" dt="2022-11-28T15:16:05.028" v="2" actId="207"/>
          <ac:spMkLst>
            <pc:docMk/>
            <pc:sldMk cId="2980713934" sldId="9809"/>
            <ac:spMk id="60" creationId="{FFA9EE75-5DA7-1BC2-93D0-09B4A33CD7A1}"/>
          </ac:spMkLst>
        </pc:spChg>
        <pc:spChg chg="add mod">
          <ac:chgData name="Robert, David Laurent (DI FA S SUP SPH)" userId="5007a9ee-182f-46ab-bc23-e9de1133d8e0" providerId="ADAL" clId="{AD93E19C-00DA-4AAC-9C45-8496A643569A}" dt="2022-11-28T15:15:45.113" v="1"/>
          <ac:spMkLst>
            <pc:docMk/>
            <pc:sldMk cId="2980713934" sldId="9809"/>
            <ac:spMk id="61" creationId="{915EF683-6684-2F84-FCA5-9B2D540A47C8}"/>
          </ac:spMkLst>
        </pc:spChg>
        <pc:spChg chg="add mod">
          <ac:chgData name="Robert, David Laurent (DI FA S SUP SPH)" userId="5007a9ee-182f-46ab-bc23-e9de1133d8e0" providerId="ADAL" clId="{AD93E19C-00DA-4AAC-9C45-8496A643569A}" dt="2022-11-28T15:15:45.113" v="1"/>
          <ac:spMkLst>
            <pc:docMk/>
            <pc:sldMk cId="2980713934" sldId="9809"/>
            <ac:spMk id="62" creationId="{158B08B9-A607-67C2-EBF2-C99EBC50395D}"/>
          </ac:spMkLst>
        </pc:spChg>
        <pc:spChg chg="add mod">
          <ac:chgData name="Robert, David Laurent (DI FA S SUP SPH)" userId="5007a9ee-182f-46ab-bc23-e9de1133d8e0" providerId="ADAL" clId="{AD93E19C-00DA-4AAC-9C45-8496A643569A}" dt="2022-11-28T15:15:45.113" v="1"/>
          <ac:spMkLst>
            <pc:docMk/>
            <pc:sldMk cId="2980713934" sldId="9809"/>
            <ac:spMk id="63" creationId="{7FD66150-B1B0-6E72-0A4A-06BC13228D9E}"/>
          </ac:spMkLst>
        </pc:spChg>
        <pc:spChg chg="add mod">
          <ac:chgData name="Robert, David Laurent (DI FA S SUP SPH)" userId="5007a9ee-182f-46ab-bc23-e9de1133d8e0" providerId="ADAL" clId="{AD93E19C-00DA-4AAC-9C45-8496A643569A}" dt="2022-11-28T15:15:45.113" v="1"/>
          <ac:spMkLst>
            <pc:docMk/>
            <pc:sldMk cId="2980713934" sldId="9809"/>
            <ac:spMk id="64" creationId="{364D1252-CF07-6F43-36AE-7A27427000DE}"/>
          </ac:spMkLst>
        </pc:spChg>
        <pc:spChg chg="add mod">
          <ac:chgData name="Robert, David Laurent (DI FA S SUP SPH)" userId="5007a9ee-182f-46ab-bc23-e9de1133d8e0" providerId="ADAL" clId="{AD93E19C-00DA-4AAC-9C45-8496A643569A}" dt="2022-11-28T15:15:45.113" v="1"/>
          <ac:spMkLst>
            <pc:docMk/>
            <pc:sldMk cId="2980713934" sldId="9809"/>
            <ac:spMk id="65" creationId="{26470317-D87A-1B13-92E5-53DD2DB33A79}"/>
          </ac:spMkLst>
        </pc:spChg>
        <pc:spChg chg="add mod">
          <ac:chgData name="Robert, David Laurent (DI FA S SUP SPH)" userId="5007a9ee-182f-46ab-bc23-e9de1133d8e0" providerId="ADAL" clId="{AD93E19C-00DA-4AAC-9C45-8496A643569A}" dt="2022-11-28T15:16:05.028" v="2" actId="207"/>
          <ac:spMkLst>
            <pc:docMk/>
            <pc:sldMk cId="2980713934" sldId="9809"/>
            <ac:spMk id="67" creationId="{34683D41-EB25-1EE5-0E9A-30A7FDB84C44}"/>
          </ac:spMkLst>
        </pc:spChg>
        <pc:spChg chg="add mod">
          <ac:chgData name="Robert, David Laurent (DI FA S SUP SPH)" userId="5007a9ee-182f-46ab-bc23-e9de1133d8e0" providerId="ADAL" clId="{AD93E19C-00DA-4AAC-9C45-8496A643569A}" dt="2022-11-28T15:16:05.028" v="2" actId="207"/>
          <ac:spMkLst>
            <pc:docMk/>
            <pc:sldMk cId="2980713934" sldId="9809"/>
            <ac:spMk id="68" creationId="{D7E86AB6-6B9B-CE6A-8145-C5139948CF2E}"/>
          </ac:spMkLst>
        </pc:spChg>
        <pc:spChg chg="add mod">
          <ac:chgData name="Robert, David Laurent (DI FA S SUP SPH)" userId="5007a9ee-182f-46ab-bc23-e9de1133d8e0" providerId="ADAL" clId="{AD93E19C-00DA-4AAC-9C45-8496A643569A}" dt="2022-11-28T15:16:05.028" v="2" actId="207"/>
          <ac:spMkLst>
            <pc:docMk/>
            <pc:sldMk cId="2980713934" sldId="9809"/>
            <ac:spMk id="69" creationId="{A159E6A7-4D80-FAC4-B89E-FDC7B203AEB9}"/>
          </ac:spMkLst>
        </pc:spChg>
        <pc:spChg chg="add mod">
          <ac:chgData name="Robert, David Laurent (DI FA S SUP SPH)" userId="5007a9ee-182f-46ab-bc23-e9de1133d8e0" providerId="ADAL" clId="{AD93E19C-00DA-4AAC-9C45-8496A643569A}" dt="2022-11-28T15:16:05.028" v="2" actId="207"/>
          <ac:spMkLst>
            <pc:docMk/>
            <pc:sldMk cId="2980713934" sldId="9809"/>
            <ac:spMk id="70" creationId="{48BC713B-0F59-1060-38F5-97DD7649BA72}"/>
          </ac:spMkLst>
        </pc:spChg>
        <pc:spChg chg="add mod">
          <ac:chgData name="Robert, David Laurent (DI FA S SUP SPH)" userId="5007a9ee-182f-46ab-bc23-e9de1133d8e0" providerId="ADAL" clId="{AD93E19C-00DA-4AAC-9C45-8496A643569A}" dt="2022-11-28T15:17:18.020" v="21" actId="14100"/>
          <ac:spMkLst>
            <pc:docMk/>
            <pc:sldMk cId="2980713934" sldId="9809"/>
            <ac:spMk id="71" creationId="{7EE72212-3A86-B30E-DACB-4AC0B0067D34}"/>
          </ac:spMkLst>
        </pc:spChg>
        <pc:spChg chg="add mod">
          <ac:chgData name="Robert, David Laurent (DI FA S SUP SPH)" userId="5007a9ee-182f-46ab-bc23-e9de1133d8e0" providerId="ADAL" clId="{AD93E19C-00DA-4AAC-9C45-8496A643569A}" dt="2022-11-28T15:17:43.001" v="27" actId="554"/>
          <ac:spMkLst>
            <pc:docMk/>
            <pc:sldMk cId="2980713934" sldId="9809"/>
            <ac:spMk id="72" creationId="{B16992F2-B0A0-F003-4D10-131BF0E690C4}"/>
          </ac:spMkLst>
        </pc:spChg>
        <pc:spChg chg="add mod">
          <ac:chgData name="Robert, David Laurent (DI FA S SUP SPH)" userId="5007a9ee-182f-46ab-bc23-e9de1133d8e0" providerId="ADAL" clId="{AD93E19C-00DA-4AAC-9C45-8496A643569A}" dt="2022-11-28T15:17:55.836" v="84" actId="1037"/>
          <ac:spMkLst>
            <pc:docMk/>
            <pc:sldMk cId="2980713934" sldId="9809"/>
            <ac:spMk id="73" creationId="{DF13D2D9-20AF-2BD2-FA0D-8A079B95A0F3}"/>
          </ac:spMkLst>
        </pc:spChg>
        <pc:spChg chg="add mod">
          <ac:chgData name="Robert, David Laurent (DI FA S SUP SPH)" userId="5007a9ee-182f-46ab-bc23-e9de1133d8e0" providerId="ADAL" clId="{AD93E19C-00DA-4AAC-9C45-8496A643569A}" dt="2022-11-28T15:17:58.442" v="85" actId="1037"/>
          <ac:spMkLst>
            <pc:docMk/>
            <pc:sldMk cId="2980713934" sldId="9809"/>
            <ac:spMk id="74" creationId="{907A3F8F-89FB-3E89-7FC0-29031E420BEB}"/>
          </ac:spMkLst>
        </pc:spChg>
        <pc:spChg chg="add mod">
          <ac:chgData name="Robert, David Laurent (DI FA S SUP SPH)" userId="5007a9ee-182f-46ab-bc23-e9de1133d8e0" providerId="ADAL" clId="{AD93E19C-00DA-4AAC-9C45-8496A643569A}" dt="2022-11-28T15:18:14.324" v="211" actId="1037"/>
          <ac:spMkLst>
            <pc:docMk/>
            <pc:sldMk cId="2980713934" sldId="9809"/>
            <ac:spMk id="75" creationId="{FB52B015-3AFB-5CEA-C816-EF8591091C99}"/>
          </ac:spMkLst>
        </pc:spChg>
        <pc:spChg chg="add mod">
          <ac:chgData name="Robert, David Laurent (DI FA S SUP SPH)" userId="5007a9ee-182f-46ab-bc23-e9de1133d8e0" providerId="ADAL" clId="{AD93E19C-00DA-4AAC-9C45-8496A643569A}" dt="2022-11-28T15:18:14.324" v="211" actId="1037"/>
          <ac:spMkLst>
            <pc:docMk/>
            <pc:sldMk cId="2980713934" sldId="9809"/>
            <ac:spMk id="76" creationId="{A0035D7D-9E9D-07FF-4754-BF7B59D4CD44}"/>
          </ac:spMkLst>
        </pc:spChg>
        <pc:grpChg chg="add mod">
          <ac:chgData name="Robert, David Laurent (DI FA S SUP SPH)" userId="5007a9ee-182f-46ab-bc23-e9de1133d8e0" providerId="ADAL" clId="{AD93E19C-00DA-4AAC-9C45-8496A643569A}" dt="2022-11-28T15:15:45.113" v="1"/>
          <ac:grpSpMkLst>
            <pc:docMk/>
            <pc:sldMk cId="2980713934" sldId="9809"/>
            <ac:grpSpMk id="28" creationId="{C8D8E064-FB18-E4D3-C4DB-D9BE6BAC1343}"/>
          </ac:grpSpMkLst>
        </pc:grpChg>
        <pc:grpChg chg="add mod">
          <ac:chgData name="Robert, David Laurent (DI FA S SUP SPH)" userId="5007a9ee-182f-46ab-bc23-e9de1133d8e0" providerId="ADAL" clId="{AD93E19C-00DA-4AAC-9C45-8496A643569A}" dt="2022-11-28T15:15:45.113" v="1"/>
          <ac:grpSpMkLst>
            <pc:docMk/>
            <pc:sldMk cId="2980713934" sldId="9809"/>
            <ac:grpSpMk id="32" creationId="{DCC509E6-375F-3CB6-9BBF-1AF072EA6215}"/>
          </ac:grpSpMkLst>
        </pc:grpChg>
        <pc:grpChg chg="add mod">
          <ac:chgData name="Robert, David Laurent (DI FA S SUP SPH)" userId="5007a9ee-182f-46ab-bc23-e9de1133d8e0" providerId="ADAL" clId="{AD93E19C-00DA-4AAC-9C45-8496A643569A}" dt="2022-11-28T15:15:45.113" v="1"/>
          <ac:grpSpMkLst>
            <pc:docMk/>
            <pc:sldMk cId="2980713934" sldId="9809"/>
            <ac:grpSpMk id="48" creationId="{018A8817-7A9F-D3C8-697D-92AFF5FCD533}"/>
          </ac:grpSpMkLst>
        </pc:grpChg>
        <pc:grpChg chg="add mod">
          <ac:chgData name="Robert, David Laurent (DI FA S SUP SPH)" userId="5007a9ee-182f-46ab-bc23-e9de1133d8e0" providerId="ADAL" clId="{AD93E19C-00DA-4AAC-9C45-8496A643569A}" dt="2022-11-28T15:15:45.113" v="1"/>
          <ac:grpSpMkLst>
            <pc:docMk/>
            <pc:sldMk cId="2980713934" sldId="9809"/>
            <ac:grpSpMk id="52" creationId="{59B32E8C-3A26-CD1C-BCB2-A8F8D64255A8}"/>
          </ac:grpSpMkLst>
        </pc:grpChg>
        <pc:picChg chg="add mod">
          <ac:chgData name="Robert, David Laurent (DI FA S SUP SPH)" userId="5007a9ee-182f-46ab-bc23-e9de1133d8e0" providerId="ADAL" clId="{AD93E19C-00DA-4AAC-9C45-8496A643569A}" dt="2022-11-28T15:15:45.113" v="1"/>
          <ac:picMkLst>
            <pc:docMk/>
            <pc:sldMk cId="2980713934" sldId="9809"/>
            <ac:picMk id="6" creationId="{9ABFC02F-7052-45EB-21EC-F42028CE60D6}"/>
          </ac:picMkLst>
        </pc:picChg>
        <pc:picChg chg="add mod">
          <ac:chgData name="Robert, David Laurent (DI FA S SUP SPH)" userId="5007a9ee-182f-46ab-bc23-e9de1133d8e0" providerId="ADAL" clId="{AD93E19C-00DA-4AAC-9C45-8496A643569A}" dt="2022-11-28T15:15:45.113" v="1"/>
          <ac:picMkLst>
            <pc:docMk/>
            <pc:sldMk cId="2980713934" sldId="9809"/>
            <ac:picMk id="7" creationId="{A56A2B17-C741-515E-EF65-5EA050033D56}"/>
          </ac:picMkLst>
        </pc:picChg>
        <pc:picChg chg="mod">
          <ac:chgData name="Robert, David Laurent (DI FA S SUP SPH)" userId="5007a9ee-182f-46ab-bc23-e9de1133d8e0" providerId="ADAL" clId="{AD93E19C-00DA-4AAC-9C45-8496A643569A}" dt="2022-11-28T15:15:45.113" v="1"/>
          <ac:picMkLst>
            <pc:docMk/>
            <pc:sldMk cId="2980713934" sldId="9809"/>
            <ac:picMk id="29" creationId="{5BA19411-0518-18BE-33C5-5006701EB576}"/>
          </ac:picMkLst>
        </pc:picChg>
        <pc:picChg chg="mod">
          <ac:chgData name="Robert, David Laurent (DI FA S SUP SPH)" userId="5007a9ee-182f-46ab-bc23-e9de1133d8e0" providerId="ADAL" clId="{AD93E19C-00DA-4AAC-9C45-8496A643569A}" dt="2022-11-28T15:15:45.113" v="1"/>
          <ac:picMkLst>
            <pc:docMk/>
            <pc:sldMk cId="2980713934" sldId="9809"/>
            <ac:picMk id="30" creationId="{C795D6C8-8D43-A899-687A-42B98682DEC8}"/>
          </ac:picMkLst>
        </pc:picChg>
        <pc:picChg chg="mod">
          <ac:chgData name="Robert, David Laurent (DI FA S SUP SPH)" userId="5007a9ee-182f-46ab-bc23-e9de1133d8e0" providerId="ADAL" clId="{AD93E19C-00DA-4AAC-9C45-8496A643569A}" dt="2022-11-28T15:15:45.113" v="1"/>
          <ac:picMkLst>
            <pc:docMk/>
            <pc:sldMk cId="2980713934" sldId="9809"/>
            <ac:picMk id="31" creationId="{239E2A70-01CA-B626-A611-58BFB34632C6}"/>
          </ac:picMkLst>
        </pc:picChg>
        <pc:picChg chg="mod">
          <ac:chgData name="Robert, David Laurent (DI FA S SUP SPH)" userId="5007a9ee-182f-46ab-bc23-e9de1133d8e0" providerId="ADAL" clId="{AD93E19C-00DA-4AAC-9C45-8496A643569A}" dt="2022-11-28T15:15:45.113" v="1"/>
          <ac:picMkLst>
            <pc:docMk/>
            <pc:sldMk cId="2980713934" sldId="9809"/>
            <ac:picMk id="33" creationId="{CE757B3D-8393-177D-417F-7AD646FF5915}"/>
          </ac:picMkLst>
        </pc:picChg>
        <pc:picChg chg="mod">
          <ac:chgData name="Robert, David Laurent (DI FA S SUP SPH)" userId="5007a9ee-182f-46ab-bc23-e9de1133d8e0" providerId="ADAL" clId="{AD93E19C-00DA-4AAC-9C45-8496A643569A}" dt="2022-11-28T15:15:45.113" v="1"/>
          <ac:picMkLst>
            <pc:docMk/>
            <pc:sldMk cId="2980713934" sldId="9809"/>
            <ac:picMk id="34" creationId="{9463745E-8B9F-90F9-B1A1-D082871C851D}"/>
          </ac:picMkLst>
        </pc:picChg>
        <pc:picChg chg="mod">
          <ac:chgData name="Robert, David Laurent (DI FA S SUP SPH)" userId="5007a9ee-182f-46ab-bc23-e9de1133d8e0" providerId="ADAL" clId="{AD93E19C-00DA-4AAC-9C45-8496A643569A}" dt="2022-11-28T15:15:45.113" v="1"/>
          <ac:picMkLst>
            <pc:docMk/>
            <pc:sldMk cId="2980713934" sldId="9809"/>
            <ac:picMk id="35" creationId="{EA917B61-D31F-B5C4-7F81-D101F142A2F5}"/>
          </ac:picMkLst>
        </pc:picChg>
        <pc:picChg chg="mod">
          <ac:chgData name="Robert, David Laurent (DI FA S SUP SPH)" userId="5007a9ee-182f-46ab-bc23-e9de1133d8e0" providerId="ADAL" clId="{AD93E19C-00DA-4AAC-9C45-8496A643569A}" dt="2022-11-28T15:15:45.113" v="1"/>
          <ac:picMkLst>
            <pc:docMk/>
            <pc:sldMk cId="2980713934" sldId="9809"/>
            <ac:picMk id="49" creationId="{360DB269-7AB3-C50E-C18A-A9FB822F8462}"/>
          </ac:picMkLst>
        </pc:picChg>
        <pc:picChg chg="mod">
          <ac:chgData name="Robert, David Laurent (DI FA S SUP SPH)" userId="5007a9ee-182f-46ab-bc23-e9de1133d8e0" providerId="ADAL" clId="{AD93E19C-00DA-4AAC-9C45-8496A643569A}" dt="2022-11-28T15:15:45.113" v="1"/>
          <ac:picMkLst>
            <pc:docMk/>
            <pc:sldMk cId="2980713934" sldId="9809"/>
            <ac:picMk id="50" creationId="{87082667-42E4-4492-2B48-7AC375CC0FF8}"/>
          </ac:picMkLst>
        </pc:picChg>
        <pc:picChg chg="mod">
          <ac:chgData name="Robert, David Laurent (DI FA S SUP SPH)" userId="5007a9ee-182f-46ab-bc23-e9de1133d8e0" providerId="ADAL" clId="{AD93E19C-00DA-4AAC-9C45-8496A643569A}" dt="2022-11-28T15:15:45.113" v="1"/>
          <ac:picMkLst>
            <pc:docMk/>
            <pc:sldMk cId="2980713934" sldId="9809"/>
            <ac:picMk id="51" creationId="{CF98ADCE-F63B-039C-F0BC-0EE62807CFC3}"/>
          </ac:picMkLst>
        </pc:picChg>
        <pc:picChg chg="mod">
          <ac:chgData name="Robert, David Laurent (DI FA S SUP SPH)" userId="5007a9ee-182f-46ab-bc23-e9de1133d8e0" providerId="ADAL" clId="{AD93E19C-00DA-4AAC-9C45-8496A643569A}" dt="2022-11-28T15:15:45.113" v="1"/>
          <ac:picMkLst>
            <pc:docMk/>
            <pc:sldMk cId="2980713934" sldId="9809"/>
            <ac:picMk id="53" creationId="{125A0505-6D7A-3FEA-1695-154090EC45C5}"/>
          </ac:picMkLst>
        </pc:picChg>
        <pc:picChg chg="mod">
          <ac:chgData name="Robert, David Laurent (DI FA S SUP SPH)" userId="5007a9ee-182f-46ab-bc23-e9de1133d8e0" providerId="ADAL" clId="{AD93E19C-00DA-4AAC-9C45-8496A643569A}" dt="2022-11-28T15:15:45.113" v="1"/>
          <ac:picMkLst>
            <pc:docMk/>
            <pc:sldMk cId="2980713934" sldId="9809"/>
            <ac:picMk id="54" creationId="{2006076C-63D4-07BB-2EAF-ED8B11A15E88}"/>
          </ac:picMkLst>
        </pc:picChg>
        <pc:picChg chg="mod">
          <ac:chgData name="Robert, David Laurent (DI FA S SUP SPH)" userId="5007a9ee-182f-46ab-bc23-e9de1133d8e0" providerId="ADAL" clId="{AD93E19C-00DA-4AAC-9C45-8496A643569A}" dt="2022-11-28T15:15:45.113" v="1"/>
          <ac:picMkLst>
            <pc:docMk/>
            <pc:sldMk cId="2980713934" sldId="9809"/>
            <ac:picMk id="55" creationId="{44B7B094-B6C0-1627-D015-524856CB23DF}"/>
          </ac:picMkLst>
        </pc:picChg>
        <pc:cxnChg chg="add mod">
          <ac:chgData name="Robert, David Laurent (DI FA S SUP SPH)" userId="5007a9ee-182f-46ab-bc23-e9de1133d8e0" providerId="ADAL" clId="{AD93E19C-00DA-4AAC-9C45-8496A643569A}" dt="2022-11-28T15:15:45.113" v="1"/>
          <ac:cxnSpMkLst>
            <pc:docMk/>
            <pc:sldMk cId="2980713934" sldId="9809"/>
            <ac:cxnSpMk id="12" creationId="{3BE49455-7BA3-75CB-A5D2-FFD30B2F461D}"/>
          </ac:cxnSpMkLst>
        </pc:cxnChg>
        <pc:cxnChg chg="add mod">
          <ac:chgData name="Robert, David Laurent (DI FA S SUP SPH)" userId="5007a9ee-182f-46ab-bc23-e9de1133d8e0" providerId="ADAL" clId="{AD93E19C-00DA-4AAC-9C45-8496A643569A}" dt="2022-11-28T15:15:45.113" v="1"/>
          <ac:cxnSpMkLst>
            <pc:docMk/>
            <pc:sldMk cId="2980713934" sldId="9809"/>
            <ac:cxnSpMk id="13" creationId="{4E1F0B06-FE17-1F50-78CB-9C812068B0F5}"/>
          </ac:cxnSpMkLst>
        </pc:cxnChg>
        <pc:cxnChg chg="add mod">
          <ac:chgData name="Robert, David Laurent (DI FA S SUP SPH)" userId="5007a9ee-182f-46ab-bc23-e9de1133d8e0" providerId="ADAL" clId="{AD93E19C-00DA-4AAC-9C45-8496A643569A}" dt="2022-11-28T15:15:45.113" v="1"/>
          <ac:cxnSpMkLst>
            <pc:docMk/>
            <pc:sldMk cId="2980713934" sldId="9809"/>
            <ac:cxnSpMk id="14" creationId="{4955772B-B5AF-7247-DEDA-811B86ED0FE7}"/>
          </ac:cxnSpMkLst>
        </pc:cxnChg>
        <pc:cxnChg chg="add mod">
          <ac:chgData name="Robert, David Laurent (DI FA S SUP SPH)" userId="5007a9ee-182f-46ab-bc23-e9de1133d8e0" providerId="ADAL" clId="{AD93E19C-00DA-4AAC-9C45-8496A643569A}" dt="2022-11-28T15:15:45.113" v="1"/>
          <ac:cxnSpMkLst>
            <pc:docMk/>
            <pc:sldMk cId="2980713934" sldId="9809"/>
            <ac:cxnSpMk id="17" creationId="{B43ED167-4377-46F9-D121-1BB199997884}"/>
          </ac:cxnSpMkLst>
        </pc:cxnChg>
        <pc:cxnChg chg="add mod">
          <ac:chgData name="Robert, David Laurent (DI FA S SUP SPH)" userId="5007a9ee-182f-46ab-bc23-e9de1133d8e0" providerId="ADAL" clId="{AD93E19C-00DA-4AAC-9C45-8496A643569A}" dt="2022-11-28T15:15:45.113" v="1"/>
          <ac:cxnSpMkLst>
            <pc:docMk/>
            <pc:sldMk cId="2980713934" sldId="9809"/>
            <ac:cxnSpMk id="18" creationId="{D9DBA27A-0F63-7EBA-145C-33D119047BBD}"/>
          </ac:cxnSpMkLst>
        </pc:cxnChg>
        <pc:cxnChg chg="add mod">
          <ac:chgData name="Robert, David Laurent (DI FA S SUP SPH)" userId="5007a9ee-182f-46ab-bc23-e9de1133d8e0" providerId="ADAL" clId="{AD93E19C-00DA-4AAC-9C45-8496A643569A}" dt="2022-11-28T15:15:45.113" v="1"/>
          <ac:cxnSpMkLst>
            <pc:docMk/>
            <pc:sldMk cId="2980713934" sldId="9809"/>
            <ac:cxnSpMk id="21" creationId="{3A24F4ED-97EB-BC7F-D5C6-7B71B9223254}"/>
          </ac:cxnSpMkLst>
        </pc:cxnChg>
        <pc:cxnChg chg="add mod">
          <ac:chgData name="Robert, David Laurent (DI FA S SUP SPH)" userId="5007a9ee-182f-46ab-bc23-e9de1133d8e0" providerId="ADAL" clId="{AD93E19C-00DA-4AAC-9C45-8496A643569A}" dt="2022-11-28T15:15:45.113" v="1"/>
          <ac:cxnSpMkLst>
            <pc:docMk/>
            <pc:sldMk cId="2980713934" sldId="9809"/>
            <ac:cxnSpMk id="27" creationId="{63C4B475-8F56-710C-0755-EFEA16808EAE}"/>
          </ac:cxnSpMkLst>
        </pc:cxnChg>
        <pc:cxnChg chg="add mod">
          <ac:chgData name="Robert, David Laurent (DI FA S SUP SPH)" userId="5007a9ee-182f-46ab-bc23-e9de1133d8e0" providerId="ADAL" clId="{AD93E19C-00DA-4AAC-9C45-8496A643569A}" dt="2022-11-28T15:15:45.113" v="1"/>
          <ac:cxnSpMkLst>
            <pc:docMk/>
            <pc:sldMk cId="2980713934" sldId="9809"/>
            <ac:cxnSpMk id="37" creationId="{D4E011DA-CC4D-B64B-C478-7C0C4DE10AB5}"/>
          </ac:cxnSpMkLst>
        </pc:cxnChg>
        <pc:cxnChg chg="add mod">
          <ac:chgData name="Robert, David Laurent (DI FA S SUP SPH)" userId="5007a9ee-182f-46ab-bc23-e9de1133d8e0" providerId="ADAL" clId="{AD93E19C-00DA-4AAC-9C45-8496A643569A}" dt="2022-11-28T15:15:45.113" v="1"/>
          <ac:cxnSpMkLst>
            <pc:docMk/>
            <pc:sldMk cId="2980713934" sldId="9809"/>
            <ac:cxnSpMk id="44" creationId="{F27F2284-443E-280D-EEF8-BB5BBA4B07BA}"/>
          </ac:cxnSpMkLst>
        </pc:cxnChg>
        <pc:cxnChg chg="add mod">
          <ac:chgData name="Robert, David Laurent (DI FA S SUP SPH)" userId="5007a9ee-182f-46ab-bc23-e9de1133d8e0" providerId="ADAL" clId="{AD93E19C-00DA-4AAC-9C45-8496A643569A}" dt="2022-11-28T15:15:45.113" v="1"/>
          <ac:cxnSpMkLst>
            <pc:docMk/>
            <pc:sldMk cId="2980713934" sldId="9809"/>
            <ac:cxnSpMk id="45" creationId="{FB1EEFFC-C3C9-FF53-15BF-C5CBD9378E7E}"/>
          </ac:cxnSpMkLst>
        </pc:cxnChg>
        <pc:cxnChg chg="add mod">
          <ac:chgData name="Robert, David Laurent (DI FA S SUP SPH)" userId="5007a9ee-182f-46ab-bc23-e9de1133d8e0" providerId="ADAL" clId="{AD93E19C-00DA-4AAC-9C45-8496A643569A}" dt="2022-11-28T15:15:45.113" v="1"/>
          <ac:cxnSpMkLst>
            <pc:docMk/>
            <pc:sldMk cId="2980713934" sldId="9809"/>
            <ac:cxnSpMk id="47" creationId="{D1EF36E2-0165-2DFC-B970-2AA2A86F2817}"/>
          </ac:cxnSpMkLst>
        </pc:cxnChg>
        <pc:cxnChg chg="add mod">
          <ac:chgData name="Robert, David Laurent (DI FA S SUP SPH)" userId="5007a9ee-182f-46ab-bc23-e9de1133d8e0" providerId="ADAL" clId="{AD93E19C-00DA-4AAC-9C45-8496A643569A}" dt="2022-11-28T15:15:45.113" v="1"/>
          <ac:cxnSpMkLst>
            <pc:docMk/>
            <pc:sldMk cId="2980713934" sldId="9809"/>
            <ac:cxnSpMk id="57" creationId="{A223B6D4-67AF-0A1C-5F42-8AB1DED3A2AD}"/>
          </ac:cxnSpMkLst>
        </pc:cxnChg>
        <pc:cxnChg chg="add mod">
          <ac:chgData name="Robert, David Laurent (DI FA S SUP SPH)" userId="5007a9ee-182f-46ab-bc23-e9de1133d8e0" providerId="ADAL" clId="{AD93E19C-00DA-4AAC-9C45-8496A643569A}" dt="2022-11-28T15:15:45.113" v="1"/>
          <ac:cxnSpMkLst>
            <pc:docMk/>
            <pc:sldMk cId="2980713934" sldId="9809"/>
            <ac:cxnSpMk id="66" creationId="{9F7E5168-A471-D598-FE88-743E158DB01D}"/>
          </ac:cxnSpMkLst>
        </pc:cxnChg>
      </pc:sldChg>
      <pc:sldChg chg="modSp add mod">
        <pc:chgData name="Robert, David Laurent (DI FA S SUP SPH)" userId="5007a9ee-182f-46ab-bc23-e9de1133d8e0" providerId="ADAL" clId="{AD93E19C-00DA-4AAC-9C45-8496A643569A}" dt="2022-11-28T15:25:13.414" v="317" actId="1038"/>
        <pc:sldMkLst>
          <pc:docMk/>
          <pc:sldMk cId="2653728735" sldId="9810"/>
        </pc:sldMkLst>
        <pc:spChg chg="mod">
          <ac:chgData name="Robert, David Laurent (DI FA S SUP SPH)" userId="5007a9ee-182f-46ab-bc23-e9de1133d8e0" providerId="ADAL" clId="{AD93E19C-00DA-4AAC-9C45-8496A643569A}" dt="2022-11-28T15:19:15.337" v="236" actId="790"/>
          <ac:spMkLst>
            <pc:docMk/>
            <pc:sldMk cId="2653728735" sldId="9810"/>
            <ac:spMk id="9" creationId="{192794A1-4B50-0C90-C8EF-BB223A0682B1}"/>
          </ac:spMkLst>
        </pc:spChg>
        <pc:spChg chg="mod">
          <ac:chgData name="Robert, David Laurent (DI FA S SUP SPH)" userId="5007a9ee-182f-46ab-bc23-e9de1133d8e0" providerId="ADAL" clId="{AD93E19C-00DA-4AAC-9C45-8496A643569A}" dt="2022-11-28T15:19:15.337" v="236" actId="790"/>
          <ac:spMkLst>
            <pc:docMk/>
            <pc:sldMk cId="2653728735" sldId="9810"/>
            <ac:spMk id="10" creationId="{43D8B34B-37C4-F4BF-5CCA-D96A46D11158}"/>
          </ac:spMkLst>
        </pc:spChg>
        <pc:spChg chg="mod">
          <ac:chgData name="Robert, David Laurent (DI FA S SUP SPH)" userId="5007a9ee-182f-46ab-bc23-e9de1133d8e0" providerId="ADAL" clId="{AD93E19C-00DA-4AAC-9C45-8496A643569A}" dt="2022-11-28T15:19:15.337" v="236" actId="790"/>
          <ac:spMkLst>
            <pc:docMk/>
            <pc:sldMk cId="2653728735" sldId="9810"/>
            <ac:spMk id="11" creationId="{4CDB752D-D6FA-A16F-EC98-5B365D3913BD}"/>
          </ac:spMkLst>
        </pc:spChg>
        <pc:spChg chg="mod">
          <ac:chgData name="Robert, David Laurent (DI FA S SUP SPH)" userId="5007a9ee-182f-46ab-bc23-e9de1133d8e0" providerId="ADAL" clId="{AD93E19C-00DA-4AAC-9C45-8496A643569A}" dt="2022-11-28T15:19:15.337" v="236" actId="790"/>
          <ac:spMkLst>
            <pc:docMk/>
            <pc:sldMk cId="2653728735" sldId="9810"/>
            <ac:spMk id="22" creationId="{9CD8AAEC-2DFE-0CBB-173C-71FC88147558}"/>
          </ac:spMkLst>
        </pc:spChg>
        <pc:spChg chg="mod">
          <ac:chgData name="Robert, David Laurent (DI FA S SUP SPH)" userId="5007a9ee-182f-46ab-bc23-e9de1133d8e0" providerId="ADAL" clId="{AD93E19C-00DA-4AAC-9C45-8496A643569A}" dt="2022-11-28T15:19:15.337" v="236" actId="790"/>
          <ac:spMkLst>
            <pc:docMk/>
            <pc:sldMk cId="2653728735" sldId="9810"/>
            <ac:spMk id="23" creationId="{FF3AEAFC-7B0C-CAB5-3D1A-52F7A61E8AAD}"/>
          </ac:spMkLst>
        </pc:spChg>
        <pc:spChg chg="mod">
          <ac:chgData name="Robert, David Laurent (DI FA S SUP SPH)" userId="5007a9ee-182f-46ab-bc23-e9de1133d8e0" providerId="ADAL" clId="{AD93E19C-00DA-4AAC-9C45-8496A643569A}" dt="2022-11-28T15:19:38.424" v="255" actId="20577"/>
          <ac:spMkLst>
            <pc:docMk/>
            <pc:sldMk cId="2653728735" sldId="9810"/>
            <ac:spMk id="24" creationId="{5FE0404A-61BD-2084-6261-5A8E9A0B8DE6}"/>
          </ac:spMkLst>
        </pc:spChg>
        <pc:spChg chg="mod">
          <ac:chgData name="Robert, David Laurent (DI FA S SUP SPH)" userId="5007a9ee-182f-46ab-bc23-e9de1133d8e0" providerId="ADAL" clId="{AD93E19C-00DA-4AAC-9C45-8496A643569A}" dt="2022-11-28T15:25:13.414" v="317" actId="1038"/>
          <ac:spMkLst>
            <pc:docMk/>
            <pc:sldMk cId="2653728735" sldId="9810"/>
            <ac:spMk id="43" creationId="{8438672E-8B23-E959-69A6-2C7BC5D04F8B}"/>
          </ac:spMkLst>
        </pc:spChg>
        <pc:spChg chg="mod">
          <ac:chgData name="Robert, David Laurent (DI FA S SUP SPH)" userId="5007a9ee-182f-46ab-bc23-e9de1133d8e0" providerId="ADAL" clId="{AD93E19C-00DA-4AAC-9C45-8496A643569A}" dt="2022-11-28T15:19:58.907" v="269" actId="1038"/>
          <ac:spMkLst>
            <pc:docMk/>
            <pc:sldMk cId="2653728735" sldId="9810"/>
            <ac:spMk id="46" creationId="{9EFA11C7-B7AC-0800-F1F5-FAF291ED5178}"/>
          </ac:spMkLst>
        </pc:spChg>
        <pc:spChg chg="mod">
          <ac:chgData name="Robert, David Laurent (DI FA S SUP SPH)" userId="5007a9ee-182f-46ab-bc23-e9de1133d8e0" providerId="ADAL" clId="{AD93E19C-00DA-4AAC-9C45-8496A643569A}" dt="2022-11-28T15:24:51.946" v="305" actId="20577"/>
          <ac:spMkLst>
            <pc:docMk/>
            <pc:sldMk cId="2653728735" sldId="9810"/>
            <ac:spMk id="64" creationId="{364D1252-CF07-6F43-36AE-7A27427000DE}"/>
          </ac:spMkLst>
        </pc:spChg>
        <pc:spChg chg="mod">
          <ac:chgData name="Robert, David Laurent (DI FA S SUP SPH)" userId="5007a9ee-182f-46ab-bc23-e9de1133d8e0" providerId="ADAL" clId="{AD93E19C-00DA-4AAC-9C45-8496A643569A}" dt="2022-11-28T15:19:32.764" v="254" actId="313"/>
          <ac:spMkLst>
            <pc:docMk/>
            <pc:sldMk cId="2653728735" sldId="9810"/>
            <ac:spMk id="67" creationId="{34683D41-EB25-1EE5-0E9A-30A7FDB84C44}"/>
          </ac:spMkLst>
        </pc:spChg>
        <pc:spChg chg="mod">
          <ac:chgData name="Robert, David Laurent (DI FA S SUP SPH)" userId="5007a9ee-182f-46ab-bc23-e9de1133d8e0" providerId="ADAL" clId="{AD93E19C-00DA-4AAC-9C45-8496A643569A}" dt="2022-11-28T15:24:13.558" v="287" actId="20577"/>
          <ac:spMkLst>
            <pc:docMk/>
            <pc:sldMk cId="2653728735" sldId="9810"/>
            <ac:spMk id="68" creationId="{D7E86AB6-6B9B-CE6A-8145-C5139948CF2E}"/>
          </ac:spMkLst>
        </pc:spChg>
        <pc:spChg chg="mod">
          <ac:chgData name="Robert, David Laurent (DI FA S SUP SPH)" userId="5007a9ee-182f-46ab-bc23-e9de1133d8e0" providerId="ADAL" clId="{AD93E19C-00DA-4AAC-9C45-8496A643569A}" dt="2022-11-28T15:24:07.927" v="283" actId="20577"/>
          <ac:spMkLst>
            <pc:docMk/>
            <pc:sldMk cId="2653728735" sldId="9810"/>
            <ac:spMk id="69" creationId="{A159E6A7-4D80-FAC4-B89E-FDC7B203AEB9}"/>
          </ac:spMkLst>
        </pc:spChg>
        <pc:spChg chg="mod">
          <ac:chgData name="Robert, David Laurent (DI FA S SUP SPH)" userId="5007a9ee-182f-46ab-bc23-e9de1133d8e0" providerId="ADAL" clId="{AD93E19C-00DA-4AAC-9C45-8496A643569A}" dt="2022-11-28T15:24:10.647" v="285" actId="20577"/>
          <ac:spMkLst>
            <pc:docMk/>
            <pc:sldMk cId="2653728735" sldId="9810"/>
            <ac:spMk id="70" creationId="{48BC713B-0F59-1060-38F5-97DD7649BA72}"/>
          </ac:spMkLst>
        </pc:spChg>
        <pc:cxnChg chg="mod">
          <ac:chgData name="Robert, David Laurent (DI FA S SUP SPH)" userId="5007a9ee-182f-46ab-bc23-e9de1133d8e0" providerId="ADAL" clId="{AD93E19C-00DA-4AAC-9C45-8496A643569A}" dt="2022-11-28T15:25:08.994" v="315" actId="1038"/>
          <ac:cxnSpMkLst>
            <pc:docMk/>
            <pc:sldMk cId="2653728735" sldId="9810"/>
            <ac:cxnSpMk id="27" creationId="{63C4B475-8F56-710C-0755-EFEA16808EAE}"/>
          </ac:cxnSpMkLst>
        </pc:cxnChg>
        <pc:cxnChg chg="mod">
          <ac:chgData name="Robert, David Laurent (DI FA S SUP SPH)" userId="5007a9ee-182f-46ab-bc23-e9de1133d8e0" providerId="ADAL" clId="{AD93E19C-00DA-4AAC-9C45-8496A643569A}" dt="2022-11-28T15:19:58.907" v="269" actId="1038"/>
          <ac:cxnSpMkLst>
            <pc:docMk/>
            <pc:sldMk cId="2653728735" sldId="9810"/>
            <ac:cxnSpMk id="44" creationId="{F27F2284-443E-280D-EEF8-BB5BBA4B07BA}"/>
          </ac:cxnSpMkLst>
        </pc:cxnChg>
        <pc:cxnChg chg="mod">
          <ac:chgData name="Robert, David Laurent (DI FA S SUP SPH)" userId="5007a9ee-182f-46ab-bc23-e9de1133d8e0" providerId="ADAL" clId="{AD93E19C-00DA-4AAC-9C45-8496A643569A}" dt="2022-11-28T15:19:58.907" v="269" actId="1038"/>
          <ac:cxnSpMkLst>
            <pc:docMk/>
            <pc:sldMk cId="2653728735" sldId="9810"/>
            <ac:cxnSpMk id="45" creationId="{FB1EEFFC-C3C9-FF53-15BF-C5CBD9378E7E}"/>
          </ac:cxnSpMkLst>
        </pc:cxnChg>
      </pc:sldChg>
      <pc:sldChg chg="modSp mod">
        <pc:chgData name="Robert, David Laurent (DI FA S SUP SPH)" userId="5007a9ee-182f-46ab-bc23-e9de1133d8e0" providerId="ADAL" clId="{AD93E19C-00DA-4AAC-9C45-8496A643569A}" dt="2022-11-30T08:14:49.469" v="397" actId="1035"/>
        <pc:sldMkLst>
          <pc:docMk/>
          <pc:sldMk cId="3916877892" sldId="9810"/>
        </pc:sldMkLst>
        <pc:spChg chg="mod">
          <ac:chgData name="Robert, David Laurent (DI FA S SUP SPH)" userId="5007a9ee-182f-46ab-bc23-e9de1133d8e0" providerId="ADAL" clId="{AD93E19C-00DA-4AAC-9C45-8496A643569A}" dt="2022-11-30T08:14:35.972" v="390" actId="20577"/>
          <ac:spMkLst>
            <pc:docMk/>
            <pc:sldMk cId="3916877892" sldId="9810"/>
            <ac:spMk id="68" creationId="{D7E86AB6-6B9B-CE6A-8145-C5139948CF2E}"/>
          </ac:spMkLst>
        </pc:spChg>
        <pc:spChg chg="mod">
          <ac:chgData name="Robert, David Laurent (DI FA S SUP SPH)" userId="5007a9ee-182f-46ab-bc23-e9de1133d8e0" providerId="ADAL" clId="{AD93E19C-00DA-4AAC-9C45-8496A643569A}" dt="2022-11-30T08:14:39.467" v="391"/>
          <ac:spMkLst>
            <pc:docMk/>
            <pc:sldMk cId="3916877892" sldId="9810"/>
            <ac:spMk id="69" creationId="{A159E6A7-4D80-FAC4-B89E-FDC7B203AEB9}"/>
          </ac:spMkLst>
        </pc:spChg>
        <pc:spChg chg="mod">
          <ac:chgData name="Robert, David Laurent (DI FA S SUP SPH)" userId="5007a9ee-182f-46ab-bc23-e9de1133d8e0" providerId="ADAL" clId="{AD93E19C-00DA-4AAC-9C45-8496A643569A}" dt="2022-11-30T08:14:40.568" v="392"/>
          <ac:spMkLst>
            <pc:docMk/>
            <pc:sldMk cId="3916877892" sldId="9810"/>
            <ac:spMk id="70" creationId="{48BC713B-0F59-1060-38F5-97DD7649BA72}"/>
          </ac:spMkLst>
        </pc:spChg>
        <pc:spChg chg="mod">
          <ac:chgData name="Robert, David Laurent (DI FA S SUP SPH)" userId="5007a9ee-182f-46ab-bc23-e9de1133d8e0" providerId="ADAL" clId="{AD93E19C-00DA-4AAC-9C45-8496A643569A}" dt="2022-11-30T08:14:49.469" v="397" actId="1035"/>
          <ac:spMkLst>
            <pc:docMk/>
            <pc:sldMk cId="3916877892" sldId="9810"/>
            <ac:spMk id="78" creationId="{7A988188-F0D2-7712-A34C-519DA646F114}"/>
          </ac:spMkLst>
        </pc:spChg>
      </pc:sldChg>
      <pc:sldChg chg="modSp mod">
        <pc:chgData name="Robert, David Laurent (DI FA S SUP SPH)" userId="5007a9ee-182f-46ab-bc23-e9de1133d8e0" providerId="ADAL" clId="{AD93E19C-00DA-4AAC-9C45-8496A643569A}" dt="2022-11-30T08:26:22.870" v="744" actId="1036"/>
        <pc:sldMkLst>
          <pc:docMk/>
          <pc:sldMk cId="3200924410" sldId="9813"/>
        </pc:sldMkLst>
        <pc:spChg chg="mod">
          <ac:chgData name="Robert, David Laurent (DI FA S SUP SPH)" userId="5007a9ee-182f-46ab-bc23-e9de1133d8e0" providerId="ADAL" clId="{AD93E19C-00DA-4AAC-9C45-8496A643569A}" dt="2022-11-30T08:26:22.870" v="744" actId="1036"/>
          <ac:spMkLst>
            <pc:docMk/>
            <pc:sldMk cId="3200924410" sldId="9813"/>
            <ac:spMk id="277" creationId="{F458133F-B2BD-BBAC-523A-C174FE1F2897}"/>
          </ac:spMkLst>
        </pc:spChg>
      </pc:sldChg>
      <pc:sldChg chg="modSp mod">
        <pc:chgData name="Robert, David Laurent (DI FA S SUP SPH)" userId="5007a9ee-182f-46ab-bc23-e9de1133d8e0" providerId="ADAL" clId="{AD93E19C-00DA-4AAC-9C45-8496A643569A}" dt="2022-11-30T08:30:02.048" v="805" actId="1037"/>
        <pc:sldMkLst>
          <pc:docMk/>
          <pc:sldMk cId="3076197480" sldId="9815"/>
        </pc:sldMkLst>
        <pc:spChg chg="mod">
          <ac:chgData name="Robert, David Laurent (DI FA S SUP SPH)" userId="5007a9ee-182f-46ab-bc23-e9de1133d8e0" providerId="ADAL" clId="{AD93E19C-00DA-4AAC-9C45-8496A643569A}" dt="2022-11-30T08:29:58.299" v="804" actId="1038"/>
          <ac:spMkLst>
            <pc:docMk/>
            <pc:sldMk cId="3076197480" sldId="9815"/>
            <ac:spMk id="18" creationId="{18047BBA-2591-CB4B-BABA-8A1D1F4A5834}"/>
          </ac:spMkLst>
        </pc:spChg>
        <pc:spChg chg="mod">
          <ac:chgData name="Robert, David Laurent (DI FA S SUP SPH)" userId="5007a9ee-182f-46ab-bc23-e9de1133d8e0" providerId="ADAL" clId="{AD93E19C-00DA-4AAC-9C45-8496A643569A}" dt="2022-11-30T08:30:02.048" v="805" actId="1037"/>
          <ac:spMkLst>
            <pc:docMk/>
            <pc:sldMk cId="3076197480" sldId="9815"/>
            <ac:spMk id="19" creationId="{41B2A700-1094-06D6-C418-4255F9720870}"/>
          </ac:spMkLst>
        </pc:spChg>
      </pc:sldChg>
      <pc:sldChg chg="addSp delSp modSp mod">
        <pc:chgData name="Robert, David Laurent (DI FA S SUP SPH)" userId="5007a9ee-182f-46ab-bc23-e9de1133d8e0" providerId="ADAL" clId="{AD93E19C-00DA-4AAC-9C45-8496A643569A}" dt="2022-11-30T08:25:17.314" v="684" actId="1038"/>
        <pc:sldMkLst>
          <pc:docMk/>
          <pc:sldMk cId="3910385073" sldId="9817"/>
        </pc:sldMkLst>
        <pc:spChg chg="mod">
          <ac:chgData name="Robert, David Laurent (DI FA S SUP SPH)" userId="5007a9ee-182f-46ab-bc23-e9de1133d8e0" providerId="ADAL" clId="{AD93E19C-00DA-4AAC-9C45-8496A643569A}" dt="2022-11-30T08:23:43.110" v="669" actId="20577"/>
          <ac:spMkLst>
            <pc:docMk/>
            <pc:sldMk cId="3910385073" sldId="9817"/>
            <ac:spMk id="2" creationId="{00000000-0000-0000-0000-000000000000}"/>
          </ac:spMkLst>
        </pc:spChg>
        <pc:spChg chg="add del">
          <ac:chgData name="Robert, David Laurent (DI FA S SUP SPH)" userId="5007a9ee-182f-46ab-bc23-e9de1133d8e0" providerId="ADAL" clId="{AD93E19C-00DA-4AAC-9C45-8496A643569A}" dt="2022-11-30T08:22:38.075" v="647" actId="22"/>
          <ac:spMkLst>
            <pc:docMk/>
            <pc:sldMk cId="3910385073" sldId="9817"/>
            <ac:spMk id="10" creationId="{F2FBBD88-1203-03E4-37D1-02622E44AB79}"/>
          </ac:spMkLst>
        </pc:spChg>
        <pc:spChg chg="mod">
          <ac:chgData name="Robert, David Laurent (DI FA S SUP SPH)" userId="5007a9ee-182f-46ab-bc23-e9de1133d8e0" providerId="ADAL" clId="{AD93E19C-00DA-4AAC-9C45-8496A643569A}" dt="2022-11-30T08:25:17.314" v="684" actId="1038"/>
          <ac:spMkLst>
            <pc:docMk/>
            <pc:sldMk cId="3910385073" sldId="9817"/>
            <ac:spMk id="14" creationId="{E74EDA2A-8E1E-08A0-1074-BE2D94A6ABD3}"/>
          </ac:spMkLst>
        </pc:spChg>
        <pc:spChg chg="mod">
          <ac:chgData name="Robert, David Laurent (DI FA S SUP SPH)" userId="5007a9ee-182f-46ab-bc23-e9de1133d8e0" providerId="ADAL" clId="{AD93E19C-00DA-4AAC-9C45-8496A643569A}" dt="2022-11-30T08:25:17.314" v="684" actId="1038"/>
          <ac:spMkLst>
            <pc:docMk/>
            <pc:sldMk cId="3910385073" sldId="9817"/>
            <ac:spMk id="15" creationId="{231B9F21-7785-8E2D-D9F4-9D6E43752C44}"/>
          </ac:spMkLst>
        </pc:spChg>
        <pc:spChg chg="add mod">
          <ac:chgData name="Robert, David Laurent (DI FA S SUP SPH)" userId="5007a9ee-182f-46ab-bc23-e9de1133d8e0" providerId="ADAL" clId="{AD93E19C-00DA-4AAC-9C45-8496A643569A}" dt="2022-11-30T08:25:06.515" v="682" actId="1076"/>
          <ac:spMkLst>
            <pc:docMk/>
            <pc:sldMk cId="3910385073" sldId="9817"/>
            <ac:spMk id="20" creationId="{763377CC-2A8D-483A-942D-3E495FA39E55}"/>
          </ac:spMkLst>
        </pc:spChg>
        <pc:spChg chg="mod">
          <ac:chgData name="Robert, David Laurent (DI FA S SUP SPH)" userId="5007a9ee-182f-46ab-bc23-e9de1133d8e0" providerId="ADAL" clId="{AD93E19C-00DA-4AAC-9C45-8496A643569A}" dt="2022-11-30T08:24:38.133" v="672" actId="1076"/>
          <ac:spMkLst>
            <pc:docMk/>
            <pc:sldMk cId="3910385073" sldId="9817"/>
            <ac:spMk id="99" creationId="{53B79C5F-BF56-ED54-7615-E0E73B02DA14}"/>
          </ac:spMkLst>
        </pc:spChg>
        <pc:grpChg chg="mod">
          <ac:chgData name="Robert, David Laurent (DI FA S SUP SPH)" userId="5007a9ee-182f-46ab-bc23-e9de1133d8e0" providerId="ADAL" clId="{AD93E19C-00DA-4AAC-9C45-8496A643569A}" dt="2022-11-30T08:10:43.826" v="385" actId="1038"/>
          <ac:grpSpMkLst>
            <pc:docMk/>
            <pc:sldMk cId="3910385073" sldId="9817"/>
            <ac:grpSpMk id="249" creationId="{CED7F32F-1344-778F-E1D1-BB175311AC5C}"/>
          </ac:grpSpMkLst>
        </pc:grpChg>
        <pc:cxnChg chg="mod">
          <ac:chgData name="Robert, David Laurent (DI FA S SUP SPH)" userId="5007a9ee-182f-46ab-bc23-e9de1133d8e0" providerId="ADAL" clId="{AD93E19C-00DA-4AAC-9C45-8496A643569A}" dt="2022-11-30T08:10:39.027" v="382" actId="1038"/>
          <ac:cxnSpMkLst>
            <pc:docMk/>
            <pc:sldMk cId="3910385073" sldId="9817"/>
            <ac:cxnSpMk id="8" creationId="{0E961614-A474-C49A-04D6-7AD2F166C770}"/>
          </ac:cxnSpMkLst>
        </pc:cxnChg>
        <pc:cxnChg chg="mod">
          <ac:chgData name="Robert, David Laurent (DI FA S SUP SPH)" userId="5007a9ee-182f-46ab-bc23-e9de1133d8e0" providerId="ADAL" clId="{AD93E19C-00DA-4AAC-9C45-8496A643569A}" dt="2022-11-30T08:10:40.747" v="383" actId="1038"/>
          <ac:cxnSpMkLst>
            <pc:docMk/>
            <pc:sldMk cId="3910385073" sldId="9817"/>
            <ac:cxnSpMk id="12" creationId="{8F4BBE3B-9146-C456-274F-E83716846A5C}"/>
          </ac:cxnSpMkLst>
        </pc:cxnChg>
      </pc:sldChg>
      <pc:sldChg chg="modSp mod">
        <pc:chgData name="Robert, David Laurent (DI FA S SUP SPH)" userId="5007a9ee-182f-46ab-bc23-e9de1133d8e0" providerId="ADAL" clId="{AD93E19C-00DA-4AAC-9C45-8496A643569A}" dt="2022-11-30T08:27:19.693" v="783" actId="6549"/>
        <pc:sldMkLst>
          <pc:docMk/>
          <pc:sldMk cId="1038859061" sldId="9818"/>
        </pc:sldMkLst>
        <pc:spChg chg="mod">
          <ac:chgData name="Robert, David Laurent (DI FA S SUP SPH)" userId="5007a9ee-182f-46ab-bc23-e9de1133d8e0" providerId="ADAL" clId="{AD93E19C-00DA-4AAC-9C45-8496A643569A}" dt="2022-11-30T08:27:19.693" v="783" actId="6549"/>
          <ac:spMkLst>
            <pc:docMk/>
            <pc:sldMk cId="1038859061" sldId="9818"/>
            <ac:spMk id="230" creationId="{821565C2-FC3D-7D35-EC2E-175AB41BE910}"/>
          </ac:spMkLst>
        </pc:spChg>
      </pc:sldChg>
      <pc:sldChg chg="addSp modSp ord">
        <pc:chgData name="Robert, David Laurent (DI FA S SUP SPH)" userId="5007a9ee-182f-46ab-bc23-e9de1133d8e0" providerId="ADAL" clId="{AD93E19C-00DA-4AAC-9C45-8496A643569A}" dt="2022-11-30T09:08:21.480" v="1494"/>
        <pc:sldMkLst>
          <pc:docMk/>
          <pc:sldMk cId="402274634" sldId="9819"/>
        </pc:sldMkLst>
        <pc:cxnChg chg="add mod">
          <ac:chgData name="Robert, David Laurent (DI FA S SUP SPH)" userId="5007a9ee-182f-46ab-bc23-e9de1133d8e0" providerId="ADAL" clId="{AD93E19C-00DA-4AAC-9C45-8496A643569A}" dt="2022-11-30T08:28:46.271" v="787"/>
          <ac:cxnSpMkLst>
            <pc:docMk/>
            <pc:sldMk cId="402274634" sldId="9819"/>
            <ac:cxnSpMk id="5" creationId="{661256AA-B966-8D0D-F12E-3F1E3C57862F}"/>
          </ac:cxnSpMkLst>
        </pc:cxnChg>
      </pc:sldChg>
      <pc:sldChg chg="modSp mod">
        <pc:chgData name="Robert, David Laurent (DI FA S SUP SPH)" userId="5007a9ee-182f-46ab-bc23-e9de1133d8e0" providerId="ADAL" clId="{AD93E19C-00DA-4AAC-9C45-8496A643569A}" dt="2022-11-30T08:33:11.819" v="902" actId="20577"/>
        <pc:sldMkLst>
          <pc:docMk/>
          <pc:sldMk cId="2195873607" sldId="9820"/>
        </pc:sldMkLst>
        <pc:spChg chg="mod">
          <ac:chgData name="Robert, David Laurent (DI FA S SUP SPH)" userId="5007a9ee-182f-46ab-bc23-e9de1133d8e0" providerId="ADAL" clId="{AD93E19C-00DA-4AAC-9C45-8496A643569A}" dt="2022-11-30T08:33:11.819" v="902" actId="20577"/>
          <ac:spMkLst>
            <pc:docMk/>
            <pc:sldMk cId="2195873607" sldId="9820"/>
            <ac:spMk id="25" creationId="{DBC4553A-8B20-C8DD-455C-2D4E07BB289C}"/>
          </ac:spMkLst>
        </pc:spChg>
      </pc:sldChg>
      <pc:sldChg chg="modSp mod">
        <pc:chgData name="Robert, David Laurent (DI FA S SUP SPH)" userId="5007a9ee-182f-46ab-bc23-e9de1133d8e0" providerId="ADAL" clId="{AD93E19C-00DA-4AAC-9C45-8496A643569A}" dt="2022-11-30T08:19:49.452" v="636" actId="207"/>
        <pc:sldMkLst>
          <pc:docMk/>
          <pc:sldMk cId="873921267" sldId="9822"/>
        </pc:sldMkLst>
        <pc:spChg chg="mod">
          <ac:chgData name="Robert, David Laurent (DI FA S SUP SPH)" userId="5007a9ee-182f-46ab-bc23-e9de1133d8e0" providerId="ADAL" clId="{AD93E19C-00DA-4AAC-9C45-8496A643569A}" dt="2022-11-30T08:19:49.452" v="636" actId="207"/>
          <ac:spMkLst>
            <pc:docMk/>
            <pc:sldMk cId="873921267" sldId="9822"/>
            <ac:spMk id="99" creationId="{53B79C5F-BF56-ED54-7615-E0E73B02DA14}"/>
          </ac:spMkLst>
        </pc:spChg>
      </pc:sldChg>
      <pc:sldChg chg="modSp mod">
        <pc:chgData name="Robert, David Laurent (DI FA S SUP SPH)" userId="5007a9ee-182f-46ab-bc23-e9de1133d8e0" providerId="ADAL" clId="{AD93E19C-00DA-4AAC-9C45-8496A643569A}" dt="2022-11-30T08:20:20.409" v="641" actId="20577"/>
        <pc:sldMkLst>
          <pc:docMk/>
          <pc:sldMk cId="2954686816" sldId="9823"/>
        </pc:sldMkLst>
        <pc:spChg chg="mod">
          <ac:chgData name="Robert, David Laurent (DI FA S SUP SPH)" userId="5007a9ee-182f-46ab-bc23-e9de1133d8e0" providerId="ADAL" clId="{AD93E19C-00DA-4AAC-9C45-8496A643569A}" dt="2022-11-30T08:08:27.156" v="319"/>
          <ac:spMkLst>
            <pc:docMk/>
            <pc:sldMk cId="2954686816" sldId="9823"/>
            <ac:spMk id="2" creationId="{00000000-0000-0000-0000-000000000000}"/>
          </ac:spMkLst>
        </pc:spChg>
        <pc:spChg chg="mod">
          <ac:chgData name="Robert, David Laurent (DI FA S SUP SPH)" userId="5007a9ee-182f-46ab-bc23-e9de1133d8e0" providerId="ADAL" clId="{AD93E19C-00DA-4AAC-9C45-8496A643569A}" dt="2022-11-30T08:20:20.409" v="641" actId="20577"/>
          <ac:spMkLst>
            <pc:docMk/>
            <pc:sldMk cId="2954686816" sldId="9823"/>
            <ac:spMk id="99" creationId="{53B79C5F-BF56-ED54-7615-E0E73B02DA14}"/>
          </ac:spMkLst>
        </pc:spChg>
      </pc:sldChg>
      <pc:sldChg chg="modSp mod">
        <pc:chgData name="Robert, David Laurent (DI FA S SUP SPH)" userId="5007a9ee-182f-46ab-bc23-e9de1133d8e0" providerId="ADAL" clId="{AD93E19C-00DA-4AAC-9C45-8496A643569A}" dt="2022-11-30T08:48:14.769" v="990" actId="207"/>
        <pc:sldMkLst>
          <pc:docMk/>
          <pc:sldMk cId="2169948991" sldId="9824"/>
        </pc:sldMkLst>
        <pc:spChg chg="mod">
          <ac:chgData name="Robert, David Laurent (DI FA S SUP SPH)" userId="5007a9ee-182f-46ab-bc23-e9de1133d8e0" providerId="ADAL" clId="{AD93E19C-00DA-4AAC-9C45-8496A643569A}" dt="2022-11-30T08:48:14.769" v="990" actId="207"/>
          <ac:spMkLst>
            <pc:docMk/>
            <pc:sldMk cId="2169948991" sldId="9824"/>
            <ac:spMk id="4" creationId="{A645F354-40D6-4D3D-BA93-7A74F09635B4}"/>
          </ac:spMkLst>
        </pc:spChg>
      </pc:sldChg>
      <pc:sldChg chg="addSp modSp add mod ord">
        <pc:chgData name="Robert, David Laurent (DI FA S SUP SPH)" userId="5007a9ee-182f-46ab-bc23-e9de1133d8e0" providerId="ADAL" clId="{AD93E19C-00DA-4AAC-9C45-8496A643569A}" dt="2022-11-30T09:07:47.689" v="1490"/>
        <pc:sldMkLst>
          <pc:docMk/>
          <pc:sldMk cId="4027571449" sldId="9828"/>
        </pc:sldMkLst>
        <pc:cxnChg chg="add mod">
          <ac:chgData name="Robert, David Laurent (DI FA S SUP SPH)" userId="5007a9ee-182f-46ab-bc23-e9de1133d8e0" providerId="ADAL" clId="{AD93E19C-00DA-4AAC-9C45-8496A643569A}" dt="2022-11-30T08:25:48.432" v="706" actId="692"/>
          <ac:cxnSpMkLst>
            <pc:docMk/>
            <pc:sldMk cId="4027571449" sldId="9828"/>
            <ac:cxnSpMk id="10" creationId="{754519B9-E34F-58F3-F7D4-14FBC3597524}"/>
          </ac:cxnSpMkLst>
        </pc:cxnChg>
      </pc:sldChg>
      <pc:sldChg chg="addSp delSp modSp add mod">
        <pc:chgData name="Robert, David Laurent (DI FA S SUP SPH)" userId="5007a9ee-182f-46ab-bc23-e9de1133d8e0" providerId="ADAL" clId="{AD93E19C-00DA-4AAC-9C45-8496A643569A}" dt="2022-11-30T08:29:35.114" v="802" actId="790"/>
        <pc:sldMkLst>
          <pc:docMk/>
          <pc:sldMk cId="3096522379" sldId="9829"/>
        </pc:sldMkLst>
        <pc:spChg chg="mod">
          <ac:chgData name="Robert, David Laurent (DI FA S SUP SPH)" userId="5007a9ee-182f-46ab-bc23-e9de1133d8e0" providerId="ADAL" clId="{AD93E19C-00DA-4AAC-9C45-8496A643569A}" dt="2022-11-30T08:29:02.974" v="790"/>
          <ac:spMkLst>
            <pc:docMk/>
            <pc:sldMk cId="3096522379" sldId="9829"/>
            <ac:spMk id="2" creationId="{00000000-0000-0000-0000-000000000000}"/>
          </ac:spMkLst>
        </pc:spChg>
        <pc:spChg chg="add mod">
          <ac:chgData name="Robert, David Laurent (DI FA S SUP SPH)" userId="5007a9ee-182f-46ab-bc23-e9de1133d8e0" providerId="ADAL" clId="{AD93E19C-00DA-4AAC-9C45-8496A643569A}" dt="2022-11-30T08:29:35.114" v="802" actId="790"/>
          <ac:spMkLst>
            <pc:docMk/>
            <pc:sldMk cId="3096522379" sldId="9829"/>
            <ac:spMk id="11" creationId="{1848C14F-72E1-7928-BFF4-824691F513F3}"/>
          </ac:spMkLst>
        </pc:spChg>
        <pc:cxnChg chg="del">
          <ac:chgData name="Robert, David Laurent (DI FA S SUP SPH)" userId="5007a9ee-182f-46ab-bc23-e9de1133d8e0" providerId="ADAL" clId="{AD93E19C-00DA-4AAC-9C45-8496A643569A}" dt="2022-11-30T08:28:52.043" v="789" actId="478"/>
          <ac:cxnSpMkLst>
            <pc:docMk/>
            <pc:sldMk cId="3096522379" sldId="9829"/>
            <ac:cxnSpMk id="5" creationId="{661256AA-B966-8D0D-F12E-3F1E3C57862F}"/>
          </ac:cxnSpMkLst>
        </pc:cxnChg>
      </pc:sldChg>
      <pc:sldChg chg="modSp add mod">
        <pc:chgData name="Robert, David Laurent (DI FA S SUP SPH)" userId="5007a9ee-182f-46ab-bc23-e9de1133d8e0" providerId="ADAL" clId="{AD93E19C-00DA-4AAC-9C45-8496A643569A}" dt="2022-11-30T08:48:18.215" v="991" actId="207"/>
        <pc:sldMkLst>
          <pc:docMk/>
          <pc:sldMk cId="563333407" sldId="9830"/>
        </pc:sldMkLst>
        <pc:spChg chg="mod">
          <ac:chgData name="Robert, David Laurent (DI FA S SUP SPH)" userId="5007a9ee-182f-46ab-bc23-e9de1133d8e0" providerId="ADAL" clId="{AD93E19C-00DA-4AAC-9C45-8496A643569A}" dt="2022-11-30T08:48:18.215" v="991" actId="207"/>
          <ac:spMkLst>
            <pc:docMk/>
            <pc:sldMk cId="563333407" sldId="9830"/>
            <ac:spMk id="4" creationId="{A645F354-40D6-4D3D-BA93-7A74F09635B4}"/>
          </ac:spMkLst>
        </pc:spChg>
      </pc:sldChg>
      <pc:sldChg chg="addSp delSp modSp add mod">
        <pc:chgData name="Robert, David Laurent (DI FA S SUP SPH)" userId="5007a9ee-182f-46ab-bc23-e9de1133d8e0" providerId="ADAL" clId="{AD93E19C-00DA-4AAC-9C45-8496A643569A}" dt="2022-11-30T08:52:50.117" v="1074" actId="478"/>
        <pc:sldMkLst>
          <pc:docMk/>
          <pc:sldMk cId="3536078743" sldId="9831"/>
        </pc:sldMkLst>
        <pc:spChg chg="mod">
          <ac:chgData name="Robert, David Laurent (DI FA S SUP SPH)" userId="5007a9ee-182f-46ab-bc23-e9de1133d8e0" providerId="ADAL" clId="{AD93E19C-00DA-4AAC-9C45-8496A643569A}" dt="2022-11-30T08:48:48.761" v="1000" actId="20577"/>
          <ac:spMkLst>
            <pc:docMk/>
            <pc:sldMk cId="3536078743" sldId="9831"/>
            <ac:spMk id="2" creationId="{63DF9877-DD35-6969-BEA5-BA03ACDEB10B}"/>
          </ac:spMkLst>
        </pc:spChg>
        <pc:spChg chg="mod">
          <ac:chgData name="Robert, David Laurent (DI FA S SUP SPH)" userId="5007a9ee-182f-46ab-bc23-e9de1133d8e0" providerId="ADAL" clId="{AD93E19C-00DA-4AAC-9C45-8496A643569A}" dt="2022-11-30T08:50:42.478" v="1043" actId="1076"/>
          <ac:spMkLst>
            <pc:docMk/>
            <pc:sldMk cId="3536078743" sldId="9831"/>
            <ac:spMk id="3" creationId="{5B29ED0E-BD37-60C9-B59B-A2601008EAE3}"/>
          </ac:spMkLst>
        </pc:spChg>
        <pc:spChg chg="mod">
          <ac:chgData name="Robert, David Laurent (DI FA S SUP SPH)" userId="5007a9ee-182f-46ab-bc23-e9de1133d8e0" providerId="ADAL" clId="{AD93E19C-00DA-4AAC-9C45-8496A643569A}" dt="2022-11-30T08:50:47.803" v="1044" actId="1076"/>
          <ac:spMkLst>
            <pc:docMk/>
            <pc:sldMk cId="3536078743" sldId="9831"/>
            <ac:spMk id="4" creationId="{0CBB8433-8C1D-1842-2D5C-8778F5566F9E}"/>
          </ac:spMkLst>
        </pc:spChg>
        <pc:spChg chg="mod">
          <ac:chgData name="Robert, David Laurent (DI FA S SUP SPH)" userId="5007a9ee-182f-46ab-bc23-e9de1133d8e0" providerId="ADAL" clId="{AD93E19C-00DA-4AAC-9C45-8496A643569A}" dt="2022-11-30T08:50:47.803" v="1044" actId="1076"/>
          <ac:spMkLst>
            <pc:docMk/>
            <pc:sldMk cId="3536078743" sldId="9831"/>
            <ac:spMk id="5" creationId="{5B510664-3D23-B629-3D23-B67ACB7780DB}"/>
          </ac:spMkLst>
        </pc:spChg>
        <pc:spChg chg="mod">
          <ac:chgData name="Robert, David Laurent (DI FA S SUP SPH)" userId="5007a9ee-182f-46ab-bc23-e9de1133d8e0" providerId="ADAL" clId="{AD93E19C-00DA-4AAC-9C45-8496A643569A}" dt="2022-11-30T08:50:47.803" v="1044" actId="1076"/>
          <ac:spMkLst>
            <pc:docMk/>
            <pc:sldMk cId="3536078743" sldId="9831"/>
            <ac:spMk id="6" creationId="{34D04DF0-F8CD-7B8D-CFE4-68324A111265}"/>
          </ac:spMkLst>
        </pc:spChg>
        <pc:spChg chg="mod">
          <ac:chgData name="Robert, David Laurent (DI FA S SUP SPH)" userId="5007a9ee-182f-46ab-bc23-e9de1133d8e0" providerId="ADAL" clId="{AD93E19C-00DA-4AAC-9C45-8496A643569A}" dt="2022-11-30T08:50:47.803" v="1044" actId="1076"/>
          <ac:spMkLst>
            <pc:docMk/>
            <pc:sldMk cId="3536078743" sldId="9831"/>
            <ac:spMk id="9" creationId="{7966C8F3-1B9C-E472-BF9D-132DF5972FBA}"/>
          </ac:spMkLst>
        </pc:spChg>
        <pc:spChg chg="mod">
          <ac:chgData name="Robert, David Laurent (DI FA S SUP SPH)" userId="5007a9ee-182f-46ab-bc23-e9de1133d8e0" providerId="ADAL" clId="{AD93E19C-00DA-4AAC-9C45-8496A643569A}" dt="2022-11-30T08:50:47.803" v="1044" actId="1076"/>
          <ac:spMkLst>
            <pc:docMk/>
            <pc:sldMk cId="3536078743" sldId="9831"/>
            <ac:spMk id="11" creationId="{66CA47D3-526B-C33C-0F2D-5DAF69579180}"/>
          </ac:spMkLst>
        </pc:spChg>
        <pc:spChg chg="mod">
          <ac:chgData name="Robert, David Laurent (DI FA S SUP SPH)" userId="5007a9ee-182f-46ab-bc23-e9de1133d8e0" providerId="ADAL" clId="{AD93E19C-00DA-4AAC-9C45-8496A643569A}" dt="2022-11-30T08:50:47.803" v="1044" actId="1076"/>
          <ac:spMkLst>
            <pc:docMk/>
            <pc:sldMk cId="3536078743" sldId="9831"/>
            <ac:spMk id="13" creationId="{5C3B3EF0-A0A1-4A8E-A2F4-03567EBCF997}"/>
          </ac:spMkLst>
        </pc:spChg>
        <pc:spChg chg="mod">
          <ac:chgData name="Robert, David Laurent (DI FA S SUP SPH)" userId="5007a9ee-182f-46ab-bc23-e9de1133d8e0" providerId="ADAL" clId="{AD93E19C-00DA-4AAC-9C45-8496A643569A}" dt="2022-11-30T08:50:47.803" v="1044" actId="1076"/>
          <ac:spMkLst>
            <pc:docMk/>
            <pc:sldMk cId="3536078743" sldId="9831"/>
            <ac:spMk id="20" creationId="{116A3953-3D4D-9975-F0AF-30360F0EBBAA}"/>
          </ac:spMkLst>
        </pc:spChg>
        <pc:spChg chg="mod">
          <ac:chgData name="Robert, David Laurent (DI FA S SUP SPH)" userId="5007a9ee-182f-46ab-bc23-e9de1133d8e0" providerId="ADAL" clId="{AD93E19C-00DA-4AAC-9C45-8496A643569A}" dt="2022-11-30T08:50:47.803" v="1044" actId="1076"/>
          <ac:spMkLst>
            <pc:docMk/>
            <pc:sldMk cId="3536078743" sldId="9831"/>
            <ac:spMk id="22" creationId="{1210B446-7FDF-EF88-C418-BAC29FBB083B}"/>
          </ac:spMkLst>
        </pc:spChg>
        <pc:spChg chg="mod">
          <ac:chgData name="Robert, David Laurent (DI FA S SUP SPH)" userId="5007a9ee-182f-46ab-bc23-e9de1133d8e0" providerId="ADAL" clId="{AD93E19C-00DA-4AAC-9C45-8496A643569A}" dt="2022-11-30T08:50:47.803" v="1044" actId="1076"/>
          <ac:spMkLst>
            <pc:docMk/>
            <pc:sldMk cId="3536078743" sldId="9831"/>
            <ac:spMk id="29" creationId="{17FAA8A4-BB46-F1D0-3B66-0907576A22B4}"/>
          </ac:spMkLst>
        </pc:spChg>
        <pc:spChg chg="mod">
          <ac:chgData name="Robert, David Laurent (DI FA S SUP SPH)" userId="5007a9ee-182f-46ab-bc23-e9de1133d8e0" providerId="ADAL" clId="{AD93E19C-00DA-4AAC-9C45-8496A643569A}" dt="2022-11-30T08:50:47.803" v="1044" actId="1076"/>
          <ac:spMkLst>
            <pc:docMk/>
            <pc:sldMk cId="3536078743" sldId="9831"/>
            <ac:spMk id="30" creationId="{F39BEE3B-0FE8-1880-58BC-E31229A0FAC3}"/>
          </ac:spMkLst>
        </pc:spChg>
        <pc:spChg chg="mod">
          <ac:chgData name="Robert, David Laurent (DI FA S SUP SPH)" userId="5007a9ee-182f-46ab-bc23-e9de1133d8e0" providerId="ADAL" clId="{AD93E19C-00DA-4AAC-9C45-8496A643569A}" dt="2022-11-30T08:50:47.803" v="1044" actId="1076"/>
          <ac:spMkLst>
            <pc:docMk/>
            <pc:sldMk cId="3536078743" sldId="9831"/>
            <ac:spMk id="31" creationId="{DB904CDE-E5D3-1276-23D3-34A33DB6D151}"/>
          </ac:spMkLst>
        </pc:spChg>
        <pc:spChg chg="mod">
          <ac:chgData name="Robert, David Laurent (DI FA S SUP SPH)" userId="5007a9ee-182f-46ab-bc23-e9de1133d8e0" providerId="ADAL" clId="{AD93E19C-00DA-4AAC-9C45-8496A643569A}" dt="2022-11-30T08:50:47.803" v="1044" actId="1076"/>
          <ac:spMkLst>
            <pc:docMk/>
            <pc:sldMk cId="3536078743" sldId="9831"/>
            <ac:spMk id="33" creationId="{83F5E677-EE52-07CB-6A25-E4E7BA9706EB}"/>
          </ac:spMkLst>
        </pc:spChg>
        <pc:spChg chg="mod">
          <ac:chgData name="Robert, David Laurent (DI FA S SUP SPH)" userId="5007a9ee-182f-46ab-bc23-e9de1133d8e0" providerId="ADAL" clId="{AD93E19C-00DA-4AAC-9C45-8496A643569A}" dt="2022-11-30T08:50:47.803" v="1044" actId="1076"/>
          <ac:spMkLst>
            <pc:docMk/>
            <pc:sldMk cId="3536078743" sldId="9831"/>
            <ac:spMk id="34" creationId="{6DFB3FD3-DBB0-3A87-D512-D447AC300B12}"/>
          </ac:spMkLst>
        </pc:spChg>
        <pc:spChg chg="mod">
          <ac:chgData name="Robert, David Laurent (DI FA S SUP SPH)" userId="5007a9ee-182f-46ab-bc23-e9de1133d8e0" providerId="ADAL" clId="{AD93E19C-00DA-4AAC-9C45-8496A643569A}" dt="2022-11-30T08:50:47.803" v="1044" actId="1076"/>
          <ac:spMkLst>
            <pc:docMk/>
            <pc:sldMk cId="3536078743" sldId="9831"/>
            <ac:spMk id="35" creationId="{F4EF0340-3055-DFF9-9BE7-2B6ABF01B9D9}"/>
          </ac:spMkLst>
        </pc:spChg>
        <pc:spChg chg="mod">
          <ac:chgData name="Robert, David Laurent (DI FA S SUP SPH)" userId="5007a9ee-182f-46ab-bc23-e9de1133d8e0" providerId="ADAL" clId="{AD93E19C-00DA-4AAC-9C45-8496A643569A}" dt="2022-11-30T08:50:47.803" v="1044" actId="1076"/>
          <ac:spMkLst>
            <pc:docMk/>
            <pc:sldMk cId="3536078743" sldId="9831"/>
            <ac:spMk id="38" creationId="{0A72613F-F5F5-39EA-0997-6FF4439D36EA}"/>
          </ac:spMkLst>
        </pc:spChg>
        <pc:spChg chg="mod">
          <ac:chgData name="Robert, David Laurent (DI FA S SUP SPH)" userId="5007a9ee-182f-46ab-bc23-e9de1133d8e0" providerId="ADAL" clId="{AD93E19C-00DA-4AAC-9C45-8496A643569A}" dt="2022-11-30T08:50:47.803" v="1044" actId="1076"/>
          <ac:spMkLst>
            <pc:docMk/>
            <pc:sldMk cId="3536078743" sldId="9831"/>
            <ac:spMk id="41" creationId="{BB75C713-56FE-2557-36C7-D4D360C5A4F0}"/>
          </ac:spMkLst>
        </pc:spChg>
        <pc:spChg chg="mod">
          <ac:chgData name="Robert, David Laurent (DI FA S SUP SPH)" userId="5007a9ee-182f-46ab-bc23-e9de1133d8e0" providerId="ADAL" clId="{AD93E19C-00DA-4AAC-9C45-8496A643569A}" dt="2022-11-30T08:50:47.803" v="1044" actId="1076"/>
          <ac:spMkLst>
            <pc:docMk/>
            <pc:sldMk cId="3536078743" sldId="9831"/>
            <ac:spMk id="49" creationId="{A332CED8-75C4-DCD6-E149-2268B0A34A03}"/>
          </ac:spMkLst>
        </pc:spChg>
        <pc:spChg chg="add mod">
          <ac:chgData name="Robert, David Laurent (DI FA S SUP SPH)" userId="5007a9ee-182f-46ab-bc23-e9de1133d8e0" providerId="ADAL" clId="{AD93E19C-00DA-4AAC-9C45-8496A643569A}" dt="2022-11-30T08:51:08.622" v="1061" actId="1076"/>
          <ac:spMkLst>
            <pc:docMk/>
            <pc:sldMk cId="3536078743" sldId="9831"/>
            <ac:spMk id="53" creationId="{98B2CBBC-B0BB-2A3E-94A4-E52564DB84CE}"/>
          </ac:spMkLst>
        </pc:spChg>
        <pc:spChg chg="add mod ord">
          <ac:chgData name="Robert, David Laurent (DI FA S SUP SPH)" userId="5007a9ee-182f-46ab-bc23-e9de1133d8e0" providerId="ADAL" clId="{AD93E19C-00DA-4AAC-9C45-8496A643569A}" dt="2022-11-30T08:52:39.987" v="1073" actId="14100"/>
          <ac:spMkLst>
            <pc:docMk/>
            <pc:sldMk cId="3536078743" sldId="9831"/>
            <ac:spMk id="54" creationId="{57E808ED-8026-AFE2-8BBD-128A68AADCC0}"/>
          </ac:spMkLst>
        </pc:spChg>
        <pc:spChg chg="add mod">
          <ac:chgData name="Robert, David Laurent (DI FA S SUP SPH)" userId="5007a9ee-182f-46ab-bc23-e9de1133d8e0" providerId="ADAL" clId="{AD93E19C-00DA-4AAC-9C45-8496A643569A}" dt="2022-11-30T08:52:17.311" v="1063" actId="1076"/>
          <ac:spMkLst>
            <pc:docMk/>
            <pc:sldMk cId="3536078743" sldId="9831"/>
            <ac:spMk id="55" creationId="{0E622B39-37FF-FFAA-1882-14531BF3E230}"/>
          </ac:spMkLst>
        </pc:spChg>
        <pc:spChg chg="del mod">
          <ac:chgData name="Robert, David Laurent (DI FA S SUP SPH)" userId="5007a9ee-182f-46ab-bc23-e9de1133d8e0" providerId="ADAL" clId="{AD93E19C-00DA-4AAC-9C45-8496A643569A}" dt="2022-11-30T08:49:58.732" v="1010" actId="478"/>
          <ac:spMkLst>
            <pc:docMk/>
            <pc:sldMk cId="3536078743" sldId="9831"/>
            <ac:spMk id="63" creationId="{8EBCB06F-3A96-AC4D-CE3C-8B7A3EC99DB6}"/>
          </ac:spMkLst>
        </pc:spChg>
        <pc:spChg chg="add del mod">
          <ac:chgData name="Robert, David Laurent (DI FA S SUP SPH)" userId="5007a9ee-182f-46ab-bc23-e9de1133d8e0" providerId="ADAL" clId="{AD93E19C-00DA-4AAC-9C45-8496A643569A}" dt="2022-11-30T08:50:47.803" v="1044" actId="1076"/>
          <ac:spMkLst>
            <pc:docMk/>
            <pc:sldMk cId="3536078743" sldId="9831"/>
            <ac:spMk id="66" creationId="{66C1B07F-E093-20C0-562C-5BEB43F7FE0F}"/>
          </ac:spMkLst>
        </pc:spChg>
        <pc:spChg chg="mod">
          <ac:chgData name="Robert, David Laurent (DI FA S SUP SPH)" userId="5007a9ee-182f-46ab-bc23-e9de1133d8e0" providerId="ADAL" clId="{AD93E19C-00DA-4AAC-9C45-8496A643569A}" dt="2022-11-30T08:50:47.803" v="1044" actId="1076"/>
          <ac:spMkLst>
            <pc:docMk/>
            <pc:sldMk cId="3536078743" sldId="9831"/>
            <ac:spMk id="70" creationId="{CD6E3C64-A95A-E2F7-221A-8D5D2C1B3AAB}"/>
          </ac:spMkLst>
        </pc:spChg>
        <pc:spChg chg="mod">
          <ac:chgData name="Robert, David Laurent (DI FA S SUP SPH)" userId="5007a9ee-182f-46ab-bc23-e9de1133d8e0" providerId="ADAL" clId="{AD93E19C-00DA-4AAC-9C45-8496A643569A}" dt="2022-11-30T08:50:47.803" v="1044" actId="1076"/>
          <ac:spMkLst>
            <pc:docMk/>
            <pc:sldMk cId="3536078743" sldId="9831"/>
            <ac:spMk id="74" creationId="{44C3BEF4-95F1-AF3C-56C0-34C081F66BBE}"/>
          </ac:spMkLst>
        </pc:spChg>
        <pc:spChg chg="mod">
          <ac:chgData name="Robert, David Laurent (DI FA S SUP SPH)" userId="5007a9ee-182f-46ab-bc23-e9de1133d8e0" providerId="ADAL" clId="{AD93E19C-00DA-4AAC-9C45-8496A643569A}" dt="2022-11-30T08:50:47.803" v="1044" actId="1076"/>
          <ac:spMkLst>
            <pc:docMk/>
            <pc:sldMk cId="3536078743" sldId="9831"/>
            <ac:spMk id="75" creationId="{BB6199B2-1BC5-F18A-F80E-3DBA74CC8E32}"/>
          </ac:spMkLst>
        </pc:spChg>
        <pc:spChg chg="mod">
          <ac:chgData name="Robert, David Laurent (DI FA S SUP SPH)" userId="5007a9ee-182f-46ab-bc23-e9de1133d8e0" providerId="ADAL" clId="{AD93E19C-00DA-4AAC-9C45-8496A643569A}" dt="2022-11-30T08:50:47.803" v="1044" actId="1076"/>
          <ac:spMkLst>
            <pc:docMk/>
            <pc:sldMk cId="3536078743" sldId="9831"/>
            <ac:spMk id="76" creationId="{281E5639-A8B1-79EB-0027-FBE9BDA1D135}"/>
          </ac:spMkLst>
        </pc:spChg>
        <pc:spChg chg="mod">
          <ac:chgData name="Robert, David Laurent (DI FA S SUP SPH)" userId="5007a9ee-182f-46ab-bc23-e9de1133d8e0" providerId="ADAL" clId="{AD93E19C-00DA-4AAC-9C45-8496A643569A}" dt="2022-11-30T08:50:47.803" v="1044" actId="1076"/>
          <ac:spMkLst>
            <pc:docMk/>
            <pc:sldMk cId="3536078743" sldId="9831"/>
            <ac:spMk id="77" creationId="{00EA95DD-DE75-44AA-988C-0BE888EE014C}"/>
          </ac:spMkLst>
        </pc:spChg>
        <pc:spChg chg="del mod">
          <ac:chgData name="Robert, David Laurent (DI FA S SUP SPH)" userId="5007a9ee-182f-46ab-bc23-e9de1133d8e0" providerId="ADAL" clId="{AD93E19C-00DA-4AAC-9C45-8496A643569A}" dt="2022-11-30T08:49:57.556" v="1008" actId="478"/>
          <ac:spMkLst>
            <pc:docMk/>
            <pc:sldMk cId="3536078743" sldId="9831"/>
            <ac:spMk id="78" creationId="{117EF0AD-8618-B4AA-0D81-53F8414E4362}"/>
          </ac:spMkLst>
        </pc:spChg>
        <pc:spChg chg="mod">
          <ac:chgData name="Robert, David Laurent (DI FA S SUP SPH)" userId="5007a9ee-182f-46ab-bc23-e9de1133d8e0" providerId="ADAL" clId="{AD93E19C-00DA-4AAC-9C45-8496A643569A}" dt="2022-11-30T08:50:47.803" v="1044" actId="1076"/>
          <ac:spMkLst>
            <pc:docMk/>
            <pc:sldMk cId="3536078743" sldId="9831"/>
            <ac:spMk id="80" creationId="{DC829CE5-6D40-6599-5400-9471D83CD978}"/>
          </ac:spMkLst>
        </pc:spChg>
        <pc:spChg chg="mod">
          <ac:chgData name="Robert, David Laurent (DI FA S SUP SPH)" userId="5007a9ee-182f-46ab-bc23-e9de1133d8e0" providerId="ADAL" clId="{AD93E19C-00DA-4AAC-9C45-8496A643569A}" dt="2022-11-30T08:50:47.803" v="1044" actId="1076"/>
          <ac:spMkLst>
            <pc:docMk/>
            <pc:sldMk cId="3536078743" sldId="9831"/>
            <ac:spMk id="83" creationId="{AB1D89C8-63FD-4EFD-003E-0FFDEA59B3BE}"/>
          </ac:spMkLst>
        </pc:spChg>
        <pc:spChg chg="mod">
          <ac:chgData name="Robert, David Laurent (DI FA S SUP SPH)" userId="5007a9ee-182f-46ab-bc23-e9de1133d8e0" providerId="ADAL" clId="{AD93E19C-00DA-4AAC-9C45-8496A643569A}" dt="2022-11-30T08:50:47.803" v="1044" actId="1076"/>
          <ac:spMkLst>
            <pc:docMk/>
            <pc:sldMk cId="3536078743" sldId="9831"/>
            <ac:spMk id="84" creationId="{0EC7BCF1-FA63-9DAC-6BF8-193877F6D131}"/>
          </ac:spMkLst>
        </pc:spChg>
        <pc:spChg chg="del mod">
          <ac:chgData name="Robert, David Laurent (DI FA S SUP SPH)" userId="5007a9ee-182f-46ab-bc23-e9de1133d8e0" providerId="ADAL" clId="{AD93E19C-00DA-4AAC-9C45-8496A643569A}" dt="2022-11-30T08:52:50.117" v="1074" actId="478"/>
          <ac:spMkLst>
            <pc:docMk/>
            <pc:sldMk cId="3536078743" sldId="9831"/>
            <ac:spMk id="85" creationId="{1C1D8CDB-1478-0077-506D-E5A8F710A494}"/>
          </ac:spMkLst>
        </pc:spChg>
        <pc:spChg chg="del mod">
          <ac:chgData name="Robert, David Laurent (DI FA S SUP SPH)" userId="5007a9ee-182f-46ab-bc23-e9de1133d8e0" providerId="ADAL" clId="{AD93E19C-00DA-4AAC-9C45-8496A643569A}" dt="2022-11-30T08:52:50.117" v="1074" actId="478"/>
          <ac:spMkLst>
            <pc:docMk/>
            <pc:sldMk cId="3536078743" sldId="9831"/>
            <ac:spMk id="86" creationId="{3FE5F30F-B4CC-38C7-51BF-6EA065D50E3A}"/>
          </ac:spMkLst>
        </pc:spChg>
        <pc:spChg chg="mod ord">
          <ac:chgData name="Robert, David Laurent (DI FA S SUP SPH)" userId="5007a9ee-182f-46ab-bc23-e9de1133d8e0" providerId="ADAL" clId="{AD93E19C-00DA-4AAC-9C45-8496A643569A}" dt="2022-11-30T08:52:25.838" v="1066" actId="167"/>
          <ac:spMkLst>
            <pc:docMk/>
            <pc:sldMk cId="3536078743" sldId="9831"/>
            <ac:spMk id="87" creationId="{1D1CDBEA-CFED-985C-3CB1-FDB4F892BB6B}"/>
          </ac:spMkLst>
        </pc:spChg>
        <pc:spChg chg="del">
          <ac:chgData name="Robert, David Laurent (DI FA S SUP SPH)" userId="5007a9ee-182f-46ab-bc23-e9de1133d8e0" providerId="ADAL" clId="{AD93E19C-00DA-4AAC-9C45-8496A643569A}" dt="2022-11-30T08:48:31.116" v="993" actId="478"/>
          <ac:spMkLst>
            <pc:docMk/>
            <pc:sldMk cId="3536078743" sldId="9831"/>
            <ac:spMk id="93" creationId="{91BE891F-AC93-365F-4BF6-85912C341C01}"/>
          </ac:spMkLst>
        </pc:spChg>
        <pc:grpChg chg="mod">
          <ac:chgData name="Robert, David Laurent (DI FA S SUP SPH)" userId="5007a9ee-182f-46ab-bc23-e9de1133d8e0" providerId="ADAL" clId="{AD93E19C-00DA-4AAC-9C45-8496A643569A}" dt="2022-11-30T08:50:47.803" v="1044" actId="1076"/>
          <ac:grpSpMkLst>
            <pc:docMk/>
            <pc:sldMk cId="3536078743" sldId="9831"/>
            <ac:grpSpMk id="12" creationId="{A0BBC705-2BAF-2BB3-9B7C-D6C7683E305D}"/>
          </ac:grpSpMkLst>
        </pc:grpChg>
        <pc:grpChg chg="mod">
          <ac:chgData name="Robert, David Laurent (DI FA S SUP SPH)" userId="5007a9ee-182f-46ab-bc23-e9de1133d8e0" providerId="ADAL" clId="{AD93E19C-00DA-4AAC-9C45-8496A643569A}" dt="2022-11-30T08:50:47.803" v="1044" actId="1076"/>
          <ac:grpSpMkLst>
            <pc:docMk/>
            <pc:sldMk cId="3536078743" sldId="9831"/>
            <ac:grpSpMk id="14" creationId="{77376BA0-AFDB-ADC8-7EF4-940EFF70D41C}"/>
          </ac:grpSpMkLst>
        </pc:grpChg>
        <pc:grpChg chg="mod">
          <ac:chgData name="Robert, David Laurent (DI FA S SUP SPH)" userId="5007a9ee-182f-46ab-bc23-e9de1133d8e0" providerId="ADAL" clId="{AD93E19C-00DA-4AAC-9C45-8496A643569A}" dt="2022-11-30T08:50:47.803" v="1044" actId="1076"/>
          <ac:grpSpMkLst>
            <pc:docMk/>
            <pc:sldMk cId="3536078743" sldId="9831"/>
            <ac:grpSpMk id="21" creationId="{5F55D575-997D-4C20-DF5E-3D52CE65C4DB}"/>
          </ac:grpSpMkLst>
        </pc:grpChg>
        <pc:grpChg chg="mod">
          <ac:chgData name="Robert, David Laurent (DI FA S SUP SPH)" userId="5007a9ee-182f-46ab-bc23-e9de1133d8e0" providerId="ADAL" clId="{AD93E19C-00DA-4AAC-9C45-8496A643569A}" dt="2022-11-30T08:50:47.803" v="1044" actId="1076"/>
          <ac:grpSpMkLst>
            <pc:docMk/>
            <pc:sldMk cId="3536078743" sldId="9831"/>
            <ac:grpSpMk id="23" creationId="{048F41D9-42A2-12A7-1012-E1D7CBC3896E}"/>
          </ac:grpSpMkLst>
        </pc:grpChg>
        <pc:grpChg chg="del">
          <ac:chgData name="Robert, David Laurent (DI FA S SUP SPH)" userId="5007a9ee-182f-46ab-bc23-e9de1133d8e0" providerId="ADAL" clId="{AD93E19C-00DA-4AAC-9C45-8496A643569A}" dt="2022-11-30T08:48:55.942" v="1001" actId="478"/>
          <ac:grpSpMkLst>
            <pc:docMk/>
            <pc:sldMk cId="3536078743" sldId="9831"/>
            <ac:grpSpMk id="44" creationId="{121BB4A5-1DA5-5188-E9DA-E9F15F6BE213}"/>
          </ac:grpSpMkLst>
        </pc:grpChg>
        <pc:grpChg chg="del mod">
          <ac:chgData name="Robert, David Laurent (DI FA S SUP SPH)" userId="5007a9ee-182f-46ab-bc23-e9de1133d8e0" providerId="ADAL" clId="{AD93E19C-00DA-4AAC-9C45-8496A643569A}" dt="2022-11-30T08:49:55.693" v="1007" actId="478"/>
          <ac:grpSpMkLst>
            <pc:docMk/>
            <pc:sldMk cId="3536078743" sldId="9831"/>
            <ac:grpSpMk id="58" creationId="{6C436D01-7BBD-2A4B-9761-E50686B4F664}"/>
          </ac:grpSpMkLst>
        </pc:grpChg>
        <pc:picChg chg="mod">
          <ac:chgData name="Robert, David Laurent (DI FA S SUP SPH)" userId="5007a9ee-182f-46ab-bc23-e9de1133d8e0" providerId="ADAL" clId="{AD93E19C-00DA-4AAC-9C45-8496A643569A}" dt="2022-11-30T08:50:47.803" v="1044" actId="1076"/>
          <ac:picMkLst>
            <pc:docMk/>
            <pc:sldMk cId="3536078743" sldId="9831"/>
            <ac:picMk id="7" creationId="{4555D06D-8569-DCEE-F29E-0402E751755F}"/>
          </ac:picMkLst>
        </pc:picChg>
        <pc:picChg chg="mod">
          <ac:chgData name="Robert, David Laurent (DI FA S SUP SPH)" userId="5007a9ee-182f-46ab-bc23-e9de1133d8e0" providerId="ADAL" clId="{AD93E19C-00DA-4AAC-9C45-8496A643569A}" dt="2022-11-30T08:50:47.803" v="1044" actId="1076"/>
          <ac:picMkLst>
            <pc:docMk/>
            <pc:sldMk cId="3536078743" sldId="9831"/>
            <ac:picMk id="15" creationId="{A0EFABB1-CC2F-CE2F-14B4-9BE3B045B62F}"/>
          </ac:picMkLst>
        </pc:picChg>
        <pc:picChg chg="mod">
          <ac:chgData name="Robert, David Laurent (DI FA S SUP SPH)" userId="5007a9ee-182f-46ab-bc23-e9de1133d8e0" providerId="ADAL" clId="{AD93E19C-00DA-4AAC-9C45-8496A643569A}" dt="2022-11-30T08:50:47.803" v="1044" actId="1076"/>
          <ac:picMkLst>
            <pc:docMk/>
            <pc:sldMk cId="3536078743" sldId="9831"/>
            <ac:picMk id="16" creationId="{62852FFF-3B83-9EC5-60BF-25C3803D628D}"/>
          </ac:picMkLst>
        </pc:picChg>
        <pc:picChg chg="mod">
          <ac:chgData name="Robert, David Laurent (DI FA S SUP SPH)" userId="5007a9ee-182f-46ab-bc23-e9de1133d8e0" providerId="ADAL" clId="{AD93E19C-00DA-4AAC-9C45-8496A643569A}" dt="2022-11-30T08:50:47.803" v="1044" actId="1076"/>
          <ac:picMkLst>
            <pc:docMk/>
            <pc:sldMk cId="3536078743" sldId="9831"/>
            <ac:picMk id="17" creationId="{45753770-8019-3431-B53C-9211F84C5F0A}"/>
          </ac:picMkLst>
        </pc:picChg>
        <pc:picChg chg="mod">
          <ac:chgData name="Robert, David Laurent (DI FA S SUP SPH)" userId="5007a9ee-182f-46ab-bc23-e9de1133d8e0" providerId="ADAL" clId="{AD93E19C-00DA-4AAC-9C45-8496A643569A}" dt="2022-11-30T08:50:47.803" v="1044" actId="1076"/>
          <ac:picMkLst>
            <pc:docMk/>
            <pc:sldMk cId="3536078743" sldId="9831"/>
            <ac:picMk id="18" creationId="{4D9724A2-696B-E2A4-37F6-A8B49532AEA2}"/>
          </ac:picMkLst>
        </pc:picChg>
        <pc:picChg chg="mod">
          <ac:chgData name="Robert, David Laurent (DI FA S SUP SPH)" userId="5007a9ee-182f-46ab-bc23-e9de1133d8e0" providerId="ADAL" clId="{AD93E19C-00DA-4AAC-9C45-8496A643569A}" dt="2022-11-30T08:50:47.803" v="1044" actId="1076"/>
          <ac:picMkLst>
            <pc:docMk/>
            <pc:sldMk cId="3536078743" sldId="9831"/>
            <ac:picMk id="24" creationId="{029F751F-507D-FF2D-0A1C-5963CBE1E0E6}"/>
          </ac:picMkLst>
        </pc:picChg>
        <pc:picChg chg="mod">
          <ac:chgData name="Robert, David Laurent (DI FA S SUP SPH)" userId="5007a9ee-182f-46ab-bc23-e9de1133d8e0" providerId="ADAL" clId="{AD93E19C-00DA-4AAC-9C45-8496A643569A}" dt="2022-11-30T08:50:47.803" v="1044" actId="1076"/>
          <ac:picMkLst>
            <pc:docMk/>
            <pc:sldMk cId="3536078743" sldId="9831"/>
            <ac:picMk id="25" creationId="{DDDB2ED0-089D-363E-8B8F-07F316071C9A}"/>
          </ac:picMkLst>
        </pc:picChg>
        <pc:picChg chg="mod">
          <ac:chgData name="Robert, David Laurent (DI FA S SUP SPH)" userId="5007a9ee-182f-46ab-bc23-e9de1133d8e0" providerId="ADAL" clId="{AD93E19C-00DA-4AAC-9C45-8496A643569A}" dt="2022-11-30T08:50:47.803" v="1044" actId="1076"/>
          <ac:picMkLst>
            <pc:docMk/>
            <pc:sldMk cId="3536078743" sldId="9831"/>
            <ac:picMk id="26" creationId="{74E47306-42B8-A57A-79A5-BEFA677F083E}"/>
          </ac:picMkLst>
        </pc:picChg>
        <pc:picChg chg="mod">
          <ac:chgData name="Robert, David Laurent (DI FA S SUP SPH)" userId="5007a9ee-182f-46ab-bc23-e9de1133d8e0" providerId="ADAL" clId="{AD93E19C-00DA-4AAC-9C45-8496A643569A}" dt="2022-11-30T08:50:47.803" v="1044" actId="1076"/>
          <ac:picMkLst>
            <pc:docMk/>
            <pc:sldMk cId="3536078743" sldId="9831"/>
            <ac:picMk id="27" creationId="{EABE495A-1BAF-34E7-9635-D666C1562A31}"/>
          </ac:picMkLst>
        </pc:picChg>
        <pc:picChg chg="mod">
          <ac:chgData name="Robert, David Laurent (DI FA S SUP SPH)" userId="5007a9ee-182f-46ab-bc23-e9de1133d8e0" providerId="ADAL" clId="{AD93E19C-00DA-4AAC-9C45-8496A643569A}" dt="2022-11-30T08:50:47.803" v="1044" actId="1076"/>
          <ac:picMkLst>
            <pc:docMk/>
            <pc:sldMk cId="3536078743" sldId="9831"/>
            <ac:picMk id="36" creationId="{A0D98F5D-E044-65DA-B9A4-B57D1F7BC8A4}"/>
          </ac:picMkLst>
        </pc:picChg>
        <pc:picChg chg="mod">
          <ac:chgData name="Robert, David Laurent (DI FA S SUP SPH)" userId="5007a9ee-182f-46ab-bc23-e9de1133d8e0" providerId="ADAL" clId="{AD93E19C-00DA-4AAC-9C45-8496A643569A}" dt="2022-11-30T08:50:47.803" v="1044" actId="1076"/>
          <ac:picMkLst>
            <pc:docMk/>
            <pc:sldMk cId="3536078743" sldId="9831"/>
            <ac:picMk id="39" creationId="{9606D8A8-6C28-7F71-5C02-2EB72F751634}"/>
          </ac:picMkLst>
        </pc:picChg>
        <pc:picChg chg="add mod">
          <ac:chgData name="Robert, David Laurent (DI FA S SUP SPH)" userId="5007a9ee-182f-46ab-bc23-e9de1133d8e0" providerId="ADAL" clId="{AD93E19C-00DA-4AAC-9C45-8496A643569A}" dt="2022-11-30T08:50:47.803" v="1044" actId="1076"/>
          <ac:picMkLst>
            <pc:docMk/>
            <pc:sldMk cId="3536078743" sldId="9831"/>
            <ac:picMk id="52" creationId="{679828CF-2DA4-57DF-1D2D-8E1F0BA4B66D}"/>
          </ac:picMkLst>
        </pc:picChg>
        <pc:picChg chg="mod">
          <ac:chgData name="Robert, David Laurent (DI FA S SUP SPH)" userId="5007a9ee-182f-46ab-bc23-e9de1133d8e0" providerId="ADAL" clId="{AD93E19C-00DA-4AAC-9C45-8496A643569A}" dt="2022-11-30T08:49:22.635" v="1006" actId="1076"/>
          <ac:picMkLst>
            <pc:docMk/>
            <pc:sldMk cId="3536078743" sldId="9831"/>
            <ac:picMk id="59" creationId="{A8043542-CBC8-DF88-C0D9-BD28A2DE278E}"/>
          </ac:picMkLst>
        </pc:picChg>
        <pc:picChg chg="mod">
          <ac:chgData name="Robert, David Laurent (DI FA S SUP SPH)" userId="5007a9ee-182f-46ab-bc23-e9de1133d8e0" providerId="ADAL" clId="{AD93E19C-00DA-4AAC-9C45-8496A643569A}" dt="2022-11-30T08:49:22.635" v="1006" actId="1076"/>
          <ac:picMkLst>
            <pc:docMk/>
            <pc:sldMk cId="3536078743" sldId="9831"/>
            <ac:picMk id="60" creationId="{95C29BB4-5AEC-8FAE-DB83-C2A87F1FCD12}"/>
          </ac:picMkLst>
        </pc:picChg>
        <pc:picChg chg="mod">
          <ac:chgData name="Robert, David Laurent (DI FA S SUP SPH)" userId="5007a9ee-182f-46ab-bc23-e9de1133d8e0" providerId="ADAL" clId="{AD93E19C-00DA-4AAC-9C45-8496A643569A}" dt="2022-11-30T08:49:22.635" v="1006" actId="1076"/>
          <ac:picMkLst>
            <pc:docMk/>
            <pc:sldMk cId="3536078743" sldId="9831"/>
            <ac:picMk id="61" creationId="{30BD4B45-2E9C-37BD-D003-34F2708300C0}"/>
          </ac:picMkLst>
        </pc:picChg>
        <pc:picChg chg="mod">
          <ac:chgData name="Robert, David Laurent (DI FA S SUP SPH)" userId="5007a9ee-182f-46ab-bc23-e9de1133d8e0" providerId="ADAL" clId="{AD93E19C-00DA-4AAC-9C45-8496A643569A}" dt="2022-11-30T08:49:22.635" v="1006" actId="1076"/>
          <ac:picMkLst>
            <pc:docMk/>
            <pc:sldMk cId="3536078743" sldId="9831"/>
            <ac:picMk id="62" creationId="{34DABE26-DAC8-87CA-6187-B9C91FCA3FCE}"/>
          </ac:picMkLst>
        </pc:picChg>
        <pc:picChg chg="add del mod">
          <ac:chgData name="Robert, David Laurent (DI FA S SUP SPH)" userId="5007a9ee-182f-46ab-bc23-e9de1133d8e0" providerId="ADAL" clId="{AD93E19C-00DA-4AAC-9C45-8496A643569A}" dt="2022-11-30T08:50:47.803" v="1044" actId="1076"/>
          <ac:picMkLst>
            <pc:docMk/>
            <pc:sldMk cId="3536078743" sldId="9831"/>
            <ac:picMk id="64" creationId="{B4895F50-AF24-A800-53F1-490782B39CC5}"/>
          </ac:picMkLst>
        </pc:picChg>
        <pc:picChg chg="add del mod">
          <ac:chgData name="Robert, David Laurent (DI FA S SUP SPH)" userId="5007a9ee-182f-46ab-bc23-e9de1133d8e0" providerId="ADAL" clId="{AD93E19C-00DA-4AAC-9C45-8496A643569A}" dt="2022-11-30T08:50:47.803" v="1044" actId="1076"/>
          <ac:picMkLst>
            <pc:docMk/>
            <pc:sldMk cId="3536078743" sldId="9831"/>
            <ac:picMk id="67" creationId="{91E3FAD9-6320-F4BE-2EEA-178BACE6DB7C}"/>
          </ac:picMkLst>
        </pc:picChg>
        <pc:picChg chg="mod">
          <ac:chgData name="Robert, David Laurent (DI FA S SUP SPH)" userId="5007a9ee-182f-46ab-bc23-e9de1133d8e0" providerId="ADAL" clId="{AD93E19C-00DA-4AAC-9C45-8496A643569A}" dt="2022-11-30T08:50:47.803" v="1044" actId="1076"/>
          <ac:picMkLst>
            <pc:docMk/>
            <pc:sldMk cId="3536078743" sldId="9831"/>
            <ac:picMk id="68" creationId="{DD4B1395-9367-8E7A-2D21-E4BFAF4C1D1E}"/>
          </ac:picMkLst>
        </pc:picChg>
        <pc:picChg chg="mod">
          <ac:chgData name="Robert, David Laurent (DI FA S SUP SPH)" userId="5007a9ee-182f-46ab-bc23-e9de1133d8e0" providerId="ADAL" clId="{AD93E19C-00DA-4AAC-9C45-8496A643569A}" dt="2022-11-30T08:50:47.803" v="1044" actId="1076"/>
          <ac:picMkLst>
            <pc:docMk/>
            <pc:sldMk cId="3536078743" sldId="9831"/>
            <ac:picMk id="71" creationId="{6314E425-B92A-13F0-DBF7-0C5E342282C8}"/>
          </ac:picMkLst>
        </pc:picChg>
        <pc:picChg chg="mod">
          <ac:chgData name="Robert, David Laurent (DI FA S SUP SPH)" userId="5007a9ee-182f-46ab-bc23-e9de1133d8e0" providerId="ADAL" clId="{AD93E19C-00DA-4AAC-9C45-8496A643569A}" dt="2022-11-30T08:50:47.803" v="1044" actId="1076"/>
          <ac:picMkLst>
            <pc:docMk/>
            <pc:sldMk cId="3536078743" sldId="9831"/>
            <ac:picMk id="72" creationId="{4EF900E4-7C4C-A341-F6D8-FDCCE8B88B1A}"/>
          </ac:picMkLst>
        </pc:picChg>
        <pc:picChg chg="mod">
          <ac:chgData name="Robert, David Laurent (DI FA S SUP SPH)" userId="5007a9ee-182f-46ab-bc23-e9de1133d8e0" providerId="ADAL" clId="{AD93E19C-00DA-4AAC-9C45-8496A643569A}" dt="2022-11-30T08:50:47.803" v="1044" actId="1076"/>
          <ac:picMkLst>
            <pc:docMk/>
            <pc:sldMk cId="3536078743" sldId="9831"/>
            <ac:picMk id="79" creationId="{887E42A3-A683-5BDB-B88E-D291F1B55938}"/>
          </ac:picMkLst>
        </pc:picChg>
        <pc:picChg chg="del">
          <ac:chgData name="Robert, David Laurent (DI FA S SUP SPH)" userId="5007a9ee-182f-46ab-bc23-e9de1133d8e0" providerId="ADAL" clId="{AD93E19C-00DA-4AAC-9C45-8496A643569A}" dt="2022-11-30T08:48:31.904" v="994" actId="478"/>
          <ac:picMkLst>
            <pc:docMk/>
            <pc:sldMk cId="3536078743" sldId="9831"/>
            <ac:picMk id="97" creationId="{02CE0D91-ECEC-0715-7791-23B55A909568}"/>
          </ac:picMkLst>
        </pc:picChg>
        <pc:cxnChg chg="mod">
          <ac:chgData name="Robert, David Laurent (DI FA S SUP SPH)" userId="5007a9ee-182f-46ab-bc23-e9de1133d8e0" providerId="ADAL" clId="{AD93E19C-00DA-4AAC-9C45-8496A643569A}" dt="2022-11-30T08:50:47.803" v="1044" actId="1076"/>
          <ac:cxnSpMkLst>
            <pc:docMk/>
            <pc:sldMk cId="3536078743" sldId="9831"/>
            <ac:cxnSpMk id="8" creationId="{301D4531-0690-C012-6DBC-1D929EE77B59}"/>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10" creationId="{613FBF91-6566-3973-17A5-0C6C04C85937}"/>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19" creationId="{9DA0152B-3C8D-BF1C-CEA1-E766BD6ECA35}"/>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28" creationId="{DC837CCE-58BC-E49B-180F-FDCA5FAD5785}"/>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32" creationId="{8AFE2317-EC8C-58A3-BDA8-27B46033A3A5}"/>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37" creationId="{B01B2906-333D-CEAD-06E5-E4F9A6BC35F7}"/>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40" creationId="{C9B90BF8-A3CE-6F70-C957-3AA3447DC9F0}"/>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42" creationId="{C9124833-0D34-2147-C6DF-87CE7454C3DE}"/>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43" creationId="{CB786E65-06C6-1656-E911-BD63219CFF80}"/>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50" creationId="{57BCB23C-972B-CD9F-DE0A-A1FCFE712480}"/>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51" creationId="{4F1DDE34-CDCF-ACBA-B3A7-4FC17360F6B4}"/>
          </ac:cxnSpMkLst>
        </pc:cxnChg>
        <pc:cxnChg chg="del mod">
          <ac:chgData name="Robert, David Laurent (DI FA S SUP SPH)" userId="5007a9ee-182f-46ab-bc23-e9de1133d8e0" providerId="ADAL" clId="{AD93E19C-00DA-4AAC-9C45-8496A643569A}" dt="2022-11-30T08:49:58.307" v="1009" actId="478"/>
          <ac:cxnSpMkLst>
            <pc:docMk/>
            <pc:sldMk cId="3536078743" sldId="9831"/>
            <ac:cxnSpMk id="57" creationId="{5B175D7B-DE72-6609-4582-D83BFDDC0DBD}"/>
          </ac:cxnSpMkLst>
        </pc:cxnChg>
        <pc:cxnChg chg="add del mod">
          <ac:chgData name="Robert, David Laurent (DI FA S SUP SPH)" userId="5007a9ee-182f-46ab-bc23-e9de1133d8e0" providerId="ADAL" clId="{AD93E19C-00DA-4AAC-9C45-8496A643569A}" dt="2022-11-30T08:50:47.803" v="1044" actId="1076"/>
          <ac:cxnSpMkLst>
            <pc:docMk/>
            <pc:sldMk cId="3536078743" sldId="9831"/>
            <ac:cxnSpMk id="65" creationId="{1B31BE74-7BB6-47A0-0266-4DBD8A19B1A5}"/>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69" creationId="{973D586D-8AAE-869C-9EDF-EF493B5D69FE}"/>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73" creationId="{6E87AB79-5364-3702-B5B0-087442ACB97A}"/>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81" creationId="{18294C70-518A-5E9D-F534-9948E503BA7F}"/>
          </ac:cxnSpMkLst>
        </pc:cxnChg>
        <pc:cxnChg chg="mod">
          <ac:chgData name="Robert, David Laurent (DI FA S SUP SPH)" userId="5007a9ee-182f-46ab-bc23-e9de1133d8e0" providerId="ADAL" clId="{AD93E19C-00DA-4AAC-9C45-8496A643569A}" dt="2022-11-30T08:50:47.803" v="1044" actId="1076"/>
          <ac:cxnSpMkLst>
            <pc:docMk/>
            <pc:sldMk cId="3536078743" sldId="9831"/>
            <ac:cxnSpMk id="82" creationId="{A435BD44-EB82-35A3-9E97-31C4058FBA43}"/>
          </ac:cxnSpMkLst>
        </pc:cxnChg>
      </pc:sldChg>
      <pc:sldChg chg="addSp delSp modSp add mod">
        <pc:chgData name="Robert, David Laurent (DI FA S SUP SPH)" userId="5007a9ee-182f-46ab-bc23-e9de1133d8e0" providerId="ADAL" clId="{AD93E19C-00DA-4AAC-9C45-8496A643569A}" dt="2022-11-30T09:05:03.963" v="1454" actId="1038"/>
        <pc:sldMkLst>
          <pc:docMk/>
          <pc:sldMk cId="2225980322" sldId="9832"/>
        </pc:sldMkLst>
        <pc:spChg chg="mod">
          <ac:chgData name="Robert, David Laurent (DI FA S SUP SPH)" userId="5007a9ee-182f-46ab-bc23-e9de1133d8e0" providerId="ADAL" clId="{AD93E19C-00DA-4AAC-9C45-8496A643569A}" dt="2022-11-30T08:57:40.454" v="1115" actId="1076"/>
          <ac:spMkLst>
            <pc:docMk/>
            <pc:sldMk cId="2225980322" sldId="9832"/>
            <ac:spMk id="2" creationId="{14B36D8B-A456-4817-BDD8-C29BA942C350}"/>
          </ac:spMkLst>
        </pc:spChg>
        <pc:spChg chg="del">
          <ac:chgData name="Robert, David Laurent (DI FA S SUP SPH)" userId="5007a9ee-182f-46ab-bc23-e9de1133d8e0" providerId="ADAL" clId="{AD93E19C-00DA-4AAC-9C45-8496A643569A}" dt="2022-11-30T08:56:17.365" v="1089" actId="478"/>
          <ac:spMkLst>
            <pc:docMk/>
            <pc:sldMk cId="2225980322" sldId="9832"/>
            <ac:spMk id="3" creationId="{803047C8-EE53-624B-35E2-39FBDAE6A01F}"/>
          </ac:spMkLst>
        </pc:spChg>
        <pc:spChg chg="mod">
          <ac:chgData name="Robert, David Laurent (DI FA S SUP SPH)" userId="5007a9ee-182f-46ab-bc23-e9de1133d8e0" providerId="ADAL" clId="{AD93E19C-00DA-4AAC-9C45-8496A643569A}" dt="2022-11-30T09:04:58.661" v="1451" actId="20577"/>
          <ac:spMkLst>
            <pc:docMk/>
            <pc:sldMk cId="2225980322" sldId="9832"/>
            <ac:spMk id="4" creationId="{00000000-0000-0000-0000-000000000000}"/>
          </ac:spMkLst>
        </pc:spChg>
        <pc:spChg chg="del">
          <ac:chgData name="Robert, David Laurent (DI FA S SUP SPH)" userId="5007a9ee-182f-46ab-bc23-e9de1133d8e0" providerId="ADAL" clId="{AD93E19C-00DA-4AAC-9C45-8496A643569A}" dt="2022-11-30T08:56:17.365" v="1089" actId="478"/>
          <ac:spMkLst>
            <pc:docMk/>
            <pc:sldMk cId="2225980322" sldId="9832"/>
            <ac:spMk id="5" creationId="{443FCF88-9CD6-42C8-819F-2DB7CA82EDD7}"/>
          </ac:spMkLst>
        </pc:spChg>
        <pc:spChg chg="del">
          <ac:chgData name="Robert, David Laurent (DI FA S SUP SPH)" userId="5007a9ee-182f-46ab-bc23-e9de1133d8e0" providerId="ADAL" clId="{AD93E19C-00DA-4AAC-9C45-8496A643569A}" dt="2022-11-30T08:56:17.365" v="1089" actId="478"/>
          <ac:spMkLst>
            <pc:docMk/>
            <pc:sldMk cId="2225980322" sldId="9832"/>
            <ac:spMk id="7" creationId="{B92F17E0-6444-6219-7C84-19B13BCDCC4E}"/>
          </ac:spMkLst>
        </pc:spChg>
        <pc:spChg chg="del">
          <ac:chgData name="Robert, David Laurent (DI FA S SUP SPH)" userId="5007a9ee-182f-46ab-bc23-e9de1133d8e0" providerId="ADAL" clId="{AD93E19C-00DA-4AAC-9C45-8496A643569A}" dt="2022-11-30T08:56:17.365" v="1089" actId="478"/>
          <ac:spMkLst>
            <pc:docMk/>
            <pc:sldMk cId="2225980322" sldId="9832"/>
            <ac:spMk id="8" creationId="{5CD790B5-05DA-9FC6-DD04-CBA7A47B144A}"/>
          </ac:spMkLst>
        </pc:spChg>
        <pc:spChg chg="del">
          <ac:chgData name="Robert, David Laurent (DI FA S SUP SPH)" userId="5007a9ee-182f-46ab-bc23-e9de1133d8e0" providerId="ADAL" clId="{AD93E19C-00DA-4AAC-9C45-8496A643569A}" dt="2022-11-30T08:56:17.365" v="1089" actId="478"/>
          <ac:spMkLst>
            <pc:docMk/>
            <pc:sldMk cId="2225980322" sldId="9832"/>
            <ac:spMk id="9" creationId="{9845C40E-7F53-4BB3-FEA6-0C8FA765248C}"/>
          </ac:spMkLst>
        </pc:spChg>
        <pc:spChg chg="add del mod">
          <ac:chgData name="Robert, David Laurent (DI FA S SUP SPH)" userId="5007a9ee-182f-46ab-bc23-e9de1133d8e0" providerId="ADAL" clId="{AD93E19C-00DA-4AAC-9C45-8496A643569A}" dt="2022-11-30T09:04:20.023" v="1443" actId="14100"/>
          <ac:spMkLst>
            <pc:docMk/>
            <pc:sldMk cId="2225980322" sldId="9832"/>
            <ac:spMk id="10" creationId="{12FD416C-B1B4-4E57-9BE2-A423165C0503}"/>
          </ac:spMkLst>
        </pc:spChg>
        <pc:spChg chg="del">
          <ac:chgData name="Robert, David Laurent (DI FA S SUP SPH)" userId="5007a9ee-182f-46ab-bc23-e9de1133d8e0" providerId="ADAL" clId="{AD93E19C-00DA-4AAC-9C45-8496A643569A}" dt="2022-11-30T08:56:17.365" v="1089" actId="478"/>
          <ac:spMkLst>
            <pc:docMk/>
            <pc:sldMk cId="2225980322" sldId="9832"/>
            <ac:spMk id="11" creationId="{30DACCCF-3209-A194-24A9-EABE28E4066D}"/>
          </ac:spMkLst>
        </pc:spChg>
        <pc:spChg chg="del">
          <ac:chgData name="Robert, David Laurent (DI FA S SUP SPH)" userId="5007a9ee-182f-46ab-bc23-e9de1133d8e0" providerId="ADAL" clId="{AD93E19C-00DA-4AAC-9C45-8496A643569A}" dt="2022-11-30T08:56:17.365" v="1089" actId="478"/>
          <ac:spMkLst>
            <pc:docMk/>
            <pc:sldMk cId="2225980322" sldId="9832"/>
            <ac:spMk id="12" creationId="{FBE1BF9E-95D5-48AB-7B22-5F473129CF0C}"/>
          </ac:spMkLst>
        </pc:spChg>
        <pc:spChg chg="add del mod">
          <ac:chgData name="Robert, David Laurent (DI FA S SUP SPH)" userId="5007a9ee-182f-46ab-bc23-e9de1133d8e0" providerId="ADAL" clId="{AD93E19C-00DA-4AAC-9C45-8496A643569A}" dt="2022-11-30T08:56:24.849" v="1094" actId="478"/>
          <ac:spMkLst>
            <pc:docMk/>
            <pc:sldMk cId="2225980322" sldId="9832"/>
            <ac:spMk id="13" creationId="{8CEC9BB2-1E9E-B424-5F54-482C8CB9A1BB}"/>
          </ac:spMkLst>
        </pc:spChg>
        <pc:spChg chg="del">
          <ac:chgData name="Robert, David Laurent (DI FA S SUP SPH)" userId="5007a9ee-182f-46ab-bc23-e9de1133d8e0" providerId="ADAL" clId="{AD93E19C-00DA-4AAC-9C45-8496A643569A}" dt="2022-11-30T08:56:17.365" v="1089" actId="478"/>
          <ac:spMkLst>
            <pc:docMk/>
            <pc:sldMk cId="2225980322" sldId="9832"/>
            <ac:spMk id="14" creationId="{95E15B7D-E0BA-4736-A1C1-9EE0119DC8C4}"/>
          </ac:spMkLst>
        </pc:spChg>
        <pc:spChg chg="add mod">
          <ac:chgData name="Robert, David Laurent (DI FA S SUP SPH)" userId="5007a9ee-182f-46ab-bc23-e9de1133d8e0" providerId="ADAL" clId="{AD93E19C-00DA-4AAC-9C45-8496A643569A}" dt="2022-11-30T08:59:23.022" v="1163" actId="1076"/>
          <ac:spMkLst>
            <pc:docMk/>
            <pc:sldMk cId="2225980322" sldId="9832"/>
            <ac:spMk id="16" creationId="{16D0B296-746C-7E6C-8652-147FCE896358}"/>
          </ac:spMkLst>
        </pc:spChg>
        <pc:spChg chg="add mod">
          <ac:chgData name="Robert, David Laurent (DI FA S SUP SPH)" userId="5007a9ee-182f-46ab-bc23-e9de1133d8e0" providerId="ADAL" clId="{AD93E19C-00DA-4AAC-9C45-8496A643569A}" dt="2022-11-30T08:59:23.022" v="1163" actId="1076"/>
          <ac:spMkLst>
            <pc:docMk/>
            <pc:sldMk cId="2225980322" sldId="9832"/>
            <ac:spMk id="17" creationId="{F64A068B-0242-B40F-223E-A19FB8771294}"/>
          </ac:spMkLst>
        </pc:spChg>
        <pc:spChg chg="add mod">
          <ac:chgData name="Robert, David Laurent (DI FA S SUP SPH)" userId="5007a9ee-182f-46ab-bc23-e9de1133d8e0" providerId="ADAL" clId="{AD93E19C-00DA-4AAC-9C45-8496A643569A}" dt="2022-11-30T08:59:23.022" v="1163" actId="1076"/>
          <ac:spMkLst>
            <pc:docMk/>
            <pc:sldMk cId="2225980322" sldId="9832"/>
            <ac:spMk id="18" creationId="{E2A28390-98FA-0DFB-C3CC-E685CE654FB1}"/>
          </ac:spMkLst>
        </pc:spChg>
        <pc:spChg chg="add mod">
          <ac:chgData name="Robert, David Laurent (DI FA S SUP SPH)" userId="5007a9ee-182f-46ab-bc23-e9de1133d8e0" providerId="ADAL" clId="{AD93E19C-00DA-4AAC-9C45-8496A643569A}" dt="2022-11-30T08:59:23.022" v="1163" actId="1076"/>
          <ac:spMkLst>
            <pc:docMk/>
            <pc:sldMk cId="2225980322" sldId="9832"/>
            <ac:spMk id="21" creationId="{900EC7D2-C50F-FCA8-461A-B65361596740}"/>
          </ac:spMkLst>
        </pc:spChg>
        <pc:spChg chg="add mod">
          <ac:chgData name="Robert, David Laurent (DI FA S SUP SPH)" userId="5007a9ee-182f-46ab-bc23-e9de1133d8e0" providerId="ADAL" clId="{AD93E19C-00DA-4AAC-9C45-8496A643569A}" dt="2022-11-30T08:59:23.022" v="1163" actId="1076"/>
          <ac:spMkLst>
            <pc:docMk/>
            <pc:sldMk cId="2225980322" sldId="9832"/>
            <ac:spMk id="23" creationId="{C921241C-5E9C-2187-CC65-8F87A40C6EE1}"/>
          </ac:spMkLst>
        </pc:spChg>
        <pc:spChg chg="mod">
          <ac:chgData name="Robert, David Laurent (DI FA S SUP SPH)" userId="5007a9ee-182f-46ab-bc23-e9de1133d8e0" providerId="ADAL" clId="{AD93E19C-00DA-4AAC-9C45-8496A643569A}" dt="2022-11-30T08:59:23.022" v="1163" actId="1076"/>
          <ac:spMkLst>
            <pc:docMk/>
            <pc:sldMk cId="2225980322" sldId="9832"/>
            <ac:spMk id="25" creationId="{4709CCA3-36FE-6EEF-0934-5BA677455DF6}"/>
          </ac:spMkLst>
        </pc:spChg>
        <pc:spChg chg="add mod">
          <ac:chgData name="Robert, David Laurent (DI FA S SUP SPH)" userId="5007a9ee-182f-46ab-bc23-e9de1133d8e0" providerId="ADAL" clId="{AD93E19C-00DA-4AAC-9C45-8496A643569A}" dt="2022-11-30T08:59:23.022" v="1163" actId="1076"/>
          <ac:spMkLst>
            <pc:docMk/>
            <pc:sldMk cId="2225980322" sldId="9832"/>
            <ac:spMk id="64" creationId="{B1BA8B88-F9B3-F87A-9800-0F02340FBDDA}"/>
          </ac:spMkLst>
        </pc:spChg>
        <pc:spChg chg="mod">
          <ac:chgData name="Robert, David Laurent (DI FA S SUP SPH)" userId="5007a9ee-182f-46ab-bc23-e9de1133d8e0" providerId="ADAL" clId="{AD93E19C-00DA-4AAC-9C45-8496A643569A}" dt="2022-11-30T08:59:23.022" v="1163" actId="1076"/>
          <ac:spMkLst>
            <pc:docMk/>
            <pc:sldMk cId="2225980322" sldId="9832"/>
            <ac:spMk id="66" creationId="{E8A6711B-F183-0556-1AD2-52F004FEA95D}"/>
          </ac:spMkLst>
        </pc:spChg>
        <pc:spChg chg="add mod">
          <ac:chgData name="Robert, David Laurent (DI FA S SUP SPH)" userId="5007a9ee-182f-46ab-bc23-e9de1133d8e0" providerId="ADAL" clId="{AD93E19C-00DA-4AAC-9C45-8496A643569A}" dt="2022-11-30T08:59:23.022" v="1163" actId="1076"/>
          <ac:spMkLst>
            <pc:docMk/>
            <pc:sldMk cId="2225980322" sldId="9832"/>
            <ac:spMk id="73" creationId="{106ADF0A-1989-3152-AFB7-ECC6F66A5B73}"/>
          </ac:spMkLst>
        </pc:spChg>
        <pc:spChg chg="add mod">
          <ac:chgData name="Robert, David Laurent (DI FA S SUP SPH)" userId="5007a9ee-182f-46ab-bc23-e9de1133d8e0" providerId="ADAL" clId="{AD93E19C-00DA-4AAC-9C45-8496A643569A}" dt="2022-11-30T08:59:23.022" v="1163" actId="1076"/>
          <ac:spMkLst>
            <pc:docMk/>
            <pc:sldMk cId="2225980322" sldId="9832"/>
            <ac:spMk id="74" creationId="{737101CC-C949-41FA-BDAF-FC5B3855F204}"/>
          </ac:spMkLst>
        </pc:spChg>
        <pc:spChg chg="add mod">
          <ac:chgData name="Robert, David Laurent (DI FA S SUP SPH)" userId="5007a9ee-182f-46ab-bc23-e9de1133d8e0" providerId="ADAL" clId="{AD93E19C-00DA-4AAC-9C45-8496A643569A}" dt="2022-11-30T08:59:23.022" v="1163" actId="1076"/>
          <ac:spMkLst>
            <pc:docMk/>
            <pc:sldMk cId="2225980322" sldId="9832"/>
            <ac:spMk id="75" creationId="{5169A80D-B362-B0A6-B8C6-E34CEF2035B2}"/>
          </ac:spMkLst>
        </pc:spChg>
        <pc:spChg chg="add mod">
          <ac:chgData name="Robert, David Laurent (DI FA S SUP SPH)" userId="5007a9ee-182f-46ab-bc23-e9de1133d8e0" providerId="ADAL" clId="{AD93E19C-00DA-4AAC-9C45-8496A643569A}" dt="2022-11-30T08:59:23.022" v="1163" actId="1076"/>
          <ac:spMkLst>
            <pc:docMk/>
            <pc:sldMk cId="2225980322" sldId="9832"/>
            <ac:spMk id="77" creationId="{6E9DCD25-45B2-8204-5ECF-FAA98642FF11}"/>
          </ac:spMkLst>
        </pc:spChg>
        <pc:spChg chg="add mod">
          <ac:chgData name="Robert, David Laurent (DI FA S SUP SPH)" userId="5007a9ee-182f-46ab-bc23-e9de1133d8e0" providerId="ADAL" clId="{AD93E19C-00DA-4AAC-9C45-8496A643569A}" dt="2022-11-30T08:59:23.022" v="1163" actId="1076"/>
          <ac:spMkLst>
            <pc:docMk/>
            <pc:sldMk cId="2225980322" sldId="9832"/>
            <ac:spMk id="78" creationId="{8EC601A3-CA20-873B-D8BC-077880848D5C}"/>
          </ac:spMkLst>
        </pc:spChg>
        <pc:spChg chg="add mod">
          <ac:chgData name="Robert, David Laurent (DI FA S SUP SPH)" userId="5007a9ee-182f-46ab-bc23-e9de1133d8e0" providerId="ADAL" clId="{AD93E19C-00DA-4AAC-9C45-8496A643569A}" dt="2022-11-30T08:59:23.022" v="1163" actId="1076"/>
          <ac:spMkLst>
            <pc:docMk/>
            <pc:sldMk cId="2225980322" sldId="9832"/>
            <ac:spMk id="79" creationId="{BC26C17D-FC1C-EAF2-C2B1-20AE2F6E3480}"/>
          </ac:spMkLst>
        </pc:spChg>
        <pc:spChg chg="add mod">
          <ac:chgData name="Robert, David Laurent (DI FA S SUP SPH)" userId="5007a9ee-182f-46ab-bc23-e9de1133d8e0" providerId="ADAL" clId="{AD93E19C-00DA-4AAC-9C45-8496A643569A}" dt="2022-11-30T08:59:23.022" v="1163" actId="1076"/>
          <ac:spMkLst>
            <pc:docMk/>
            <pc:sldMk cId="2225980322" sldId="9832"/>
            <ac:spMk id="82" creationId="{95667E4E-C8DE-2031-8DE3-A7B6B935234A}"/>
          </ac:spMkLst>
        </pc:spChg>
        <pc:spChg chg="del">
          <ac:chgData name="Robert, David Laurent (DI FA S SUP SPH)" userId="5007a9ee-182f-46ab-bc23-e9de1133d8e0" providerId="ADAL" clId="{AD93E19C-00DA-4AAC-9C45-8496A643569A}" dt="2022-11-30T08:56:17.365" v="1089" actId="478"/>
          <ac:spMkLst>
            <pc:docMk/>
            <pc:sldMk cId="2225980322" sldId="9832"/>
            <ac:spMk id="84" creationId="{CBA7B961-B388-43CE-B377-6CFFEE2B447F}"/>
          </ac:spMkLst>
        </pc:spChg>
        <pc:spChg chg="del">
          <ac:chgData name="Robert, David Laurent (DI FA S SUP SPH)" userId="5007a9ee-182f-46ab-bc23-e9de1133d8e0" providerId="ADAL" clId="{AD93E19C-00DA-4AAC-9C45-8496A643569A}" dt="2022-11-30T08:56:17.365" v="1089" actId="478"/>
          <ac:spMkLst>
            <pc:docMk/>
            <pc:sldMk cId="2225980322" sldId="9832"/>
            <ac:spMk id="85" creationId="{EB707799-7E2B-4DA5-98D0-9ACCAA99039A}"/>
          </ac:spMkLst>
        </pc:spChg>
        <pc:spChg chg="del">
          <ac:chgData name="Robert, David Laurent (DI FA S SUP SPH)" userId="5007a9ee-182f-46ab-bc23-e9de1133d8e0" providerId="ADAL" clId="{AD93E19C-00DA-4AAC-9C45-8496A643569A}" dt="2022-11-30T08:56:17.365" v="1089" actId="478"/>
          <ac:spMkLst>
            <pc:docMk/>
            <pc:sldMk cId="2225980322" sldId="9832"/>
            <ac:spMk id="87" creationId="{C3326C46-01B9-4409-BA92-9713DB732F5F}"/>
          </ac:spMkLst>
        </pc:spChg>
        <pc:spChg chg="del">
          <ac:chgData name="Robert, David Laurent (DI FA S SUP SPH)" userId="5007a9ee-182f-46ab-bc23-e9de1133d8e0" providerId="ADAL" clId="{AD93E19C-00DA-4AAC-9C45-8496A643569A}" dt="2022-11-30T08:56:17.365" v="1089" actId="478"/>
          <ac:spMkLst>
            <pc:docMk/>
            <pc:sldMk cId="2225980322" sldId="9832"/>
            <ac:spMk id="88" creationId="{B5CD6018-0F46-430E-B827-1DA8D339CAB5}"/>
          </ac:spMkLst>
        </pc:spChg>
        <pc:spChg chg="del">
          <ac:chgData name="Robert, David Laurent (DI FA S SUP SPH)" userId="5007a9ee-182f-46ab-bc23-e9de1133d8e0" providerId="ADAL" clId="{AD93E19C-00DA-4AAC-9C45-8496A643569A}" dt="2022-11-30T08:56:17.365" v="1089" actId="478"/>
          <ac:spMkLst>
            <pc:docMk/>
            <pc:sldMk cId="2225980322" sldId="9832"/>
            <ac:spMk id="91" creationId="{23C53485-18EB-4DC2-B132-10C8CA9C935C}"/>
          </ac:spMkLst>
        </pc:spChg>
        <pc:spChg chg="del">
          <ac:chgData name="Robert, David Laurent (DI FA S SUP SPH)" userId="5007a9ee-182f-46ab-bc23-e9de1133d8e0" providerId="ADAL" clId="{AD93E19C-00DA-4AAC-9C45-8496A643569A}" dt="2022-11-30T08:56:17.365" v="1089" actId="478"/>
          <ac:spMkLst>
            <pc:docMk/>
            <pc:sldMk cId="2225980322" sldId="9832"/>
            <ac:spMk id="92" creationId="{1FEABE64-74D1-4B92-9C0D-3B08F5819E14}"/>
          </ac:spMkLst>
        </pc:spChg>
        <pc:spChg chg="del">
          <ac:chgData name="Robert, David Laurent (DI FA S SUP SPH)" userId="5007a9ee-182f-46ab-bc23-e9de1133d8e0" providerId="ADAL" clId="{AD93E19C-00DA-4AAC-9C45-8496A643569A}" dt="2022-11-30T08:56:17.365" v="1089" actId="478"/>
          <ac:spMkLst>
            <pc:docMk/>
            <pc:sldMk cId="2225980322" sldId="9832"/>
            <ac:spMk id="93" creationId="{36E31FD6-EBD6-4033-AFAF-77479C73385C}"/>
          </ac:spMkLst>
        </pc:spChg>
        <pc:spChg chg="del">
          <ac:chgData name="Robert, David Laurent (DI FA S SUP SPH)" userId="5007a9ee-182f-46ab-bc23-e9de1133d8e0" providerId="ADAL" clId="{AD93E19C-00DA-4AAC-9C45-8496A643569A}" dt="2022-11-30T08:56:17.365" v="1089" actId="478"/>
          <ac:spMkLst>
            <pc:docMk/>
            <pc:sldMk cId="2225980322" sldId="9832"/>
            <ac:spMk id="97" creationId="{00000000-0000-0000-0000-000000000000}"/>
          </ac:spMkLst>
        </pc:spChg>
        <pc:spChg chg="add mod">
          <ac:chgData name="Robert, David Laurent (DI FA S SUP SPH)" userId="5007a9ee-182f-46ab-bc23-e9de1133d8e0" providerId="ADAL" clId="{AD93E19C-00DA-4AAC-9C45-8496A643569A}" dt="2022-11-30T08:59:23.022" v="1163" actId="1076"/>
          <ac:spMkLst>
            <pc:docMk/>
            <pc:sldMk cId="2225980322" sldId="9832"/>
            <ac:spMk id="100" creationId="{CD6707DD-CD81-7610-F8BA-0A149D60907E}"/>
          </ac:spMkLst>
        </pc:spChg>
        <pc:spChg chg="add del mod">
          <ac:chgData name="Robert, David Laurent (DI FA S SUP SPH)" userId="5007a9ee-182f-46ab-bc23-e9de1133d8e0" providerId="ADAL" clId="{AD93E19C-00DA-4AAC-9C45-8496A643569A}" dt="2022-11-30T08:56:41.706" v="1095" actId="478"/>
          <ac:spMkLst>
            <pc:docMk/>
            <pc:sldMk cId="2225980322" sldId="9832"/>
            <ac:spMk id="103" creationId="{59DCF597-FCD6-84C0-C494-FE1F1BA7B995}"/>
          </ac:spMkLst>
        </pc:spChg>
        <pc:spChg chg="del">
          <ac:chgData name="Robert, David Laurent (DI FA S SUP SPH)" userId="5007a9ee-182f-46ab-bc23-e9de1133d8e0" providerId="ADAL" clId="{AD93E19C-00DA-4AAC-9C45-8496A643569A}" dt="2022-11-30T08:56:17.365" v="1089" actId="478"/>
          <ac:spMkLst>
            <pc:docMk/>
            <pc:sldMk cId="2225980322" sldId="9832"/>
            <ac:spMk id="105" creationId="{00000000-0000-0000-0000-000000000000}"/>
          </ac:spMkLst>
        </pc:spChg>
        <pc:spChg chg="del">
          <ac:chgData name="Robert, David Laurent (DI FA S SUP SPH)" userId="5007a9ee-182f-46ab-bc23-e9de1133d8e0" providerId="ADAL" clId="{AD93E19C-00DA-4AAC-9C45-8496A643569A}" dt="2022-11-30T08:56:17.365" v="1089" actId="478"/>
          <ac:spMkLst>
            <pc:docMk/>
            <pc:sldMk cId="2225980322" sldId="9832"/>
            <ac:spMk id="106" creationId="{00000000-0000-0000-0000-000000000000}"/>
          </ac:spMkLst>
        </pc:spChg>
        <pc:spChg chg="add del mod">
          <ac:chgData name="Robert, David Laurent (DI FA S SUP SPH)" userId="5007a9ee-182f-46ab-bc23-e9de1133d8e0" providerId="ADAL" clId="{AD93E19C-00DA-4AAC-9C45-8496A643569A}" dt="2022-11-30T08:56:52.968" v="1104" actId="478"/>
          <ac:spMkLst>
            <pc:docMk/>
            <pc:sldMk cId="2225980322" sldId="9832"/>
            <ac:spMk id="113" creationId="{1E71AD0A-71C1-8AFC-2B73-D8585251E78B}"/>
          </ac:spMkLst>
        </pc:spChg>
        <pc:spChg chg="add mod">
          <ac:chgData name="Robert, David Laurent (DI FA S SUP SPH)" userId="5007a9ee-182f-46ab-bc23-e9de1133d8e0" providerId="ADAL" clId="{AD93E19C-00DA-4AAC-9C45-8496A643569A}" dt="2022-11-30T08:59:23.022" v="1163" actId="1076"/>
          <ac:spMkLst>
            <pc:docMk/>
            <pc:sldMk cId="2225980322" sldId="9832"/>
            <ac:spMk id="117" creationId="{2CC853A4-851F-5787-8A9A-FDC880BED852}"/>
          </ac:spMkLst>
        </pc:spChg>
        <pc:spChg chg="add mod">
          <ac:chgData name="Robert, David Laurent (DI FA S SUP SPH)" userId="5007a9ee-182f-46ab-bc23-e9de1133d8e0" providerId="ADAL" clId="{AD93E19C-00DA-4AAC-9C45-8496A643569A}" dt="2022-11-30T08:59:23.022" v="1163" actId="1076"/>
          <ac:spMkLst>
            <pc:docMk/>
            <pc:sldMk cId="2225980322" sldId="9832"/>
            <ac:spMk id="121" creationId="{F246BCE7-0CAF-1B38-EAB0-DF558D16B044}"/>
          </ac:spMkLst>
        </pc:spChg>
        <pc:spChg chg="add del mod">
          <ac:chgData name="Robert, David Laurent (DI FA S SUP SPH)" userId="5007a9ee-182f-46ab-bc23-e9de1133d8e0" providerId="ADAL" clId="{AD93E19C-00DA-4AAC-9C45-8496A643569A}" dt="2022-11-30T08:58:49.004" v="1147" actId="478"/>
          <ac:spMkLst>
            <pc:docMk/>
            <pc:sldMk cId="2225980322" sldId="9832"/>
            <ac:spMk id="122" creationId="{EA035F91-85D3-BA4D-CB9D-FB759D9031FF}"/>
          </ac:spMkLst>
        </pc:spChg>
        <pc:spChg chg="add mod">
          <ac:chgData name="Robert, David Laurent (DI FA S SUP SPH)" userId="5007a9ee-182f-46ab-bc23-e9de1133d8e0" providerId="ADAL" clId="{AD93E19C-00DA-4AAC-9C45-8496A643569A}" dt="2022-11-30T08:59:23.022" v="1163" actId="1076"/>
          <ac:spMkLst>
            <pc:docMk/>
            <pc:sldMk cId="2225980322" sldId="9832"/>
            <ac:spMk id="124" creationId="{E93C67AB-1F63-8C4E-AFF0-85822B5390D0}"/>
          </ac:spMkLst>
        </pc:spChg>
        <pc:spChg chg="add mod">
          <ac:chgData name="Robert, David Laurent (DI FA S SUP SPH)" userId="5007a9ee-182f-46ab-bc23-e9de1133d8e0" providerId="ADAL" clId="{AD93E19C-00DA-4AAC-9C45-8496A643569A}" dt="2022-11-30T08:59:23.022" v="1163" actId="1076"/>
          <ac:spMkLst>
            <pc:docMk/>
            <pc:sldMk cId="2225980322" sldId="9832"/>
            <ac:spMk id="125" creationId="{07C8C201-78F5-919F-ED93-9FC3FF95024E}"/>
          </ac:spMkLst>
        </pc:spChg>
        <pc:spChg chg="add del mod">
          <ac:chgData name="Robert, David Laurent (DI FA S SUP SPH)" userId="5007a9ee-182f-46ab-bc23-e9de1133d8e0" providerId="ADAL" clId="{AD93E19C-00DA-4AAC-9C45-8496A643569A}" dt="2022-11-30T08:58:22.464" v="1141" actId="478"/>
          <ac:spMkLst>
            <pc:docMk/>
            <pc:sldMk cId="2225980322" sldId="9832"/>
            <ac:spMk id="127" creationId="{020F88A8-88A9-FB83-B7E7-7A8678114702}"/>
          </ac:spMkLst>
        </pc:spChg>
        <pc:spChg chg="del">
          <ac:chgData name="Robert, David Laurent (DI FA S SUP SPH)" userId="5007a9ee-182f-46ab-bc23-e9de1133d8e0" providerId="ADAL" clId="{AD93E19C-00DA-4AAC-9C45-8496A643569A}" dt="2022-11-30T08:56:17.365" v="1089" actId="478"/>
          <ac:spMkLst>
            <pc:docMk/>
            <pc:sldMk cId="2225980322" sldId="9832"/>
            <ac:spMk id="129" creationId="{F97B6C34-D5EE-436E-916E-4F72BD5BDAA9}"/>
          </ac:spMkLst>
        </pc:spChg>
        <pc:spChg chg="add del mod">
          <ac:chgData name="Robert, David Laurent (DI FA S SUP SPH)" userId="5007a9ee-182f-46ab-bc23-e9de1133d8e0" providerId="ADAL" clId="{AD93E19C-00DA-4AAC-9C45-8496A643569A}" dt="2022-11-30T08:56:56.651" v="1105" actId="478"/>
          <ac:spMkLst>
            <pc:docMk/>
            <pc:sldMk cId="2225980322" sldId="9832"/>
            <ac:spMk id="132" creationId="{67E57DD8-4FE0-C3E3-0390-2CE02DE02E8E}"/>
          </ac:spMkLst>
        </pc:spChg>
        <pc:spChg chg="add mod">
          <ac:chgData name="Robert, David Laurent (DI FA S SUP SPH)" userId="5007a9ee-182f-46ab-bc23-e9de1133d8e0" providerId="ADAL" clId="{AD93E19C-00DA-4AAC-9C45-8496A643569A}" dt="2022-11-30T08:59:23.022" v="1163" actId="1076"/>
          <ac:spMkLst>
            <pc:docMk/>
            <pc:sldMk cId="2225980322" sldId="9832"/>
            <ac:spMk id="133" creationId="{CB11D429-2767-98BE-769B-1E357748163C}"/>
          </ac:spMkLst>
        </pc:spChg>
        <pc:spChg chg="add del mod">
          <ac:chgData name="Robert, David Laurent (DI FA S SUP SPH)" userId="5007a9ee-182f-46ab-bc23-e9de1133d8e0" providerId="ADAL" clId="{AD93E19C-00DA-4AAC-9C45-8496A643569A}" dt="2022-11-30T08:56:23.522" v="1092" actId="478"/>
          <ac:spMkLst>
            <pc:docMk/>
            <pc:sldMk cId="2225980322" sldId="9832"/>
            <ac:spMk id="136" creationId="{EB9E1397-A5F9-8671-4ED5-7773C5FE69E5}"/>
          </ac:spMkLst>
        </pc:spChg>
        <pc:spChg chg="add mod">
          <ac:chgData name="Robert, David Laurent (DI FA S SUP SPH)" userId="5007a9ee-182f-46ab-bc23-e9de1133d8e0" providerId="ADAL" clId="{AD93E19C-00DA-4AAC-9C45-8496A643569A}" dt="2022-11-30T08:59:23.022" v="1163" actId="1076"/>
          <ac:spMkLst>
            <pc:docMk/>
            <pc:sldMk cId="2225980322" sldId="9832"/>
            <ac:spMk id="139" creationId="{ED39D162-0AF3-0C4F-19EA-29A4CCB28855}"/>
          </ac:spMkLst>
        </pc:spChg>
        <pc:spChg chg="add mod">
          <ac:chgData name="Robert, David Laurent (DI FA S SUP SPH)" userId="5007a9ee-182f-46ab-bc23-e9de1133d8e0" providerId="ADAL" clId="{AD93E19C-00DA-4AAC-9C45-8496A643569A}" dt="2022-11-30T08:59:23.022" v="1163" actId="1076"/>
          <ac:spMkLst>
            <pc:docMk/>
            <pc:sldMk cId="2225980322" sldId="9832"/>
            <ac:spMk id="140" creationId="{32715815-DB22-8B8B-4519-3D0E5DE25BD7}"/>
          </ac:spMkLst>
        </pc:spChg>
        <pc:spChg chg="mod">
          <ac:chgData name="Robert, David Laurent (DI FA S SUP SPH)" userId="5007a9ee-182f-46ab-bc23-e9de1133d8e0" providerId="ADAL" clId="{AD93E19C-00DA-4AAC-9C45-8496A643569A}" dt="2022-11-30T08:59:23.022" v="1163" actId="1076"/>
          <ac:spMkLst>
            <pc:docMk/>
            <pc:sldMk cId="2225980322" sldId="9832"/>
            <ac:spMk id="143" creationId="{7B02D19F-3466-A673-8FD0-D90F5F029759}"/>
          </ac:spMkLst>
        </pc:spChg>
        <pc:spChg chg="add mod">
          <ac:chgData name="Robert, David Laurent (DI FA S SUP SPH)" userId="5007a9ee-182f-46ab-bc23-e9de1133d8e0" providerId="ADAL" clId="{AD93E19C-00DA-4AAC-9C45-8496A643569A}" dt="2022-11-30T08:59:23.022" v="1163" actId="1076"/>
          <ac:spMkLst>
            <pc:docMk/>
            <pc:sldMk cId="2225980322" sldId="9832"/>
            <ac:spMk id="150" creationId="{C985D8FF-58E6-997D-3704-5AA9CA7C9FD8}"/>
          </ac:spMkLst>
        </pc:spChg>
        <pc:spChg chg="add mod">
          <ac:chgData name="Robert, David Laurent (DI FA S SUP SPH)" userId="5007a9ee-182f-46ab-bc23-e9de1133d8e0" providerId="ADAL" clId="{AD93E19C-00DA-4AAC-9C45-8496A643569A}" dt="2022-11-30T08:59:23.022" v="1163" actId="1076"/>
          <ac:spMkLst>
            <pc:docMk/>
            <pc:sldMk cId="2225980322" sldId="9832"/>
            <ac:spMk id="165" creationId="{E768A3D0-A813-7FEC-CC70-CC34D1BF3AE8}"/>
          </ac:spMkLst>
        </pc:spChg>
        <pc:spChg chg="mod">
          <ac:chgData name="Robert, David Laurent (DI FA S SUP SPH)" userId="5007a9ee-182f-46ab-bc23-e9de1133d8e0" providerId="ADAL" clId="{AD93E19C-00DA-4AAC-9C45-8496A643569A}" dt="2022-11-30T08:59:23.022" v="1163" actId="1076"/>
          <ac:spMkLst>
            <pc:docMk/>
            <pc:sldMk cId="2225980322" sldId="9832"/>
            <ac:spMk id="168" creationId="{5372E5C5-4586-633E-09D7-7113890D07DB}"/>
          </ac:spMkLst>
        </pc:spChg>
        <pc:spChg chg="del">
          <ac:chgData name="Robert, David Laurent (DI FA S SUP SPH)" userId="5007a9ee-182f-46ab-bc23-e9de1133d8e0" providerId="ADAL" clId="{AD93E19C-00DA-4AAC-9C45-8496A643569A}" dt="2022-11-30T08:56:17.365" v="1089" actId="478"/>
          <ac:spMkLst>
            <pc:docMk/>
            <pc:sldMk cId="2225980322" sldId="9832"/>
            <ac:spMk id="178" creationId="{689AB4B0-B61E-4ED4-A39B-8D76988EFAB3}"/>
          </ac:spMkLst>
        </pc:spChg>
        <pc:spChg chg="mod">
          <ac:chgData name="Robert, David Laurent (DI FA S SUP SPH)" userId="5007a9ee-182f-46ab-bc23-e9de1133d8e0" providerId="ADAL" clId="{AD93E19C-00DA-4AAC-9C45-8496A643569A}" dt="2022-11-30T08:59:23.022" v="1163" actId="1076"/>
          <ac:spMkLst>
            <pc:docMk/>
            <pc:sldMk cId="2225980322" sldId="9832"/>
            <ac:spMk id="184" creationId="{D4D88A74-16CE-A174-63A4-8AE57FFFBA53}"/>
          </ac:spMkLst>
        </pc:spChg>
        <pc:spChg chg="mod">
          <ac:chgData name="Robert, David Laurent (DI FA S SUP SPH)" userId="5007a9ee-182f-46ab-bc23-e9de1133d8e0" providerId="ADAL" clId="{AD93E19C-00DA-4AAC-9C45-8496A643569A}" dt="2022-11-30T08:59:23.022" v="1163" actId="1076"/>
          <ac:spMkLst>
            <pc:docMk/>
            <pc:sldMk cId="2225980322" sldId="9832"/>
            <ac:spMk id="187" creationId="{F6F4F6C1-1018-8198-E9B3-B19D3BC4106B}"/>
          </ac:spMkLst>
        </pc:spChg>
        <pc:spChg chg="del">
          <ac:chgData name="Robert, David Laurent (DI FA S SUP SPH)" userId="5007a9ee-182f-46ab-bc23-e9de1133d8e0" providerId="ADAL" clId="{AD93E19C-00DA-4AAC-9C45-8496A643569A}" dt="2022-11-30T08:56:17.365" v="1089" actId="478"/>
          <ac:spMkLst>
            <pc:docMk/>
            <pc:sldMk cId="2225980322" sldId="9832"/>
            <ac:spMk id="192" creationId="{7CA7A0E3-E2B2-453E-A587-E25E5AFBDA39}"/>
          </ac:spMkLst>
        </pc:spChg>
        <pc:spChg chg="del">
          <ac:chgData name="Robert, David Laurent (DI FA S SUP SPH)" userId="5007a9ee-182f-46ab-bc23-e9de1133d8e0" providerId="ADAL" clId="{AD93E19C-00DA-4AAC-9C45-8496A643569A}" dt="2022-11-30T08:56:17.365" v="1089" actId="478"/>
          <ac:spMkLst>
            <pc:docMk/>
            <pc:sldMk cId="2225980322" sldId="9832"/>
            <ac:spMk id="204" creationId="{DF9F9A49-7D2B-44BB-A980-61D6CA25F6ED}"/>
          </ac:spMkLst>
        </pc:spChg>
        <pc:spChg chg="mod">
          <ac:chgData name="Robert, David Laurent (DI FA S SUP SPH)" userId="5007a9ee-182f-46ab-bc23-e9de1133d8e0" providerId="ADAL" clId="{AD93E19C-00DA-4AAC-9C45-8496A643569A}" dt="2022-11-30T08:59:23.022" v="1163" actId="1076"/>
          <ac:spMkLst>
            <pc:docMk/>
            <pc:sldMk cId="2225980322" sldId="9832"/>
            <ac:spMk id="209" creationId="{DE83EB77-91BF-C272-0ED4-22F1A5D07F67}"/>
          </ac:spMkLst>
        </pc:spChg>
        <pc:spChg chg="mod">
          <ac:chgData name="Robert, David Laurent (DI FA S SUP SPH)" userId="5007a9ee-182f-46ab-bc23-e9de1133d8e0" providerId="ADAL" clId="{AD93E19C-00DA-4AAC-9C45-8496A643569A}" dt="2022-11-30T08:59:23.022" v="1163" actId="1076"/>
          <ac:spMkLst>
            <pc:docMk/>
            <pc:sldMk cId="2225980322" sldId="9832"/>
            <ac:spMk id="210" creationId="{389BC8A3-9143-955C-2F4D-B632514CE3AC}"/>
          </ac:spMkLst>
        </pc:spChg>
        <pc:spChg chg="del">
          <ac:chgData name="Robert, David Laurent (DI FA S SUP SPH)" userId="5007a9ee-182f-46ab-bc23-e9de1133d8e0" providerId="ADAL" clId="{AD93E19C-00DA-4AAC-9C45-8496A643569A}" dt="2022-11-30T08:56:17.365" v="1089" actId="478"/>
          <ac:spMkLst>
            <pc:docMk/>
            <pc:sldMk cId="2225980322" sldId="9832"/>
            <ac:spMk id="212" creationId="{62834075-643D-4B29-B42D-CA5A65ECF9E9}"/>
          </ac:spMkLst>
        </pc:spChg>
        <pc:spChg chg="del">
          <ac:chgData name="Robert, David Laurent (DI FA S SUP SPH)" userId="5007a9ee-182f-46ab-bc23-e9de1133d8e0" providerId="ADAL" clId="{AD93E19C-00DA-4AAC-9C45-8496A643569A}" dt="2022-11-30T08:56:17.365" v="1089" actId="478"/>
          <ac:spMkLst>
            <pc:docMk/>
            <pc:sldMk cId="2225980322" sldId="9832"/>
            <ac:spMk id="213" creationId="{522E2CCB-F00A-4AF0-B2D8-B240EC458F8B}"/>
          </ac:spMkLst>
        </pc:spChg>
        <pc:spChg chg="add mod">
          <ac:chgData name="Robert, David Laurent (DI FA S SUP SPH)" userId="5007a9ee-182f-46ab-bc23-e9de1133d8e0" providerId="ADAL" clId="{AD93E19C-00DA-4AAC-9C45-8496A643569A}" dt="2022-11-30T09:03:12.760" v="1402" actId="1038"/>
          <ac:spMkLst>
            <pc:docMk/>
            <pc:sldMk cId="2225980322" sldId="9832"/>
            <ac:spMk id="222" creationId="{789B40DA-B9CE-37CC-7332-49F91B554D77}"/>
          </ac:spMkLst>
        </pc:spChg>
        <pc:spChg chg="del">
          <ac:chgData name="Robert, David Laurent (DI FA S SUP SPH)" userId="5007a9ee-182f-46ab-bc23-e9de1133d8e0" providerId="ADAL" clId="{AD93E19C-00DA-4AAC-9C45-8496A643569A}" dt="2022-11-30T08:56:17.365" v="1089" actId="478"/>
          <ac:spMkLst>
            <pc:docMk/>
            <pc:sldMk cId="2225980322" sldId="9832"/>
            <ac:spMk id="223" creationId="{5EF2B022-5F7B-4F24-84C5-C67A6370DB38}"/>
          </ac:spMkLst>
        </pc:spChg>
        <pc:spChg chg="mod">
          <ac:chgData name="Robert, David Laurent (DI FA S SUP SPH)" userId="5007a9ee-182f-46ab-bc23-e9de1133d8e0" providerId="ADAL" clId="{AD93E19C-00DA-4AAC-9C45-8496A643569A}" dt="2022-11-30T09:00:23.539" v="1196" actId="108"/>
          <ac:spMkLst>
            <pc:docMk/>
            <pc:sldMk cId="2225980322" sldId="9832"/>
            <ac:spMk id="225" creationId="{11D88427-45A8-922F-C753-7634299B4E59}"/>
          </ac:spMkLst>
        </pc:spChg>
        <pc:spChg chg="mod">
          <ac:chgData name="Robert, David Laurent (DI FA S SUP SPH)" userId="5007a9ee-182f-46ab-bc23-e9de1133d8e0" providerId="ADAL" clId="{AD93E19C-00DA-4AAC-9C45-8496A643569A}" dt="2022-11-30T09:00:23.539" v="1196" actId="108"/>
          <ac:spMkLst>
            <pc:docMk/>
            <pc:sldMk cId="2225980322" sldId="9832"/>
            <ac:spMk id="226" creationId="{43703F6E-3B9D-9C71-5161-86D89B5547B5}"/>
          </ac:spMkLst>
        </pc:spChg>
        <pc:spChg chg="add mod">
          <ac:chgData name="Robert, David Laurent (DI FA S SUP SPH)" userId="5007a9ee-182f-46ab-bc23-e9de1133d8e0" providerId="ADAL" clId="{AD93E19C-00DA-4AAC-9C45-8496A643569A}" dt="2022-11-30T09:00:59.194" v="1198" actId="1076"/>
          <ac:spMkLst>
            <pc:docMk/>
            <pc:sldMk cId="2225980322" sldId="9832"/>
            <ac:spMk id="229" creationId="{17CE81E7-702F-86AA-F71D-87C58748C0A3}"/>
          </ac:spMkLst>
        </pc:spChg>
        <pc:spChg chg="add mod">
          <ac:chgData name="Robert, David Laurent (DI FA S SUP SPH)" userId="5007a9ee-182f-46ab-bc23-e9de1133d8e0" providerId="ADAL" clId="{AD93E19C-00DA-4AAC-9C45-8496A643569A}" dt="2022-11-30T09:00:59.194" v="1198" actId="1076"/>
          <ac:spMkLst>
            <pc:docMk/>
            <pc:sldMk cId="2225980322" sldId="9832"/>
            <ac:spMk id="230" creationId="{785D8C21-803F-C9F7-D359-7A0A67C25268}"/>
          </ac:spMkLst>
        </pc:spChg>
        <pc:spChg chg="mod">
          <ac:chgData name="Robert, David Laurent (DI FA S SUP SPH)" userId="5007a9ee-182f-46ab-bc23-e9de1133d8e0" providerId="ADAL" clId="{AD93E19C-00DA-4AAC-9C45-8496A643569A}" dt="2022-11-30T09:00:59.194" v="1198" actId="1076"/>
          <ac:spMkLst>
            <pc:docMk/>
            <pc:sldMk cId="2225980322" sldId="9832"/>
            <ac:spMk id="233" creationId="{CE50A716-F76B-2886-21AB-C26A34924593}"/>
          </ac:spMkLst>
        </pc:spChg>
        <pc:spChg chg="add mod">
          <ac:chgData name="Robert, David Laurent (DI FA S SUP SPH)" userId="5007a9ee-182f-46ab-bc23-e9de1133d8e0" providerId="ADAL" clId="{AD93E19C-00DA-4AAC-9C45-8496A643569A}" dt="2022-11-30T09:03:08.417" v="1393" actId="1038"/>
          <ac:spMkLst>
            <pc:docMk/>
            <pc:sldMk cId="2225980322" sldId="9832"/>
            <ac:spMk id="239" creationId="{A8770B7F-B9C4-4E93-C0DE-87684A10799B}"/>
          </ac:spMkLst>
        </pc:spChg>
        <pc:spChg chg="mod">
          <ac:chgData name="Robert, David Laurent (DI FA S SUP SPH)" userId="5007a9ee-182f-46ab-bc23-e9de1133d8e0" providerId="ADAL" clId="{AD93E19C-00DA-4AAC-9C45-8496A643569A}" dt="2022-11-30T09:00:59.194" v="1198" actId="1076"/>
          <ac:spMkLst>
            <pc:docMk/>
            <pc:sldMk cId="2225980322" sldId="9832"/>
            <ac:spMk id="241" creationId="{43CB0E3F-C8F3-99DF-F156-2478FA63E8A0}"/>
          </ac:spMkLst>
        </pc:spChg>
        <pc:spChg chg="mod">
          <ac:chgData name="Robert, David Laurent (DI FA S SUP SPH)" userId="5007a9ee-182f-46ab-bc23-e9de1133d8e0" providerId="ADAL" clId="{AD93E19C-00DA-4AAC-9C45-8496A643569A}" dt="2022-11-30T09:03:05.732" v="1391" actId="6549"/>
          <ac:spMkLst>
            <pc:docMk/>
            <pc:sldMk cId="2225980322" sldId="9832"/>
            <ac:spMk id="242" creationId="{4DBC7061-FB20-2E74-E2AF-E5B9A06F6F59}"/>
          </ac:spMkLst>
        </pc:spChg>
        <pc:spChg chg="add mod">
          <ac:chgData name="Robert, David Laurent (DI FA S SUP SPH)" userId="5007a9ee-182f-46ab-bc23-e9de1133d8e0" providerId="ADAL" clId="{AD93E19C-00DA-4AAC-9C45-8496A643569A}" dt="2022-11-30T09:04:14.895" v="1441" actId="14100"/>
          <ac:spMkLst>
            <pc:docMk/>
            <pc:sldMk cId="2225980322" sldId="9832"/>
            <ac:spMk id="243" creationId="{64A6BB68-7650-935D-CC16-8A1CC972B9A0}"/>
          </ac:spMkLst>
        </pc:spChg>
        <pc:spChg chg="add mod">
          <ac:chgData name="Robert, David Laurent (DI FA S SUP SPH)" userId="5007a9ee-182f-46ab-bc23-e9de1133d8e0" providerId="ADAL" clId="{AD93E19C-00DA-4AAC-9C45-8496A643569A}" dt="2022-11-30T09:03:17.719" v="1404" actId="14100"/>
          <ac:spMkLst>
            <pc:docMk/>
            <pc:sldMk cId="2225980322" sldId="9832"/>
            <ac:spMk id="244" creationId="{F0DB2880-5A22-FF79-FF44-BD32732A2BE7}"/>
          </ac:spMkLst>
        </pc:spChg>
        <pc:spChg chg="add del mod">
          <ac:chgData name="Robert, David Laurent (DI FA S SUP SPH)" userId="5007a9ee-182f-46ab-bc23-e9de1133d8e0" providerId="ADAL" clId="{AD93E19C-00DA-4AAC-9C45-8496A643569A}" dt="2022-11-30T09:02:56.294" v="1388" actId="478"/>
          <ac:spMkLst>
            <pc:docMk/>
            <pc:sldMk cId="2225980322" sldId="9832"/>
            <ac:spMk id="245" creationId="{B0502AA9-467F-D7BD-7116-2D58D1AFA33C}"/>
          </ac:spMkLst>
        </pc:spChg>
        <pc:spChg chg="add del mod">
          <ac:chgData name="Robert, David Laurent (DI FA S SUP SPH)" userId="5007a9ee-182f-46ab-bc23-e9de1133d8e0" providerId="ADAL" clId="{AD93E19C-00DA-4AAC-9C45-8496A643569A}" dt="2022-11-30T09:02:55.518" v="1387" actId="478"/>
          <ac:spMkLst>
            <pc:docMk/>
            <pc:sldMk cId="2225980322" sldId="9832"/>
            <ac:spMk id="246" creationId="{715BD708-B744-2768-E887-AE3B3182794A}"/>
          </ac:spMkLst>
        </pc:spChg>
        <pc:spChg chg="add mod">
          <ac:chgData name="Robert, David Laurent (DI FA S SUP SPH)" userId="5007a9ee-182f-46ab-bc23-e9de1133d8e0" providerId="ADAL" clId="{AD93E19C-00DA-4AAC-9C45-8496A643569A}" dt="2022-11-30T09:03:03.057" v="1390" actId="14100"/>
          <ac:spMkLst>
            <pc:docMk/>
            <pc:sldMk cId="2225980322" sldId="9832"/>
            <ac:spMk id="247" creationId="{26CAEE13-6EFA-B261-186C-67FE0E2C23B9}"/>
          </ac:spMkLst>
        </pc:spChg>
        <pc:spChg chg="add del mod">
          <ac:chgData name="Robert, David Laurent (DI FA S SUP SPH)" userId="5007a9ee-182f-46ab-bc23-e9de1133d8e0" providerId="ADAL" clId="{AD93E19C-00DA-4AAC-9C45-8496A643569A}" dt="2022-11-30T09:04:36.589" v="1446" actId="478"/>
          <ac:spMkLst>
            <pc:docMk/>
            <pc:sldMk cId="2225980322" sldId="9832"/>
            <ac:spMk id="248" creationId="{7A5FD4CB-BF64-82BD-F5D4-BB4814DB51F5}"/>
          </ac:spMkLst>
        </pc:spChg>
        <pc:spChg chg="add del mod">
          <ac:chgData name="Robert, David Laurent (DI FA S SUP SPH)" userId="5007a9ee-182f-46ab-bc23-e9de1133d8e0" providerId="ADAL" clId="{AD93E19C-00DA-4AAC-9C45-8496A643569A}" dt="2022-11-30T09:04:36.589" v="1446" actId="478"/>
          <ac:spMkLst>
            <pc:docMk/>
            <pc:sldMk cId="2225980322" sldId="9832"/>
            <ac:spMk id="249" creationId="{1478999A-CD35-FCAB-5FC8-E5019043B70F}"/>
          </ac:spMkLst>
        </pc:spChg>
        <pc:grpChg chg="add mod">
          <ac:chgData name="Robert, David Laurent (DI FA S SUP SPH)" userId="5007a9ee-182f-46ab-bc23-e9de1133d8e0" providerId="ADAL" clId="{AD93E19C-00DA-4AAC-9C45-8496A643569A}" dt="2022-11-30T08:59:23.022" v="1163" actId="1076"/>
          <ac:grpSpMkLst>
            <pc:docMk/>
            <pc:sldMk cId="2225980322" sldId="9832"/>
            <ac:grpSpMk id="24" creationId="{1C45A86C-8D6A-D7A6-5073-AAE22B593128}"/>
          </ac:grpSpMkLst>
        </pc:grpChg>
        <pc:grpChg chg="mod">
          <ac:chgData name="Robert, David Laurent (DI FA S SUP SPH)" userId="5007a9ee-182f-46ab-bc23-e9de1133d8e0" providerId="ADAL" clId="{AD93E19C-00DA-4AAC-9C45-8496A643569A}" dt="2022-11-30T08:59:23.022" v="1163" actId="1076"/>
          <ac:grpSpMkLst>
            <pc:docMk/>
            <pc:sldMk cId="2225980322" sldId="9832"/>
            <ac:grpSpMk id="26" creationId="{9607010F-416F-085E-C33A-F270B38049D4}"/>
          </ac:grpSpMkLst>
        </pc:grpChg>
        <pc:grpChg chg="add mod">
          <ac:chgData name="Robert, David Laurent (DI FA S SUP SPH)" userId="5007a9ee-182f-46ab-bc23-e9de1133d8e0" providerId="ADAL" clId="{AD93E19C-00DA-4AAC-9C45-8496A643569A}" dt="2022-11-30T08:59:23.022" v="1163" actId="1076"/>
          <ac:grpSpMkLst>
            <pc:docMk/>
            <pc:sldMk cId="2225980322" sldId="9832"/>
            <ac:grpSpMk id="65" creationId="{CC735CE5-537A-932B-D793-827D29BA1B6E}"/>
          </ac:grpSpMkLst>
        </pc:grpChg>
        <pc:grpChg chg="mod">
          <ac:chgData name="Robert, David Laurent (DI FA S SUP SPH)" userId="5007a9ee-182f-46ab-bc23-e9de1133d8e0" providerId="ADAL" clId="{AD93E19C-00DA-4AAC-9C45-8496A643569A}" dt="2022-11-30T08:59:23.022" v="1163" actId="1076"/>
          <ac:grpSpMkLst>
            <pc:docMk/>
            <pc:sldMk cId="2225980322" sldId="9832"/>
            <ac:grpSpMk id="67" creationId="{64A1BE8A-853A-4CD9-31A3-B08B36A44558}"/>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89" creationId="{6DF17416-F673-40F1-9F62-F9CFE2ED706D}"/>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90" creationId="{08BD35AE-4280-414A-A4AA-5B5ED3E114A5}"/>
          </ac:grpSpMkLst>
        </pc:grpChg>
        <pc:grpChg chg="add mod">
          <ac:chgData name="Robert, David Laurent (DI FA S SUP SPH)" userId="5007a9ee-182f-46ab-bc23-e9de1133d8e0" providerId="ADAL" clId="{AD93E19C-00DA-4AAC-9C45-8496A643569A}" dt="2022-11-30T08:59:23.022" v="1163" actId="1076"/>
          <ac:grpSpMkLst>
            <pc:docMk/>
            <pc:sldMk cId="2225980322" sldId="9832"/>
            <ac:grpSpMk id="141" creationId="{5909CC91-54F2-1C43-22C0-FB73451EB4B8}"/>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44" creationId="{31D85FEB-46FA-4CAD-B1EF-038844D25C3F}"/>
          </ac:grpSpMkLst>
        </pc:grpChg>
        <pc:grpChg chg="add mod">
          <ac:chgData name="Robert, David Laurent (DI FA S SUP SPH)" userId="5007a9ee-182f-46ab-bc23-e9de1133d8e0" providerId="ADAL" clId="{AD93E19C-00DA-4AAC-9C45-8496A643569A}" dt="2022-11-30T08:59:23.022" v="1163" actId="1076"/>
          <ac:grpSpMkLst>
            <pc:docMk/>
            <pc:sldMk cId="2225980322" sldId="9832"/>
            <ac:grpSpMk id="145" creationId="{BDE2AA80-D146-C2B9-C8EC-E0FDC119BEFA}"/>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51" creationId="{361A28F4-E9B0-46F4-A417-E605697314F6}"/>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54" creationId="{EA9404F3-CF79-432D-A198-78D5A0043D96}"/>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58" creationId="{9B3EDA7E-00A3-4C3B-BCB5-DE08E32BA96F}"/>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62" creationId="{7CDF017A-527E-492A-90C6-378D4BB0D1B5}"/>
          </ac:grpSpMkLst>
        </pc:grpChg>
        <pc:grpChg chg="add mod">
          <ac:chgData name="Robert, David Laurent (DI FA S SUP SPH)" userId="5007a9ee-182f-46ab-bc23-e9de1133d8e0" providerId="ADAL" clId="{AD93E19C-00DA-4AAC-9C45-8496A643569A}" dt="2022-11-30T09:03:12.760" v="1402" actId="1038"/>
          <ac:grpSpMkLst>
            <pc:docMk/>
            <pc:sldMk cId="2225980322" sldId="9832"/>
            <ac:grpSpMk id="166" creationId="{D9B138A7-2463-24DF-6E86-B80773D6FA0F}"/>
          </ac:grpSpMkLst>
        </pc:grpChg>
        <pc:grpChg chg="add mod">
          <ac:chgData name="Robert, David Laurent (DI FA S SUP SPH)" userId="5007a9ee-182f-46ab-bc23-e9de1133d8e0" providerId="ADAL" clId="{AD93E19C-00DA-4AAC-9C45-8496A643569A}" dt="2022-11-30T09:03:12.760" v="1402" actId="1038"/>
          <ac:grpSpMkLst>
            <pc:docMk/>
            <pc:sldMk cId="2225980322" sldId="9832"/>
            <ac:grpSpMk id="169" creationId="{031047A7-1717-B62C-971A-65EE0F7D5EA9}"/>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71" creationId="{D3CD7A2E-8636-449A-ADF5-35B64135E7F7}"/>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79" creationId="{519DAFD1-ACA7-4D6C-8A69-0C9D3F4785EF}"/>
          </ac:grpSpMkLst>
        </pc:grpChg>
        <pc:grpChg chg="add mod">
          <ac:chgData name="Robert, David Laurent (DI FA S SUP SPH)" userId="5007a9ee-182f-46ab-bc23-e9de1133d8e0" providerId="ADAL" clId="{AD93E19C-00DA-4AAC-9C45-8496A643569A}" dt="2022-11-30T09:03:12.760" v="1402" actId="1038"/>
          <ac:grpSpMkLst>
            <pc:docMk/>
            <pc:sldMk cId="2225980322" sldId="9832"/>
            <ac:grpSpMk id="182" creationId="{90F323CC-BA29-926C-170D-C21D900D6604}"/>
          </ac:grpSpMkLst>
        </pc:grpChg>
        <pc:grpChg chg="add mod">
          <ac:chgData name="Robert, David Laurent (DI FA S SUP SPH)" userId="5007a9ee-182f-46ab-bc23-e9de1133d8e0" providerId="ADAL" clId="{AD93E19C-00DA-4AAC-9C45-8496A643569A}" dt="2022-11-30T09:03:12.760" v="1402" actId="1038"/>
          <ac:grpSpMkLst>
            <pc:docMk/>
            <pc:sldMk cId="2225980322" sldId="9832"/>
            <ac:grpSpMk id="185" creationId="{92D7E4F6-1D02-0903-BDB2-A97EE99BF435}"/>
          </ac:grpSpMkLst>
        </pc:grpChg>
        <pc:grpChg chg="add mod">
          <ac:chgData name="Robert, David Laurent (DI FA S SUP SPH)" userId="5007a9ee-182f-46ab-bc23-e9de1133d8e0" providerId="ADAL" clId="{AD93E19C-00DA-4AAC-9C45-8496A643569A}" dt="2022-11-30T09:03:12.760" v="1402" actId="1038"/>
          <ac:grpSpMkLst>
            <pc:docMk/>
            <pc:sldMk cId="2225980322" sldId="9832"/>
            <ac:grpSpMk id="188" creationId="{C79271B1-9CA2-2EFB-6087-377062E92906}"/>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195" creationId="{A3C1B42A-3618-4708-A847-51631177943E}"/>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200" creationId="{EA7E943B-27EE-4F99-9289-420A22EA92F0}"/>
          </ac:grpSpMkLst>
        </pc:grpChg>
        <pc:grpChg chg="add mod">
          <ac:chgData name="Robert, David Laurent (DI FA S SUP SPH)" userId="5007a9ee-182f-46ab-bc23-e9de1133d8e0" providerId="ADAL" clId="{AD93E19C-00DA-4AAC-9C45-8496A643569A}" dt="2022-11-30T09:03:12.760" v="1402" actId="1038"/>
          <ac:grpSpMkLst>
            <pc:docMk/>
            <pc:sldMk cId="2225980322" sldId="9832"/>
            <ac:grpSpMk id="208" creationId="{1BAC4101-D624-5CC9-B811-F95560E64EE1}"/>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214" creationId="{9AB723FA-7BE8-4D39-8E55-AD8C38C3F482}"/>
          </ac:grpSpMkLst>
        </pc:grpChg>
        <pc:grpChg chg="del">
          <ac:chgData name="Robert, David Laurent (DI FA S SUP SPH)" userId="5007a9ee-182f-46ab-bc23-e9de1133d8e0" providerId="ADAL" clId="{AD93E19C-00DA-4AAC-9C45-8496A643569A}" dt="2022-11-30T08:56:17.365" v="1089" actId="478"/>
          <ac:grpSpMkLst>
            <pc:docMk/>
            <pc:sldMk cId="2225980322" sldId="9832"/>
            <ac:grpSpMk id="217" creationId="{B25632AA-6BD1-4D28-B25A-13D3FC20282E}"/>
          </ac:grpSpMkLst>
        </pc:grpChg>
        <pc:grpChg chg="add mod">
          <ac:chgData name="Robert, David Laurent (DI FA S SUP SPH)" userId="5007a9ee-182f-46ab-bc23-e9de1133d8e0" providerId="ADAL" clId="{AD93E19C-00DA-4AAC-9C45-8496A643569A}" dt="2022-11-30T08:59:36.705" v="1166" actId="1076"/>
          <ac:grpSpMkLst>
            <pc:docMk/>
            <pc:sldMk cId="2225980322" sldId="9832"/>
            <ac:grpSpMk id="224" creationId="{3D53D902-3645-73FC-E928-72322BDFA3A7}"/>
          </ac:grpSpMkLst>
        </pc:grpChg>
        <pc:grpChg chg="add mod">
          <ac:chgData name="Robert, David Laurent (DI FA S SUP SPH)" userId="5007a9ee-182f-46ab-bc23-e9de1133d8e0" providerId="ADAL" clId="{AD93E19C-00DA-4AAC-9C45-8496A643569A}" dt="2022-11-30T09:00:59.194" v="1198" actId="1076"/>
          <ac:grpSpMkLst>
            <pc:docMk/>
            <pc:sldMk cId="2225980322" sldId="9832"/>
            <ac:grpSpMk id="231" creationId="{EED6BEFC-2146-DDB2-5352-4C614A25598C}"/>
          </ac:grpSpMkLst>
        </pc:grpChg>
        <pc:grpChg chg="add mod">
          <ac:chgData name="Robert, David Laurent (DI FA S SUP SPH)" userId="5007a9ee-182f-46ab-bc23-e9de1133d8e0" providerId="ADAL" clId="{AD93E19C-00DA-4AAC-9C45-8496A643569A}" dt="2022-11-30T09:00:59.194" v="1198" actId="1076"/>
          <ac:grpSpMkLst>
            <pc:docMk/>
            <pc:sldMk cId="2225980322" sldId="9832"/>
            <ac:grpSpMk id="234" creationId="{AE3E63F8-660F-A16A-59D4-7E0F895AA76D}"/>
          </ac:grpSpMkLst>
        </pc:grpChg>
        <pc:grpChg chg="add del mod">
          <ac:chgData name="Robert, David Laurent (DI FA S SUP SPH)" userId="5007a9ee-182f-46ab-bc23-e9de1133d8e0" providerId="ADAL" clId="{AD93E19C-00DA-4AAC-9C45-8496A643569A}" dt="2022-11-30T09:03:06.844" v="1392" actId="478"/>
          <ac:grpSpMkLst>
            <pc:docMk/>
            <pc:sldMk cId="2225980322" sldId="9832"/>
            <ac:grpSpMk id="240" creationId="{264FA672-61A5-CC4D-3D8E-2A70106FA073}"/>
          </ac:grpSpMkLst>
        </pc:grpChg>
        <pc:picChg chg="add mod">
          <ac:chgData name="Robert, David Laurent (DI FA S SUP SPH)" userId="5007a9ee-182f-46ab-bc23-e9de1133d8e0" providerId="ADAL" clId="{AD93E19C-00DA-4AAC-9C45-8496A643569A}" dt="2022-11-30T08:59:23.022" v="1163" actId="1076"/>
          <ac:picMkLst>
            <pc:docMk/>
            <pc:sldMk cId="2225980322" sldId="9832"/>
            <ac:picMk id="19" creationId="{80DC2976-C2C3-AA96-0E78-3A2F24549B2D}"/>
          </ac:picMkLst>
        </pc:picChg>
        <pc:picChg chg="mod">
          <ac:chgData name="Robert, David Laurent (DI FA S SUP SPH)" userId="5007a9ee-182f-46ab-bc23-e9de1133d8e0" providerId="ADAL" clId="{AD93E19C-00DA-4AAC-9C45-8496A643569A}" dt="2022-11-30T08:59:23.022" v="1163" actId="1076"/>
          <ac:picMkLst>
            <pc:docMk/>
            <pc:sldMk cId="2225980322" sldId="9832"/>
            <ac:picMk id="27" creationId="{FBC9802C-263E-06F9-91D3-FAEEBCA07AB6}"/>
          </ac:picMkLst>
        </pc:picChg>
        <pc:picChg chg="mod">
          <ac:chgData name="Robert, David Laurent (DI FA S SUP SPH)" userId="5007a9ee-182f-46ab-bc23-e9de1133d8e0" providerId="ADAL" clId="{AD93E19C-00DA-4AAC-9C45-8496A643569A}" dt="2022-11-30T08:59:23.022" v="1163" actId="1076"/>
          <ac:picMkLst>
            <pc:docMk/>
            <pc:sldMk cId="2225980322" sldId="9832"/>
            <ac:picMk id="28" creationId="{F7A35ABA-10AB-28C7-1DA7-3A455783BD05}"/>
          </ac:picMkLst>
        </pc:picChg>
        <pc:picChg chg="mod">
          <ac:chgData name="Robert, David Laurent (DI FA S SUP SPH)" userId="5007a9ee-182f-46ab-bc23-e9de1133d8e0" providerId="ADAL" clId="{AD93E19C-00DA-4AAC-9C45-8496A643569A}" dt="2022-11-30T08:59:23.022" v="1163" actId="1076"/>
          <ac:picMkLst>
            <pc:docMk/>
            <pc:sldMk cId="2225980322" sldId="9832"/>
            <ac:picMk id="29" creationId="{84E62B71-3EF7-288A-0AE6-98785206AA6B}"/>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30" creationId="{0913FA25-A3A4-B9AF-F8D9-78B9D5BEB314}"/>
          </ac:picMkLst>
        </pc:picChg>
        <pc:picChg chg="mod">
          <ac:chgData name="Robert, David Laurent (DI FA S SUP SPH)" userId="5007a9ee-182f-46ab-bc23-e9de1133d8e0" providerId="ADAL" clId="{AD93E19C-00DA-4AAC-9C45-8496A643569A}" dt="2022-11-30T08:59:23.022" v="1163" actId="1076"/>
          <ac:picMkLst>
            <pc:docMk/>
            <pc:sldMk cId="2225980322" sldId="9832"/>
            <ac:picMk id="68" creationId="{7E8A22CB-2AA5-81FC-3D49-3ACF57DB2220}"/>
          </ac:picMkLst>
        </pc:picChg>
        <pc:picChg chg="mod">
          <ac:chgData name="Robert, David Laurent (DI FA S SUP SPH)" userId="5007a9ee-182f-46ab-bc23-e9de1133d8e0" providerId="ADAL" clId="{AD93E19C-00DA-4AAC-9C45-8496A643569A}" dt="2022-11-30T08:59:23.022" v="1163" actId="1076"/>
          <ac:picMkLst>
            <pc:docMk/>
            <pc:sldMk cId="2225980322" sldId="9832"/>
            <ac:picMk id="69" creationId="{FA67DD2F-8BC8-6270-E756-3BD6085B8C30}"/>
          </ac:picMkLst>
        </pc:picChg>
        <pc:picChg chg="mod">
          <ac:chgData name="Robert, David Laurent (DI FA S SUP SPH)" userId="5007a9ee-182f-46ab-bc23-e9de1133d8e0" providerId="ADAL" clId="{AD93E19C-00DA-4AAC-9C45-8496A643569A}" dt="2022-11-30T08:59:23.022" v="1163" actId="1076"/>
          <ac:picMkLst>
            <pc:docMk/>
            <pc:sldMk cId="2225980322" sldId="9832"/>
            <ac:picMk id="70" creationId="{3F366968-AAF3-821F-2A00-FE369D1988C2}"/>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71" creationId="{E625FD77-F88B-2672-89EF-90D76F2A1399}"/>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80" creationId="{AF7849F5-FA25-BE16-1892-D6354540F310}"/>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83" creationId="{99CA9E71-E204-6C37-ABAC-32C41296E7E0}"/>
          </ac:picMkLst>
        </pc:picChg>
        <pc:picChg chg="del">
          <ac:chgData name="Robert, David Laurent (DI FA S SUP SPH)" userId="5007a9ee-182f-46ab-bc23-e9de1133d8e0" providerId="ADAL" clId="{AD93E19C-00DA-4AAC-9C45-8496A643569A}" dt="2022-11-30T08:56:17.365" v="1089" actId="478"/>
          <ac:picMkLst>
            <pc:docMk/>
            <pc:sldMk cId="2225980322" sldId="9832"/>
            <ac:picMk id="94" creationId="{239A59F5-825D-447C-8D74-7B41F525CA2B}"/>
          </ac:picMkLst>
        </pc:picChg>
        <pc:picChg chg="add del mod">
          <ac:chgData name="Robert, David Laurent (DI FA S SUP SPH)" userId="5007a9ee-182f-46ab-bc23-e9de1133d8e0" providerId="ADAL" clId="{AD93E19C-00DA-4AAC-9C45-8496A643569A}" dt="2022-11-30T08:56:49.608" v="1100" actId="478"/>
          <ac:picMkLst>
            <pc:docMk/>
            <pc:sldMk cId="2225980322" sldId="9832"/>
            <ac:picMk id="104" creationId="{7A798AC0-F233-63C2-7A9C-1EA0457EFB05}"/>
          </ac:picMkLst>
        </pc:picChg>
        <pc:picChg chg="add del mod">
          <ac:chgData name="Robert, David Laurent (DI FA S SUP SPH)" userId="5007a9ee-182f-46ab-bc23-e9de1133d8e0" providerId="ADAL" clId="{AD93E19C-00DA-4AAC-9C45-8496A643569A}" dt="2022-11-30T08:56:48.947" v="1099" actId="478"/>
          <ac:picMkLst>
            <pc:docMk/>
            <pc:sldMk cId="2225980322" sldId="9832"/>
            <ac:picMk id="114" creationId="{CA5FD660-3A92-DA98-4C2E-52DB6A229D87}"/>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115" creationId="{D0F8CF0E-DD31-7196-5FF9-2363B2D25AFE}"/>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118" creationId="{C2C4BC2F-7594-8064-E717-B5C13D4D0CF2}"/>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119" creationId="{813ECF08-6D97-547B-3666-5A2B88C23102}"/>
          </ac:picMkLst>
        </pc:picChg>
        <pc:picChg chg="add del mod">
          <ac:chgData name="Robert, David Laurent (DI FA S SUP SPH)" userId="5007a9ee-182f-46ab-bc23-e9de1133d8e0" providerId="ADAL" clId="{AD93E19C-00DA-4AAC-9C45-8496A643569A}" dt="2022-11-30T08:58:20.961" v="1140" actId="478"/>
          <ac:picMkLst>
            <pc:docMk/>
            <pc:sldMk cId="2225980322" sldId="9832"/>
            <ac:picMk id="126" creationId="{C19B11FC-A4B0-5DD4-B864-ADE7D9D84751}"/>
          </ac:picMkLst>
        </pc:picChg>
        <pc:picChg chg="add del mod">
          <ac:chgData name="Robert, David Laurent (DI FA S SUP SPH)" userId="5007a9ee-182f-46ab-bc23-e9de1133d8e0" providerId="ADAL" clId="{AD93E19C-00DA-4AAC-9C45-8496A643569A}" dt="2022-11-30T08:56:24.187" v="1093" actId="478"/>
          <ac:picMkLst>
            <pc:docMk/>
            <pc:sldMk cId="2225980322" sldId="9832"/>
            <ac:picMk id="135" creationId="{483AC6F1-5199-ADF2-A21C-9EEFAED55F33}"/>
          </ac:picMkLst>
        </pc:picChg>
        <pc:picChg chg="add mod">
          <ac:chgData name="Robert, David Laurent (DI FA S SUP SPH)" userId="5007a9ee-182f-46ab-bc23-e9de1133d8e0" providerId="ADAL" clId="{AD93E19C-00DA-4AAC-9C45-8496A643569A}" dt="2022-11-30T08:59:23.022" v="1163" actId="1076"/>
          <ac:picMkLst>
            <pc:docMk/>
            <pc:sldMk cId="2225980322" sldId="9832"/>
            <ac:picMk id="138" creationId="{EABB8E27-8CEA-7318-C363-231F0DC885AA}"/>
          </ac:picMkLst>
        </pc:picChg>
        <pc:picChg chg="mod">
          <ac:chgData name="Robert, David Laurent (DI FA S SUP SPH)" userId="5007a9ee-182f-46ab-bc23-e9de1133d8e0" providerId="ADAL" clId="{AD93E19C-00DA-4AAC-9C45-8496A643569A}" dt="2022-11-30T08:59:23.022" v="1163" actId="1076"/>
          <ac:picMkLst>
            <pc:docMk/>
            <pc:sldMk cId="2225980322" sldId="9832"/>
            <ac:picMk id="146" creationId="{E8A397A6-41A1-597E-AAA7-EF61DBE74A2C}"/>
          </ac:picMkLst>
        </pc:picChg>
        <pc:picChg chg="mod">
          <ac:chgData name="Robert, David Laurent (DI FA S SUP SPH)" userId="5007a9ee-182f-46ab-bc23-e9de1133d8e0" providerId="ADAL" clId="{AD93E19C-00DA-4AAC-9C45-8496A643569A}" dt="2022-11-30T08:59:23.022" v="1163" actId="1076"/>
          <ac:picMkLst>
            <pc:docMk/>
            <pc:sldMk cId="2225980322" sldId="9832"/>
            <ac:picMk id="147" creationId="{A1AB7F17-81DD-89A2-D936-9327A6AA0D13}"/>
          </ac:picMkLst>
        </pc:picChg>
        <pc:picChg chg="mod">
          <ac:chgData name="Robert, David Laurent (DI FA S SUP SPH)" userId="5007a9ee-182f-46ab-bc23-e9de1133d8e0" providerId="ADAL" clId="{AD93E19C-00DA-4AAC-9C45-8496A643569A}" dt="2022-11-30T08:59:23.022" v="1163" actId="1076"/>
          <ac:picMkLst>
            <pc:docMk/>
            <pc:sldMk cId="2225980322" sldId="9832"/>
            <ac:picMk id="148" creationId="{935B068A-7B90-F522-5B0E-AE2142B042EB}"/>
          </ac:picMkLst>
        </pc:picChg>
        <pc:picChg chg="mod">
          <ac:chgData name="Robert, David Laurent (DI FA S SUP SPH)" userId="5007a9ee-182f-46ab-bc23-e9de1133d8e0" providerId="ADAL" clId="{AD93E19C-00DA-4AAC-9C45-8496A643569A}" dt="2022-11-30T08:59:23.022" v="1163" actId="1076"/>
          <ac:picMkLst>
            <pc:docMk/>
            <pc:sldMk cId="2225980322" sldId="9832"/>
            <ac:picMk id="149" creationId="{1D9E1DC0-4E2D-855B-0D15-E536B746BA75}"/>
          </ac:picMkLst>
        </pc:picChg>
        <pc:picChg chg="mod">
          <ac:chgData name="Robert, David Laurent (DI FA S SUP SPH)" userId="5007a9ee-182f-46ab-bc23-e9de1133d8e0" providerId="ADAL" clId="{AD93E19C-00DA-4AAC-9C45-8496A643569A}" dt="2022-11-30T08:59:23.022" v="1163" actId="1076"/>
          <ac:picMkLst>
            <pc:docMk/>
            <pc:sldMk cId="2225980322" sldId="9832"/>
            <ac:picMk id="170" creationId="{CD6C0F76-B297-D164-8086-A01EF13C5EA4}"/>
          </ac:picMkLst>
        </pc:picChg>
        <pc:picChg chg="mod">
          <ac:chgData name="Robert, David Laurent (DI FA S SUP SPH)" userId="5007a9ee-182f-46ab-bc23-e9de1133d8e0" providerId="ADAL" clId="{AD93E19C-00DA-4AAC-9C45-8496A643569A}" dt="2022-11-30T08:59:23.022" v="1163" actId="1076"/>
          <ac:picMkLst>
            <pc:docMk/>
            <pc:sldMk cId="2225980322" sldId="9832"/>
            <ac:picMk id="176" creationId="{FE756264-6107-D6F3-8BA6-48C92AB43F76}"/>
          </ac:picMkLst>
        </pc:picChg>
        <pc:picChg chg="mod">
          <ac:chgData name="Robert, David Laurent (DI FA S SUP SPH)" userId="5007a9ee-182f-46ab-bc23-e9de1133d8e0" providerId="ADAL" clId="{AD93E19C-00DA-4AAC-9C45-8496A643569A}" dt="2022-11-30T08:59:23.022" v="1163" actId="1076"/>
          <ac:picMkLst>
            <pc:docMk/>
            <pc:sldMk cId="2225980322" sldId="9832"/>
            <ac:picMk id="189" creationId="{711E3317-B383-D4A1-AB86-CFA3035A0501}"/>
          </ac:picMkLst>
        </pc:picChg>
        <pc:picChg chg="mod">
          <ac:chgData name="Robert, David Laurent (DI FA S SUP SPH)" userId="5007a9ee-182f-46ab-bc23-e9de1133d8e0" providerId="ADAL" clId="{AD93E19C-00DA-4AAC-9C45-8496A643569A}" dt="2022-11-30T08:59:23.022" v="1163" actId="1076"/>
          <ac:picMkLst>
            <pc:docMk/>
            <pc:sldMk cId="2225980322" sldId="9832"/>
            <ac:picMk id="190" creationId="{907378CC-604D-ACF6-2FE2-827C957661C0}"/>
          </ac:picMkLst>
        </pc:picChg>
        <pc:picChg chg="mod">
          <ac:chgData name="Robert, David Laurent (DI FA S SUP SPH)" userId="5007a9ee-182f-46ab-bc23-e9de1133d8e0" providerId="ADAL" clId="{AD93E19C-00DA-4AAC-9C45-8496A643569A}" dt="2022-11-30T08:59:23.022" v="1163" actId="1076"/>
          <ac:picMkLst>
            <pc:docMk/>
            <pc:sldMk cId="2225980322" sldId="9832"/>
            <ac:picMk id="191" creationId="{FFEBD042-D46B-68E3-22E6-6100B4FE9E02}"/>
          </ac:picMkLst>
        </pc:picChg>
        <pc:picChg chg="del">
          <ac:chgData name="Robert, David Laurent (DI FA S SUP SPH)" userId="5007a9ee-182f-46ab-bc23-e9de1133d8e0" providerId="ADAL" clId="{AD93E19C-00DA-4AAC-9C45-8496A643569A}" dt="2022-11-30T08:56:17.365" v="1089" actId="478"/>
          <ac:picMkLst>
            <pc:docMk/>
            <pc:sldMk cId="2225980322" sldId="9832"/>
            <ac:picMk id="203" creationId="{B98AEEDA-4FFC-4C29-AC65-B3C0A10D363E}"/>
          </ac:picMkLst>
        </pc:picChg>
        <pc:picChg chg="mod">
          <ac:chgData name="Robert, David Laurent (DI FA S SUP SPH)" userId="5007a9ee-182f-46ab-bc23-e9de1133d8e0" providerId="ADAL" clId="{AD93E19C-00DA-4AAC-9C45-8496A643569A}" dt="2022-11-30T08:59:23.022" v="1163" actId="1076"/>
          <ac:picMkLst>
            <pc:docMk/>
            <pc:sldMk cId="2225980322" sldId="9832"/>
            <ac:picMk id="205" creationId="{6DCF805E-9894-6A19-C3EF-A11F336F049C}"/>
          </ac:picMkLst>
        </pc:picChg>
        <pc:picChg chg="del">
          <ac:chgData name="Robert, David Laurent (DI FA S SUP SPH)" userId="5007a9ee-182f-46ab-bc23-e9de1133d8e0" providerId="ADAL" clId="{AD93E19C-00DA-4AAC-9C45-8496A643569A}" dt="2022-11-30T08:56:17.365" v="1089" actId="478"/>
          <ac:picMkLst>
            <pc:docMk/>
            <pc:sldMk cId="2225980322" sldId="9832"/>
            <ac:picMk id="207" creationId="{F3DFB710-377B-46F5-BF0E-F4252C6009E1}"/>
          </ac:picMkLst>
        </pc:picChg>
        <pc:picChg chg="add mod">
          <ac:chgData name="Robert, David Laurent (DI FA S SUP SPH)" userId="5007a9ee-182f-46ab-bc23-e9de1133d8e0" providerId="ADAL" clId="{AD93E19C-00DA-4AAC-9C45-8496A643569A}" dt="2022-11-30T09:05:03.963" v="1454" actId="1038"/>
          <ac:picMkLst>
            <pc:docMk/>
            <pc:sldMk cId="2225980322" sldId="9832"/>
            <ac:picMk id="211" creationId="{61031E8D-5B2C-6D8C-A026-6B8A72C589A1}"/>
          </ac:picMkLst>
        </pc:picChg>
        <pc:picChg chg="add mod">
          <ac:chgData name="Robert, David Laurent (DI FA S SUP SPH)" userId="5007a9ee-182f-46ab-bc23-e9de1133d8e0" providerId="ADAL" clId="{AD93E19C-00DA-4AAC-9C45-8496A643569A}" dt="2022-11-30T09:00:59.194" v="1198" actId="1076"/>
          <ac:picMkLst>
            <pc:docMk/>
            <pc:sldMk cId="2225980322" sldId="9832"/>
            <ac:picMk id="228" creationId="{D22E677D-D57E-C861-46E2-1EA688EAC434}"/>
          </ac:picMkLst>
        </pc:picChg>
        <pc:picChg chg="mod">
          <ac:chgData name="Robert, David Laurent (DI FA S SUP SPH)" userId="5007a9ee-182f-46ab-bc23-e9de1133d8e0" providerId="ADAL" clId="{AD93E19C-00DA-4AAC-9C45-8496A643569A}" dt="2022-11-30T09:00:59.194" v="1198" actId="1076"/>
          <ac:picMkLst>
            <pc:docMk/>
            <pc:sldMk cId="2225980322" sldId="9832"/>
            <ac:picMk id="235" creationId="{1C311DB7-3B13-4DB6-74FF-D6487B4DCA12}"/>
          </ac:picMkLst>
        </pc:picChg>
        <pc:picChg chg="mod">
          <ac:chgData name="Robert, David Laurent (DI FA S SUP SPH)" userId="5007a9ee-182f-46ab-bc23-e9de1133d8e0" providerId="ADAL" clId="{AD93E19C-00DA-4AAC-9C45-8496A643569A}" dt="2022-11-30T09:00:59.194" v="1198" actId="1076"/>
          <ac:picMkLst>
            <pc:docMk/>
            <pc:sldMk cId="2225980322" sldId="9832"/>
            <ac:picMk id="236" creationId="{60E758C3-57A8-174D-F4A3-CFBA6536F74B}"/>
          </ac:picMkLst>
        </pc:picChg>
        <pc:picChg chg="mod">
          <ac:chgData name="Robert, David Laurent (DI FA S SUP SPH)" userId="5007a9ee-182f-46ab-bc23-e9de1133d8e0" providerId="ADAL" clId="{AD93E19C-00DA-4AAC-9C45-8496A643569A}" dt="2022-11-30T09:00:59.194" v="1198" actId="1076"/>
          <ac:picMkLst>
            <pc:docMk/>
            <pc:sldMk cId="2225980322" sldId="9832"/>
            <ac:picMk id="237" creationId="{859AA6E5-7528-DD7D-CA51-2059EA7CBC40}"/>
          </ac:picMkLst>
        </pc:picChg>
        <pc:picChg chg="mod">
          <ac:chgData name="Robert, David Laurent (DI FA S SUP SPH)" userId="5007a9ee-182f-46ab-bc23-e9de1133d8e0" providerId="ADAL" clId="{AD93E19C-00DA-4AAC-9C45-8496A643569A}" dt="2022-11-30T09:00:59.194" v="1198" actId="1076"/>
          <ac:picMkLst>
            <pc:docMk/>
            <pc:sldMk cId="2225980322" sldId="9832"/>
            <ac:picMk id="238" creationId="{97747BEB-B49B-901C-EED1-DBC73DCE9289}"/>
          </ac:picMkLst>
        </pc:picChg>
        <pc:cxnChg chg="add mod">
          <ac:chgData name="Robert, David Laurent (DI FA S SUP SPH)" userId="5007a9ee-182f-46ab-bc23-e9de1133d8e0" providerId="ADAL" clId="{AD93E19C-00DA-4AAC-9C45-8496A643569A}" dt="2022-11-30T09:01:24.905" v="1368" actId="14100"/>
          <ac:cxnSpMkLst>
            <pc:docMk/>
            <pc:sldMk cId="2225980322" sldId="9832"/>
            <ac:cxnSpMk id="15" creationId="{80CA90CD-2B2B-79F4-CE17-1A15B0EFDC82}"/>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20" creationId="{4A4A4298-561E-0C6B-BC26-F7E76D6EFCBB}"/>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22" creationId="{E6975355-365B-9910-16FA-E16B836C6659}"/>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31" creationId="{A6C0C1EB-2868-06A1-A902-9C9FE9B4F939}"/>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72" creationId="{9E41AAF3-81C3-357B-CB54-8DB569DDDC79}"/>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76" creationId="{8FC56564-9513-7627-A27D-83B15ED72A8E}"/>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81" creationId="{686E1A70-253C-97CC-E68C-2AB027C0DFDC}"/>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86" creationId="{D42C0912-4994-2208-E137-42FB4B5C3A50}"/>
          </ac:cxnSpMkLst>
        </pc:cxnChg>
        <pc:cxnChg chg="add mod">
          <ac:chgData name="Robert, David Laurent (DI FA S SUP SPH)" userId="5007a9ee-182f-46ab-bc23-e9de1133d8e0" providerId="ADAL" clId="{AD93E19C-00DA-4AAC-9C45-8496A643569A}" dt="2022-11-30T09:01:09.025" v="1282" actId="14100"/>
          <ac:cxnSpMkLst>
            <pc:docMk/>
            <pc:sldMk cId="2225980322" sldId="9832"/>
            <ac:cxnSpMk id="101" creationId="{7E9ADD71-0992-2DD8-978D-A345847FA1D4}"/>
          </ac:cxnSpMkLst>
        </pc:cxnChg>
        <pc:cxnChg chg="add del mod">
          <ac:chgData name="Robert, David Laurent (DI FA S SUP SPH)" userId="5007a9ee-182f-46ab-bc23-e9de1133d8e0" providerId="ADAL" clId="{AD93E19C-00DA-4AAC-9C45-8496A643569A}" dt="2022-11-30T08:56:42.530" v="1096" actId="478"/>
          <ac:cxnSpMkLst>
            <pc:docMk/>
            <pc:sldMk cId="2225980322" sldId="9832"/>
            <ac:cxnSpMk id="102" creationId="{FB9E3F4D-CEC9-EF7A-5194-D2C29E322538}"/>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107" creationId="{00000000-0000-0000-0000-000000000000}"/>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108" creationId="{00000000-0000-0000-0000-000000000000}"/>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110" creationId="{00000000-0000-0000-0000-000000000000}"/>
          </ac:cxnSpMkLst>
        </pc:cxnChg>
        <pc:cxnChg chg="add del mod">
          <ac:chgData name="Robert, David Laurent (DI FA S SUP SPH)" userId="5007a9ee-182f-46ab-bc23-e9de1133d8e0" providerId="ADAL" clId="{AD93E19C-00DA-4AAC-9C45-8496A643569A}" dt="2022-11-30T08:56:50.153" v="1101" actId="478"/>
          <ac:cxnSpMkLst>
            <pc:docMk/>
            <pc:sldMk cId="2225980322" sldId="9832"/>
            <ac:cxnSpMk id="111" creationId="{24D944A0-D292-81C0-E696-3136431306E0}"/>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116" creationId="{2E8DDFC8-40D4-135E-FAF6-EE100239E67B}"/>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120" creationId="{68E73B02-10E3-69EB-A5F2-31F53A9FEFDF}"/>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123" creationId="{00000000-0000-0000-0000-000000000000}"/>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128" creationId="{0B46818A-2D9F-4A2F-A180-50A9320DACA1}"/>
          </ac:cxnSpMkLst>
        </pc:cxnChg>
        <pc:cxnChg chg="add del mod">
          <ac:chgData name="Robert, David Laurent (DI FA S SUP SPH)" userId="5007a9ee-182f-46ab-bc23-e9de1133d8e0" providerId="ADAL" clId="{AD93E19C-00DA-4AAC-9C45-8496A643569A}" dt="2022-11-30T08:58:25.054" v="1142" actId="478"/>
          <ac:cxnSpMkLst>
            <pc:docMk/>
            <pc:sldMk cId="2225980322" sldId="9832"/>
            <ac:cxnSpMk id="130" creationId="{2F0D03D7-FBDA-3128-6BE7-3E53BA70A1FC}"/>
          </ac:cxnSpMkLst>
        </pc:cxnChg>
        <pc:cxnChg chg="add del mod">
          <ac:chgData name="Robert, David Laurent (DI FA S SUP SPH)" userId="5007a9ee-182f-46ab-bc23-e9de1133d8e0" providerId="ADAL" clId="{AD93E19C-00DA-4AAC-9C45-8496A643569A}" dt="2022-11-30T08:56:51.572" v="1103" actId="478"/>
          <ac:cxnSpMkLst>
            <pc:docMk/>
            <pc:sldMk cId="2225980322" sldId="9832"/>
            <ac:cxnSpMk id="131" creationId="{B441F5DE-967D-EADC-4368-FC501B1A8AC5}"/>
          </ac:cxnSpMkLst>
        </pc:cxnChg>
        <pc:cxnChg chg="add del mod">
          <ac:chgData name="Robert, David Laurent (DI FA S SUP SPH)" userId="5007a9ee-182f-46ab-bc23-e9de1133d8e0" providerId="ADAL" clId="{AD93E19C-00DA-4AAC-9C45-8496A643569A}" dt="2022-11-30T08:56:50.969" v="1102" actId="478"/>
          <ac:cxnSpMkLst>
            <pc:docMk/>
            <pc:sldMk cId="2225980322" sldId="9832"/>
            <ac:cxnSpMk id="134" creationId="{67C29E07-6B33-CF55-50D2-6BB324492328}"/>
          </ac:cxnSpMkLst>
        </pc:cxnChg>
        <pc:cxnChg chg="add mod">
          <ac:chgData name="Robert, David Laurent (DI FA S SUP SPH)" userId="5007a9ee-182f-46ab-bc23-e9de1133d8e0" providerId="ADAL" clId="{AD93E19C-00DA-4AAC-9C45-8496A643569A}" dt="2022-11-30T08:59:23.022" v="1163" actId="1076"/>
          <ac:cxnSpMkLst>
            <pc:docMk/>
            <pc:sldMk cId="2225980322" sldId="9832"/>
            <ac:cxnSpMk id="137" creationId="{719C3727-15F3-6AF5-769E-6BCF742FD079}"/>
          </ac:cxnSpMkLst>
        </pc:cxnChg>
        <pc:cxnChg chg="mod">
          <ac:chgData name="Robert, David Laurent (DI FA S SUP SPH)" userId="5007a9ee-182f-46ab-bc23-e9de1133d8e0" providerId="ADAL" clId="{AD93E19C-00DA-4AAC-9C45-8496A643569A}" dt="2022-11-30T08:59:23.022" v="1163" actId="1076"/>
          <ac:cxnSpMkLst>
            <pc:docMk/>
            <pc:sldMk cId="2225980322" sldId="9832"/>
            <ac:cxnSpMk id="142" creationId="{DC9C430C-AB66-25C2-2A00-81ABB6D80A06}"/>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157" creationId="{8458CE1F-7360-4D9F-B369-03EED88F7E0C}"/>
          </ac:cxnSpMkLst>
        </pc:cxnChg>
        <pc:cxnChg chg="mod">
          <ac:chgData name="Robert, David Laurent (DI FA S SUP SPH)" userId="5007a9ee-182f-46ab-bc23-e9de1133d8e0" providerId="ADAL" clId="{AD93E19C-00DA-4AAC-9C45-8496A643569A}" dt="2022-11-30T08:59:23.022" v="1163" actId="1076"/>
          <ac:cxnSpMkLst>
            <pc:docMk/>
            <pc:sldMk cId="2225980322" sldId="9832"/>
            <ac:cxnSpMk id="167" creationId="{1942AFA9-F7E7-21BA-F042-82861256807D}"/>
          </ac:cxnSpMkLst>
        </pc:cxnChg>
        <pc:cxnChg chg="add mod">
          <ac:chgData name="Robert, David Laurent (DI FA S SUP SPH)" userId="5007a9ee-182f-46ab-bc23-e9de1133d8e0" providerId="ADAL" clId="{AD93E19C-00DA-4AAC-9C45-8496A643569A}" dt="2022-11-30T09:03:12.760" v="1402" actId="1038"/>
          <ac:cxnSpMkLst>
            <pc:docMk/>
            <pc:sldMk cId="2225980322" sldId="9832"/>
            <ac:cxnSpMk id="177" creationId="{22071DA7-EA5F-0A86-0D13-8FC2BA705DC9}"/>
          </ac:cxnSpMkLst>
        </pc:cxnChg>
        <pc:cxnChg chg="mod">
          <ac:chgData name="Robert, David Laurent (DI FA S SUP SPH)" userId="5007a9ee-182f-46ab-bc23-e9de1133d8e0" providerId="ADAL" clId="{AD93E19C-00DA-4AAC-9C45-8496A643569A}" dt="2022-11-30T08:59:23.022" v="1163" actId="1076"/>
          <ac:cxnSpMkLst>
            <pc:docMk/>
            <pc:sldMk cId="2225980322" sldId="9832"/>
            <ac:cxnSpMk id="183" creationId="{9BDBAAB2-FE30-88E9-09C6-A50E8BBF169F}"/>
          </ac:cxnSpMkLst>
        </pc:cxnChg>
        <pc:cxnChg chg="mod">
          <ac:chgData name="Robert, David Laurent (DI FA S SUP SPH)" userId="5007a9ee-182f-46ab-bc23-e9de1133d8e0" providerId="ADAL" clId="{AD93E19C-00DA-4AAC-9C45-8496A643569A}" dt="2022-11-30T08:59:23.022" v="1163" actId="1076"/>
          <ac:cxnSpMkLst>
            <pc:docMk/>
            <pc:sldMk cId="2225980322" sldId="9832"/>
            <ac:cxnSpMk id="186" creationId="{DC4F4742-C132-618E-EE1D-B1CB2B1F5608}"/>
          </ac:cxnSpMkLst>
        </pc:cxnChg>
        <pc:cxnChg chg="del">
          <ac:chgData name="Robert, David Laurent (DI FA S SUP SPH)" userId="5007a9ee-182f-46ab-bc23-e9de1133d8e0" providerId="ADAL" clId="{AD93E19C-00DA-4AAC-9C45-8496A643569A}" dt="2022-11-30T08:56:17.365" v="1089" actId="478"/>
          <ac:cxnSpMkLst>
            <pc:docMk/>
            <pc:sldMk cId="2225980322" sldId="9832"/>
            <ac:cxnSpMk id="206" creationId="{197A94EB-AB27-4DEC-9529-07F9A3699FF2}"/>
          </ac:cxnSpMkLst>
        </pc:cxnChg>
        <pc:cxnChg chg="add mod">
          <ac:chgData name="Robert, David Laurent (DI FA S SUP SPH)" userId="5007a9ee-182f-46ab-bc23-e9de1133d8e0" providerId="ADAL" clId="{AD93E19C-00DA-4AAC-9C45-8496A643569A}" dt="2022-11-30T09:00:59.194" v="1198" actId="1076"/>
          <ac:cxnSpMkLst>
            <pc:docMk/>
            <pc:sldMk cId="2225980322" sldId="9832"/>
            <ac:cxnSpMk id="227" creationId="{4FCCA6C0-CDC5-E467-FDD2-9C915C6CCDE6}"/>
          </ac:cxnSpMkLst>
        </pc:cxnChg>
        <pc:cxnChg chg="mod">
          <ac:chgData name="Robert, David Laurent (DI FA S SUP SPH)" userId="5007a9ee-182f-46ab-bc23-e9de1133d8e0" providerId="ADAL" clId="{AD93E19C-00DA-4AAC-9C45-8496A643569A}" dt="2022-11-30T09:00:59.194" v="1198" actId="1076"/>
          <ac:cxnSpMkLst>
            <pc:docMk/>
            <pc:sldMk cId="2225980322" sldId="9832"/>
            <ac:cxnSpMk id="232" creationId="{9ADDAF90-9BAA-D61E-C94C-4C1B4B4D0D12}"/>
          </ac:cxnSpMkLst>
        </pc:cxnChg>
      </pc:sldChg>
      <pc:sldChg chg="addSp delSp modSp add mod">
        <pc:chgData name="Robert, David Laurent (DI FA S SUP SPH)" userId="5007a9ee-182f-46ab-bc23-e9de1133d8e0" providerId="ADAL" clId="{AD93E19C-00DA-4AAC-9C45-8496A643569A}" dt="2022-11-30T09:07:07.787" v="1488" actId="1036"/>
        <pc:sldMkLst>
          <pc:docMk/>
          <pc:sldMk cId="3793418847" sldId="9833"/>
        </pc:sldMkLst>
        <pc:spChg chg="mod">
          <ac:chgData name="Robert, David Laurent (DI FA S SUP SPH)" userId="5007a9ee-182f-46ab-bc23-e9de1133d8e0" providerId="ADAL" clId="{AD93E19C-00DA-4AAC-9C45-8496A643569A}" dt="2022-11-30T09:05:34.945" v="1456"/>
          <ac:spMkLst>
            <pc:docMk/>
            <pc:sldMk cId="3793418847" sldId="9833"/>
            <ac:spMk id="4" creationId="{00000000-0000-0000-0000-000000000000}"/>
          </ac:spMkLst>
        </pc:spChg>
        <pc:spChg chg="mod">
          <ac:chgData name="Robert, David Laurent (DI FA S SUP SPH)" userId="5007a9ee-182f-46ab-bc23-e9de1133d8e0" providerId="ADAL" clId="{AD93E19C-00DA-4AAC-9C45-8496A643569A}" dt="2022-11-30T09:06:07.264" v="1461" actId="1076"/>
          <ac:spMkLst>
            <pc:docMk/>
            <pc:sldMk cId="3793418847" sldId="9833"/>
            <ac:spMk id="7" creationId="{9E027E59-7D01-5CF6-DC00-C6E7D662A8CC}"/>
          </ac:spMkLst>
        </pc:spChg>
        <pc:spChg chg="add mod">
          <ac:chgData name="Robert, David Laurent (DI FA S SUP SPH)" userId="5007a9ee-182f-46ab-bc23-e9de1133d8e0" providerId="ADAL" clId="{AD93E19C-00DA-4AAC-9C45-8496A643569A}" dt="2022-11-30T09:06:07.264" v="1461" actId="1076"/>
          <ac:spMkLst>
            <pc:docMk/>
            <pc:sldMk cId="3793418847" sldId="9833"/>
            <ac:spMk id="9" creationId="{07823A86-BAEF-3964-685A-3273BEF9AF05}"/>
          </ac:spMkLst>
        </pc:spChg>
        <pc:spChg chg="add mod">
          <ac:chgData name="Robert, David Laurent (DI FA S SUP SPH)" userId="5007a9ee-182f-46ab-bc23-e9de1133d8e0" providerId="ADAL" clId="{AD93E19C-00DA-4AAC-9C45-8496A643569A}" dt="2022-11-30T09:06:07.264" v="1461" actId="1076"/>
          <ac:spMkLst>
            <pc:docMk/>
            <pc:sldMk cId="3793418847" sldId="9833"/>
            <ac:spMk id="11" creationId="{8F612105-4455-A09E-F777-5D98E0AF10A1}"/>
          </ac:spMkLst>
        </pc:spChg>
        <pc:spChg chg="mod">
          <ac:chgData name="Robert, David Laurent (DI FA S SUP SPH)" userId="5007a9ee-182f-46ab-bc23-e9de1133d8e0" providerId="ADAL" clId="{AD93E19C-00DA-4AAC-9C45-8496A643569A}" dt="2022-11-30T09:06:25.984" v="1466" actId="1076"/>
          <ac:spMkLst>
            <pc:docMk/>
            <pc:sldMk cId="3793418847" sldId="9833"/>
            <ac:spMk id="14" creationId="{CFF8FC98-7CD9-17A9-6B93-64DBCD7EA366}"/>
          </ac:spMkLst>
        </pc:spChg>
        <pc:spChg chg="del">
          <ac:chgData name="Robert, David Laurent (DI FA S SUP SPH)" userId="5007a9ee-182f-46ab-bc23-e9de1133d8e0" providerId="ADAL" clId="{AD93E19C-00DA-4AAC-9C45-8496A643569A}" dt="2022-11-30T09:06:02.173" v="1459" actId="478"/>
          <ac:spMkLst>
            <pc:docMk/>
            <pc:sldMk cId="3793418847" sldId="9833"/>
            <ac:spMk id="140" creationId="{32715815-DB22-8B8B-4519-3D0E5DE25BD7}"/>
          </ac:spMkLst>
        </pc:spChg>
        <pc:spChg chg="del">
          <ac:chgData name="Robert, David Laurent (DI FA S SUP SPH)" userId="5007a9ee-182f-46ab-bc23-e9de1133d8e0" providerId="ADAL" clId="{AD93E19C-00DA-4AAC-9C45-8496A643569A}" dt="2022-11-30T09:06:13.485" v="1464" actId="478"/>
          <ac:spMkLst>
            <pc:docMk/>
            <pc:sldMk cId="3793418847" sldId="9833"/>
            <ac:spMk id="230" creationId="{785D8C21-803F-C9F7-D359-7A0A67C25268}"/>
          </ac:spMkLst>
        </pc:spChg>
        <pc:spChg chg="add mod">
          <ac:chgData name="Robert, David Laurent (DI FA S SUP SPH)" userId="5007a9ee-182f-46ab-bc23-e9de1133d8e0" providerId="ADAL" clId="{AD93E19C-00DA-4AAC-9C45-8496A643569A}" dt="2022-11-30T09:06:25.984" v="1466" actId="1076"/>
          <ac:spMkLst>
            <pc:docMk/>
            <pc:sldMk cId="3793418847" sldId="9833"/>
            <ac:spMk id="241" creationId="{5C170D01-0A46-193F-DF82-94AFAB0475D1}"/>
          </ac:spMkLst>
        </pc:spChg>
        <pc:spChg chg="add mod">
          <ac:chgData name="Robert, David Laurent (DI FA S SUP SPH)" userId="5007a9ee-182f-46ab-bc23-e9de1133d8e0" providerId="ADAL" clId="{AD93E19C-00DA-4AAC-9C45-8496A643569A}" dt="2022-11-30T09:06:25.984" v="1466" actId="1076"/>
          <ac:spMkLst>
            <pc:docMk/>
            <pc:sldMk cId="3793418847" sldId="9833"/>
            <ac:spMk id="242" creationId="{05D10ABC-C91D-3632-11D4-795620072853}"/>
          </ac:spMkLst>
        </pc:spChg>
        <pc:spChg chg="mod">
          <ac:chgData name="Robert, David Laurent (DI FA S SUP SPH)" userId="5007a9ee-182f-46ab-bc23-e9de1133d8e0" providerId="ADAL" clId="{AD93E19C-00DA-4AAC-9C45-8496A643569A}" dt="2022-11-30T09:06:49.863" v="1472" actId="1076"/>
          <ac:spMkLst>
            <pc:docMk/>
            <pc:sldMk cId="3793418847" sldId="9833"/>
            <ac:spMk id="250" creationId="{17DFD0B6-5742-049C-F2CA-02E50CD3E71D}"/>
          </ac:spMkLst>
        </pc:spChg>
        <pc:spChg chg="add mod">
          <ac:chgData name="Robert, David Laurent (DI FA S SUP SPH)" userId="5007a9ee-182f-46ab-bc23-e9de1133d8e0" providerId="ADAL" clId="{AD93E19C-00DA-4AAC-9C45-8496A643569A}" dt="2022-11-30T09:06:49.863" v="1472" actId="1076"/>
          <ac:spMkLst>
            <pc:docMk/>
            <pc:sldMk cId="3793418847" sldId="9833"/>
            <ac:spMk id="252" creationId="{A9F21039-5A34-41F7-4315-8FF0E59E5F82}"/>
          </ac:spMkLst>
        </pc:spChg>
        <pc:spChg chg="add mod">
          <ac:chgData name="Robert, David Laurent (DI FA S SUP SPH)" userId="5007a9ee-182f-46ab-bc23-e9de1133d8e0" providerId="ADAL" clId="{AD93E19C-00DA-4AAC-9C45-8496A643569A}" dt="2022-11-30T09:06:49.863" v="1472" actId="1076"/>
          <ac:spMkLst>
            <pc:docMk/>
            <pc:sldMk cId="3793418847" sldId="9833"/>
            <ac:spMk id="253" creationId="{870A8CA1-CEF9-64B8-8F65-CEE9E2A42CC9}"/>
          </ac:spMkLst>
        </pc:spChg>
        <pc:grpChg chg="add mod">
          <ac:chgData name="Robert, David Laurent (DI FA S SUP SPH)" userId="5007a9ee-182f-46ab-bc23-e9de1133d8e0" providerId="ADAL" clId="{AD93E19C-00DA-4AAC-9C45-8496A643569A}" dt="2022-11-30T09:06:07.264" v="1461" actId="1076"/>
          <ac:grpSpMkLst>
            <pc:docMk/>
            <pc:sldMk cId="3793418847" sldId="9833"/>
            <ac:grpSpMk id="3" creationId="{09EE5BB1-0112-F24F-E680-5C0FCB110549}"/>
          </ac:grpSpMkLst>
        </pc:grpChg>
        <pc:grpChg chg="add mod">
          <ac:chgData name="Robert, David Laurent (DI FA S SUP SPH)" userId="5007a9ee-182f-46ab-bc23-e9de1133d8e0" providerId="ADAL" clId="{AD93E19C-00DA-4AAC-9C45-8496A643569A}" dt="2022-11-30T09:06:25.984" v="1466" actId="1076"/>
          <ac:grpSpMkLst>
            <pc:docMk/>
            <pc:sldMk cId="3793418847" sldId="9833"/>
            <ac:grpSpMk id="12" creationId="{70F976F6-62E0-912C-7D86-10DE4188A24A}"/>
          </ac:grpSpMkLst>
        </pc:grpChg>
        <pc:grpChg chg="del">
          <ac:chgData name="Robert, David Laurent (DI FA S SUP SPH)" userId="5007a9ee-182f-46ab-bc23-e9de1133d8e0" providerId="ADAL" clId="{AD93E19C-00DA-4AAC-9C45-8496A643569A}" dt="2022-11-30T09:05:56.783" v="1458" actId="478"/>
          <ac:grpSpMkLst>
            <pc:docMk/>
            <pc:sldMk cId="3793418847" sldId="9833"/>
            <ac:grpSpMk id="141" creationId="{5909CC91-54F2-1C43-22C0-FB73451EB4B8}"/>
          </ac:grpSpMkLst>
        </pc:grpChg>
        <pc:grpChg chg="del">
          <ac:chgData name="Robert, David Laurent (DI FA S SUP SPH)" userId="5007a9ee-182f-46ab-bc23-e9de1133d8e0" providerId="ADAL" clId="{AD93E19C-00DA-4AAC-9C45-8496A643569A}" dt="2022-11-30T09:05:53.628" v="1457" actId="478"/>
          <ac:grpSpMkLst>
            <pc:docMk/>
            <pc:sldMk cId="3793418847" sldId="9833"/>
            <ac:grpSpMk id="145" creationId="{BDE2AA80-D146-C2B9-C8EC-E0FDC119BEFA}"/>
          </ac:grpSpMkLst>
        </pc:grpChg>
        <pc:grpChg chg="del">
          <ac:chgData name="Robert, David Laurent (DI FA S SUP SPH)" userId="5007a9ee-182f-46ab-bc23-e9de1133d8e0" providerId="ADAL" clId="{AD93E19C-00DA-4AAC-9C45-8496A643569A}" dt="2022-11-30T09:06:34.030" v="1469" actId="478"/>
          <ac:grpSpMkLst>
            <pc:docMk/>
            <pc:sldMk cId="3793418847" sldId="9833"/>
            <ac:grpSpMk id="182" creationId="{90F323CC-BA29-926C-170D-C21D900D6604}"/>
          </ac:grpSpMkLst>
        </pc:grpChg>
        <pc:grpChg chg="del">
          <ac:chgData name="Robert, David Laurent (DI FA S SUP SPH)" userId="5007a9ee-182f-46ab-bc23-e9de1133d8e0" providerId="ADAL" clId="{AD93E19C-00DA-4AAC-9C45-8496A643569A}" dt="2022-11-30T09:06:32.280" v="1468" actId="478"/>
          <ac:grpSpMkLst>
            <pc:docMk/>
            <pc:sldMk cId="3793418847" sldId="9833"/>
            <ac:grpSpMk id="185" creationId="{92D7E4F6-1D02-0903-BDB2-A97EE99BF435}"/>
          </ac:grpSpMkLst>
        </pc:grpChg>
        <pc:grpChg chg="mod ord">
          <ac:chgData name="Robert, David Laurent (DI FA S SUP SPH)" userId="5007a9ee-182f-46ab-bc23-e9de1133d8e0" providerId="ADAL" clId="{AD93E19C-00DA-4AAC-9C45-8496A643569A}" dt="2022-11-30T09:07:07.787" v="1488" actId="1036"/>
          <ac:grpSpMkLst>
            <pc:docMk/>
            <pc:sldMk cId="3793418847" sldId="9833"/>
            <ac:grpSpMk id="188" creationId="{C79271B1-9CA2-2EFB-6087-377062E92906}"/>
          </ac:grpSpMkLst>
        </pc:grpChg>
        <pc:grpChg chg="del">
          <ac:chgData name="Robert, David Laurent (DI FA S SUP SPH)" userId="5007a9ee-182f-46ab-bc23-e9de1133d8e0" providerId="ADAL" clId="{AD93E19C-00DA-4AAC-9C45-8496A643569A}" dt="2022-11-30T09:06:12.668" v="1463" actId="478"/>
          <ac:grpSpMkLst>
            <pc:docMk/>
            <pc:sldMk cId="3793418847" sldId="9833"/>
            <ac:grpSpMk id="231" creationId="{EED6BEFC-2146-DDB2-5352-4C614A25598C}"/>
          </ac:grpSpMkLst>
        </pc:grpChg>
        <pc:grpChg chg="del">
          <ac:chgData name="Robert, David Laurent (DI FA S SUP SPH)" userId="5007a9ee-182f-46ab-bc23-e9de1133d8e0" providerId="ADAL" clId="{AD93E19C-00DA-4AAC-9C45-8496A643569A}" dt="2022-11-30T09:06:11.599" v="1462" actId="478"/>
          <ac:grpSpMkLst>
            <pc:docMk/>
            <pc:sldMk cId="3793418847" sldId="9833"/>
            <ac:grpSpMk id="234" creationId="{AE3E63F8-660F-A16A-59D4-7E0F895AA76D}"/>
          </ac:grpSpMkLst>
        </pc:grpChg>
        <pc:grpChg chg="add mod">
          <ac:chgData name="Robert, David Laurent (DI FA S SUP SPH)" userId="5007a9ee-182f-46ab-bc23-e9de1133d8e0" providerId="ADAL" clId="{AD93E19C-00DA-4AAC-9C45-8496A643569A}" dt="2022-11-30T09:06:49.863" v="1472" actId="1076"/>
          <ac:grpSpMkLst>
            <pc:docMk/>
            <pc:sldMk cId="3793418847" sldId="9833"/>
            <ac:grpSpMk id="248" creationId="{81B80F1C-5C69-1A3E-4EFF-764393AE6D73}"/>
          </ac:grpSpMkLst>
        </pc:grpChg>
        <pc:picChg chg="add mod">
          <ac:chgData name="Robert, David Laurent (DI FA S SUP SPH)" userId="5007a9ee-182f-46ab-bc23-e9de1133d8e0" providerId="ADAL" clId="{AD93E19C-00DA-4AAC-9C45-8496A643569A}" dt="2022-11-30T09:06:07.264" v="1461" actId="1076"/>
          <ac:picMkLst>
            <pc:docMk/>
            <pc:sldMk cId="3793418847" sldId="9833"/>
            <ac:picMk id="8" creationId="{F5DA648A-1E6A-7408-0994-329D84E73080}"/>
          </ac:picMkLst>
        </pc:picChg>
        <pc:picChg chg="add mod">
          <ac:chgData name="Robert, David Laurent (DI FA S SUP SPH)" userId="5007a9ee-182f-46ab-bc23-e9de1133d8e0" providerId="ADAL" clId="{AD93E19C-00DA-4AAC-9C45-8496A643569A}" dt="2022-11-30T09:06:25.984" v="1466" actId="1076"/>
          <ac:picMkLst>
            <pc:docMk/>
            <pc:sldMk cId="3793418847" sldId="9833"/>
            <ac:picMk id="240" creationId="{DB8D6677-65E9-8EF9-4A1A-979B8983F225}"/>
          </ac:picMkLst>
        </pc:picChg>
        <pc:picChg chg="add del mod">
          <ac:chgData name="Robert, David Laurent (DI FA S SUP SPH)" userId="5007a9ee-182f-46ab-bc23-e9de1133d8e0" providerId="ADAL" clId="{AD93E19C-00DA-4AAC-9C45-8496A643569A}" dt="2022-11-30T09:06:52.453" v="1473" actId="478"/>
          <ac:picMkLst>
            <pc:docMk/>
            <pc:sldMk cId="3793418847" sldId="9833"/>
            <ac:picMk id="251" creationId="{4038E285-4B41-F9D4-241C-0BA461916617}"/>
          </ac:picMkLst>
        </pc:picChg>
        <pc:cxnChg chg="mod">
          <ac:chgData name="Robert, David Laurent (DI FA S SUP SPH)" userId="5007a9ee-182f-46ab-bc23-e9de1133d8e0" providerId="ADAL" clId="{AD93E19C-00DA-4AAC-9C45-8496A643569A}" dt="2022-11-30T09:06:07.264" v="1461" actId="1076"/>
          <ac:cxnSpMkLst>
            <pc:docMk/>
            <pc:sldMk cId="3793418847" sldId="9833"/>
            <ac:cxnSpMk id="5" creationId="{E24A1250-11C2-3903-5746-A213D4052B57}"/>
          </ac:cxnSpMkLst>
        </pc:cxnChg>
        <pc:cxnChg chg="mod">
          <ac:chgData name="Robert, David Laurent (DI FA S SUP SPH)" userId="5007a9ee-182f-46ab-bc23-e9de1133d8e0" providerId="ADAL" clId="{AD93E19C-00DA-4AAC-9C45-8496A643569A}" dt="2022-11-30T09:06:25.984" v="1466" actId="1076"/>
          <ac:cxnSpMkLst>
            <pc:docMk/>
            <pc:sldMk cId="3793418847" sldId="9833"/>
            <ac:cxnSpMk id="13" creationId="{15AD5117-6FC0-7110-6EC5-3F8E42819C76}"/>
          </ac:cxnSpMkLst>
        </pc:cxnChg>
        <pc:cxnChg chg="mod">
          <ac:chgData name="Robert, David Laurent (DI FA S SUP SPH)" userId="5007a9ee-182f-46ab-bc23-e9de1133d8e0" providerId="ADAL" clId="{AD93E19C-00DA-4AAC-9C45-8496A643569A}" dt="2022-11-30T09:06:39.937" v="1470" actId="14100"/>
          <ac:cxnSpMkLst>
            <pc:docMk/>
            <pc:sldMk cId="3793418847" sldId="9833"/>
            <ac:cxnSpMk id="177" creationId="{22071DA7-EA5F-0A86-0D13-8FC2BA705DC9}"/>
          </ac:cxnSpMkLst>
        </pc:cxnChg>
        <pc:cxnChg chg="mod">
          <ac:chgData name="Robert, David Laurent (DI FA S SUP SPH)" userId="5007a9ee-182f-46ab-bc23-e9de1133d8e0" providerId="ADAL" clId="{AD93E19C-00DA-4AAC-9C45-8496A643569A}" dt="2022-11-30T09:06:49.863" v="1472" actId="1076"/>
          <ac:cxnSpMkLst>
            <pc:docMk/>
            <pc:sldMk cId="3793418847" sldId="9833"/>
            <ac:cxnSpMk id="249" creationId="{7B7F5C12-B312-00F1-9E21-50A1C4EC253E}"/>
          </ac:cxnSpMkLst>
        </pc:cxnChg>
      </pc:sldChg>
    </pc:docChg>
  </pc:docChgLst>
  <pc:docChgLst>
    <pc:chgData name="Macher, Andreas (DI FA CTR PLC PPM)" userId="f1dcac62-7bef-43eb-91f0-927336a1714f" providerId="ADAL" clId="{F01817F1-5295-446A-942E-2AFE4D04D096}"/>
    <pc:docChg chg="undo custSel modSld modMainMaster">
      <pc:chgData name="Macher, Andreas (DI FA CTR PLC PPM)" userId="f1dcac62-7bef-43eb-91f0-927336a1714f" providerId="ADAL" clId="{F01817F1-5295-446A-942E-2AFE4D04D096}" dt="2022-12-08T14:54:22.984" v="587"/>
      <pc:docMkLst>
        <pc:docMk/>
      </pc:docMkLst>
      <pc:sldChg chg="modSp">
        <pc:chgData name="Macher, Andreas (DI FA CTR PLC PPM)" userId="f1dcac62-7bef-43eb-91f0-927336a1714f" providerId="ADAL" clId="{F01817F1-5295-446A-942E-2AFE4D04D096}" dt="2022-12-08T14:54:22.984" v="587"/>
        <pc:sldMkLst>
          <pc:docMk/>
          <pc:sldMk cId="3044083358" sldId="268"/>
        </pc:sldMkLst>
        <pc:spChg chg="mod">
          <ac:chgData name="Macher, Andreas (DI FA CTR PLC PPM)" userId="f1dcac62-7bef-43eb-91f0-927336a1714f" providerId="ADAL" clId="{F01817F1-5295-446A-942E-2AFE4D04D096}" dt="2022-12-08T14:54:22.984" v="587"/>
          <ac:spMkLst>
            <pc:docMk/>
            <pc:sldMk cId="3044083358" sldId="268"/>
            <ac:spMk id="2" creationId="{7D86EBFB-CE6A-4758-896A-AAD8E1D08CC8}"/>
          </ac:spMkLst>
        </pc:spChg>
      </pc:sldChg>
      <pc:sldChg chg="modSp">
        <pc:chgData name="Macher, Andreas (DI FA CTR PLC PPM)" userId="f1dcac62-7bef-43eb-91f0-927336a1714f" providerId="ADAL" clId="{F01817F1-5295-446A-942E-2AFE4D04D096}" dt="2022-12-08T14:54:22.984" v="587"/>
        <pc:sldMkLst>
          <pc:docMk/>
          <pc:sldMk cId="539676313" sldId="358"/>
        </pc:sldMkLst>
        <pc:spChg chg="mod">
          <ac:chgData name="Macher, Andreas (DI FA CTR PLC PPM)" userId="f1dcac62-7bef-43eb-91f0-927336a1714f" providerId="ADAL" clId="{F01817F1-5295-446A-942E-2AFE4D04D096}" dt="2022-12-08T14:54:22.984" v="587"/>
          <ac:spMkLst>
            <pc:docMk/>
            <pc:sldMk cId="539676313" sldId="358"/>
            <ac:spMk id="4" creationId="{3DD2FE0F-26C9-44A2-8E72-736EE0DE558E}"/>
          </ac:spMkLst>
        </pc:spChg>
      </pc:sldChg>
      <pc:sldChg chg="modSp mod">
        <pc:chgData name="Macher, Andreas (DI FA CTR PLC PPM)" userId="f1dcac62-7bef-43eb-91f0-927336a1714f" providerId="ADAL" clId="{F01817F1-5295-446A-942E-2AFE4D04D096}" dt="2022-12-08T14:54:22.984" v="587"/>
        <pc:sldMkLst>
          <pc:docMk/>
          <pc:sldMk cId="807292061" sldId="691"/>
        </pc:sldMkLst>
        <pc:spChg chg="mod">
          <ac:chgData name="Macher, Andreas (DI FA CTR PLC PPM)" userId="f1dcac62-7bef-43eb-91f0-927336a1714f" providerId="ADAL" clId="{F01817F1-5295-446A-942E-2AFE4D04D096}" dt="2022-12-08T14:54:22.984" v="587"/>
          <ac:spMkLst>
            <pc:docMk/>
            <pc:sldMk cId="807292061" sldId="691"/>
            <ac:spMk id="2" creationId="{14B36D8B-A456-4817-BDD8-C29BA942C350}"/>
          </ac:spMkLst>
        </pc:spChg>
        <pc:spChg chg="mod">
          <ac:chgData name="Macher, Andreas (DI FA CTR PLC PPM)" userId="f1dcac62-7bef-43eb-91f0-927336a1714f" providerId="ADAL" clId="{F01817F1-5295-446A-942E-2AFE4D04D096}" dt="2022-11-30T12:06:22.707" v="460" actId="20577"/>
          <ac:spMkLst>
            <pc:docMk/>
            <pc:sldMk cId="807292061" sldId="691"/>
            <ac:spMk id="5" creationId="{443FCF88-9CD6-42C8-819F-2DB7CA82EDD7}"/>
          </ac:spMkLst>
        </pc:spChg>
        <pc:spChg chg="mod">
          <ac:chgData name="Macher, Andreas (DI FA CTR PLC PPM)" userId="f1dcac62-7bef-43eb-91f0-927336a1714f" providerId="ADAL" clId="{F01817F1-5295-446A-942E-2AFE4D04D096}" dt="2022-11-30T12:03:07.977" v="407" actId="20577"/>
          <ac:spMkLst>
            <pc:docMk/>
            <pc:sldMk cId="807292061" sldId="691"/>
            <ac:spMk id="178" creationId="{689AB4B0-B61E-4ED4-A39B-8D76988EFAB3}"/>
          </ac:spMkLst>
        </pc:spChg>
        <pc:spChg chg="mod">
          <ac:chgData name="Macher, Andreas (DI FA CTR PLC PPM)" userId="f1dcac62-7bef-43eb-91f0-927336a1714f" providerId="ADAL" clId="{F01817F1-5295-446A-942E-2AFE4D04D096}" dt="2022-11-30T12:08:45.954" v="526" actId="20577"/>
          <ac:spMkLst>
            <pc:docMk/>
            <pc:sldMk cId="807292061" sldId="691"/>
            <ac:spMk id="192" creationId="{7CA7A0E3-E2B2-453E-A587-E25E5AFBDA39}"/>
          </ac:spMkLst>
        </pc:spChg>
        <pc:spChg chg="mod">
          <ac:chgData name="Macher, Andreas (DI FA CTR PLC PPM)" userId="f1dcac62-7bef-43eb-91f0-927336a1714f" providerId="ADAL" clId="{F01817F1-5295-446A-942E-2AFE4D04D096}" dt="2022-12-06T09:14:23.484" v="586" actId="6549"/>
          <ac:spMkLst>
            <pc:docMk/>
            <pc:sldMk cId="807292061" sldId="691"/>
            <ac:spMk id="223" creationId="{5EF2B022-5F7B-4F24-84C5-C67A6370DB38}"/>
          </ac:spMkLst>
        </pc:spChg>
      </pc:sldChg>
      <pc:sldChg chg="modSp mod">
        <pc:chgData name="Macher, Andreas (DI FA CTR PLC PPM)" userId="f1dcac62-7bef-43eb-91f0-927336a1714f" providerId="ADAL" clId="{F01817F1-5295-446A-942E-2AFE4D04D096}" dt="2022-12-08T14:54:22.984" v="587"/>
        <pc:sldMkLst>
          <pc:docMk/>
          <pc:sldMk cId="1481423018" sldId="692"/>
        </pc:sldMkLst>
        <pc:spChg chg="mod">
          <ac:chgData name="Macher, Andreas (DI FA CTR PLC PPM)" userId="f1dcac62-7bef-43eb-91f0-927336a1714f" providerId="ADAL" clId="{F01817F1-5295-446A-942E-2AFE4D04D096}" dt="2022-12-08T14:54:22.984" v="587"/>
          <ac:spMkLst>
            <pc:docMk/>
            <pc:sldMk cId="1481423018" sldId="692"/>
            <ac:spMk id="3" creationId="{6FCA71D7-BA9E-490E-AA69-1D57A0EBC6A4}"/>
          </ac:spMkLst>
        </pc:spChg>
        <pc:spChg chg="mod">
          <ac:chgData name="Macher, Andreas (DI FA CTR PLC PPM)" userId="f1dcac62-7bef-43eb-91f0-927336a1714f" providerId="ADAL" clId="{F01817F1-5295-446A-942E-2AFE4D04D096}" dt="2022-11-30T12:08:28.703" v="512" actId="20577"/>
          <ac:spMkLst>
            <pc:docMk/>
            <pc:sldMk cId="1481423018" sldId="692"/>
            <ac:spMk id="77" creationId="{96D0A282-D57F-483C-99CB-222657208537}"/>
          </ac:spMkLst>
        </pc:spChg>
        <pc:spChg chg="mod">
          <ac:chgData name="Macher, Andreas (DI FA CTR PLC PPM)" userId="f1dcac62-7bef-43eb-91f0-927336a1714f" providerId="ADAL" clId="{F01817F1-5295-446A-942E-2AFE4D04D096}" dt="2022-11-30T12:08:41.614" v="523" actId="20577"/>
          <ac:spMkLst>
            <pc:docMk/>
            <pc:sldMk cId="1481423018" sldId="692"/>
            <ac:spMk id="100" creationId="{DD2957FD-DACB-438E-A10A-AD3B09C4FF7F}"/>
          </ac:spMkLst>
        </pc:spChg>
        <pc:spChg chg="mod">
          <ac:chgData name="Macher, Andreas (DI FA CTR PLC PPM)" userId="f1dcac62-7bef-43eb-91f0-927336a1714f" providerId="ADAL" clId="{F01817F1-5295-446A-942E-2AFE4D04D096}" dt="2022-11-30T12:09:08.430" v="546" actId="20577"/>
          <ac:spMkLst>
            <pc:docMk/>
            <pc:sldMk cId="1481423018" sldId="692"/>
            <ac:spMk id="102" creationId="{2535A837-2A3E-498C-9FF1-8569893EA405}"/>
          </ac:spMkLst>
        </pc:spChg>
      </pc:sldChg>
      <pc:sldChg chg="modSp mod">
        <pc:chgData name="Macher, Andreas (DI FA CTR PLC PPM)" userId="f1dcac62-7bef-43eb-91f0-927336a1714f" providerId="ADAL" clId="{F01817F1-5295-446A-942E-2AFE4D04D096}" dt="2022-12-08T14:54:22.984" v="587"/>
        <pc:sldMkLst>
          <pc:docMk/>
          <pc:sldMk cId="222359172" sldId="2293"/>
        </pc:sldMkLst>
        <pc:spChg chg="mod">
          <ac:chgData name="Macher, Andreas (DI FA CTR PLC PPM)" userId="f1dcac62-7bef-43eb-91f0-927336a1714f" providerId="ADAL" clId="{F01817F1-5295-446A-942E-2AFE4D04D096}" dt="2022-12-08T14:54:22.984" v="587"/>
          <ac:spMkLst>
            <pc:docMk/>
            <pc:sldMk cId="222359172" sldId="2293"/>
            <ac:spMk id="4" creationId="{27605680-6566-43CE-94E2-FDAB77787E13}"/>
          </ac:spMkLst>
        </pc:spChg>
        <pc:spChg chg="mod">
          <ac:chgData name="Macher, Andreas (DI FA CTR PLC PPM)" userId="f1dcac62-7bef-43eb-91f0-927336a1714f" providerId="ADAL" clId="{F01817F1-5295-446A-942E-2AFE4D04D096}" dt="2022-11-30T11:47:40.811" v="221"/>
          <ac:spMkLst>
            <pc:docMk/>
            <pc:sldMk cId="222359172" sldId="2293"/>
            <ac:spMk id="5" creationId="{00000000-0000-0000-0000-000000000000}"/>
          </ac:spMkLst>
        </pc:spChg>
        <pc:spChg chg="mod">
          <ac:chgData name="Macher, Andreas (DI FA CTR PLC PPM)" userId="f1dcac62-7bef-43eb-91f0-927336a1714f" providerId="ADAL" clId="{F01817F1-5295-446A-942E-2AFE4D04D096}" dt="2022-11-30T11:47:19.963" v="220" actId="20577"/>
          <ac:spMkLst>
            <pc:docMk/>
            <pc:sldMk cId="222359172" sldId="2293"/>
            <ac:spMk id="35" creationId="{861DDED8-6BED-43D2-87AA-F48C75FEDB2D}"/>
          </ac:spMkLst>
        </pc:spChg>
      </pc:sldChg>
      <pc:sldChg chg="modSp mod">
        <pc:chgData name="Macher, Andreas (DI FA CTR PLC PPM)" userId="f1dcac62-7bef-43eb-91f0-927336a1714f" providerId="ADAL" clId="{F01817F1-5295-446A-942E-2AFE4D04D096}" dt="2022-12-08T14:54:22.984" v="587"/>
        <pc:sldMkLst>
          <pc:docMk/>
          <pc:sldMk cId="578210998" sldId="9072"/>
        </pc:sldMkLst>
        <pc:spChg chg="mod">
          <ac:chgData name="Macher, Andreas (DI FA CTR PLC PPM)" userId="f1dcac62-7bef-43eb-91f0-927336a1714f" providerId="ADAL" clId="{F01817F1-5295-446A-942E-2AFE4D04D096}" dt="2022-12-08T14:54:22.984" v="587"/>
          <ac:spMkLst>
            <pc:docMk/>
            <pc:sldMk cId="578210998" sldId="9072"/>
            <ac:spMk id="2" creationId="{0342A3D6-98FE-48A7-AFE2-71450107450D}"/>
          </ac:spMkLst>
        </pc:spChg>
        <pc:spChg chg="mod">
          <ac:chgData name="Macher, Andreas (DI FA CTR PLC PPM)" userId="f1dcac62-7bef-43eb-91f0-927336a1714f" providerId="ADAL" clId="{F01817F1-5295-446A-942E-2AFE4D04D096}" dt="2022-11-30T11:47:40.811" v="221"/>
          <ac:spMkLst>
            <pc:docMk/>
            <pc:sldMk cId="578210998" sldId="9072"/>
            <ac:spMk id="4" creationId="{A645F354-40D6-4D3D-BA93-7A74F09635B4}"/>
          </ac:spMkLst>
        </pc:spChg>
      </pc:sldChg>
      <pc:sldChg chg="modSp mod">
        <pc:chgData name="Macher, Andreas (DI FA CTR PLC PPM)" userId="f1dcac62-7bef-43eb-91f0-927336a1714f" providerId="ADAL" clId="{F01817F1-5295-446A-942E-2AFE4D04D096}" dt="2022-12-08T14:54:22.984" v="587"/>
        <pc:sldMkLst>
          <pc:docMk/>
          <pc:sldMk cId="1876916047" sldId="9782"/>
        </pc:sldMkLst>
        <pc:spChg chg="mod">
          <ac:chgData name="Macher, Andreas (DI FA CTR PLC PPM)" userId="f1dcac62-7bef-43eb-91f0-927336a1714f" providerId="ADAL" clId="{F01817F1-5295-446A-942E-2AFE4D04D096}" dt="2022-11-30T11:32:50.240" v="3" actId="790"/>
          <ac:spMkLst>
            <pc:docMk/>
            <pc:sldMk cId="1876916047" sldId="9782"/>
            <ac:spMk id="2" creationId="{27507DB2-A004-4C7F-BB03-CAB07E07A0D3}"/>
          </ac:spMkLst>
        </pc:spChg>
        <pc:spChg chg="mod">
          <ac:chgData name="Macher, Andreas (DI FA CTR PLC PPM)" userId="f1dcac62-7bef-43eb-91f0-927336a1714f" providerId="ADAL" clId="{F01817F1-5295-446A-942E-2AFE4D04D096}" dt="2022-12-08T14:54:22.984" v="587"/>
          <ac:spMkLst>
            <pc:docMk/>
            <pc:sldMk cId="1876916047" sldId="9782"/>
            <ac:spMk id="3" creationId="{38D101C9-5442-4E35-9BFD-3591529F0F77}"/>
          </ac:spMkLst>
        </pc:spChg>
        <pc:spChg chg="mod">
          <ac:chgData name="Macher, Andreas (DI FA CTR PLC PPM)" userId="f1dcac62-7bef-43eb-91f0-927336a1714f" providerId="ADAL" clId="{F01817F1-5295-446A-942E-2AFE4D04D096}" dt="2022-11-30T11:32:50.240" v="3" actId="790"/>
          <ac:spMkLst>
            <pc:docMk/>
            <pc:sldMk cId="1876916047" sldId="9782"/>
            <ac:spMk id="6" creationId="{C7413F94-559E-46DF-A817-2051A7BA92CB}"/>
          </ac:spMkLst>
        </pc:spChg>
      </pc:sldChg>
      <pc:sldChg chg="modSp mod">
        <pc:chgData name="Macher, Andreas (DI FA CTR PLC PPM)" userId="f1dcac62-7bef-43eb-91f0-927336a1714f" providerId="ADAL" clId="{F01817F1-5295-446A-942E-2AFE4D04D096}" dt="2022-12-08T14:54:22.984" v="587"/>
        <pc:sldMkLst>
          <pc:docMk/>
          <pc:sldMk cId="1590557290" sldId="9783"/>
        </pc:sldMkLst>
        <pc:spChg chg="mod">
          <ac:chgData name="Macher, Andreas (DI FA CTR PLC PPM)" userId="f1dcac62-7bef-43eb-91f0-927336a1714f" providerId="ADAL" clId="{F01817F1-5295-446A-942E-2AFE4D04D096}" dt="2022-11-30T11:33:18.666" v="11" actId="790"/>
          <ac:spMkLst>
            <pc:docMk/>
            <pc:sldMk cId="1590557290" sldId="9783"/>
            <ac:spMk id="2" creationId="{D844B46B-66FB-4F76-8B0E-37D7D4617D33}"/>
          </ac:spMkLst>
        </pc:spChg>
        <pc:spChg chg="mod">
          <ac:chgData name="Macher, Andreas (DI FA CTR PLC PPM)" userId="f1dcac62-7bef-43eb-91f0-927336a1714f" providerId="ADAL" clId="{F01817F1-5295-446A-942E-2AFE4D04D096}" dt="2022-12-08T14:54:22.984" v="587"/>
          <ac:spMkLst>
            <pc:docMk/>
            <pc:sldMk cId="1590557290" sldId="9783"/>
            <ac:spMk id="3" creationId="{06245AF5-1AE3-49EC-B4ED-2C4EC9A6E5FC}"/>
          </ac:spMkLst>
        </pc:spChg>
        <pc:spChg chg="mod">
          <ac:chgData name="Macher, Andreas (DI FA CTR PLC PPM)" userId="f1dcac62-7bef-43eb-91f0-927336a1714f" providerId="ADAL" clId="{F01817F1-5295-446A-942E-2AFE4D04D096}" dt="2022-11-30T11:40:54.221" v="56"/>
          <ac:spMkLst>
            <pc:docMk/>
            <pc:sldMk cId="1590557290" sldId="9783"/>
            <ac:spMk id="10" creationId="{7F70F895-8D0B-BEA6-E9B6-20DD207C718F}"/>
          </ac:spMkLst>
        </pc:spChg>
        <pc:spChg chg="mod">
          <ac:chgData name="Macher, Andreas (DI FA CTR PLC PPM)" userId="f1dcac62-7bef-43eb-91f0-927336a1714f" providerId="ADAL" clId="{F01817F1-5295-446A-942E-2AFE4D04D096}" dt="2022-11-30T11:33:18.666" v="11" actId="790"/>
          <ac:spMkLst>
            <pc:docMk/>
            <pc:sldMk cId="1590557290" sldId="9783"/>
            <ac:spMk id="12" creationId="{3BF9FC1A-DCE7-F594-B1EC-07B871F8E688}"/>
          </ac:spMkLst>
        </pc:spChg>
        <pc:spChg chg="mod">
          <ac:chgData name="Macher, Andreas (DI FA CTR PLC PPM)" userId="f1dcac62-7bef-43eb-91f0-927336a1714f" providerId="ADAL" clId="{F01817F1-5295-446A-942E-2AFE4D04D096}" dt="2022-11-30T11:33:18.666" v="11" actId="790"/>
          <ac:spMkLst>
            <pc:docMk/>
            <pc:sldMk cId="1590557290" sldId="9783"/>
            <ac:spMk id="13" creationId="{6F176501-B4A7-AE7E-EAE6-73410D5A8928}"/>
          </ac:spMkLst>
        </pc:spChg>
      </pc:sldChg>
      <pc:sldChg chg="modSp mod">
        <pc:chgData name="Macher, Andreas (DI FA CTR PLC PPM)" userId="f1dcac62-7bef-43eb-91f0-927336a1714f" providerId="ADAL" clId="{F01817F1-5295-446A-942E-2AFE4D04D096}" dt="2022-12-08T14:54:22.984" v="587"/>
        <pc:sldMkLst>
          <pc:docMk/>
          <pc:sldMk cId="2759157738" sldId="9785"/>
        </pc:sldMkLst>
        <pc:spChg chg="mod">
          <ac:chgData name="Macher, Andreas (DI FA CTR PLC PPM)" userId="f1dcac62-7bef-43eb-91f0-927336a1714f" providerId="ADAL" clId="{F01817F1-5295-446A-942E-2AFE4D04D096}" dt="2022-11-30T11:54:32.591" v="330" actId="20577"/>
          <ac:spMkLst>
            <pc:docMk/>
            <pc:sldMk cId="2759157738" sldId="9785"/>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2759157738" sldId="9785"/>
            <ac:spMk id="6" creationId="{52486D80-3DF7-470D-823E-765DCE86C853}"/>
          </ac:spMkLst>
        </pc:spChg>
        <pc:spChg chg="mod">
          <ac:chgData name="Macher, Andreas (DI FA CTR PLC PPM)" userId="f1dcac62-7bef-43eb-91f0-927336a1714f" providerId="ADAL" clId="{F01817F1-5295-446A-942E-2AFE4D04D096}" dt="2022-11-30T11:51:42.559" v="282" actId="14100"/>
          <ac:spMkLst>
            <pc:docMk/>
            <pc:sldMk cId="2759157738" sldId="9785"/>
            <ac:spMk id="20" creationId="{8D24A08D-0CDF-19CA-399C-36ED7A3CB0E6}"/>
          </ac:spMkLst>
        </pc:spChg>
        <pc:spChg chg="mod">
          <ac:chgData name="Macher, Andreas (DI FA CTR PLC PPM)" userId="f1dcac62-7bef-43eb-91f0-927336a1714f" providerId="ADAL" clId="{F01817F1-5295-446A-942E-2AFE4D04D096}" dt="2022-11-30T11:52:11.363" v="283"/>
          <ac:spMkLst>
            <pc:docMk/>
            <pc:sldMk cId="2759157738" sldId="9785"/>
            <ac:spMk id="25" creationId="{DBC4553A-8B20-C8DD-455C-2D4E07BB289C}"/>
          </ac:spMkLst>
        </pc:spChg>
      </pc:sldChg>
      <pc:sldChg chg="modSp mod">
        <pc:chgData name="Macher, Andreas (DI FA CTR PLC PPM)" userId="f1dcac62-7bef-43eb-91f0-927336a1714f" providerId="ADAL" clId="{F01817F1-5295-446A-942E-2AFE4D04D096}" dt="2022-12-08T14:54:22.984" v="587"/>
        <pc:sldMkLst>
          <pc:docMk/>
          <pc:sldMk cId="3176060108" sldId="9786"/>
        </pc:sldMkLst>
        <pc:spChg chg="mod">
          <ac:chgData name="Macher, Andreas (DI FA CTR PLC PPM)" userId="f1dcac62-7bef-43eb-91f0-927336a1714f" providerId="ADAL" clId="{F01817F1-5295-446A-942E-2AFE4D04D096}" dt="2022-12-08T14:54:22.984" v="587"/>
          <ac:spMkLst>
            <pc:docMk/>
            <pc:sldMk cId="3176060108" sldId="9786"/>
            <ac:spMk id="6" creationId="{52486D80-3DF7-470D-823E-765DCE86C853}"/>
          </ac:spMkLst>
        </pc:spChg>
        <pc:spChg chg="mod">
          <ac:chgData name="Macher, Andreas (DI FA CTR PLC PPM)" userId="f1dcac62-7bef-43eb-91f0-927336a1714f" providerId="ADAL" clId="{F01817F1-5295-446A-942E-2AFE4D04D096}" dt="2022-11-30T11:59:59.954" v="373" actId="313"/>
          <ac:spMkLst>
            <pc:docMk/>
            <pc:sldMk cId="3176060108" sldId="9786"/>
            <ac:spMk id="12" creationId="{8101872E-81BC-84D1-0301-71CF59D2DB31}"/>
          </ac:spMkLst>
        </pc:spChg>
        <pc:spChg chg="mod">
          <ac:chgData name="Macher, Andreas (DI FA CTR PLC PPM)" userId="f1dcac62-7bef-43eb-91f0-927336a1714f" providerId="ADAL" clId="{F01817F1-5295-446A-942E-2AFE4D04D096}" dt="2022-11-30T11:59:56.376" v="372" actId="20577"/>
          <ac:spMkLst>
            <pc:docMk/>
            <pc:sldMk cId="3176060108" sldId="9786"/>
            <ac:spMk id="14" creationId="{5EE1568C-2DC9-FB53-E444-19B8B3656904}"/>
          </ac:spMkLst>
        </pc:spChg>
        <pc:spChg chg="mod">
          <ac:chgData name="Macher, Andreas (DI FA CTR PLC PPM)" userId="f1dcac62-7bef-43eb-91f0-927336a1714f" providerId="ADAL" clId="{F01817F1-5295-446A-942E-2AFE4D04D096}" dt="2022-12-06T09:14:02.004" v="583" actId="20577"/>
          <ac:spMkLst>
            <pc:docMk/>
            <pc:sldMk cId="3176060108" sldId="9786"/>
            <ac:spMk id="19" creationId="{CF95FB38-C99E-7D9B-5A87-39FFB41CB83F}"/>
          </ac:spMkLst>
        </pc:spChg>
        <pc:spChg chg="mod">
          <ac:chgData name="Macher, Andreas (DI FA CTR PLC PPM)" userId="f1dcac62-7bef-43eb-91f0-927336a1714f" providerId="ADAL" clId="{F01817F1-5295-446A-942E-2AFE4D04D096}" dt="2022-11-30T12:00:15.298" v="382" actId="20577"/>
          <ac:spMkLst>
            <pc:docMk/>
            <pc:sldMk cId="3176060108" sldId="9786"/>
            <ac:spMk id="31" creationId="{2429C294-B850-9463-0DCB-6A1D6E04C040}"/>
          </ac:spMkLst>
        </pc:spChg>
      </pc:sldChg>
      <pc:sldChg chg="modSp">
        <pc:chgData name="Macher, Andreas (DI FA CTR PLC PPM)" userId="f1dcac62-7bef-43eb-91f0-927336a1714f" providerId="ADAL" clId="{F01817F1-5295-446A-942E-2AFE4D04D096}" dt="2022-12-08T14:54:22.984" v="587"/>
        <pc:sldMkLst>
          <pc:docMk/>
          <pc:sldMk cId="1616284151" sldId="9788"/>
        </pc:sldMkLst>
        <pc:spChg chg="mod">
          <ac:chgData name="Macher, Andreas (DI FA CTR PLC PPM)" userId="f1dcac62-7bef-43eb-91f0-927336a1714f" providerId="ADAL" clId="{F01817F1-5295-446A-942E-2AFE4D04D096}" dt="2022-11-30T11:52:11.363" v="283"/>
          <ac:spMkLst>
            <pc:docMk/>
            <pc:sldMk cId="1616284151" sldId="9788"/>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1616284151" sldId="9788"/>
            <ac:spMk id="6" creationId="{52486D80-3DF7-470D-823E-765DCE86C853}"/>
          </ac:spMkLst>
        </pc:spChg>
      </pc:sldChg>
      <pc:sldChg chg="delSp modSp mod">
        <pc:chgData name="Macher, Andreas (DI FA CTR PLC PPM)" userId="f1dcac62-7bef-43eb-91f0-927336a1714f" providerId="ADAL" clId="{F01817F1-5295-446A-942E-2AFE4D04D096}" dt="2022-12-08T14:54:22.984" v="587"/>
        <pc:sldMkLst>
          <pc:docMk/>
          <pc:sldMk cId="1880931230" sldId="9789"/>
        </pc:sldMkLst>
        <pc:spChg chg="mod">
          <ac:chgData name="Macher, Andreas (DI FA CTR PLC PPM)" userId="f1dcac62-7bef-43eb-91f0-927336a1714f" providerId="ADAL" clId="{F01817F1-5295-446A-942E-2AFE4D04D096}" dt="2022-11-30T11:52:11.363" v="283"/>
          <ac:spMkLst>
            <pc:docMk/>
            <pc:sldMk cId="1880931230" sldId="9789"/>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1880931230" sldId="9789"/>
            <ac:spMk id="6" creationId="{52486D80-3DF7-470D-823E-765DCE86C853}"/>
          </ac:spMkLst>
        </pc:spChg>
        <pc:spChg chg="mod">
          <ac:chgData name="Macher, Andreas (DI FA CTR PLC PPM)" userId="f1dcac62-7bef-43eb-91f0-927336a1714f" providerId="ADAL" clId="{F01817F1-5295-446A-942E-2AFE4D04D096}" dt="2022-11-30T11:56:15.663" v="347" actId="20577"/>
          <ac:spMkLst>
            <pc:docMk/>
            <pc:sldMk cId="1880931230" sldId="9789"/>
            <ac:spMk id="10" creationId="{24DF2E70-0482-ED61-5BDE-72ECF6C46F6A}"/>
          </ac:spMkLst>
        </pc:spChg>
        <pc:spChg chg="del">
          <ac:chgData name="Macher, Andreas (DI FA CTR PLC PPM)" userId="f1dcac62-7bef-43eb-91f0-927336a1714f" providerId="ADAL" clId="{F01817F1-5295-446A-942E-2AFE4D04D096}" dt="2022-11-30T11:58:09.093" v="348" actId="478"/>
          <ac:spMkLst>
            <pc:docMk/>
            <pc:sldMk cId="1880931230" sldId="9789"/>
            <ac:spMk id="98" creationId="{36292B79-EB0E-B51D-C1F9-564C106CF7E1}"/>
          </ac:spMkLst>
        </pc:spChg>
      </pc:sldChg>
      <pc:sldChg chg="modSp">
        <pc:chgData name="Macher, Andreas (DI FA CTR PLC PPM)" userId="f1dcac62-7bef-43eb-91f0-927336a1714f" providerId="ADAL" clId="{F01817F1-5295-446A-942E-2AFE4D04D096}" dt="2022-12-08T14:54:22.984" v="587"/>
        <pc:sldMkLst>
          <pc:docMk/>
          <pc:sldMk cId="1392358963" sldId="9805"/>
        </pc:sldMkLst>
        <pc:spChg chg="mod">
          <ac:chgData name="Macher, Andreas (DI FA CTR PLC PPM)" userId="f1dcac62-7bef-43eb-91f0-927336a1714f" providerId="ADAL" clId="{F01817F1-5295-446A-942E-2AFE4D04D096}" dt="2022-11-30T11:52:11.363" v="283"/>
          <ac:spMkLst>
            <pc:docMk/>
            <pc:sldMk cId="1392358963" sldId="9805"/>
            <ac:spMk id="2" creationId="{63DF9877-DD35-6969-BEA5-BA03ACDEB10B}"/>
          </ac:spMkLst>
        </pc:spChg>
        <pc:spChg chg="mod">
          <ac:chgData name="Macher, Andreas (DI FA CTR PLC PPM)" userId="f1dcac62-7bef-43eb-91f0-927336a1714f" providerId="ADAL" clId="{F01817F1-5295-446A-942E-2AFE4D04D096}" dt="2022-12-08T14:54:22.984" v="587"/>
          <ac:spMkLst>
            <pc:docMk/>
            <pc:sldMk cId="1392358963" sldId="9805"/>
            <ac:spMk id="3" creationId="{5B29ED0E-BD37-60C9-B59B-A2601008EAE3}"/>
          </ac:spMkLst>
        </pc:spChg>
      </pc:sldChg>
      <pc:sldChg chg="modSp mod">
        <pc:chgData name="Macher, Andreas (DI FA CTR PLC PPM)" userId="f1dcac62-7bef-43eb-91f0-927336a1714f" providerId="ADAL" clId="{F01817F1-5295-446A-942E-2AFE4D04D096}" dt="2022-12-08T14:54:22.984" v="587"/>
        <pc:sldMkLst>
          <pc:docMk/>
          <pc:sldMk cId="3309115475" sldId="9806"/>
        </pc:sldMkLst>
        <pc:spChg chg="mod">
          <ac:chgData name="Macher, Andreas (DI FA CTR PLC PPM)" userId="f1dcac62-7bef-43eb-91f0-927336a1714f" providerId="ADAL" clId="{F01817F1-5295-446A-942E-2AFE4D04D096}" dt="2022-11-30T11:52:11.363" v="283"/>
          <ac:spMkLst>
            <pc:docMk/>
            <pc:sldMk cId="3309115475" sldId="9806"/>
            <ac:spMk id="2" creationId="{63DF9877-DD35-6969-BEA5-BA03ACDEB10B}"/>
          </ac:spMkLst>
        </pc:spChg>
        <pc:spChg chg="mod">
          <ac:chgData name="Macher, Andreas (DI FA CTR PLC PPM)" userId="f1dcac62-7bef-43eb-91f0-927336a1714f" providerId="ADAL" clId="{F01817F1-5295-446A-942E-2AFE4D04D096}" dt="2022-12-08T14:54:22.984" v="587"/>
          <ac:spMkLst>
            <pc:docMk/>
            <pc:sldMk cId="3309115475" sldId="9806"/>
            <ac:spMk id="3" creationId="{5B29ED0E-BD37-60C9-B59B-A2601008EAE3}"/>
          </ac:spMkLst>
        </pc:spChg>
        <pc:spChg chg="mod">
          <ac:chgData name="Macher, Andreas (DI FA CTR PLC PPM)" userId="f1dcac62-7bef-43eb-91f0-927336a1714f" providerId="ADAL" clId="{F01817F1-5295-446A-942E-2AFE4D04D096}" dt="2022-11-30T11:55:49.540" v="340" actId="20577"/>
          <ac:spMkLst>
            <pc:docMk/>
            <pc:sldMk cId="3309115475" sldId="9806"/>
            <ac:spMk id="93" creationId="{91BE891F-AC93-365F-4BF6-85912C341C01}"/>
          </ac:spMkLst>
        </pc:spChg>
      </pc:sldChg>
      <pc:sldChg chg="modSp mod">
        <pc:chgData name="Macher, Andreas (DI FA CTR PLC PPM)" userId="f1dcac62-7bef-43eb-91f0-927336a1714f" providerId="ADAL" clId="{F01817F1-5295-446A-942E-2AFE4D04D096}" dt="2022-12-08T14:54:22.984" v="587"/>
        <pc:sldMkLst>
          <pc:docMk/>
          <pc:sldMk cId="491844424" sldId="9808"/>
        </pc:sldMkLst>
        <pc:spChg chg="mod">
          <ac:chgData name="Macher, Andreas (DI FA CTR PLC PPM)" userId="f1dcac62-7bef-43eb-91f0-927336a1714f" providerId="ADAL" clId="{F01817F1-5295-446A-942E-2AFE4D04D096}" dt="2022-11-30T11:59:01.957" v="350"/>
          <ac:spMkLst>
            <pc:docMk/>
            <pc:sldMk cId="491844424" sldId="9808"/>
            <ac:spMk id="2" creationId="{00000000-0000-0000-0000-000000000000}"/>
          </ac:spMkLst>
        </pc:spChg>
        <pc:spChg chg="mod">
          <ac:chgData name="Macher, Andreas (DI FA CTR PLC PPM)" userId="f1dcac62-7bef-43eb-91f0-927336a1714f" providerId="ADAL" clId="{F01817F1-5295-446A-942E-2AFE4D04D096}" dt="2022-11-30T11:58:40.301" v="349" actId="790"/>
          <ac:spMkLst>
            <pc:docMk/>
            <pc:sldMk cId="491844424" sldId="9808"/>
            <ac:spMk id="5" creationId="{967EF107-C4CD-78FF-DB47-0AB8F62EC3ED}"/>
          </ac:spMkLst>
        </pc:spChg>
        <pc:spChg chg="mod">
          <ac:chgData name="Macher, Andreas (DI FA CTR PLC PPM)" userId="f1dcac62-7bef-43eb-91f0-927336a1714f" providerId="ADAL" clId="{F01817F1-5295-446A-942E-2AFE4D04D096}" dt="2022-12-08T14:54:22.984" v="587"/>
          <ac:spMkLst>
            <pc:docMk/>
            <pc:sldMk cId="491844424" sldId="9808"/>
            <ac:spMk id="6" creationId="{52486D80-3DF7-470D-823E-765DCE86C853}"/>
          </ac:spMkLst>
        </pc:spChg>
        <pc:spChg chg="mod">
          <ac:chgData name="Macher, Andreas (DI FA CTR PLC PPM)" userId="f1dcac62-7bef-43eb-91f0-927336a1714f" providerId="ADAL" clId="{F01817F1-5295-446A-942E-2AFE4D04D096}" dt="2022-11-30T11:58:40.301" v="349" actId="790"/>
          <ac:spMkLst>
            <pc:docMk/>
            <pc:sldMk cId="491844424" sldId="9808"/>
            <ac:spMk id="11" creationId="{B3E975CA-02C2-67E6-1DCA-773754A74E00}"/>
          </ac:spMkLst>
        </pc:spChg>
        <pc:spChg chg="mod">
          <ac:chgData name="Macher, Andreas (DI FA CTR PLC PPM)" userId="f1dcac62-7bef-43eb-91f0-927336a1714f" providerId="ADAL" clId="{F01817F1-5295-446A-942E-2AFE4D04D096}" dt="2022-11-30T11:58:40.301" v="349" actId="790"/>
          <ac:spMkLst>
            <pc:docMk/>
            <pc:sldMk cId="491844424" sldId="9808"/>
            <ac:spMk id="12" creationId="{53DD7394-0E10-88E6-252F-0E6568DFA907}"/>
          </ac:spMkLst>
        </pc:spChg>
        <pc:spChg chg="mod">
          <ac:chgData name="Macher, Andreas (DI FA CTR PLC PPM)" userId="f1dcac62-7bef-43eb-91f0-927336a1714f" providerId="ADAL" clId="{F01817F1-5295-446A-942E-2AFE4D04D096}" dt="2022-11-30T11:58:40.301" v="349" actId="790"/>
          <ac:spMkLst>
            <pc:docMk/>
            <pc:sldMk cId="491844424" sldId="9808"/>
            <ac:spMk id="17" creationId="{029F11EC-C3A0-DBF2-4E23-9B6D4E42DA71}"/>
          </ac:spMkLst>
        </pc:spChg>
        <pc:spChg chg="mod">
          <ac:chgData name="Macher, Andreas (DI FA CTR PLC PPM)" userId="f1dcac62-7bef-43eb-91f0-927336a1714f" providerId="ADAL" clId="{F01817F1-5295-446A-942E-2AFE4D04D096}" dt="2022-11-30T11:59:11.834" v="354" actId="20577"/>
          <ac:spMkLst>
            <pc:docMk/>
            <pc:sldMk cId="491844424" sldId="9808"/>
            <ac:spMk id="21" creationId="{A7B25241-28C8-14A8-F936-F4A0A4EA992F}"/>
          </ac:spMkLst>
        </pc:spChg>
        <pc:spChg chg="mod">
          <ac:chgData name="Macher, Andreas (DI FA CTR PLC PPM)" userId="f1dcac62-7bef-43eb-91f0-927336a1714f" providerId="ADAL" clId="{F01817F1-5295-446A-942E-2AFE4D04D096}" dt="2022-11-30T11:58:40.301" v="349" actId="790"/>
          <ac:spMkLst>
            <pc:docMk/>
            <pc:sldMk cId="491844424" sldId="9808"/>
            <ac:spMk id="56" creationId="{578A4E19-8177-C3DD-CE83-51840334EAD0}"/>
          </ac:spMkLst>
        </pc:spChg>
      </pc:sldChg>
      <pc:sldChg chg="addSp delSp modSp mod">
        <pc:chgData name="Macher, Andreas (DI FA CTR PLC PPM)" userId="f1dcac62-7bef-43eb-91f0-927336a1714f" providerId="ADAL" clId="{F01817F1-5295-446A-942E-2AFE4D04D096}" dt="2022-12-08T14:54:22.984" v="587"/>
        <pc:sldMkLst>
          <pc:docMk/>
          <pc:sldMk cId="3916877892" sldId="9810"/>
        </pc:sldMkLst>
        <pc:spChg chg="mod">
          <ac:chgData name="Macher, Andreas (DI FA CTR PLC PPM)" userId="f1dcac62-7bef-43eb-91f0-927336a1714f" providerId="ADAL" clId="{F01817F1-5295-446A-942E-2AFE4D04D096}" dt="2022-11-30T11:41:29.591" v="69" actId="790"/>
          <ac:spMkLst>
            <pc:docMk/>
            <pc:sldMk cId="3916877892" sldId="9810"/>
            <ac:spMk id="2" creationId="{E0D43D06-A06E-E8F3-3E1C-A8D61564943D}"/>
          </ac:spMkLst>
        </pc:spChg>
        <pc:spChg chg="mod">
          <ac:chgData name="Macher, Andreas (DI FA CTR PLC PPM)" userId="f1dcac62-7bef-43eb-91f0-927336a1714f" providerId="ADAL" clId="{F01817F1-5295-446A-942E-2AFE4D04D096}" dt="2022-12-08T14:54:22.984" v="587"/>
          <ac:spMkLst>
            <pc:docMk/>
            <pc:sldMk cId="3916877892" sldId="9810"/>
            <ac:spMk id="3" creationId="{2EB9421E-1941-28A0-58C5-A9E5DFFFEBBC}"/>
          </ac:spMkLst>
        </pc:spChg>
        <pc:spChg chg="mod">
          <ac:chgData name="Macher, Andreas (DI FA CTR PLC PPM)" userId="f1dcac62-7bef-43eb-91f0-927336a1714f" providerId="ADAL" clId="{F01817F1-5295-446A-942E-2AFE4D04D096}" dt="2022-11-30T11:41:29.591" v="69" actId="790"/>
          <ac:spMkLst>
            <pc:docMk/>
            <pc:sldMk cId="3916877892" sldId="9810"/>
            <ac:spMk id="4" creationId="{8C10A72C-A7ED-A7F9-4CCB-AE6A502B64AE}"/>
          </ac:spMkLst>
        </pc:spChg>
        <pc:spChg chg="mod">
          <ac:chgData name="Macher, Andreas (DI FA CTR PLC PPM)" userId="f1dcac62-7bef-43eb-91f0-927336a1714f" providerId="ADAL" clId="{F01817F1-5295-446A-942E-2AFE4D04D096}" dt="2022-11-30T11:41:29.591" v="69" actId="790"/>
          <ac:spMkLst>
            <pc:docMk/>
            <pc:sldMk cId="3916877892" sldId="9810"/>
            <ac:spMk id="5" creationId="{8625DC4C-BA9F-B03D-EA4D-9677D674E39D}"/>
          </ac:spMkLst>
        </pc:spChg>
        <pc:spChg chg="mod">
          <ac:chgData name="Macher, Andreas (DI FA CTR PLC PPM)" userId="f1dcac62-7bef-43eb-91f0-927336a1714f" providerId="ADAL" clId="{F01817F1-5295-446A-942E-2AFE4D04D096}" dt="2022-11-30T11:41:29.591" v="69" actId="790"/>
          <ac:spMkLst>
            <pc:docMk/>
            <pc:sldMk cId="3916877892" sldId="9810"/>
            <ac:spMk id="8" creationId="{6ED84A5E-9DEB-B8FD-5DFB-0781797F2968}"/>
          </ac:spMkLst>
        </pc:spChg>
        <pc:spChg chg="mod">
          <ac:chgData name="Macher, Andreas (DI FA CTR PLC PPM)" userId="f1dcac62-7bef-43eb-91f0-927336a1714f" providerId="ADAL" clId="{F01817F1-5295-446A-942E-2AFE4D04D096}" dt="2022-11-30T11:41:29.591" v="69" actId="790"/>
          <ac:spMkLst>
            <pc:docMk/>
            <pc:sldMk cId="3916877892" sldId="9810"/>
            <ac:spMk id="9" creationId="{192794A1-4B50-0C90-C8EF-BB223A0682B1}"/>
          </ac:spMkLst>
        </pc:spChg>
        <pc:spChg chg="mod">
          <ac:chgData name="Macher, Andreas (DI FA CTR PLC PPM)" userId="f1dcac62-7bef-43eb-91f0-927336a1714f" providerId="ADAL" clId="{F01817F1-5295-446A-942E-2AFE4D04D096}" dt="2022-11-30T11:41:29.591" v="69" actId="790"/>
          <ac:spMkLst>
            <pc:docMk/>
            <pc:sldMk cId="3916877892" sldId="9810"/>
            <ac:spMk id="10" creationId="{43D8B34B-37C4-F4BF-5CCA-D96A46D11158}"/>
          </ac:spMkLst>
        </pc:spChg>
        <pc:spChg chg="mod">
          <ac:chgData name="Macher, Andreas (DI FA CTR PLC PPM)" userId="f1dcac62-7bef-43eb-91f0-927336a1714f" providerId="ADAL" clId="{F01817F1-5295-446A-942E-2AFE4D04D096}" dt="2022-11-30T11:41:29.591" v="69" actId="790"/>
          <ac:spMkLst>
            <pc:docMk/>
            <pc:sldMk cId="3916877892" sldId="9810"/>
            <ac:spMk id="11" creationId="{4CDB752D-D6FA-A16F-EC98-5B365D3913BD}"/>
          </ac:spMkLst>
        </pc:spChg>
        <pc:spChg chg="mod">
          <ac:chgData name="Macher, Andreas (DI FA CTR PLC PPM)" userId="f1dcac62-7bef-43eb-91f0-927336a1714f" providerId="ADAL" clId="{F01817F1-5295-446A-942E-2AFE4D04D096}" dt="2022-11-30T11:41:29.591" v="69" actId="790"/>
          <ac:spMkLst>
            <pc:docMk/>
            <pc:sldMk cId="3916877892" sldId="9810"/>
            <ac:spMk id="15" creationId="{27220042-5952-1B55-8755-0F5C07E7982A}"/>
          </ac:spMkLst>
        </pc:spChg>
        <pc:spChg chg="mod">
          <ac:chgData name="Macher, Andreas (DI FA CTR PLC PPM)" userId="f1dcac62-7bef-43eb-91f0-927336a1714f" providerId="ADAL" clId="{F01817F1-5295-446A-942E-2AFE4D04D096}" dt="2022-11-30T11:41:29.591" v="69" actId="790"/>
          <ac:spMkLst>
            <pc:docMk/>
            <pc:sldMk cId="3916877892" sldId="9810"/>
            <ac:spMk id="16" creationId="{1A0C5D08-D449-B36D-6756-A79D0A10E13B}"/>
          </ac:spMkLst>
        </pc:spChg>
        <pc:spChg chg="mod">
          <ac:chgData name="Macher, Andreas (DI FA CTR PLC PPM)" userId="f1dcac62-7bef-43eb-91f0-927336a1714f" providerId="ADAL" clId="{F01817F1-5295-446A-942E-2AFE4D04D096}" dt="2022-11-30T11:41:29.591" v="69" actId="790"/>
          <ac:spMkLst>
            <pc:docMk/>
            <pc:sldMk cId="3916877892" sldId="9810"/>
            <ac:spMk id="19" creationId="{714C58E9-5A09-6C14-549A-A7594B1D303F}"/>
          </ac:spMkLst>
        </pc:spChg>
        <pc:spChg chg="mod">
          <ac:chgData name="Macher, Andreas (DI FA CTR PLC PPM)" userId="f1dcac62-7bef-43eb-91f0-927336a1714f" providerId="ADAL" clId="{F01817F1-5295-446A-942E-2AFE4D04D096}" dt="2022-11-30T11:41:29.591" v="69" actId="790"/>
          <ac:spMkLst>
            <pc:docMk/>
            <pc:sldMk cId="3916877892" sldId="9810"/>
            <ac:spMk id="20" creationId="{C107E862-F96D-1CE3-06D8-F3A8A8B04987}"/>
          </ac:spMkLst>
        </pc:spChg>
        <pc:spChg chg="mod">
          <ac:chgData name="Macher, Andreas (DI FA CTR PLC PPM)" userId="f1dcac62-7bef-43eb-91f0-927336a1714f" providerId="ADAL" clId="{F01817F1-5295-446A-942E-2AFE4D04D096}" dt="2022-11-30T11:41:29.591" v="69" actId="790"/>
          <ac:spMkLst>
            <pc:docMk/>
            <pc:sldMk cId="3916877892" sldId="9810"/>
            <ac:spMk id="22" creationId="{9CD8AAEC-2DFE-0CBB-173C-71FC88147558}"/>
          </ac:spMkLst>
        </pc:spChg>
        <pc:spChg chg="mod">
          <ac:chgData name="Macher, Andreas (DI FA CTR PLC PPM)" userId="f1dcac62-7bef-43eb-91f0-927336a1714f" providerId="ADAL" clId="{F01817F1-5295-446A-942E-2AFE4D04D096}" dt="2022-11-30T11:41:29.591" v="69" actId="790"/>
          <ac:spMkLst>
            <pc:docMk/>
            <pc:sldMk cId="3916877892" sldId="9810"/>
            <ac:spMk id="23" creationId="{FF3AEAFC-7B0C-CAB5-3D1A-52F7A61E8AAD}"/>
          </ac:spMkLst>
        </pc:spChg>
        <pc:spChg chg="mod">
          <ac:chgData name="Macher, Andreas (DI FA CTR PLC PPM)" userId="f1dcac62-7bef-43eb-91f0-927336a1714f" providerId="ADAL" clId="{F01817F1-5295-446A-942E-2AFE4D04D096}" dt="2022-11-30T11:41:29.591" v="69" actId="790"/>
          <ac:spMkLst>
            <pc:docMk/>
            <pc:sldMk cId="3916877892" sldId="9810"/>
            <ac:spMk id="24" creationId="{5FE0404A-61BD-2084-6261-5A8E9A0B8DE6}"/>
          </ac:spMkLst>
        </pc:spChg>
        <pc:spChg chg="mod">
          <ac:chgData name="Macher, Andreas (DI FA CTR PLC PPM)" userId="f1dcac62-7bef-43eb-91f0-927336a1714f" providerId="ADAL" clId="{F01817F1-5295-446A-942E-2AFE4D04D096}" dt="2022-11-30T11:41:29.591" v="69" actId="790"/>
          <ac:spMkLst>
            <pc:docMk/>
            <pc:sldMk cId="3916877892" sldId="9810"/>
            <ac:spMk id="25" creationId="{E5808424-89BE-6A49-2776-5976D3937BDB}"/>
          </ac:spMkLst>
        </pc:spChg>
        <pc:spChg chg="mod">
          <ac:chgData name="Macher, Andreas (DI FA CTR PLC PPM)" userId="f1dcac62-7bef-43eb-91f0-927336a1714f" providerId="ADAL" clId="{F01817F1-5295-446A-942E-2AFE4D04D096}" dt="2022-11-30T11:41:29.591" v="69" actId="790"/>
          <ac:spMkLst>
            <pc:docMk/>
            <pc:sldMk cId="3916877892" sldId="9810"/>
            <ac:spMk id="26" creationId="{EE0EF6CF-DE35-80F4-85A9-257068D8934B}"/>
          </ac:spMkLst>
        </pc:spChg>
        <pc:spChg chg="mod">
          <ac:chgData name="Macher, Andreas (DI FA CTR PLC PPM)" userId="f1dcac62-7bef-43eb-91f0-927336a1714f" providerId="ADAL" clId="{F01817F1-5295-446A-942E-2AFE4D04D096}" dt="2022-11-30T11:41:29.591" v="69" actId="790"/>
          <ac:spMkLst>
            <pc:docMk/>
            <pc:sldMk cId="3916877892" sldId="9810"/>
            <ac:spMk id="36" creationId="{7D81EA4D-664E-9B6D-7C76-7FF947DCEE32}"/>
          </ac:spMkLst>
        </pc:spChg>
        <pc:spChg chg="mod">
          <ac:chgData name="Macher, Andreas (DI FA CTR PLC PPM)" userId="f1dcac62-7bef-43eb-91f0-927336a1714f" providerId="ADAL" clId="{F01817F1-5295-446A-942E-2AFE4D04D096}" dt="2022-11-30T11:41:29.591" v="69" actId="790"/>
          <ac:spMkLst>
            <pc:docMk/>
            <pc:sldMk cId="3916877892" sldId="9810"/>
            <ac:spMk id="38" creationId="{4A1519BE-13DC-4336-2E37-47A9B20D833B}"/>
          </ac:spMkLst>
        </pc:spChg>
        <pc:spChg chg="mod">
          <ac:chgData name="Macher, Andreas (DI FA CTR PLC PPM)" userId="f1dcac62-7bef-43eb-91f0-927336a1714f" providerId="ADAL" clId="{F01817F1-5295-446A-942E-2AFE4D04D096}" dt="2022-11-30T11:41:29.591" v="69" actId="790"/>
          <ac:spMkLst>
            <pc:docMk/>
            <pc:sldMk cId="3916877892" sldId="9810"/>
            <ac:spMk id="39" creationId="{3B91537C-52B7-5993-C99D-0DAE91C67811}"/>
          </ac:spMkLst>
        </pc:spChg>
        <pc:spChg chg="mod">
          <ac:chgData name="Macher, Andreas (DI FA CTR PLC PPM)" userId="f1dcac62-7bef-43eb-91f0-927336a1714f" providerId="ADAL" clId="{F01817F1-5295-446A-942E-2AFE4D04D096}" dt="2022-11-30T11:41:29.591" v="69" actId="790"/>
          <ac:spMkLst>
            <pc:docMk/>
            <pc:sldMk cId="3916877892" sldId="9810"/>
            <ac:spMk id="40" creationId="{D015B57C-A415-8576-DB2E-22EB579167A7}"/>
          </ac:spMkLst>
        </pc:spChg>
        <pc:spChg chg="mod">
          <ac:chgData name="Macher, Andreas (DI FA CTR PLC PPM)" userId="f1dcac62-7bef-43eb-91f0-927336a1714f" providerId="ADAL" clId="{F01817F1-5295-446A-942E-2AFE4D04D096}" dt="2022-11-30T11:41:29.591" v="69" actId="790"/>
          <ac:spMkLst>
            <pc:docMk/>
            <pc:sldMk cId="3916877892" sldId="9810"/>
            <ac:spMk id="41" creationId="{56C62254-4C56-7FAC-CB94-B91A09B92EEE}"/>
          </ac:spMkLst>
        </pc:spChg>
        <pc:spChg chg="mod">
          <ac:chgData name="Macher, Andreas (DI FA CTR PLC PPM)" userId="f1dcac62-7bef-43eb-91f0-927336a1714f" providerId="ADAL" clId="{F01817F1-5295-446A-942E-2AFE4D04D096}" dt="2022-11-30T11:41:29.591" v="69" actId="790"/>
          <ac:spMkLst>
            <pc:docMk/>
            <pc:sldMk cId="3916877892" sldId="9810"/>
            <ac:spMk id="42" creationId="{968C585B-1CB0-DCA6-D7F3-266BB90339B4}"/>
          </ac:spMkLst>
        </pc:spChg>
        <pc:spChg chg="mod">
          <ac:chgData name="Macher, Andreas (DI FA CTR PLC PPM)" userId="f1dcac62-7bef-43eb-91f0-927336a1714f" providerId="ADAL" clId="{F01817F1-5295-446A-942E-2AFE4D04D096}" dt="2022-11-30T11:41:29.591" v="69" actId="790"/>
          <ac:spMkLst>
            <pc:docMk/>
            <pc:sldMk cId="3916877892" sldId="9810"/>
            <ac:spMk id="43" creationId="{8438672E-8B23-E959-69A6-2C7BC5D04F8B}"/>
          </ac:spMkLst>
        </pc:spChg>
        <pc:spChg chg="mod">
          <ac:chgData name="Macher, Andreas (DI FA CTR PLC PPM)" userId="f1dcac62-7bef-43eb-91f0-927336a1714f" providerId="ADAL" clId="{F01817F1-5295-446A-942E-2AFE4D04D096}" dt="2022-11-30T11:41:29.591" v="69" actId="790"/>
          <ac:spMkLst>
            <pc:docMk/>
            <pc:sldMk cId="3916877892" sldId="9810"/>
            <ac:spMk id="46" creationId="{9EFA11C7-B7AC-0800-F1F5-FAF291ED5178}"/>
          </ac:spMkLst>
        </pc:spChg>
        <pc:spChg chg="mod">
          <ac:chgData name="Macher, Andreas (DI FA CTR PLC PPM)" userId="f1dcac62-7bef-43eb-91f0-927336a1714f" providerId="ADAL" clId="{F01817F1-5295-446A-942E-2AFE4D04D096}" dt="2022-11-30T11:41:29.591" v="69" actId="790"/>
          <ac:spMkLst>
            <pc:docMk/>
            <pc:sldMk cId="3916877892" sldId="9810"/>
            <ac:spMk id="56" creationId="{AA82277C-CF54-4B0A-5036-C9734B9E88EC}"/>
          </ac:spMkLst>
        </pc:spChg>
        <pc:spChg chg="mod">
          <ac:chgData name="Macher, Andreas (DI FA CTR PLC PPM)" userId="f1dcac62-7bef-43eb-91f0-927336a1714f" providerId="ADAL" clId="{F01817F1-5295-446A-942E-2AFE4D04D096}" dt="2022-11-30T11:41:29.591" v="69" actId="790"/>
          <ac:spMkLst>
            <pc:docMk/>
            <pc:sldMk cId="3916877892" sldId="9810"/>
            <ac:spMk id="58" creationId="{3E9AA0E2-A111-A7DD-48EA-F1884C38BD59}"/>
          </ac:spMkLst>
        </pc:spChg>
        <pc:spChg chg="mod">
          <ac:chgData name="Macher, Andreas (DI FA CTR PLC PPM)" userId="f1dcac62-7bef-43eb-91f0-927336a1714f" providerId="ADAL" clId="{F01817F1-5295-446A-942E-2AFE4D04D096}" dt="2022-11-30T11:41:29.591" v="69" actId="790"/>
          <ac:spMkLst>
            <pc:docMk/>
            <pc:sldMk cId="3916877892" sldId="9810"/>
            <ac:spMk id="59" creationId="{7D2CE1D8-5A04-C954-998C-D7F2190F4986}"/>
          </ac:spMkLst>
        </pc:spChg>
        <pc:spChg chg="mod">
          <ac:chgData name="Macher, Andreas (DI FA CTR PLC PPM)" userId="f1dcac62-7bef-43eb-91f0-927336a1714f" providerId="ADAL" clId="{F01817F1-5295-446A-942E-2AFE4D04D096}" dt="2022-11-30T11:41:29.591" v="69" actId="790"/>
          <ac:spMkLst>
            <pc:docMk/>
            <pc:sldMk cId="3916877892" sldId="9810"/>
            <ac:spMk id="60" creationId="{FFA9EE75-5DA7-1BC2-93D0-09B4A33CD7A1}"/>
          </ac:spMkLst>
        </pc:spChg>
        <pc:spChg chg="mod">
          <ac:chgData name="Macher, Andreas (DI FA CTR PLC PPM)" userId="f1dcac62-7bef-43eb-91f0-927336a1714f" providerId="ADAL" clId="{F01817F1-5295-446A-942E-2AFE4D04D096}" dt="2022-11-30T11:41:29.591" v="69" actId="790"/>
          <ac:spMkLst>
            <pc:docMk/>
            <pc:sldMk cId="3916877892" sldId="9810"/>
            <ac:spMk id="61" creationId="{915EF683-6684-2F84-FCA5-9B2D540A47C8}"/>
          </ac:spMkLst>
        </pc:spChg>
        <pc:spChg chg="mod">
          <ac:chgData name="Macher, Andreas (DI FA CTR PLC PPM)" userId="f1dcac62-7bef-43eb-91f0-927336a1714f" providerId="ADAL" clId="{F01817F1-5295-446A-942E-2AFE4D04D096}" dt="2022-11-30T11:41:29.591" v="69" actId="790"/>
          <ac:spMkLst>
            <pc:docMk/>
            <pc:sldMk cId="3916877892" sldId="9810"/>
            <ac:spMk id="62" creationId="{158B08B9-A607-67C2-EBF2-C99EBC50395D}"/>
          </ac:spMkLst>
        </pc:spChg>
        <pc:spChg chg="mod">
          <ac:chgData name="Macher, Andreas (DI FA CTR PLC PPM)" userId="f1dcac62-7bef-43eb-91f0-927336a1714f" providerId="ADAL" clId="{F01817F1-5295-446A-942E-2AFE4D04D096}" dt="2022-11-30T11:41:29.591" v="69" actId="790"/>
          <ac:spMkLst>
            <pc:docMk/>
            <pc:sldMk cId="3916877892" sldId="9810"/>
            <ac:spMk id="63" creationId="{7FD66150-B1B0-6E72-0A4A-06BC13228D9E}"/>
          </ac:spMkLst>
        </pc:spChg>
        <pc:spChg chg="mod">
          <ac:chgData name="Macher, Andreas (DI FA CTR PLC PPM)" userId="f1dcac62-7bef-43eb-91f0-927336a1714f" providerId="ADAL" clId="{F01817F1-5295-446A-942E-2AFE4D04D096}" dt="2022-11-30T11:41:29.591" v="69" actId="790"/>
          <ac:spMkLst>
            <pc:docMk/>
            <pc:sldMk cId="3916877892" sldId="9810"/>
            <ac:spMk id="64" creationId="{364D1252-CF07-6F43-36AE-7A27427000DE}"/>
          </ac:spMkLst>
        </pc:spChg>
        <pc:spChg chg="mod">
          <ac:chgData name="Macher, Andreas (DI FA CTR PLC PPM)" userId="f1dcac62-7bef-43eb-91f0-927336a1714f" providerId="ADAL" clId="{F01817F1-5295-446A-942E-2AFE4D04D096}" dt="2022-11-30T11:41:29.591" v="69" actId="790"/>
          <ac:spMkLst>
            <pc:docMk/>
            <pc:sldMk cId="3916877892" sldId="9810"/>
            <ac:spMk id="65" creationId="{26470317-D87A-1B13-92E5-53DD2DB33A79}"/>
          </ac:spMkLst>
        </pc:spChg>
        <pc:spChg chg="mod">
          <ac:chgData name="Macher, Andreas (DI FA CTR PLC PPM)" userId="f1dcac62-7bef-43eb-91f0-927336a1714f" providerId="ADAL" clId="{F01817F1-5295-446A-942E-2AFE4D04D096}" dt="2022-11-30T11:41:29.591" v="69" actId="790"/>
          <ac:spMkLst>
            <pc:docMk/>
            <pc:sldMk cId="3916877892" sldId="9810"/>
            <ac:spMk id="67" creationId="{34683D41-EB25-1EE5-0E9A-30A7FDB84C44}"/>
          </ac:spMkLst>
        </pc:spChg>
        <pc:spChg chg="mod">
          <ac:chgData name="Macher, Andreas (DI FA CTR PLC PPM)" userId="f1dcac62-7bef-43eb-91f0-927336a1714f" providerId="ADAL" clId="{F01817F1-5295-446A-942E-2AFE4D04D096}" dt="2022-11-30T11:41:29.591" v="69" actId="790"/>
          <ac:spMkLst>
            <pc:docMk/>
            <pc:sldMk cId="3916877892" sldId="9810"/>
            <ac:spMk id="68" creationId="{D7E86AB6-6B9B-CE6A-8145-C5139948CF2E}"/>
          </ac:spMkLst>
        </pc:spChg>
        <pc:spChg chg="mod">
          <ac:chgData name="Macher, Andreas (DI FA CTR PLC PPM)" userId="f1dcac62-7bef-43eb-91f0-927336a1714f" providerId="ADAL" clId="{F01817F1-5295-446A-942E-2AFE4D04D096}" dt="2022-11-30T11:41:29.591" v="69" actId="790"/>
          <ac:spMkLst>
            <pc:docMk/>
            <pc:sldMk cId="3916877892" sldId="9810"/>
            <ac:spMk id="69" creationId="{A159E6A7-4D80-FAC4-B89E-FDC7B203AEB9}"/>
          </ac:spMkLst>
        </pc:spChg>
        <pc:spChg chg="del mod">
          <ac:chgData name="Macher, Andreas (DI FA CTR PLC PPM)" userId="f1dcac62-7bef-43eb-91f0-927336a1714f" providerId="ADAL" clId="{F01817F1-5295-446A-942E-2AFE4D04D096}" dt="2022-11-30T11:39:41.103" v="42" actId="478"/>
          <ac:spMkLst>
            <pc:docMk/>
            <pc:sldMk cId="3916877892" sldId="9810"/>
            <ac:spMk id="70" creationId="{48BC713B-0F59-1060-38F5-97DD7649BA72}"/>
          </ac:spMkLst>
        </pc:spChg>
        <pc:spChg chg="mod">
          <ac:chgData name="Macher, Andreas (DI FA CTR PLC PPM)" userId="f1dcac62-7bef-43eb-91f0-927336a1714f" providerId="ADAL" clId="{F01817F1-5295-446A-942E-2AFE4D04D096}" dt="2022-11-30T11:41:29.591" v="69" actId="790"/>
          <ac:spMkLst>
            <pc:docMk/>
            <pc:sldMk cId="3916877892" sldId="9810"/>
            <ac:spMk id="71" creationId="{7EE72212-3A86-B30E-DACB-4AC0B0067D34}"/>
          </ac:spMkLst>
        </pc:spChg>
        <pc:spChg chg="mod">
          <ac:chgData name="Macher, Andreas (DI FA CTR PLC PPM)" userId="f1dcac62-7bef-43eb-91f0-927336a1714f" providerId="ADAL" clId="{F01817F1-5295-446A-942E-2AFE4D04D096}" dt="2022-11-30T11:41:29.591" v="69" actId="790"/>
          <ac:spMkLst>
            <pc:docMk/>
            <pc:sldMk cId="3916877892" sldId="9810"/>
            <ac:spMk id="72" creationId="{B16992F2-B0A0-F003-4D10-131BF0E690C4}"/>
          </ac:spMkLst>
        </pc:spChg>
        <pc:spChg chg="mod">
          <ac:chgData name="Macher, Andreas (DI FA CTR PLC PPM)" userId="f1dcac62-7bef-43eb-91f0-927336a1714f" providerId="ADAL" clId="{F01817F1-5295-446A-942E-2AFE4D04D096}" dt="2022-11-30T11:41:29.591" v="69" actId="790"/>
          <ac:spMkLst>
            <pc:docMk/>
            <pc:sldMk cId="3916877892" sldId="9810"/>
            <ac:spMk id="73" creationId="{DF13D2D9-20AF-2BD2-FA0D-8A079B95A0F3}"/>
          </ac:spMkLst>
        </pc:spChg>
        <pc:spChg chg="mod">
          <ac:chgData name="Macher, Andreas (DI FA CTR PLC PPM)" userId="f1dcac62-7bef-43eb-91f0-927336a1714f" providerId="ADAL" clId="{F01817F1-5295-446A-942E-2AFE4D04D096}" dt="2022-11-30T11:41:29.591" v="69" actId="790"/>
          <ac:spMkLst>
            <pc:docMk/>
            <pc:sldMk cId="3916877892" sldId="9810"/>
            <ac:spMk id="74" creationId="{907A3F8F-89FB-3E89-7FC0-29031E420BEB}"/>
          </ac:spMkLst>
        </pc:spChg>
        <pc:spChg chg="mod">
          <ac:chgData name="Macher, Andreas (DI FA CTR PLC PPM)" userId="f1dcac62-7bef-43eb-91f0-927336a1714f" providerId="ADAL" clId="{F01817F1-5295-446A-942E-2AFE4D04D096}" dt="2022-11-30T11:41:29.591" v="69" actId="790"/>
          <ac:spMkLst>
            <pc:docMk/>
            <pc:sldMk cId="3916877892" sldId="9810"/>
            <ac:spMk id="75" creationId="{FB52B015-3AFB-5CEA-C816-EF8591091C99}"/>
          </ac:spMkLst>
        </pc:spChg>
        <pc:spChg chg="mod">
          <ac:chgData name="Macher, Andreas (DI FA CTR PLC PPM)" userId="f1dcac62-7bef-43eb-91f0-927336a1714f" providerId="ADAL" clId="{F01817F1-5295-446A-942E-2AFE4D04D096}" dt="2022-11-30T11:41:29.591" v="69" actId="790"/>
          <ac:spMkLst>
            <pc:docMk/>
            <pc:sldMk cId="3916877892" sldId="9810"/>
            <ac:spMk id="76" creationId="{A0035D7D-9E9D-07FF-4754-BF7B59D4CD44}"/>
          </ac:spMkLst>
        </pc:spChg>
        <pc:spChg chg="mod">
          <ac:chgData name="Macher, Andreas (DI FA CTR PLC PPM)" userId="f1dcac62-7bef-43eb-91f0-927336a1714f" providerId="ADAL" clId="{F01817F1-5295-446A-942E-2AFE4D04D096}" dt="2022-11-30T11:41:29.591" v="69" actId="790"/>
          <ac:spMkLst>
            <pc:docMk/>
            <pc:sldMk cId="3916877892" sldId="9810"/>
            <ac:spMk id="77" creationId="{B93C4256-8B80-5719-511A-BAA14FF1C9F9}"/>
          </ac:spMkLst>
        </pc:spChg>
        <pc:spChg chg="mod">
          <ac:chgData name="Macher, Andreas (DI FA CTR PLC PPM)" userId="f1dcac62-7bef-43eb-91f0-927336a1714f" providerId="ADAL" clId="{F01817F1-5295-446A-942E-2AFE4D04D096}" dt="2022-11-30T11:41:29.591" v="69" actId="790"/>
          <ac:spMkLst>
            <pc:docMk/>
            <pc:sldMk cId="3916877892" sldId="9810"/>
            <ac:spMk id="78" creationId="{7A988188-F0D2-7712-A34C-519DA646F114}"/>
          </ac:spMkLst>
        </pc:spChg>
        <pc:spChg chg="mod">
          <ac:chgData name="Macher, Andreas (DI FA CTR PLC PPM)" userId="f1dcac62-7bef-43eb-91f0-927336a1714f" providerId="ADAL" clId="{F01817F1-5295-446A-942E-2AFE4D04D096}" dt="2022-11-30T11:41:29.591" v="69" actId="790"/>
          <ac:spMkLst>
            <pc:docMk/>
            <pc:sldMk cId="3916877892" sldId="9810"/>
            <ac:spMk id="79" creationId="{59CAFC82-139A-27AE-5B90-7825D9F3A558}"/>
          </ac:spMkLst>
        </pc:spChg>
        <pc:spChg chg="add mod">
          <ac:chgData name="Macher, Andreas (DI FA CTR PLC PPM)" userId="f1dcac62-7bef-43eb-91f0-927336a1714f" providerId="ADAL" clId="{F01817F1-5295-446A-942E-2AFE4D04D096}" dt="2022-11-30T11:41:29.591" v="69" actId="790"/>
          <ac:spMkLst>
            <pc:docMk/>
            <pc:sldMk cId="3916877892" sldId="9810"/>
            <ac:spMk id="80" creationId="{25286FC6-E43C-A1E6-2680-F47458188338}"/>
          </ac:spMkLst>
        </pc:spChg>
        <pc:spChg chg="mod">
          <ac:chgData name="Macher, Andreas (DI FA CTR PLC PPM)" userId="f1dcac62-7bef-43eb-91f0-927336a1714f" providerId="ADAL" clId="{F01817F1-5295-446A-942E-2AFE4D04D096}" dt="2022-11-30T11:41:29.591" v="69" actId="790"/>
          <ac:spMkLst>
            <pc:docMk/>
            <pc:sldMk cId="3916877892" sldId="9810"/>
            <ac:spMk id="83" creationId="{DAE7E739-FB0F-3265-8623-9EE8D151A8A3}"/>
          </ac:spMkLst>
        </pc:spChg>
        <pc:spChg chg="mod">
          <ac:chgData name="Macher, Andreas (DI FA CTR PLC PPM)" userId="f1dcac62-7bef-43eb-91f0-927336a1714f" providerId="ADAL" clId="{F01817F1-5295-446A-942E-2AFE4D04D096}" dt="2022-11-30T11:41:29.591" v="69" actId="790"/>
          <ac:spMkLst>
            <pc:docMk/>
            <pc:sldMk cId="3916877892" sldId="9810"/>
            <ac:spMk id="84" creationId="{EA618D31-9C6B-9BD0-C9D7-659824A57B79}"/>
          </ac:spMkLst>
        </pc:spChg>
      </pc:sldChg>
      <pc:sldChg chg="modSp mod">
        <pc:chgData name="Macher, Andreas (DI FA CTR PLC PPM)" userId="f1dcac62-7bef-43eb-91f0-927336a1714f" providerId="ADAL" clId="{F01817F1-5295-446A-942E-2AFE4D04D096}" dt="2022-12-08T14:54:22.984" v="587"/>
        <pc:sldMkLst>
          <pc:docMk/>
          <pc:sldMk cId="1527329658" sldId="9811"/>
        </pc:sldMkLst>
        <pc:spChg chg="mod">
          <ac:chgData name="Macher, Andreas (DI FA CTR PLC PPM)" userId="f1dcac62-7bef-43eb-91f0-927336a1714f" providerId="ADAL" clId="{F01817F1-5295-446A-942E-2AFE4D04D096}" dt="2022-11-30T11:48:33.589" v="234" actId="20577"/>
          <ac:spMkLst>
            <pc:docMk/>
            <pc:sldMk cId="1527329658" sldId="9811"/>
            <ac:spMk id="2" creationId="{00000000-0000-0000-0000-000000000000}"/>
          </ac:spMkLst>
        </pc:spChg>
        <pc:spChg chg="mod">
          <ac:chgData name="Macher, Andreas (DI FA CTR PLC PPM)" userId="f1dcac62-7bef-43eb-91f0-927336a1714f" providerId="ADAL" clId="{F01817F1-5295-446A-942E-2AFE4D04D096}" dt="2022-11-30T11:46:37.687" v="218" actId="313"/>
          <ac:spMkLst>
            <pc:docMk/>
            <pc:sldMk cId="1527329658" sldId="9811"/>
            <ac:spMk id="4" creationId="{8CFED354-24C4-4327-2719-7E0E4B1ED599}"/>
          </ac:spMkLst>
        </pc:spChg>
        <pc:spChg chg="mod">
          <ac:chgData name="Macher, Andreas (DI FA CTR PLC PPM)" userId="f1dcac62-7bef-43eb-91f0-927336a1714f" providerId="ADAL" clId="{F01817F1-5295-446A-942E-2AFE4D04D096}" dt="2022-12-08T14:54:22.984" v="587"/>
          <ac:spMkLst>
            <pc:docMk/>
            <pc:sldMk cId="1527329658" sldId="9811"/>
            <ac:spMk id="6" creationId="{52486D80-3DF7-470D-823E-765DCE86C853}"/>
          </ac:spMkLst>
        </pc:spChg>
        <pc:spChg chg="mod">
          <ac:chgData name="Macher, Andreas (DI FA CTR PLC PPM)" userId="f1dcac62-7bef-43eb-91f0-927336a1714f" providerId="ADAL" clId="{F01817F1-5295-446A-942E-2AFE4D04D096}" dt="2022-11-30T11:47:40.811" v="221"/>
          <ac:spMkLst>
            <pc:docMk/>
            <pc:sldMk cId="1527329658" sldId="9811"/>
            <ac:spMk id="99" creationId="{53B79C5F-BF56-ED54-7615-E0E73B02DA14}"/>
          </ac:spMkLst>
        </pc:spChg>
      </pc:sldChg>
      <pc:sldChg chg="modSp mod">
        <pc:chgData name="Macher, Andreas (DI FA CTR PLC PPM)" userId="f1dcac62-7bef-43eb-91f0-927336a1714f" providerId="ADAL" clId="{F01817F1-5295-446A-942E-2AFE4D04D096}" dt="2022-12-08T14:54:22.984" v="587"/>
        <pc:sldMkLst>
          <pc:docMk/>
          <pc:sldMk cId="3200924410" sldId="9813"/>
        </pc:sldMkLst>
        <pc:spChg chg="mod">
          <ac:chgData name="Macher, Andreas (DI FA CTR PLC PPM)" userId="f1dcac62-7bef-43eb-91f0-927336a1714f" providerId="ADAL" clId="{F01817F1-5295-446A-942E-2AFE4D04D096}" dt="2022-11-30T11:50:28.401" v="279" actId="20577"/>
          <ac:spMkLst>
            <pc:docMk/>
            <pc:sldMk cId="3200924410" sldId="9813"/>
            <ac:spMk id="2" creationId="{00000000-0000-0000-0000-000000000000}"/>
          </ac:spMkLst>
        </pc:spChg>
        <pc:spChg chg="mod">
          <ac:chgData name="Macher, Andreas (DI FA CTR PLC PPM)" userId="f1dcac62-7bef-43eb-91f0-927336a1714f" providerId="ADAL" clId="{F01817F1-5295-446A-942E-2AFE4D04D096}" dt="2022-11-30T11:49:38.509" v="262" actId="14100"/>
          <ac:spMkLst>
            <pc:docMk/>
            <pc:sldMk cId="3200924410" sldId="9813"/>
            <ac:spMk id="3" creationId="{2098B6BC-6639-DF77-20F7-2464D57CA68D}"/>
          </ac:spMkLst>
        </pc:spChg>
        <pc:spChg chg="mod">
          <ac:chgData name="Macher, Andreas (DI FA CTR PLC PPM)" userId="f1dcac62-7bef-43eb-91f0-927336a1714f" providerId="ADAL" clId="{F01817F1-5295-446A-942E-2AFE4D04D096}" dt="2022-12-08T14:54:22.984" v="587"/>
          <ac:spMkLst>
            <pc:docMk/>
            <pc:sldMk cId="3200924410" sldId="9813"/>
            <ac:spMk id="6" creationId="{52486D80-3DF7-470D-823E-765DCE86C853}"/>
          </ac:spMkLst>
        </pc:spChg>
        <pc:spChg chg="mod">
          <ac:chgData name="Macher, Andreas (DI FA CTR PLC PPM)" userId="f1dcac62-7bef-43eb-91f0-927336a1714f" providerId="ADAL" clId="{F01817F1-5295-446A-942E-2AFE4D04D096}" dt="2022-11-30T11:50:12.361" v="263" actId="313"/>
          <ac:spMkLst>
            <pc:docMk/>
            <pc:sldMk cId="3200924410" sldId="9813"/>
            <ac:spMk id="14" creationId="{7D260E66-EB8E-BE61-EC64-EB52B7D9D6CF}"/>
          </ac:spMkLst>
        </pc:spChg>
        <pc:spChg chg="mod">
          <ac:chgData name="Macher, Andreas (DI FA CTR PLC PPM)" userId="f1dcac62-7bef-43eb-91f0-927336a1714f" providerId="ADAL" clId="{F01817F1-5295-446A-942E-2AFE4D04D096}" dt="2022-11-30T11:47:40.811" v="221"/>
          <ac:spMkLst>
            <pc:docMk/>
            <pc:sldMk cId="3200924410" sldId="9813"/>
            <ac:spMk id="230" creationId="{821565C2-FC3D-7D35-EC2E-175AB41BE910}"/>
          </ac:spMkLst>
        </pc:spChg>
      </pc:sldChg>
      <pc:sldChg chg="modSp mod">
        <pc:chgData name="Macher, Andreas (DI FA CTR PLC PPM)" userId="f1dcac62-7bef-43eb-91f0-927336a1714f" providerId="ADAL" clId="{F01817F1-5295-446A-942E-2AFE4D04D096}" dt="2022-12-08T14:54:22.984" v="587"/>
        <pc:sldMkLst>
          <pc:docMk/>
          <pc:sldMk cId="1839891976" sldId="9814"/>
        </pc:sldMkLst>
        <pc:spChg chg="mod">
          <ac:chgData name="Macher, Andreas (DI FA CTR PLC PPM)" userId="f1dcac62-7bef-43eb-91f0-927336a1714f" providerId="ADAL" clId="{F01817F1-5295-446A-942E-2AFE4D04D096}" dt="2022-12-08T14:54:22.984" v="587"/>
          <ac:spMkLst>
            <pc:docMk/>
            <pc:sldMk cId="1839891976" sldId="9814"/>
            <ac:spMk id="2" creationId="{0342A3D6-98FE-48A7-AFE2-71450107450D}"/>
          </ac:spMkLst>
        </pc:spChg>
        <pc:spChg chg="mod">
          <ac:chgData name="Macher, Andreas (DI FA CTR PLC PPM)" userId="f1dcac62-7bef-43eb-91f0-927336a1714f" providerId="ADAL" clId="{F01817F1-5295-446A-942E-2AFE4D04D096}" dt="2022-11-30T11:52:11.363" v="283"/>
          <ac:spMkLst>
            <pc:docMk/>
            <pc:sldMk cId="1839891976" sldId="9814"/>
            <ac:spMk id="4" creationId="{A645F354-40D6-4D3D-BA93-7A74F09635B4}"/>
          </ac:spMkLst>
        </pc:spChg>
        <pc:spChg chg="mod">
          <ac:chgData name="Macher, Andreas (DI FA CTR PLC PPM)" userId="f1dcac62-7bef-43eb-91f0-927336a1714f" providerId="ADAL" clId="{F01817F1-5295-446A-942E-2AFE4D04D096}" dt="2022-11-30T11:51:13.478" v="281" actId="790"/>
          <ac:spMkLst>
            <pc:docMk/>
            <pc:sldMk cId="1839891976" sldId="9814"/>
            <ac:spMk id="5" creationId="{7D06A950-B2BF-4D5B-AC72-5B76B61FC3A8}"/>
          </ac:spMkLst>
        </pc:spChg>
      </pc:sldChg>
      <pc:sldChg chg="modSp">
        <pc:chgData name="Macher, Andreas (DI FA CTR PLC PPM)" userId="f1dcac62-7bef-43eb-91f0-927336a1714f" providerId="ADAL" clId="{F01817F1-5295-446A-942E-2AFE4D04D096}" dt="2022-12-08T14:54:22.984" v="587"/>
        <pc:sldMkLst>
          <pc:docMk/>
          <pc:sldMk cId="3076197480" sldId="9815"/>
        </pc:sldMkLst>
        <pc:spChg chg="mod">
          <ac:chgData name="Macher, Andreas (DI FA CTR PLC PPM)" userId="f1dcac62-7bef-43eb-91f0-927336a1714f" providerId="ADAL" clId="{F01817F1-5295-446A-942E-2AFE4D04D096}" dt="2022-11-30T11:52:11.363" v="283"/>
          <ac:spMkLst>
            <pc:docMk/>
            <pc:sldMk cId="3076197480" sldId="9815"/>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3076197480" sldId="9815"/>
            <ac:spMk id="6" creationId="{52486D80-3DF7-470D-823E-765DCE86C853}"/>
          </ac:spMkLst>
        </pc:spChg>
      </pc:sldChg>
      <pc:sldChg chg="modSp mod">
        <pc:chgData name="Macher, Andreas (DI FA CTR PLC PPM)" userId="f1dcac62-7bef-43eb-91f0-927336a1714f" providerId="ADAL" clId="{F01817F1-5295-446A-942E-2AFE4D04D096}" dt="2022-12-08T14:54:22.984" v="587"/>
        <pc:sldMkLst>
          <pc:docMk/>
          <pc:sldMk cId="3910385073" sldId="9817"/>
        </pc:sldMkLst>
        <pc:spChg chg="mod">
          <ac:chgData name="Macher, Andreas (DI FA CTR PLC PPM)" userId="f1dcac62-7bef-43eb-91f0-927336a1714f" providerId="ADAL" clId="{F01817F1-5295-446A-942E-2AFE4D04D096}" dt="2022-11-30T11:53:29.363" v="323" actId="20577"/>
          <ac:spMkLst>
            <pc:docMk/>
            <pc:sldMk cId="3910385073" sldId="9817"/>
            <ac:spMk id="2" creationId="{00000000-0000-0000-0000-000000000000}"/>
          </ac:spMkLst>
        </pc:spChg>
        <pc:spChg chg="mod">
          <ac:chgData name="Macher, Andreas (DI FA CTR PLC PPM)" userId="f1dcac62-7bef-43eb-91f0-927336a1714f" providerId="ADAL" clId="{F01817F1-5295-446A-942E-2AFE4D04D096}" dt="2022-11-30T11:49:32.117" v="261" actId="14100"/>
          <ac:spMkLst>
            <pc:docMk/>
            <pc:sldMk cId="3910385073" sldId="9817"/>
            <ac:spMk id="3" creationId="{8B6C0F5C-796F-FF04-FC4A-C2D94A53481E}"/>
          </ac:spMkLst>
        </pc:spChg>
        <pc:spChg chg="mod">
          <ac:chgData name="Macher, Andreas (DI FA CTR PLC PPM)" userId="f1dcac62-7bef-43eb-91f0-927336a1714f" providerId="ADAL" clId="{F01817F1-5295-446A-942E-2AFE4D04D096}" dt="2022-12-08T14:54:22.984" v="587"/>
          <ac:spMkLst>
            <pc:docMk/>
            <pc:sldMk cId="3910385073" sldId="9817"/>
            <ac:spMk id="6" creationId="{52486D80-3DF7-470D-823E-765DCE86C853}"/>
          </ac:spMkLst>
        </pc:spChg>
        <pc:spChg chg="mod">
          <ac:chgData name="Macher, Andreas (DI FA CTR PLC PPM)" userId="f1dcac62-7bef-43eb-91f0-927336a1714f" providerId="ADAL" clId="{F01817F1-5295-446A-942E-2AFE4D04D096}" dt="2022-11-30T11:53:23.479" v="319" actId="20577"/>
          <ac:spMkLst>
            <pc:docMk/>
            <pc:sldMk cId="3910385073" sldId="9817"/>
            <ac:spMk id="99" creationId="{53B79C5F-BF56-ED54-7615-E0E73B02DA14}"/>
          </ac:spMkLst>
        </pc:spChg>
      </pc:sldChg>
      <pc:sldChg chg="modSp mod">
        <pc:chgData name="Macher, Andreas (DI FA CTR PLC PPM)" userId="f1dcac62-7bef-43eb-91f0-927336a1714f" providerId="ADAL" clId="{F01817F1-5295-446A-942E-2AFE4D04D096}" dt="2022-12-08T14:54:22.984" v="587"/>
        <pc:sldMkLst>
          <pc:docMk/>
          <pc:sldMk cId="1038859061" sldId="9818"/>
        </pc:sldMkLst>
        <pc:spChg chg="mod">
          <ac:chgData name="Macher, Andreas (DI FA CTR PLC PPM)" userId="f1dcac62-7bef-43eb-91f0-927336a1714f" providerId="ADAL" clId="{F01817F1-5295-446A-942E-2AFE4D04D096}" dt="2022-11-30T11:51:00.471" v="280" actId="14100"/>
          <ac:spMkLst>
            <pc:docMk/>
            <pc:sldMk cId="1038859061" sldId="9818"/>
            <ac:spMk id="3" creationId="{2098B6BC-6639-DF77-20F7-2464D57CA68D}"/>
          </ac:spMkLst>
        </pc:spChg>
        <pc:spChg chg="mod">
          <ac:chgData name="Macher, Andreas (DI FA CTR PLC PPM)" userId="f1dcac62-7bef-43eb-91f0-927336a1714f" providerId="ADAL" clId="{F01817F1-5295-446A-942E-2AFE4D04D096}" dt="2022-12-08T14:54:22.984" v="587"/>
          <ac:spMkLst>
            <pc:docMk/>
            <pc:sldMk cId="1038859061" sldId="9818"/>
            <ac:spMk id="6" creationId="{52486D80-3DF7-470D-823E-765DCE86C853}"/>
          </ac:spMkLst>
        </pc:spChg>
      </pc:sldChg>
      <pc:sldChg chg="modSp mod">
        <pc:chgData name="Macher, Andreas (DI FA CTR PLC PPM)" userId="f1dcac62-7bef-43eb-91f0-927336a1714f" providerId="ADAL" clId="{F01817F1-5295-446A-942E-2AFE4D04D096}" dt="2022-12-08T14:54:22.984" v="587"/>
        <pc:sldMkLst>
          <pc:docMk/>
          <pc:sldMk cId="2195873607" sldId="9820"/>
        </pc:sldMkLst>
        <pc:spChg chg="mod">
          <ac:chgData name="Macher, Andreas (DI FA CTR PLC PPM)" userId="f1dcac62-7bef-43eb-91f0-927336a1714f" providerId="ADAL" clId="{F01817F1-5295-446A-942E-2AFE4D04D096}" dt="2022-11-30T11:54:44.058" v="337" actId="20577"/>
          <ac:spMkLst>
            <pc:docMk/>
            <pc:sldMk cId="2195873607" sldId="9820"/>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2195873607" sldId="9820"/>
            <ac:spMk id="6" creationId="{52486D80-3DF7-470D-823E-765DCE86C853}"/>
          </ac:spMkLst>
        </pc:spChg>
        <pc:spChg chg="mod">
          <ac:chgData name="Macher, Andreas (DI FA CTR PLC PPM)" userId="f1dcac62-7bef-43eb-91f0-927336a1714f" providerId="ADAL" clId="{F01817F1-5295-446A-942E-2AFE4D04D096}" dt="2022-11-30T11:55:07.214" v="338" actId="14100"/>
          <ac:spMkLst>
            <pc:docMk/>
            <pc:sldMk cId="2195873607" sldId="9820"/>
            <ac:spMk id="20" creationId="{8D24A08D-0CDF-19CA-399C-36ED7A3CB0E6}"/>
          </ac:spMkLst>
        </pc:spChg>
        <pc:spChg chg="mod">
          <ac:chgData name="Macher, Andreas (DI FA CTR PLC PPM)" userId="f1dcac62-7bef-43eb-91f0-927336a1714f" providerId="ADAL" clId="{F01817F1-5295-446A-942E-2AFE4D04D096}" dt="2022-11-30T11:52:11.363" v="283"/>
          <ac:spMkLst>
            <pc:docMk/>
            <pc:sldMk cId="2195873607" sldId="9820"/>
            <ac:spMk id="25" creationId="{DBC4553A-8B20-C8DD-455C-2D4E07BB289C}"/>
          </ac:spMkLst>
        </pc:spChg>
      </pc:sldChg>
      <pc:sldChg chg="modSp mod">
        <pc:chgData name="Macher, Andreas (DI FA CTR PLC PPM)" userId="f1dcac62-7bef-43eb-91f0-927336a1714f" providerId="ADAL" clId="{F01817F1-5295-446A-942E-2AFE4D04D096}" dt="2022-12-08T14:54:22.984" v="587"/>
        <pc:sldMkLst>
          <pc:docMk/>
          <pc:sldMk cId="4138150436" sldId="9821"/>
        </pc:sldMkLst>
        <pc:spChg chg="mod">
          <ac:chgData name="Macher, Andreas (DI FA CTR PLC PPM)" userId="f1dcac62-7bef-43eb-91f0-927336a1714f" providerId="ADAL" clId="{F01817F1-5295-446A-942E-2AFE4D04D096}" dt="2022-12-08T14:54:22.984" v="587"/>
          <ac:spMkLst>
            <pc:docMk/>
            <pc:sldMk cId="4138150436" sldId="9821"/>
            <ac:spMk id="2" creationId="{0342A3D6-98FE-48A7-AFE2-71450107450D}"/>
          </ac:spMkLst>
        </pc:spChg>
        <pc:spChg chg="mod">
          <ac:chgData name="Macher, Andreas (DI FA CTR PLC PPM)" userId="f1dcac62-7bef-43eb-91f0-927336a1714f" providerId="ADAL" clId="{F01817F1-5295-446A-942E-2AFE4D04D096}" dt="2022-11-30T11:42:01.393" v="71" actId="790"/>
          <ac:spMkLst>
            <pc:docMk/>
            <pc:sldMk cId="4138150436" sldId="9821"/>
            <ac:spMk id="4" creationId="{A645F354-40D6-4D3D-BA93-7A74F09635B4}"/>
          </ac:spMkLst>
        </pc:spChg>
      </pc:sldChg>
      <pc:sldChg chg="modSp mod">
        <pc:chgData name="Macher, Andreas (DI FA CTR PLC PPM)" userId="f1dcac62-7bef-43eb-91f0-927336a1714f" providerId="ADAL" clId="{F01817F1-5295-446A-942E-2AFE4D04D096}" dt="2022-12-08T14:54:22.984" v="587"/>
        <pc:sldMkLst>
          <pc:docMk/>
          <pc:sldMk cId="873921267" sldId="9822"/>
        </pc:sldMkLst>
        <pc:spChg chg="mod">
          <ac:chgData name="Macher, Andreas (DI FA CTR PLC PPM)" userId="f1dcac62-7bef-43eb-91f0-927336a1714f" providerId="ADAL" clId="{F01817F1-5295-446A-942E-2AFE4D04D096}" dt="2022-11-30T11:42:44.052" v="81" actId="20577"/>
          <ac:spMkLst>
            <pc:docMk/>
            <pc:sldMk cId="873921267" sldId="9822"/>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873921267" sldId="9822"/>
            <ac:spMk id="6" creationId="{52486D80-3DF7-470D-823E-765DCE86C853}"/>
          </ac:spMkLst>
        </pc:spChg>
        <pc:spChg chg="mod">
          <ac:chgData name="Macher, Andreas (DI FA CTR PLC PPM)" userId="f1dcac62-7bef-43eb-91f0-927336a1714f" providerId="ADAL" clId="{F01817F1-5295-446A-942E-2AFE4D04D096}" dt="2022-11-30T11:43:57.031" v="149" actId="14100"/>
          <ac:spMkLst>
            <pc:docMk/>
            <pc:sldMk cId="873921267" sldId="9822"/>
            <ac:spMk id="99" creationId="{53B79C5F-BF56-ED54-7615-E0E73B02DA14}"/>
          </ac:spMkLst>
        </pc:spChg>
        <pc:spChg chg="mod">
          <ac:chgData name="Macher, Andreas (DI FA CTR PLC PPM)" userId="f1dcac62-7bef-43eb-91f0-927336a1714f" providerId="ADAL" clId="{F01817F1-5295-446A-942E-2AFE4D04D096}" dt="2022-11-30T11:44:40.080" v="189" actId="6549"/>
          <ac:spMkLst>
            <pc:docMk/>
            <pc:sldMk cId="873921267" sldId="9822"/>
            <ac:spMk id="228" creationId="{9CD30F50-0876-289E-7540-0317BECFB5F3}"/>
          </ac:spMkLst>
        </pc:spChg>
      </pc:sldChg>
      <pc:sldChg chg="modSp">
        <pc:chgData name="Macher, Andreas (DI FA CTR PLC PPM)" userId="f1dcac62-7bef-43eb-91f0-927336a1714f" providerId="ADAL" clId="{F01817F1-5295-446A-942E-2AFE4D04D096}" dt="2022-12-08T14:54:22.984" v="587"/>
        <pc:sldMkLst>
          <pc:docMk/>
          <pc:sldMk cId="2954686816" sldId="9823"/>
        </pc:sldMkLst>
        <pc:spChg chg="mod">
          <ac:chgData name="Macher, Andreas (DI FA CTR PLC PPM)" userId="f1dcac62-7bef-43eb-91f0-927336a1714f" providerId="ADAL" clId="{F01817F1-5295-446A-942E-2AFE4D04D096}" dt="2022-11-30T11:42:19.846" v="72"/>
          <ac:spMkLst>
            <pc:docMk/>
            <pc:sldMk cId="2954686816" sldId="9823"/>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2954686816" sldId="9823"/>
            <ac:spMk id="6" creationId="{52486D80-3DF7-470D-823E-765DCE86C853}"/>
          </ac:spMkLst>
        </pc:spChg>
      </pc:sldChg>
      <pc:sldChg chg="modSp mod">
        <pc:chgData name="Macher, Andreas (DI FA CTR PLC PPM)" userId="f1dcac62-7bef-43eb-91f0-927336a1714f" providerId="ADAL" clId="{F01817F1-5295-446A-942E-2AFE4D04D096}" dt="2022-12-08T14:54:22.984" v="587"/>
        <pc:sldMkLst>
          <pc:docMk/>
          <pc:sldMk cId="2169948991" sldId="9824"/>
        </pc:sldMkLst>
        <pc:spChg chg="mod">
          <ac:chgData name="Macher, Andreas (DI FA CTR PLC PPM)" userId="f1dcac62-7bef-43eb-91f0-927336a1714f" providerId="ADAL" clId="{F01817F1-5295-446A-942E-2AFE4D04D096}" dt="2022-12-08T14:54:22.984" v="587"/>
          <ac:spMkLst>
            <pc:docMk/>
            <pc:sldMk cId="2169948991" sldId="9824"/>
            <ac:spMk id="2" creationId="{0342A3D6-98FE-48A7-AFE2-71450107450D}"/>
          </ac:spMkLst>
        </pc:spChg>
        <pc:spChg chg="mod">
          <ac:chgData name="Macher, Andreas (DI FA CTR PLC PPM)" userId="f1dcac62-7bef-43eb-91f0-927336a1714f" providerId="ADAL" clId="{F01817F1-5295-446A-942E-2AFE4D04D096}" dt="2022-11-30T12:01:23.450" v="387" actId="20577"/>
          <ac:spMkLst>
            <pc:docMk/>
            <pc:sldMk cId="2169948991" sldId="9824"/>
            <ac:spMk id="4" creationId="{A645F354-40D6-4D3D-BA93-7A74F09635B4}"/>
          </ac:spMkLst>
        </pc:spChg>
      </pc:sldChg>
      <pc:sldChg chg="modSp mod">
        <pc:chgData name="Macher, Andreas (DI FA CTR PLC PPM)" userId="f1dcac62-7bef-43eb-91f0-927336a1714f" providerId="ADAL" clId="{F01817F1-5295-446A-942E-2AFE4D04D096}" dt="2022-12-08T14:54:22.984" v="587"/>
        <pc:sldMkLst>
          <pc:docMk/>
          <pc:sldMk cId="2238762799" sldId="9826"/>
        </pc:sldMkLst>
        <pc:spChg chg="mod">
          <ac:chgData name="Macher, Andreas (DI FA CTR PLC PPM)" userId="f1dcac62-7bef-43eb-91f0-927336a1714f" providerId="ADAL" clId="{F01817F1-5295-446A-942E-2AFE4D04D096}" dt="2022-11-30T12:00:34.022" v="383" actId="20577"/>
          <ac:spMkLst>
            <pc:docMk/>
            <pc:sldMk cId="2238762799" sldId="9826"/>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2238762799" sldId="9826"/>
            <ac:spMk id="6" creationId="{52486D80-3DF7-470D-823E-765DCE86C853}"/>
          </ac:spMkLst>
        </pc:spChg>
        <pc:spChg chg="mod">
          <ac:chgData name="Macher, Andreas (DI FA CTR PLC PPM)" userId="f1dcac62-7bef-43eb-91f0-927336a1714f" providerId="ADAL" clId="{F01817F1-5295-446A-942E-2AFE4D04D096}" dt="2022-11-30T12:00:53.692" v="385" actId="313"/>
          <ac:spMkLst>
            <pc:docMk/>
            <pc:sldMk cId="2238762799" sldId="9826"/>
            <ac:spMk id="12" creationId="{8101872E-81BC-84D1-0301-71CF59D2DB31}"/>
          </ac:spMkLst>
        </pc:spChg>
        <pc:spChg chg="mod">
          <ac:chgData name="Macher, Andreas (DI FA CTR PLC PPM)" userId="f1dcac62-7bef-43eb-91f0-927336a1714f" providerId="ADAL" clId="{F01817F1-5295-446A-942E-2AFE4D04D096}" dt="2022-11-30T12:00:47.216" v="384"/>
          <ac:spMkLst>
            <pc:docMk/>
            <pc:sldMk cId="2238762799" sldId="9826"/>
            <ac:spMk id="14" creationId="{5EE1568C-2DC9-FB53-E444-19B8B3656904}"/>
          </ac:spMkLst>
        </pc:spChg>
      </pc:sldChg>
      <pc:sldChg chg="modSp">
        <pc:chgData name="Macher, Andreas (DI FA CTR PLC PPM)" userId="f1dcac62-7bef-43eb-91f0-927336a1714f" providerId="ADAL" clId="{F01817F1-5295-446A-942E-2AFE4D04D096}" dt="2022-12-08T14:54:22.984" v="587"/>
        <pc:sldMkLst>
          <pc:docMk/>
          <pc:sldMk cId="1318178626" sldId="9827"/>
        </pc:sldMkLst>
        <pc:spChg chg="mod">
          <ac:chgData name="Macher, Andreas (DI FA CTR PLC PPM)" userId="f1dcac62-7bef-43eb-91f0-927336a1714f" providerId="ADAL" clId="{F01817F1-5295-446A-942E-2AFE4D04D096}" dt="2022-12-08T14:54:22.984" v="587"/>
          <ac:spMkLst>
            <pc:docMk/>
            <pc:sldMk cId="1318178626" sldId="9827"/>
            <ac:spMk id="2" creationId="{0342A3D6-98FE-48A7-AFE2-71450107450D}"/>
          </ac:spMkLst>
        </pc:spChg>
      </pc:sldChg>
      <pc:sldChg chg="modSp mod">
        <pc:chgData name="Macher, Andreas (DI FA CTR PLC PPM)" userId="f1dcac62-7bef-43eb-91f0-927336a1714f" providerId="ADAL" clId="{F01817F1-5295-446A-942E-2AFE4D04D096}" dt="2022-12-08T14:54:22.984" v="587"/>
        <pc:sldMkLst>
          <pc:docMk/>
          <pc:sldMk cId="3096522379" sldId="9829"/>
        </pc:sldMkLst>
        <pc:spChg chg="mod">
          <ac:chgData name="Macher, Andreas (DI FA CTR PLC PPM)" userId="f1dcac62-7bef-43eb-91f0-927336a1714f" providerId="ADAL" clId="{F01817F1-5295-446A-942E-2AFE4D04D096}" dt="2022-11-30T11:52:57.558" v="309" actId="20577"/>
          <ac:spMkLst>
            <pc:docMk/>
            <pc:sldMk cId="3096522379" sldId="9829"/>
            <ac:spMk id="2" creationId="{00000000-0000-0000-0000-000000000000}"/>
          </ac:spMkLst>
        </pc:spChg>
        <pc:spChg chg="mod">
          <ac:chgData name="Macher, Andreas (DI FA CTR PLC PPM)" userId="f1dcac62-7bef-43eb-91f0-927336a1714f" providerId="ADAL" clId="{F01817F1-5295-446A-942E-2AFE4D04D096}" dt="2022-12-08T14:54:22.984" v="587"/>
          <ac:spMkLst>
            <pc:docMk/>
            <pc:sldMk cId="3096522379" sldId="9829"/>
            <ac:spMk id="6" creationId="{52486D80-3DF7-470D-823E-765DCE86C853}"/>
          </ac:spMkLst>
        </pc:spChg>
        <pc:spChg chg="mod">
          <ac:chgData name="Macher, Andreas (DI FA CTR PLC PPM)" userId="f1dcac62-7bef-43eb-91f0-927336a1714f" providerId="ADAL" clId="{F01817F1-5295-446A-942E-2AFE4D04D096}" dt="2022-11-30T11:55:11.555" v="339" actId="14100"/>
          <ac:spMkLst>
            <pc:docMk/>
            <pc:sldMk cId="3096522379" sldId="9829"/>
            <ac:spMk id="20" creationId="{8D24A08D-0CDF-19CA-399C-36ED7A3CB0E6}"/>
          </ac:spMkLst>
        </pc:spChg>
      </pc:sldChg>
      <pc:sldChg chg="modSp mod">
        <pc:chgData name="Macher, Andreas (DI FA CTR PLC PPM)" userId="f1dcac62-7bef-43eb-91f0-927336a1714f" providerId="ADAL" clId="{F01817F1-5295-446A-942E-2AFE4D04D096}" dt="2022-12-08T14:54:22.984" v="587"/>
        <pc:sldMkLst>
          <pc:docMk/>
          <pc:sldMk cId="563333407" sldId="9830"/>
        </pc:sldMkLst>
        <pc:spChg chg="mod">
          <ac:chgData name="Macher, Andreas (DI FA CTR PLC PPM)" userId="f1dcac62-7bef-43eb-91f0-927336a1714f" providerId="ADAL" clId="{F01817F1-5295-446A-942E-2AFE4D04D096}" dt="2022-12-08T14:54:22.984" v="587"/>
          <ac:spMkLst>
            <pc:docMk/>
            <pc:sldMk cId="563333407" sldId="9830"/>
            <ac:spMk id="2" creationId="{0342A3D6-98FE-48A7-AFE2-71450107450D}"/>
          </ac:spMkLst>
        </pc:spChg>
        <pc:spChg chg="mod">
          <ac:chgData name="Macher, Andreas (DI FA CTR PLC PPM)" userId="f1dcac62-7bef-43eb-91f0-927336a1714f" providerId="ADAL" clId="{F01817F1-5295-446A-942E-2AFE4D04D096}" dt="2022-11-30T12:01:31.204" v="388" actId="790"/>
          <ac:spMkLst>
            <pc:docMk/>
            <pc:sldMk cId="563333407" sldId="9830"/>
            <ac:spMk id="4" creationId="{A645F354-40D6-4D3D-BA93-7A74F09635B4}"/>
          </ac:spMkLst>
        </pc:spChg>
      </pc:sldChg>
      <pc:sldChg chg="modSp mod">
        <pc:chgData name="Macher, Andreas (DI FA CTR PLC PPM)" userId="f1dcac62-7bef-43eb-91f0-927336a1714f" providerId="ADAL" clId="{F01817F1-5295-446A-942E-2AFE4D04D096}" dt="2022-12-08T14:54:22.984" v="587"/>
        <pc:sldMkLst>
          <pc:docMk/>
          <pc:sldMk cId="3536078743" sldId="9831"/>
        </pc:sldMkLst>
        <pc:spChg chg="mod">
          <ac:chgData name="Macher, Andreas (DI FA CTR PLC PPM)" userId="f1dcac62-7bef-43eb-91f0-927336a1714f" providerId="ADAL" clId="{F01817F1-5295-446A-942E-2AFE4D04D096}" dt="2022-11-30T11:52:11.363" v="283"/>
          <ac:spMkLst>
            <pc:docMk/>
            <pc:sldMk cId="3536078743" sldId="9831"/>
            <ac:spMk id="2" creationId="{63DF9877-DD35-6969-BEA5-BA03ACDEB10B}"/>
          </ac:spMkLst>
        </pc:spChg>
        <pc:spChg chg="mod">
          <ac:chgData name="Macher, Andreas (DI FA CTR PLC PPM)" userId="f1dcac62-7bef-43eb-91f0-927336a1714f" providerId="ADAL" clId="{F01817F1-5295-446A-942E-2AFE4D04D096}" dt="2022-12-08T14:54:22.984" v="587"/>
          <ac:spMkLst>
            <pc:docMk/>
            <pc:sldMk cId="3536078743" sldId="9831"/>
            <ac:spMk id="3" creationId="{5B29ED0E-BD37-60C9-B59B-A2601008EAE3}"/>
          </ac:spMkLst>
        </pc:spChg>
        <pc:spChg chg="mod">
          <ac:chgData name="Macher, Andreas (DI FA CTR PLC PPM)" userId="f1dcac62-7bef-43eb-91f0-927336a1714f" providerId="ADAL" clId="{F01817F1-5295-446A-942E-2AFE4D04D096}" dt="2022-11-30T12:02:10.491" v="396" actId="20577"/>
          <ac:spMkLst>
            <pc:docMk/>
            <pc:sldMk cId="3536078743" sldId="9831"/>
            <ac:spMk id="78" creationId="{520FF496-F3BE-15E1-6368-989E20F4606F}"/>
          </ac:spMkLst>
        </pc:spChg>
        <pc:picChg chg="mod">
          <ac:chgData name="Macher, Andreas (DI FA CTR PLC PPM)" userId="f1dcac62-7bef-43eb-91f0-927336a1714f" providerId="ADAL" clId="{F01817F1-5295-446A-942E-2AFE4D04D096}" dt="2022-11-30T12:02:36.173" v="397" actId="207"/>
          <ac:picMkLst>
            <pc:docMk/>
            <pc:sldMk cId="3536078743" sldId="9831"/>
            <ac:picMk id="52" creationId="{679828CF-2DA4-57DF-1D2D-8E1F0BA4B66D}"/>
          </ac:picMkLst>
        </pc:picChg>
      </pc:sldChg>
      <pc:sldChg chg="modSp mod">
        <pc:chgData name="Macher, Andreas (DI FA CTR PLC PPM)" userId="f1dcac62-7bef-43eb-91f0-927336a1714f" providerId="ADAL" clId="{F01817F1-5295-446A-942E-2AFE4D04D096}" dt="2022-12-08T14:54:22.984" v="587"/>
        <pc:sldMkLst>
          <pc:docMk/>
          <pc:sldMk cId="2225980322" sldId="9832"/>
        </pc:sldMkLst>
        <pc:spChg chg="mod">
          <ac:chgData name="Macher, Andreas (DI FA CTR PLC PPM)" userId="f1dcac62-7bef-43eb-91f0-927336a1714f" providerId="ADAL" clId="{F01817F1-5295-446A-942E-2AFE4D04D096}" dt="2022-12-08T14:54:22.984" v="587"/>
          <ac:spMkLst>
            <pc:docMk/>
            <pc:sldMk cId="2225980322" sldId="9832"/>
            <ac:spMk id="2" creationId="{14B36D8B-A456-4817-BDD8-C29BA942C350}"/>
          </ac:spMkLst>
        </pc:spChg>
        <pc:spChg chg="mod">
          <ac:chgData name="Macher, Andreas (DI FA CTR PLC PPM)" userId="f1dcac62-7bef-43eb-91f0-927336a1714f" providerId="ADAL" clId="{F01817F1-5295-446A-942E-2AFE4D04D096}" dt="2022-11-30T12:08:13.997" v="510" actId="20577"/>
          <ac:spMkLst>
            <pc:docMk/>
            <pc:sldMk cId="2225980322" sldId="9832"/>
            <ac:spMk id="243" creationId="{64A6BB68-7650-935D-CC16-8A1CC972B9A0}"/>
          </ac:spMkLst>
        </pc:spChg>
        <pc:spChg chg="mod">
          <ac:chgData name="Macher, Andreas (DI FA CTR PLC PPM)" userId="f1dcac62-7bef-43eb-91f0-927336a1714f" providerId="ADAL" clId="{F01817F1-5295-446A-942E-2AFE4D04D096}" dt="2022-11-30T12:07:59.386" v="498" actId="20577"/>
          <ac:spMkLst>
            <pc:docMk/>
            <pc:sldMk cId="2225980322" sldId="9832"/>
            <ac:spMk id="244" creationId="{F0DB2880-5A22-FF79-FF44-BD32732A2BE7}"/>
          </ac:spMkLst>
        </pc:spChg>
        <pc:spChg chg="mod">
          <ac:chgData name="Macher, Andreas (DI FA CTR PLC PPM)" userId="f1dcac62-7bef-43eb-91f0-927336a1714f" providerId="ADAL" clId="{F01817F1-5295-446A-942E-2AFE4D04D096}" dt="2022-11-30T12:07:51.689" v="486" actId="20577"/>
          <ac:spMkLst>
            <pc:docMk/>
            <pc:sldMk cId="2225980322" sldId="9832"/>
            <ac:spMk id="247" creationId="{26CAEE13-6EFA-B261-186C-67FE0E2C23B9}"/>
          </ac:spMkLst>
        </pc:spChg>
      </pc:sldChg>
      <pc:sldChg chg="modSp mod">
        <pc:chgData name="Macher, Andreas (DI FA CTR PLC PPM)" userId="f1dcac62-7bef-43eb-91f0-927336a1714f" providerId="ADAL" clId="{F01817F1-5295-446A-942E-2AFE4D04D096}" dt="2022-12-08T14:54:22.984" v="587"/>
        <pc:sldMkLst>
          <pc:docMk/>
          <pc:sldMk cId="3793418847" sldId="9833"/>
        </pc:sldMkLst>
        <pc:spChg chg="mod">
          <ac:chgData name="Macher, Andreas (DI FA CTR PLC PPM)" userId="f1dcac62-7bef-43eb-91f0-927336a1714f" providerId="ADAL" clId="{F01817F1-5295-446A-942E-2AFE4D04D096}" dt="2022-12-08T14:54:22.984" v="587"/>
          <ac:spMkLst>
            <pc:docMk/>
            <pc:sldMk cId="3793418847" sldId="9833"/>
            <ac:spMk id="2" creationId="{14B36D8B-A456-4817-BDD8-C29BA942C350}"/>
          </ac:spMkLst>
        </pc:spChg>
        <pc:spChg chg="mod">
          <ac:chgData name="Macher, Andreas (DI FA CTR PLC PPM)" userId="f1dcac62-7bef-43eb-91f0-927336a1714f" providerId="ADAL" clId="{F01817F1-5295-446A-942E-2AFE4D04D096}" dt="2022-11-30T12:09:56.848" v="578"/>
          <ac:spMkLst>
            <pc:docMk/>
            <pc:sldMk cId="3793418847" sldId="9833"/>
            <ac:spMk id="243" creationId="{64A6BB68-7650-935D-CC16-8A1CC972B9A0}"/>
          </ac:spMkLst>
        </pc:spChg>
        <pc:spChg chg="mod">
          <ac:chgData name="Macher, Andreas (DI FA CTR PLC PPM)" userId="f1dcac62-7bef-43eb-91f0-927336a1714f" providerId="ADAL" clId="{F01817F1-5295-446A-942E-2AFE4D04D096}" dt="2022-11-30T12:09:38.734" v="577" actId="20577"/>
          <ac:spMkLst>
            <pc:docMk/>
            <pc:sldMk cId="3793418847" sldId="9833"/>
            <ac:spMk id="244" creationId="{F0DB2880-5A22-FF79-FF44-BD32732A2BE7}"/>
          </ac:spMkLst>
        </pc:spChg>
        <pc:spChg chg="mod">
          <ac:chgData name="Macher, Andreas (DI FA CTR PLC PPM)" userId="f1dcac62-7bef-43eb-91f0-927336a1714f" providerId="ADAL" clId="{F01817F1-5295-446A-942E-2AFE4D04D096}" dt="2022-11-30T12:09:28.837" v="566" actId="20577"/>
          <ac:spMkLst>
            <pc:docMk/>
            <pc:sldMk cId="3793418847" sldId="9833"/>
            <ac:spMk id="247" creationId="{26CAEE13-6EFA-B261-186C-67FE0E2C23B9}"/>
          </ac:spMkLst>
        </pc:spChg>
      </pc:sldChg>
      <pc:sldChg chg="modSp">
        <pc:chgData name="Macher, Andreas (DI FA CTR PLC PPM)" userId="f1dcac62-7bef-43eb-91f0-927336a1714f" providerId="ADAL" clId="{F01817F1-5295-446A-942E-2AFE4D04D096}" dt="2022-12-08T14:54:22.984" v="587"/>
        <pc:sldMkLst>
          <pc:docMk/>
          <pc:sldMk cId="3332254763" sldId="9834"/>
        </pc:sldMkLst>
        <pc:spChg chg="mod">
          <ac:chgData name="Macher, Andreas (DI FA CTR PLC PPM)" userId="f1dcac62-7bef-43eb-91f0-927336a1714f" providerId="ADAL" clId="{F01817F1-5295-446A-942E-2AFE4D04D096}" dt="2022-11-30T11:52:11.363" v="283"/>
          <ac:spMkLst>
            <pc:docMk/>
            <pc:sldMk cId="3332254763" sldId="9834"/>
            <ac:spMk id="2" creationId="{63DF9877-DD35-6969-BEA5-BA03ACDEB10B}"/>
          </ac:spMkLst>
        </pc:spChg>
        <pc:spChg chg="mod">
          <ac:chgData name="Macher, Andreas (DI FA CTR PLC PPM)" userId="f1dcac62-7bef-43eb-91f0-927336a1714f" providerId="ADAL" clId="{F01817F1-5295-446A-942E-2AFE4D04D096}" dt="2022-12-08T14:54:22.984" v="587"/>
          <ac:spMkLst>
            <pc:docMk/>
            <pc:sldMk cId="3332254763" sldId="9834"/>
            <ac:spMk id="3" creationId="{5B29ED0E-BD37-60C9-B59B-A2601008EAE3}"/>
          </ac:spMkLst>
        </pc:spChg>
      </pc:sldChg>
      <pc:sldMasterChg chg="modSp modSldLayout">
        <pc:chgData name="Macher, Andreas (DI FA CTR PLC PPM)" userId="f1dcac62-7bef-43eb-91f0-927336a1714f" providerId="ADAL" clId="{F01817F1-5295-446A-942E-2AFE4D04D096}" dt="2022-12-08T14:54:22.984" v="587"/>
        <pc:sldMasterMkLst>
          <pc:docMk/>
          <pc:sldMasterMk cId="1698585145" sldId="2147483648"/>
        </pc:sldMasterMkLst>
        <pc:spChg chg="mod">
          <ac:chgData name="Macher, Andreas (DI FA CTR PLC PPM)" userId="f1dcac62-7bef-43eb-91f0-927336a1714f" providerId="ADAL" clId="{F01817F1-5295-446A-942E-2AFE4D04D096}" dt="2022-12-08T14:54:22.984" v="587"/>
          <ac:spMkLst>
            <pc:docMk/>
            <pc:sldMasterMk cId="1698585145" sldId="2147483648"/>
            <ac:spMk id="5" creationId="{4F5CAFE5-0972-49AB-B42B-7C613C153AFE}"/>
          </ac:spMkLst>
        </pc:spChg>
        <pc:sldLayoutChg chg="modSp">
          <pc:chgData name="Macher, Andreas (DI FA CTR PLC PPM)" userId="f1dcac62-7bef-43eb-91f0-927336a1714f" providerId="ADAL" clId="{F01817F1-5295-446A-942E-2AFE4D04D096}" dt="2022-12-08T14:54:22.984" v="587"/>
          <pc:sldLayoutMkLst>
            <pc:docMk/>
            <pc:sldMasterMk cId="1698585145" sldId="2147483648"/>
            <pc:sldLayoutMk cId="1842942607" sldId="2147483650"/>
          </pc:sldLayoutMkLst>
          <pc:spChg chg="mod">
            <ac:chgData name="Macher, Andreas (DI FA CTR PLC PPM)" userId="f1dcac62-7bef-43eb-91f0-927336a1714f" providerId="ADAL" clId="{F01817F1-5295-446A-942E-2AFE4D04D096}" dt="2022-12-08T14:54:22.984" v="587"/>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F01817F1-5295-446A-942E-2AFE4D04D096}" dt="2022-12-08T14:54:22.984" v="587"/>
          <pc:sldLayoutMkLst>
            <pc:docMk/>
            <pc:sldMasterMk cId="1698585145" sldId="2147483648"/>
            <pc:sldLayoutMk cId="2943002918" sldId="2147483655"/>
          </pc:sldLayoutMkLst>
          <pc:spChg chg="mod">
            <ac:chgData name="Macher, Andreas (DI FA CTR PLC PPM)" userId="f1dcac62-7bef-43eb-91f0-927336a1714f" providerId="ADAL" clId="{F01817F1-5295-446A-942E-2AFE4D04D096}" dt="2022-12-08T14:54:22.984" v="587"/>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F01817F1-5295-446A-942E-2AFE4D04D096}" dt="2022-12-08T14:54:22.984" v="587"/>
          <pc:sldLayoutMkLst>
            <pc:docMk/>
            <pc:sldMasterMk cId="1698585145" sldId="2147483648"/>
            <pc:sldLayoutMk cId="4100799088" sldId="2147483678"/>
          </pc:sldLayoutMkLst>
          <pc:spChg chg="mod">
            <ac:chgData name="Macher, Andreas (DI FA CTR PLC PPM)" userId="f1dcac62-7bef-43eb-91f0-927336a1714f" providerId="ADAL" clId="{F01817F1-5295-446A-942E-2AFE4D04D096}" dt="2022-12-08T14:54:22.984" v="587"/>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F01817F1-5295-446A-942E-2AFE4D04D096}" dt="2022-12-08T14:54:22.984" v="587"/>
          <pc:sldLayoutMkLst>
            <pc:docMk/>
            <pc:sldMasterMk cId="1698585145" sldId="2147483648"/>
            <pc:sldLayoutMk cId="674823635" sldId="2147483708"/>
          </pc:sldLayoutMkLst>
          <pc:spChg chg="mod">
            <ac:chgData name="Macher, Andreas (DI FA CTR PLC PPM)" userId="f1dcac62-7bef-43eb-91f0-927336a1714f" providerId="ADAL" clId="{F01817F1-5295-446A-942E-2AFE4D04D096}" dt="2022-12-08T14:54:22.984" v="587"/>
            <ac:spMkLst>
              <pc:docMk/>
              <pc:sldMasterMk cId="1698585145" sldId="2147483648"/>
              <pc:sldLayoutMk cId="674823635" sldId="2147483708"/>
              <ac:spMk id="5" creationId="{16495290-0795-4AB1-8AEA-2BB786783622}"/>
            </ac:spMkLst>
          </pc:spChg>
        </pc:sldLayoutChg>
      </pc:sldMasterChg>
    </pc:docChg>
  </pc:docChgLst>
  <pc:docChgLst>
    <pc:chgData name="Macher, Andreas (DI FA CTR PLC PPM)" userId="f1dcac62-7bef-43eb-91f0-927336a1714f" providerId="ADAL" clId="{2936B1CA-8187-443C-9FC0-6D1DB69A0A92}"/>
    <pc:docChg chg="custSel addSld delSld modSld modSection">
      <pc:chgData name="Macher, Andreas (DI FA CTR PLC PPM)" userId="f1dcac62-7bef-43eb-91f0-927336a1714f" providerId="ADAL" clId="{2936B1CA-8187-443C-9FC0-6D1DB69A0A92}" dt="2022-07-22T07:41:57.366" v="110" actId="2696"/>
      <pc:docMkLst>
        <pc:docMk/>
      </pc:docMkLst>
      <pc:sldChg chg="del">
        <pc:chgData name="Macher, Andreas (DI FA CTR PLC PPM)" userId="f1dcac62-7bef-43eb-91f0-927336a1714f" providerId="ADAL" clId="{2936B1CA-8187-443C-9FC0-6D1DB69A0A92}" dt="2022-07-22T07:14:00.101" v="47" actId="47"/>
        <pc:sldMkLst>
          <pc:docMk/>
          <pc:sldMk cId="1880746461" sldId="271"/>
        </pc:sldMkLst>
      </pc:sldChg>
      <pc:sldChg chg="del">
        <pc:chgData name="Macher, Andreas (DI FA CTR PLC PPM)" userId="f1dcac62-7bef-43eb-91f0-927336a1714f" providerId="ADAL" clId="{2936B1CA-8187-443C-9FC0-6D1DB69A0A92}" dt="2022-07-22T07:13:59.599" v="46" actId="47"/>
        <pc:sldMkLst>
          <pc:docMk/>
          <pc:sldMk cId="3071364467" sldId="344"/>
        </pc:sldMkLst>
      </pc:sldChg>
      <pc:sldChg chg="delSp modSp del mod">
        <pc:chgData name="Macher, Andreas (DI FA CTR PLC PPM)" userId="f1dcac62-7bef-43eb-91f0-927336a1714f" providerId="ADAL" clId="{2936B1CA-8187-443C-9FC0-6D1DB69A0A92}" dt="2022-07-22T07:41:33.949" v="59" actId="47"/>
        <pc:sldMkLst>
          <pc:docMk/>
          <pc:sldMk cId="3826715043" sldId="350"/>
        </pc:sldMkLst>
        <pc:spChg chg="del">
          <ac:chgData name="Macher, Andreas (DI FA CTR PLC PPM)" userId="f1dcac62-7bef-43eb-91f0-927336a1714f" providerId="ADAL" clId="{2936B1CA-8187-443C-9FC0-6D1DB69A0A92}" dt="2022-07-22T07:13:32.724" v="0" actId="478"/>
          <ac:spMkLst>
            <pc:docMk/>
            <pc:sldMk cId="3826715043" sldId="350"/>
            <ac:spMk id="4" creationId="{539FC5A9-1900-B8A2-5670-6C1D4FE46D4D}"/>
          </ac:spMkLst>
        </pc:spChg>
        <pc:spChg chg="mod">
          <ac:chgData name="Macher, Andreas (DI FA CTR PLC PPM)" userId="f1dcac62-7bef-43eb-91f0-927336a1714f" providerId="ADAL" clId="{2936B1CA-8187-443C-9FC0-6D1DB69A0A92}" dt="2022-07-22T07:13:51.248" v="45" actId="20577"/>
          <ac:spMkLst>
            <pc:docMk/>
            <pc:sldMk cId="3826715043" sldId="350"/>
            <ac:spMk id="6" creationId="{C7413F94-559E-46DF-A817-2051A7BA92CB}"/>
          </ac:spMkLst>
        </pc:spChg>
      </pc:sldChg>
      <pc:sldChg chg="del">
        <pc:chgData name="Macher, Andreas (DI FA CTR PLC PPM)" userId="f1dcac62-7bef-43eb-91f0-927336a1714f" providerId="ADAL" clId="{2936B1CA-8187-443C-9FC0-6D1DB69A0A92}" dt="2022-07-22T07:14:02.491" v="53" actId="47"/>
        <pc:sldMkLst>
          <pc:docMk/>
          <pc:sldMk cId="1383762711" sldId="2050"/>
        </pc:sldMkLst>
      </pc:sldChg>
      <pc:sldChg chg="del">
        <pc:chgData name="Macher, Andreas (DI FA CTR PLC PPM)" userId="f1dcac62-7bef-43eb-91f0-927336a1714f" providerId="ADAL" clId="{2936B1CA-8187-443C-9FC0-6D1DB69A0A92}" dt="2022-07-22T07:14:02.797" v="54" actId="47"/>
        <pc:sldMkLst>
          <pc:docMk/>
          <pc:sldMk cId="3901662827" sldId="2260"/>
        </pc:sldMkLst>
      </pc:sldChg>
      <pc:sldChg chg="del">
        <pc:chgData name="Macher, Andreas (DI FA CTR PLC PPM)" userId="f1dcac62-7bef-43eb-91f0-927336a1714f" providerId="ADAL" clId="{2936B1CA-8187-443C-9FC0-6D1DB69A0A92}" dt="2022-07-22T07:14:03.138" v="55" actId="47"/>
        <pc:sldMkLst>
          <pc:docMk/>
          <pc:sldMk cId="3330227079" sldId="2261"/>
        </pc:sldMkLst>
      </pc:sldChg>
      <pc:sldChg chg="del">
        <pc:chgData name="Macher, Andreas (DI FA CTR PLC PPM)" userId="f1dcac62-7bef-43eb-91f0-927336a1714f" providerId="ADAL" clId="{2936B1CA-8187-443C-9FC0-6D1DB69A0A92}" dt="2022-07-22T07:14:01.198" v="50" actId="47"/>
        <pc:sldMkLst>
          <pc:docMk/>
          <pc:sldMk cId="3983460591" sldId="9059"/>
        </pc:sldMkLst>
      </pc:sldChg>
      <pc:sldChg chg="del">
        <pc:chgData name="Macher, Andreas (DI FA CTR PLC PPM)" userId="f1dcac62-7bef-43eb-91f0-927336a1714f" providerId="ADAL" clId="{2936B1CA-8187-443C-9FC0-6D1DB69A0A92}" dt="2022-07-22T07:14:00.922" v="49" actId="47"/>
        <pc:sldMkLst>
          <pc:docMk/>
          <pc:sldMk cId="2438124206" sldId="9061"/>
        </pc:sldMkLst>
      </pc:sldChg>
      <pc:sldChg chg="del">
        <pc:chgData name="Macher, Andreas (DI FA CTR PLC PPM)" userId="f1dcac62-7bef-43eb-91f0-927336a1714f" providerId="ADAL" clId="{2936B1CA-8187-443C-9FC0-6D1DB69A0A92}" dt="2022-07-22T07:14:04.315" v="56" actId="47"/>
        <pc:sldMkLst>
          <pc:docMk/>
          <pc:sldMk cId="95143713" sldId="9116"/>
        </pc:sldMkLst>
      </pc:sldChg>
      <pc:sldChg chg="modSp add mod">
        <pc:chgData name="Macher, Andreas (DI FA CTR PLC PPM)" userId="f1dcac62-7bef-43eb-91f0-927336a1714f" providerId="ADAL" clId="{2936B1CA-8187-443C-9FC0-6D1DB69A0A92}" dt="2022-07-22T07:41:30.180" v="58"/>
        <pc:sldMkLst>
          <pc:docMk/>
          <pc:sldMk cId="1876916047" sldId="9782"/>
        </pc:sldMkLst>
        <pc:spChg chg="mod">
          <ac:chgData name="Macher, Andreas (DI FA CTR PLC PPM)" userId="f1dcac62-7bef-43eb-91f0-927336a1714f" providerId="ADAL" clId="{2936B1CA-8187-443C-9FC0-6D1DB69A0A92}" dt="2022-07-22T07:41:30.180" v="58"/>
          <ac:spMkLst>
            <pc:docMk/>
            <pc:sldMk cId="1876916047" sldId="9782"/>
            <ac:spMk id="6" creationId="{C7413F94-559E-46DF-A817-2051A7BA92CB}"/>
          </ac:spMkLst>
        </pc:spChg>
      </pc:sldChg>
      <pc:sldChg chg="del">
        <pc:chgData name="Macher, Andreas (DI FA CTR PLC PPM)" userId="f1dcac62-7bef-43eb-91f0-927336a1714f" providerId="ADAL" clId="{2936B1CA-8187-443C-9FC0-6D1DB69A0A92}" dt="2022-07-22T07:14:01.456" v="51" actId="47"/>
        <pc:sldMkLst>
          <pc:docMk/>
          <pc:sldMk cId="2734859403" sldId="9782"/>
        </pc:sldMkLst>
      </pc:sldChg>
      <pc:sldChg chg="del">
        <pc:chgData name="Macher, Andreas (DI FA CTR PLC PPM)" userId="f1dcac62-7bef-43eb-91f0-927336a1714f" providerId="ADAL" clId="{2936B1CA-8187-443C-9FC0-6D1DB69A0A92}" dt="2022-07-22T07:14:00.515" v="48" actId="47"/>
        <pc:sldMkLst>
          <pc:docMk/>
          <pc:sldMk cId="2885743806" sldId="9783"/>
        </pc:sldMkLst>
      </pc:sldChg>
      <pc:sldChg chg="del">
        <pc:chgData name="Macher, Andreas (DI FA CTR PLC PPM)" userId="f1dcac62-7bef-43eb-91f0-927336a1714f" providerId="ADAL" clId="{2936B1CA-8187-443C-9FC0-6D1DB69A0A92}" dt="2022-07-22T07:14:02.276" v="52" actId="47"/>
        <pc:sldMkLst>
          <pc:docMk/>
          <pc:sldMk cId="739854802" sldId="9784"/>
        </pc:sldMkLst>
      </pc:sldChg>
      <pc:sldMasterChg chg="delSldLayout">
        <pc:chgData name="Macher, Andreas (DI FA CTR PLC PPM)" userId="f1dcac62-7bef-43eb-91f0-927336a1714f" providerId="ADAL" clId="{2936B1CA-8187-443C-9FC0-6D1DB69A0A92}" dt="2022-07-22T07:41:57.366" v="110" actId="2696"/>
        <pc:sldMasterMkLst>
          <pc:docMk/>
          <pc:sldMasterMk cId="1698585145" sldId="2147483648"/>
        </pc:sldMasterMkLst>
        <pc:sldLayoutChg chg="del">
          <pc:chgData name="Macher, Andreas (DI FA CTR PLC PPM)" userId="f1dcac62-7bef-43eb-91f0-927336a1714f" providerId="ADAL" clId="{2936B1CA-8187-443C-9FC0-6D1DB69A0A92}" dt="2022-07-22T07:41:54.898" v="101" actId="2696"/>
          <pc:sldLayoutMkLst>
            <pc:docMk/>
            <pc:sldMasterMk cId="1698585145" sldId="2147483648"/>
            <pc:sldLayoutMk cId="408848882" sldId="2147483652"/>
          </pc:sldLayoutMkLst>
        </pc:sldLayoutChg>
        <pc:sldLayoutChg chg="del">
          <pc:chgData name="Macher, Andreas (DI FA CTR PLC PPM)" userId="f1dcac62-7bef-43eb-91f0-927336a1714f" providerId="ADAL" clId="{2936B1CA-8187-443C-9FC0-6D1DB69A0A92}" dt="2022-07-22T07:41:54.315" v="97" actId="2696"/>
          <pc:sldLayoutMkLst>
            <pc:docMk/>
            <pc:sldMasterMk cId="1698585145" sldId="2147483648"/>
            <pc:sldLayoutMk cId="1907654598" sldId="2147483665"/>
          </pc:sldLayoutMkLst>
        </pc:sldLayoutChg>
        <pc:sldLayoutChg chg="del">
          <pc:chgData name="Macher, Andreas (DI FA CTR PLC PPM)" userId="f1dcac62-7bef-43eb-91f0-927336a1714f" providerId="ADAL" clId="{2936B1CA-8187-443C-9FC0-6D1DB69A0A92}" dt="2022-07-22T07:41:54.452" v="98" actId="2696"/>
          <pc:sldLayoutMkLst>
            <pc:docMk/>
            <pc:sldMasterMk cId="1698585145" sldId="2147483648"/>
            <pc:sldLayoutMk cId="951439580" sldId="2147483666"/>
          </pc:sldLayoutMkLst>
        </pc:sldLayoutChg>
        <pc:sldLayoutChg chg="del">
          <pc:chgData name="Macher, Andreas (DI FA CTR PLC PPM)" userId="f1dcac62-7bef-43eb-91f0-927336a1714f" providerId="ADAL" clId="{2936B1CA-8187-443C-9FC0-6D1DB69A0A92}" dt="2022-07-22T07:41:52.341" v="91" actId="2696"/>
          <pc:sldLayoutMkLst>
            <pc:docMk/>
            <pc:sldMasterMk cId="1698585145" sldId="2147483648"/>
            <pc:sldLayoutMk cId="2009199822" sldId="2147483677"/>
          </pc:sldLayoutMkLst>
        </pc:sldLayoutChg>
        <pc:sldLayoutChg chg="del">
          <pc:chgData name="Macher, Andreas (DI FA CTR PLC PPM)" userId="f1dcac62-7bef-43eb-91f0-927336a1714f" providerId="ADAL" clId="{2936B1CA-8187-443C-9FC0-6D1DB69A0A92}" dt="2022-07-22T07:41:55.059" v="102" actId="2696"/>
          <pc:sldLayoutMkLst>
            <pc:docMk/>
            <pc:sldMasterMk cId="1698585145" sldId="2147483648"/>
            <pc:sldLayoutMk cId="3664610299" sldId="2147483680"/>
          </pc:sldLayoutMkLst>
        </pc:sldLayoutChg>
        <pc:sldLayoutChg chg="del">
          <pc:chgData name="Macher, Andreas (DI FA CTR PLC PPM)" userId="f1dcac62-7bef-43eb-91f0-927336a1714f" providerId="ADAL" clId="{2936B1CA-8187-443C-9FC0-6D1DB69A0A92}" dt="2022-07-22T07:41:55.552" v="105" actId="2696"/>
          <pc:sldLayoutMkLst>
            <pc:docMk/>
            <pc:sldMasterMk cId="1698585145" sldId="2147483648"/>
            <pc:sldLayoutMk cId="2263419937" sldId="2147483681"/>
          </pc:sldLayoutMkLst>
        </pc:sldLayoutChg>
        <pc:sldLayoutChg chg="del">
          <pc:chgData name="Macher, Andreas (DI FA CTR PLC PPM)" userId="f1dcac62-7bef-43eb-91f0-927336a1714f" providerId="ADAL" clId="{2936B1CA-8187-443C-9FC0-6D1DB69A0A92}" dt="2022-07-22T07:41:56.030" v="108" actId="2696"/>
          <pc:sldLayoutMkLst>
            <pc:docMk/>
            <pc:sldMasterMk cId="1698585145" sldId="2147483648"/>
            <pc:sldLayoutMk cId="1316416684" sldId="2147483682"/>
          </pc:sldLayoutMkLst>
        </pc:sldLayoutChg>
        <pc:sldLayoutChg chg="del">
          <pc:chgData name="Macher, Andreas (DI FA CTR PLC PPM)" userId="f1dcac62-7bef-43eb-91f0-927336a1714f" providerId="ADAL" clId="{2936B1CA-8187-443C-9FC0-6D1DB69A0A92}" dt="2022-07-22T07:41:55.380" v="104" actId="2696"/>
          <pc:sldLayoutMkLst>
            <pc:docMk/>
            <pc:sldMasterMk cId="1698585145" sldId="2147483648"/>
            <pc:sldLayoutMk cId="460158245" sldId="2147483687"/>
          </pc:sldLayoutMkLst>
        </pc:sldLayoutChg>
        <pc:sldLayoutChg chg="del">
          <pc:chgData name="Macher, Andreas (DI FA CTR PLC PPM)" userId="f1dcac62-7bef-43eb-91f0-927336a1714f" providerId="ADAL" clId="{2936B1CA-8187-443C-9FC0-6D1DB69A0A92}" dt="2022-07-22T07:41:55.708" v="106" actId="2696"/>
          <pc:sldLayoutMkLst>
            <pc:docMk/>
            <pc:sldMasterMk cId="1698585145" sldId="2147483648"/>
            <pc:sldLayoutMk cId="2460512140" sldId="2147483690"/>
          </pc:sldLayoutMkLst>
        </pc:sldLayoutChg>
        <pc:sldLayoutChg chg="del">
          <pc:chgData name="Macher, Andreas (DI FA CTR PLC PPM)" userId="f1dcac62-7bef-43eb-91f0-927336a1714f" providerId="ADAL" clId="{2936B1CA-8187-443C-9FC0-6D1DB69A0A92}" dt="2022-07-22T07:41:52.622" v="93" actId="2696"/>
          <pc:sldLayoutMkLst>
            <pc:docMk/>
            <pc:sldMasterMk cId="1698585145" sldId="2147483648"/>
            <pc:sldLayoutMk cId="4004534516" sldId="2147483691"/>
          </pc:sldLayoutMkLst>
        </pc:sldLayoutChg>
        <pc:sldLayoutChg chg="del">
          <pc:chgData name="Macher, Andreas (DI FA CTR PLC PPM)" userId="f1dcac62-7bef-43eb-91f0-927336a1714f" providerId="ADAL" clId="{2936B1CA-8187-443C-9FC0-6D1DB69A0A92}" dt="2022-07-22T07:41:52.940" v="95" actId="2696"/>
          <pc:sldLayoutMkLst>
            <pc:docMk/>
            <pc:sldMasterMk cId="1698585145" sldId="2147483648"/>
            <pc:sldLayoutMk cId="1106083221" sldId="2147483692"/>
          </pc:sldLayoutMkLst>
        </pc:sldLayoutChg>
        <pc:sldLayoutChg chg="del">
          <pc:chgData name="Macher, Andreas (DI FA CTR PLC PPM)" userId="f1dcac62-7bef-43eb-91f0-927336a1714f" providerId="ADAL" clId="{2936B1CA-8187-443C-9FC0-6D1DB69A0A92}" dt="2022-07-22T07:41:55.219" v="103" actId="2696"/>
          <pc:sldLayoutMkLst>
            <pc:docMk/>
            <pc:sldMasterMk cId="1698585145" sldId="2147483648"/>
            <pc:sldLayoutMk cId="2912428891" sldId="2147483694"/>
          </pc:sldLayoutMkLst>
        </pc:sldLayoutChg>
        <pc:sldLayoutChg chg="del">
          <pc:chgData name="Macher, Andreas (DI FA CTR PLC PPM)" userId="f1dcac62-7bef-43eb-91f0-927336a1714f" providerId="ADAL" clId="{2936B1CA-8187-443C-9FC0-6D1DB69A0A92}" dt="2022-07-22T07:41:54.595" v="99" actId="2696"/>
          <pc:sldLayoutMkLst>
            <pc:docMk/>
            <pc:sldMasterMk cId="1698585145" sldId="2147483648"/>
            <pc:sldLayoutMk cId="448910675" sldId="2147483697"/>
          </pc:sldLayoutMkLst>
        </pc:sldLayoutChg>
        <pc:sldLayoutChg chg="del">
          <pc:chgData name="Macher, Andreas (DI FA CTR PLC PPM)" userId="f1dcac62-7bef-43eb-91f0-927336a1714f" providerId="ADAL" clId="{2936B1CA-8187-443C-9FC0-6D1DB69A0A92}" dt="2022-07-22T07:41:54.754" v="100" actId="2696"/>
          <pc:sldLayoutMkLst>
            <pc:docMk/>
            <pc:sldMasterMk cId="1698585145" sldId="2147483648"/>
            <pc:sldLayoutMk cId="2503860774" sldId="2147483698"/>
          </pc:sldLayoutMkLst>
        </pc:sldLayoutChg>
        <pc:sldLayoutChg chg="del">
          <pc:chgData name="Macher, Andreas (DI FA CTR PLC PPM)" userId="f1dcac62-7bef-43eb-91f0-927336a1714f" providerId="ADAL" clId="{2936B1CA-8187-443C-9FC0-6D1DB69A0A92}" dt="2022-07-22T07:41:52.493" v="92" actId="2696"/>
          <pc:sldLayoutMkLst>
            <pc:docMk/>
            <pc:sldMasterMk cId="1698585145" sldId="2147483648"/>
            <pc:sldLayoutMk cId="4014279886" sldId="2147483709"/>
          </pc:sldLayoutMkLst>
        </pc:sldLayoutChg>
        <pc:sldLayoutChg chg="del">
          <pc:chgData name="Macher, Andreas (DI FA CTR PLC PPM)" userId="f1dcac62-7bef-43eb-91f0-927336a1714f" providerId="ADAL" clId="{2936B1CA-8187-443C-9FC0-6D1DB69A0A92}" dt="2022-07-22T07:41:55.867" v="107" actId="2696"/>
          <pc:sldLayoutMkLst>
            <pc:docMk/>
            <pc:sldMasterMk cId="1698585145" sldId="2147483648"/>
            <pc:sldLayoutMk cId="271878887" sldId="2147483711"/>
          </pc:sldLayoutMkLst>
        </pc:sldLayoutChg>
        <pc:sldLayoutChg chg="del">
          <pc:chgData name="Macher, Andreas (DI FA CTR PLC PPM)" userId="f1dcac62-7bef-43eb-91f0-927336a1714f" providerId="ADAL" clId="{2936B1CA-8187-443C-9FC0-6D1DB69A0A92}" dt="2022-07-22T07:41:42.991" v="60" actId="2696"/>
          <pc:sldLayoutMkLst>
            <pc:docMk/>
            <pc:sldMasterMk cId="1698585145" sldId="2147483648"/>
            <pc:sldLayoutMk cId="2026250594" sldId="2147483717"/>
          </pc:sldLayoutMkLst>
        </pc:sldLayoutChg>
        <pc:sldLayoutChg chg="del">
          <pc:chgData name="Macher, Andreas (DI FA CTR PLC PPM)" userId="f1dcac62-7bef-43eb-91f0-927336a1714f" providerId="ADAL" clId="{2936B1CA-8187-443C-9FC0-6D1DB69A0A92}" dt="2022-07-22T07:41:43.478" v="61" actId="2696"/>
          <pc:sldLayoutMkLst>
            <pc:docMk/>
            <pc:sldMasterMk cId="1698585145" sldId="2147483648"/>
            <pc:sldLayoutMk cId="1273117948" sldId="2147483719"/>
          </pc:sldLayoutMkLst>
        </pc:sldLayoutChg>
        <pc:sldLayoutChg chg="del">
          <pc:chgData name="Macher, Andreas (DI FA CTR PLC PPM)" userId="f1dcac62-7bef-43eb-91f0-927336a1714f" providerId="ADAL" clId="{2936B1CA-8187-443C-9FC0-6D1DB69A0A92}" dt="2022-07-22T07:41:43.630" v="62" actId="2696"/>
          <pc:sldLayoutMkLst>
            <pc:docMk/>
            <pc:sldMasterMk cId="1698585145" sldId="2147483648"/>
            <pc:sldLayoutMk cId="2024961563" sldId="2147483720"/>
          </pc:sldLayoutMkLst>
        </pc:sldLayoutChg>
        <pc:sldLayoutChg chg="del">
          <pc:chgData name="Macher, Andreas (DI FA CTR PLC PPM)" userId="f1dcac62-7bef-43eb-91f0-927336a1714f" providerId="ADAL" clId="{2936B1CA-8187-443C-9FC0-6D1DB69A0A92}" dt="2022-07-22T07:41:43.780" v="63" actId="2696"/>
          <pc:sldLayoutMkLst>
            <pc:docMk/>
            <pc:sldMasterMk cId="1698585145" sldId="2147483648"/>
            <pc:sldLayoutMk cId="2813591464" sldId="2147483721"/>
          </pc:sldLayoutMkLst>
        </pc:sldLayoutChg>
        <pc:sldLayoutChg chg="del">
          <pc:chgData name="Macher, Andreas (DI FA CTR PLC PPM)" userId="f1dcac62-7bef-43eb-91f0-927336a1714f" providerId="ADAL" clId="{2936B1CA-8187-443C-9FC0-6D1DB69A0A92}" dt="2022-07-22T07:41:43.940" v="64" actId="2696"/>
          <pc:sldLayoutMkLst>
            <pc:docMk/>
            <pc:sldMasterMk cId="1698585145" sldId="2147483648"/>
            <pc:sldLayoutMk cId="3165426006" sldId="2147483722"/>
          </pc:sldLayoutMkLst>
        </pc:sldLayoutChg>
        <pc:sldLayoutChg chg="del">
          <pc:chgData name="Macher, Andreas (DI FA CTR PLC PPM)" userId="f1dcac62-7bef-43eb-91f0-927336a1714f" providerId="ADAL" clId="{2936B1CA-8187-443C-9FC0-6D1DB69A0A92}" dt="2022-07-22T07:41:44.101" v="65" actId="2696"/>
          <pc:sldLayoutMkLst>
            <pc:docMk/>
            <pc:sldMasterMk cId="1698585145" sldId="2147483648"/>
            <pc:sldLayoutMk cId="845533663" sldId="2147483723"/>
          </pc:sldLayoutMkLst>
        </pc:sldLayoutChg>
        <pc:sldLayoutChg chg="del">
          <pc:chgData name="Macher, Andreas (DI FA CTR PLC PPM)" userId="f1dcac62-7bef-43eb-91f0-927336a1714f" providerId="ADAL" clId="{2936B1CA-8187-443C-9FC0-6D1DB69A0A92}" dt="2022-07-22T07:41:44.248" v="66" actId="2696"/>
          <pc:sldLayoutMkLst>
            <pc:docMk/>
            <pc:sldMasterMk cId="1698585145" sldId="2147483648"/>
            <pc:sldLayoutMk cId="4099078185" sldId="2147483724"/>
          </pc:sldLayoutMkLst>
        </pc:sldLayoutChg>
        <pc:sldLayoutChg chg="del">
          <pc:chgData name="Macher, Andreas (DI FA CTR PLC PPM)" userId="f1dcac62-7bef-43eb-91f0-927336a1714f" providerId="ADAL" clId="{2936B1CA-8187-443C-9FC0-6D1DB69A0A92}" dt="2022-07-22T07:41:44.404" v="67" actId="2696"/>
          <pc:sldLayoutMkLst>
            <pc:docMk/>
            <pc:sldMasterMk cId="1698585145" sldId="2147483648"/>
            <pc:sldLayoutMk cId="1218475109" sldId="2147483725"/>
          </pc:sldLayoutMkLst>
        </pc:sldLayoutChg>
        <pc:sldLayoutChg chg="del">
          <pc:chgData name="Macher, Andreas (DI FA CTR PLC PPM)" userId="f1dcac62-7bef-43eb-91f0-927336a1714f" providerId="ADAL" clId="{2936B1CA-8187-443C-9FC0-6D1DB69A0A92}" dt="2022-07-22T07:41:44.568" v="68" actId="2696"/>
          <pc:sldLayoutMkLst>
            <pc:docMk/>
            <pc:sldMasterMk cId="1698585145" sldId="2147483648"/>
            <pc:sldLayoutMk cId="1999428441" sldId="2147483726"/>
          </pc:sldLayoutMkLst>
        </pc:sldLayoutChg>
        <pc:sldLayoutChg chg="del">
          <pc:chgData name="Macher, Andreas (DI FA CTR PLC PPM)" userId="f1dcac62-7bef-43eb-91f0-927336a1714f" providerId="ADAL" clId="{2936B1CA-8187-443C-9FC0-6D1DB69A0A92}" dt="2022-07-22T07:41:44.732" v="69" actId="2696"/>
          <pc:sldLayoutMkLst>
            <pc:docMk/>
            <pc:sldMasterMk cId="1698585145" sldId="2147483648"/>
            <pc:sldLayoutMk cId="912665376" sldId="2147483727"/>
          </pc:sldLayoutMkLst>
        </pc:sldLayoutChg>
        <pc:sldLayoutChg chg="del">
          <pc:chgData name="Macher, Andreas (DI FA CTR PLC PPM)" userId="f1dcac62-7bef-43eb-91f0-927336a1714f" providerId="ADAL" clId="{2936B1CA-8187-443C-9FC0-6D1DB69A0A92}" dt="2022-07-22T07:41:44.889" v="70" actId="2696"/>
          <pc:sldLayoutMkLst>
            <pc:docMk/>
            <pc:sldMasterMk cId="1698585145" sldId="2147483648"/>
            <pc:sldLayoutMk cId="484892092" sldId="2147483728"/>
          </pc:sldLayoutMkLst>
        </pc:sldLayoutChg>
        <pc:sldLayoutChg chg="del">
          <pc:chgData name="Macher, Andreas (DI FA CTR PLC PPM)" userId="f1dcac62-7bef-43eb-91f0-927336a1714f" providerId="ADAL" clId="{2936B1CA-8187-443C-9FC0-6D1DB69A0A92}" dt="2022-07-22T07:41:45.047" v="71" actId="2696"/>
          <pc:sldLayoutMkLst>
            <pc:docMk/>
            <pc:sldMasterMk cId="1698585145" sldId="2147483648"/>
            <pc:sldLayoutMk cId="1190604795" sldId="2147483729"/>
          </pc:sldLayoutMkLst>
        </pc:sldLayoutChg>
        <pc:sldLayoutChg chg="del">
          <pc:chgData name="Macher, Andreas (DI FA CTR PLC PPM)" userId="f1dcac62-7bef-43eb-91f0-927336a1714f" providerId="ADAL" clId="{2936B1CA-8187-443C-9FC0-6D1DB69A0A92}" dt="2022-07-22T07:41:46.117" v="72" actId="2696"/>
          <pc:sldLayoutMkLst>
            <pc:docMk/>
            <pc:sldMasterMk cId="1698585145" sldId="2147483648"/>
            <pc:sldLayoutMk cId="2530377729" sldId="2147483731"/>
          </pc:sldLayoutMkLst>
        </pc:sldLayoutChg>
        <pc:sldLayoutChg chg="del">
          <pc:chgData name="Macher, Andreas (DI FA CTR PLC PPM)" userId="f1dcac62-7bef-43eb-91f0-927336a1714f" providerId="ADAL" clId="{2936B1CA-8187-443C-9FC0-6D1DB69A0A92}" dt="2022-07-22T07:41:46.252" v="73" actId="2696"/>
          <pc:sldLayoutMkLst>
            <pc:docMk/>
            <pc:sldMasterMk cId="1698585145" sldId="2147483648"/>
            <pc:sldLayoutMk cId="1852824290" sldId="2147483732"/>
          </pc:sldLayoutMkLst>
        </pc:sldLayoutChg>
        <pc:sldLayoutChg chg="del">
          <pc:chgData name="Macher, Andreas (DI FA CTR PLC PPM)" userId="f1dcac62-7bef-43eb-91f0-927336a1714f" providerId="ADAL" clId="{2936B1CA-8187-443C-9FC0-6D1DB69A0A92}" dt="2022-07-22T07:41:46.420" v="74" actId="2696"/>
          <pc:sldLayoutMkLst>
            <pc:docMk/>
            <pc:sldMasterMk cId="1698585145" sldId="2147483648"/>
            <pc:sldLayoutMk cId="3298325662" sldId="2147483733"/>
          </pc:sldLayoutMkLst>
        </pc:sldLayoutChg>
        <pc:sldLayoutChg chg="del">
          <pc:chgData name="Macher, Andreas (DI FA CTR PLC PPM)" userId="f1dcac62-7bef-43eb-91f0-927336a1714f" providerId="ADAL" clId="{2936B1CA-8187-443C-9FC0-6D1DB69A0A92}" dt="2022-07-22T07:41:46.556" v="75" actId="2696"/>
          <pc:sldLayoutMkLst>
            <pc:docMk/>
            <pc:sldMasterMk cId="1698585145" sldId="2147483648"/>
            <pc:sldLayoutMk cId="3197361711" sldId="2147483734"/>
          </pc:sldLayoutMkLst>
        </pc:sldLayoutChg>
        <pc:sldLayoutChg chg="del">
          <pc:chgData name="Macher, Andreas (DI FA CTR PLC PPM)" userId="f1dcac62-7bef-43eb-91f0-927336a1714f" providerId="ADAL" clId="{2936B1CA-8187-443C-9FC0-6D1DB69A0A92}" dt="2022-07-22T07:41:46.716" v="76" actId="2696"/>
          <pc:sldLayoutMkLst>
            <pc:docMk/>
            <pc:sldMasterMk cId="1698585145" sldId="2147483648"/>
            <pc:sldLayoutMk cId="1870889376" sldId="2147483735"/>
          </pc:sldLayoutMkLst>
        </pc:sldLayoutChg>
        <pc:sldLayoutChg chg="del">
          <pc:chgData name="Macher, Andreas (DI FA CTR PLC PPM)" userId="f1dcac62-7bef-43eb-91f0-927336a1714f" providerId="ADAL" clId="{2936B1CA-8187-443C-9FC0-6D1DB69A0A92}" dt="2022-07-22T07:41:47.814" v="83" actId="2696"/>
          <pc:sldLayoutMkLst>
            <pc:docMk/>
            <pc:sldMasterMk cId="1698585145" sldId="2147483648"/>
            <pc:sldLayoutMk cId="4042990506" sldId="2147483736"/>
          </pc:sldLayoutMkLst>
        </pc:sldLayoutChg>
        <pc:sldLayoutChg chg="del">
          <pc:chgData name="Macher, Andreas (DI FA CTR PLC PPM)" userId="f1dcac62-7bef-43eb-91f0-927336a1714f" providerId="ADAL" clId="{2936B1CA-8187-443C-9FC0-6D1DB69A0A92}" dt="2022-07-22T07:41:47.955" v="84" actId="2696"/>
          <pc:sldLayoutMkLst>
            <pc:docMk/>
            <pc:sldMasterMk cId="1698585145" sldId="2147483648"/>
            <pc:sldLayoutMk cId="2294859123" sldId="2147483737"/>
          </pc:sldLayoutMkLst>
        </pc:sldLayoutChg>
        <pc:sldLayoutChg chg="del">
          <pc:chgData name="Macher, Andreas (DI FA CTR PLC PPM)" userId="f1dcac62-7bef-43eb-91f0-927336a1714f" providerId="ADAL" clId="{2936B1CA-8187-443C-9FC0-6D1DB69A0A92}" dt="2022-07-22T07:41:48.138" v="85" actId="2696"/>
          <pc:sldLayoutMkLst>
            <pc:docMk/>
            <pc:sldMasterMk cId="1698585145" sldId="2147483648"/>
            <pc:sldLayoutMk cId="416322106" sldId="2147483738"/>
          </pc:sldLayoutMkLst>
        </pc:sldLayoutChg>
        <pc:sldLayoutChg chg="del">
          <pc:chgData name="Macher, Andreas (DI FA CTR PLC PPM)" userId="f1dcac62-7bef-43eb-91f0-927336a1714f" providerId="ADAL" clId="{2936B1CA-8187-443C-9FC0-6D1DB69A0A92}" dt="2022-07-22T07:41:48.267" v="86" actId="2696"/>
          <pc:sldLayoutMkLst>
            <pc:docMk/>
            <pc:sldMasterMk cId="1698585145" sldId="2147483648"/>
            <pc:sldLayoutMk cId="1455111089" sldId="2147483739"/>
          </pc:sldLayoutMkLst>
        </pc:sldLayoutChg>
        <pc:sldLayoutChg chg="del">
          <pc:chgData name="Macher, Andreas (DI FA CTR PLC PPM)" userId="f1dcac62-7bef-43eb-91f0-927336a1714f" providerId="ADAL" clId="{2936B1CA-8187-443C-9FC0-6D1DB69A0A92}" dt="2022-07-22T07:41:48.657" v="87" actId="2696"/>
          <pc:sldLayoutMkLst>
            <pc:docMk/>
            <pc:sldMasterMk cId="1698585145" sldId="2147483648"/>
            <pc:sldLayoutMk cId="3943902260" sldId="2147483740"/>
          </pc:sldLayoutMkLst>
        </pc:sldLayoutChg>
        <pc:sldLayoutChg chg="del">
          <pc:chgData name="Macher, Andreas (DI FA CTR PLC PPM)" userId="f1dcac62-7bef-43eb-91f0-927336a1714f" providerId="ADAL" clId="{2936B1CA-8187-443C-9FC0-6D1DB69A0A92}" dt="2022-07-22T07:41:48.845" v="88" actId="2696"/>
          <pc:sldLayoutMkLst>
            <pc:docMk/>
            <pc:sldMasterMk cId="1698585145" sldId="2147483648"/>
            <pc:sldLayoutMk cId="3868036727" sldId="2147483741"/>
          </pc:sldLayoutMkLst>
        </pc:sldLayoutChg>
        <pc:sldLayoutChg chg="del">
          <pc:chgData name="Macher, Andreas (DI FA CTR PLC PPM)" userId="f1dcac62-7bef-43eb-91f0-927336a1714f" providerId="ADAL" clId="{2936B1CA-8187-443C-9FC0-6D1DB69A0A92}" dt="2022-07-22T07:41:51.883" v="90" actId="2696"/>
          <pc:sldLayoutMkLst>
            <pc:docMk/>
            <pc:sldMasterMk cId="1698585145" sldId="2147483648"/>
            <pc:sldLayoutMk cId="2968626746" sldId="2147483742"/>
          </pc:sldLayoutMkLst>
        </pc:sldLayoutChg>
        <pc:sldLayoutChg chg="del">
          <pc:chgData name="Macher, Andreas (DI FA CTR PLC PPM)" userId="f1dcac62-7bef-43eb-91f0-927336a1714f" providerId="ADAL" clId="{2936B1CA-8187-443C-9FC0-6D1DB69A0A92}" dt="2022-07-22T07:41:49.008" v="89" actId="2696"/>
          <pc:sldLayoutMkLst>
            <pc:docMk/>
            <pc:sldMasterMk cId="1698585145" sldId="2147483648"/>
            <pc:sldLayoutMk cId="643747429" sldId="2147483744"/>
          </pc:sldLayoutMkLst>
        </pc:sldLayoutChg>
        <pc:sldLayoutChg chg="del">
          <pc:chgData name="Macher, Andreas (DI FA CTR PLC PPM)" userId="f1dcac62-7bef-43eb-91f0-927336a1714f" providerId="ADAL" clId="{2936B1CA-8187-443C-9FC0-6D1DB69A0A92}" dt="2022-07-22T07:41:47.339" v="80" actId="2696"/>
          <pc:sldLayoutMkLst>
            <pc:docMk/>
            <pc:sldMasterMk cId="1698585145" sldId="2147483648"/>
            <pc:sldLayoutMk cId="1835673491" sldId="2147483745"/>
          </pc:sldLayoutMkLst>
        </pc:sldLayoutChg>
        <pc:sldLayoutChg chg="del">
          <pc:chgData name="Macher, Andreas (DI FA CTR PLC PPM)" userId="f1dcac62-7bef-43eb-91f0-927336a1714f" providerId="ADAL" clId="{2936B1CA-8187-443C-9FC0-6D1DB69A0A92}" dt="2022-07-22T07:41:47.484" v="81" actId="2696"/>
          <pc:sldLayoutMkLst>
            <pc:docMk/>
            <pc:sldMasterMk cId="1698585145" sldId="2147483648"/>
            <pc:sldLayoutMk cId="1622225975" sldId="2147483746"/>
          </pc:sldLayoutMkLst>
        </pc:sldLayoutChg>
        <pc:sldLayoutChg chg="del">
          <pc:chgData name="Macher, Andreas (DI FA CTR PLC PPM)" userId="f1dcac62-7bef-43eb-91f0-927336a1714f" providerId="ADAL" clId="{2936B1CA-8187-443C-9FC0-6D1DB69A0A92}" dt="2022-07-22T07:41:47.650" v="82" actId="2696"/>
          <pc:sldLayoutMkLst>
            <pc:docMk/>
            <pc:sldMasterMk cId="1698585145" sldId="2147483648"/>
            <pc:sldLayoutMk cId="689486995" sldId="2147483747"/>
          </pc:sldLayoutMkLst>
        </pc:sldLayoutChg>
        <pc:sldLayoutChg chg="del">
          <pc:chgData name="Macher, Andreas (DI FA CTR PLC PPM)" userId="f1dcac62-7bef-43eb-91f0-927336a1714f" providerId="ADAL" clId="{2936B1CA-8187-443C-9FC0-6D1DB69A0A92}" dt="2022-07-22T07:41:46.860" v="77" actId="2696"/>
          <pc:sldLayoutMkLst>
            <pc:docMk/>
            <pc:sldMasterMk cId="1698585145" sldId="2147483648"/>
            <pc:sldLayoutMk cId="3589911172" sldId="2147483748"/>
          </pc:sldLayoutMkLst>
        </pc:sldLayoutChg>
        <pc:sldLayoutChg chg="del">
          <pc:chgData name="Macher, Andreas (DI FA CTR PLC PPM)" userId="f1dcac62-7bef-43eb-91f0-927336a1714f" providerId="ADAL" clId="{2936B1CA-8187-443C-9FC0-6D1DB69A0A92}" dt="2022-07-22T07:41:47.023" v="78" actId="2696"/>
          <pc:sldLayoutMkLst>
            <pc:docMk/>
            <pc:sldMasterMk cId="1698585145" sldId="2147483648"/>
            <pc:sldLayoutMk cId="2880196282" sldId="2147483749"/>
          </pc:sldLayoutMkLst>
        </pc:sldLayoutChg>
        <pc:sldLayoutChg chg="del">
          <pc:chgData name="Macher, Andreas (DI FA CTR PLC PPM)" userId="f1dcac62-7bef-43eb-91f0-927336a1714f" providerId="ADAL" clId="{2936B1CA-8187-443C-9FC0-6D1DB69A0A92}" dt="2022-07-22T07:41:47.180" v="79" actId="2696"/>
          <pc:sldLayoutMkLst>
            <pc:docMk/>
            <pc:sldMasterMk cId="1698585145" sldId="2147483648"/>
            <pc:sldLayoutMk cId="3741647543" sldId="2147483750"/>
          </pc:sldLayoutMkLst>
        </pc:sldLayoutChg>
        <pc:sldLayoutChg chg="del">
          <pc:chgData name="Macher, Andreas (DI FA CTR PLC PPM)" userId="f1dcac62-7bef-43eb-91f0-927336a1714f" providerId="ADAL" clId="{2936B1CA-8187-443C-9FC0-6D1DB69A0A92}" dt="2022-07-22T07:41:52.782" v="94" actId="2696"/>
          <pc:sldLayoutMkLst>
            <pc:docMk/>
            <pc:sldMasterMk cId="1698585145" sldId="2147483648"/>
            <pc:sldLayoutMk cId="2937550611" sldId="2147483751"/>
          </pc:sldLayoutMkLst>
        </pc:sldLayoutChg>
        <pc:sldLayoutChg chg="del">
          <pc:chgData name="Macher, Andreas (DI FA CTR PLC PPM)" userId="f1dcac62-7bef-43eb-91f0-927336a1714f" providerId="ADAL" clId="{2936B1CA-8187-443C-9FC0-6D1DB69A0A92}" dt="2022-07-22T07:41:53.116" v="96" actId="2696"/>
          <pc:sldLayoutMkLst>
            <pc:docMk/>
            <pc:sldMasterMk cId="1698585145" sldId="2147483648"/>
            <pc:sldLayoutMk cId="3514875898" sldId="2147483752"/>
          </pc:sldLayoutMkLst>
        </pc:sldLayoutChg>
        <pc:sldLayoutChg chg="del">
          <pc:chgData name="Macher, Andreas (DI FA CTR PLC PPM)" userId="f1dcac62-7bef-43eb-91f0-927336a1714f" providerId="ADAL" clId="{2936B1CA-8187-443C-9FC0-6D1DB69A0A92}" dt="2022-07-22T07:41:57.231" v="109" actId="2696"/>
          <pc:sldLayoutMkLst>
            <pc:docMk/>
            <pc:sldMasterMk cId="1698585145" sldId="2147483648"/>
            <pc:sldLayoutMk cId="511205372" sldId="2147483753"/>
          </pc:sldLayoutMkLst>
        </pc:sldLayoutChg>
        <pc:sldLayoutChg chg="del">
          <pc:chgData name="Macher, Andreas (DI FA CTR PLC PPM)" userId="f1dcac62-7bef-43eb-91f0-927336a1714f" providerId="ADAL" clId="{2936B1CA-8187-443C-9FC0-6D1DB69A0A92}" dt="2022-07-22T07:41:57.366" v="110" actId="2696"/>
          <pc:sldLayoutMkLst>
            <pc:docMk/>
            <pc:sldMasterMk cId="1698585145" sldId="2147483648"/>
            <pc:sldLayoutMk cId="1660336575" sldId="2147483766"/>
          </pc:sldLayoutMkLst>
        </pc:sldLayoutChg>
      </pc:sldMasterChg>
    </pc:docChg>
  </pc:docChgLst>
  <pc:docChgLst>
    <pc:chgData name="Macher, Andreas (DI FA CTR PLC PPM)" userId="f1dcac62-7bef-43eb-91f0-927336a1714f" providerId="ADAL" clId="{C5C6EC8B-092A-4999-B5EE-A1C3BF508D8A}"/>
    <pc:docChg chg="undo custSel addSld delSld modSld sldOrd modMainMaster modSection">
      <pc:chgData name="Macher, Andreas (DI FA CTR PLC PPM)" userId="f1dcac62-7bef-43eb-91f0-927336a1714f" providerId="ADAL" clId="{C5C6EC8B-092A-4999-B5EE-A1C3BF508D8A}" dt="2022-11-30T11:27:03.157" v="9739" actId="790"/>
      <pc:docMkLst>
        <pc:docMk/>
      </pc:docMkLst>
      <pc:sldChg chg="modSp mod modNotes">
        <pc:chgData name="Macher, Andreas (DI FA CTR PLC PPM)" userId="f1dcac62-7bef-43eb-91f0-927336a1714f" providerId="ADAL" clId="{C5C6EC8B-092A-4999-B5EE-A1C3BF508D8A}" dt="2022-11-30T11:27:03.157" v="9739" actId="790"/>
        <pc:sldMkLst>
          <pc:docMk/>
          <pc:sldMk cId="3044083358" sldId="268"/>
        </pc:sldMkLst>
        <pc:spChg chg="mod">
          <ac:chgData name="Macher, Andreas (DI FA CTR PLC PPM)" userId="f1dcac62-7bef-43eb-91f0-927336a1714f" providerId="ADAL" clId="{C5C6EC8B-092A-4999-B5EE-A1C3BF508D8A}" dt="2022-11-30T11:27:03.157" v="9739" actId="790"/>
          <ac:spMkLst>
            <pc:docMk/>
            <pc:sldMk cId="3044083358" sldId="268"/>
            <ac:spMk id="2" creationId="{7D86EBFB-CE6A-4758-896A-AAD8E1D08CC8}"/>
          </ac:spMkLst>
        </pc:spChg>
      </pc:sldChg>
      <pc:sldChg chg="modSp mod chgLayout">
        <pc:chgData name="Macher, Andreas (DI FA CTR PLC PPM)" userId="f1dcac62-7bef-43eb-91f0-927336a1714f" providerId="ADAL" clId="{C5C6EC8B-092A-4999-B5EE-A1C3BF508D8A}" dt="2022-11-30T11:26:54.412" v="9738" actId="790"/>
        <pc:sldMkLst>
          <pc:docMk/>
          <pc:sldMk cId="539676313" sldId="358"/>
        </pc:sldMkLst>
        <pc:spChg chg="mod ord">
          <ac:chgData name="Macher, Andreas (DI FA CTR PLC PPM)" userId="f1dcac62-7bef-43eb-91f0-927336a1714f" providerId="ADAL" clId="{C5C6EC8B-092A-4999-B5EE-A1C3BF508D8A}" dt="2022-11-30T11:26:54.412" v="9738" actId="790"/>
          <ac:spMkLst>
            <pc:docMk/>
            <pc:sldMk cId="539676313" sldId="358"/>
            <ac:spMk id="4" creationId="{3DD2FE0F-26C9-44A2-8E72-736EE0DE558E}"/>
          </ac:spMkLst>
        </pc:spChg>
        <pc:spChg chg="mod ord">
          <ac:chgData name="Macher, Andreas (DI FA CTR PLC PPM)" userId="f1dcac62-7bef-43eb-91f0-927336a1714f" providerId="ADAL" clId="{C5C6EC8B-092A-4999-B5EE-A1C3BF508D8A}" dt="2022-11-17T12:43:18.031" v="1547" actId="700"/>
          <ac:spMkLst>
            <pc:docMk/>
            <pc:sldMk cId="539676313" sldId="358"/>
            <ac:spMk id="6" creationId="{D4F1BB0F-7015-47A8-B11D-F42FBD661E59}"/>
          </ac:spMkLst>
        </pc:spChg>
        <pc:spChg chg="mod ord">
          <ac:chgData name="Macher, Andreas (DI FA CTR PLC PPM)" userId="f1dcac62-7bef-43eb-91f0-927336a1714f" providerId="ADAL" clId="{C5C6EC8B-092A-4999-B5EE-A1C3BF508D8A}" dt="2022-11-17T12:43:21.785" v="1548" actId="1076"/>
          <ac:spMkLst>
            <pc:docMk/>
            <pc:sldMk cId="539676313" sldId="358"/>
            <ac:spMk id="7" creationId="{B0F1AA84-8232-42E6-A097-B5D82BFE58C8}"/>
          </ac:spMkLst>
        </pc:spChg>
      </pc:sldChg>
      <pc:sldChg chg="addSp delSp modSp del mod chgLayout">
        <pc:chgData name="Macher, Andreas (DI FA CTR PLC PPM)" userId="f1dcac62-7bef-43eb-91f0-927336a1714f" providerId="ADAL" clId="{C5C6EC8B-092A-4999-B5EE-A1C3BF508D8A}" dt="2022-11-30T09:58:17.579" v="9252" actId="47"/>
        <pc:sldMkLst>
          <pc:docMk/>
          <pc:sldMk cId="550556618" sldId="690"/>
        </pc:sldMkLst>
        <pc:spChg chg="mod ord">
          <ac:chgData name="Macher, Andreas (DI FA CTR PLC PPM)" userId="f1dcac62-7bef-43eb-91f0-927336a1714f" providerId="ADAL" clId="{C5C6EC8B-092A-4999-B5EE-A1C3BF508D8A}" dt="2022-11-29T16:10:05.146" v="9210"/>
          <ac:spMkLst>
            <pc:docMk/>
            <pc:sldMk cId="550556618" sldId="690"/>
            <ac:spMk id="2" creationId="{C9E4E227-4D95-4AAC-986A-32B23B825D95}"/>
          </ac:spMkLst>
        </pc:spChg>
        <pc:spChg chg="mod ord">
          <ac:chgData name="Macher, Andreas (DI FA CTR PLC PPM)" userId="f1dcac62-7bef-43eb-91f0-927336a1714f" providerId="ADAL" clId="{C5C6EC8B-092A-4999-B5EE-A1C3BF508D8A}" dt="2022-11-17T12:43:42.340" v="1549" actId="700"/>
          <ac:spMkLst>
            <pc:docMk/>
            <pc:sldMk cId="550556618" sldId="690"/>
            <ac:spMk id="4" creationId="{00000000-0000-0000-0000-000000000000}"/>
          </ac:spMkLst>
        </pc:spChg>
        <pc:spChg chg="add del">
          <ac:chgData name="Macher, Andreas (DI FA CTR PLC PPM)" userId="f1dcac62-7bef-43eb-91f0-927336a1714f" providerId="ADAL" clId="{C5C6EC8B-092A-4999-B5EE-A1C3BF508D8A}" dt="2022-11-17T12:50:46.787" v="1581" actId="21"/>
          <ac:spMkLst>
            <pc:docMk/>
            <pc:sldMk cId="550556618" sldId="690"/>
            <ac:spMk id="7" creationId="{587EE819-3958-2A04-CBCB-21DBE96BD6C5}"/>
          </ac:spMkLst>
        </pc:spChg>
        <pc:spChg chg="add mod">
          <ac:chgData name="Macher, Andreas (DI FA CTR PLC PPM)" userId="f1dcac62-7bef-43eb-91f0-927336a1714f" providerId="ADAL" clId="{C5C6EC8B-092A-4999-B5EE-A1C3BF508D8A}" dt="2022-11-28T13:09:47.814" v="4315" actId="1076"/>
          <ac:spMkLst>
            <pc:docMk/>
            <pc:sldMk cId="550556618" sldId="690"/>
            <ac:spMk id="7" creationId="{8F03CA4C-094F-FA16-8F0E-3FB4B20A9BFF}"/>
          </ac:spMkLst>
        </pc:spChg>
        <pc:spChg chg="mod">
          <ac:chgData name="Macher, Andreas (DI FA CTR PLC PPM)" userId="f1dcac62-7bef-43eb-91f0-927336a1714f" providerId="ADAL" clId="{C5C6EC8B-092A-4999-B5EE-A1C3BF508D8A}" dt="2022-11-17T12:44:23.496" v="1556" actId="208"/>
          <ac:spMkLst>
            <pc:docMk/>
            <pc:sldMk cId="550556618" sldId="690"/>
            <ac:spMk id="10" creationId="{BFE9A26C-3FD1-48D0-B388-83EAEB9C2AD2}"/>
          </ac:spMkLst>
        </pc:spChg>
        <pc:spChg chg="add mod">
          <ac:chgData name="Macher, Andreas (DI FA CTR PLC PPM)" userId="f1dcac62-7bef-43eb-91f0-927336a1714f" providerId="ADAL" clId="{C5C6EC8B-092A-4999-B5EE-A1C3BF508D8A}" dt="2022-11-28T13:09:54.026" v="4341" actId="1037"/>
          <ac:spMkLst>
            <pc:docMk/>
            <pc:sldMk cId="550556618" sldId="690"/>
            <ac:spMk id="11" creationId="{E3684A4C-8D92-FF8C-0376-35CEE313D08E}"/>
          </ac:spMkLst>
        </pc:spChg>
        <pc:spChg chg="mod">
          <ac:chgData name="Macher, Andreas (DI FA CTR PLC PPM)" userId="f1dcac62-7bef-43eb-91f0-927336a1714f" providerId="ADAL" clId="{C5C6EC8B-092A-4999-B5EE-A1C3BF508D8A}" dt="2022-11-17T12:44:38.215" v="1558" actId="2085"/>
          <ac:spMkLst>
            <pc:docMk/>
            <pc:sldMk cId="550556618" sldId="690"/>
            <ac:spMk id="105" creationId="{00000000-0000-0000-0000-000000000000}"/>
          </ac:spMkLst>
        </pc:spChg>
        <pc:spChg chg="mod topLvl">
          <ac:chgData name="Macher, Andreas (DI FA CTR PLC PPM)" userId="f1dcac62-7bef-43eb-91f0-927336a1714f" providerId="ADAL" clId="{C5C6EC8B-092A-4999-B5EE-A1C3BF508D8A}" dt="2022-11-17T12:43:58.884" v="1551" actId="165"/>
          <ac:spMkLst>
            <pc:docMk/>
            <pc:sldMk cId="550556618" sldId="690"/>
            <ac:spMk id="112" creationId="{70AD32F7-75A4-4ADA-BD2E-C2F82A7E0AEB}"/>
          </ac:spMkLst>
        </pc:spChg>
        <pc:spChg chg="mod topLvl">
          <ac:chgData name="Macher, Andreas (DI FA CTR PLC PPM)" userId="f1dcac62-7bef-43eb-91f0-927336a1714f" providerId="ADAL" clId="{C5C6EC8B-092A-4999-B5EE-A1C3BF508D8A}" dt="2022-11-17T12:43:58.884" v="1551" actId="165"/>
          <ac:spMkLst>
            <pc:docMk/>
            <pc:sldMk cId="550556618" sldId="690"/>
            <ac:spMk id="128" creationId="{C810257D-D040-4B5D-9A6D-F9F45E06E400}"/>
          </ac:spMkLst>
        </pc:spChg>
        <pc:spChg chg="mod topLvl">
          <ac:chgData name="Macher, Andreas (DI FA CTR PLC PPM)" userId="f1dcac62-7bef-43eb-91f0-927336a1714f" providerId="ADAL" clId="{C5C6EC8B-092A-4999-B5EE-A1C3BF508D8A}" dt="2022-11-17T12:43:58.884" v="1551" actId="165"/>
          <ac:spMkLst>
            <pc:docMk/>
            <pc:sldMk cId="550556618" sldId="690"/>
            <ac:spMk id="131" creationId="{D5658C9A-0D7D-4C43-90BE-AFA9B29285B9}"/>
          </ac:spMkLst>
        </pc:spChg>
        <pc:spChg chg="mod topLvl">
          <ac:chgData name="Macher, Andreas (DI FA CTR PLC PPM)" userId="f1dcac62-7bef-43eb-91f0-927336a1714f" providerId="ADAL" clId="{C5C6EC8B-092A-4999-B5EE-A1C3BF508D8A}" dt="2022-11-17T12:43:58.884" v="1551" actId="165"/>
          <ac:spMkLst>
            <pc:docMk/>
            <pc:sldMk cId="550556618" sldId="690"/>
            <ac:spMk id="132" creationId="{BA591A51-C05A-4127-B96A-2DF78F978D88}"/>
          </ac:spMkLst>
        </pc:spChg>
        <pc:spChg chg="mod topLvl">
          <ac:chgData name="Macher, Andreas (DI FA CTR PLC PPM)" userId="f1dcac62-7bef-43eb-91f0-927336a1714f" providerId="ADAL" clId="{C5C6EC8B-092A-4999-B5EE-A1C3BF508D8A}" dt="2022-11-17T12:43:58.884" v="1551" actId="165"/>
          <ac:spMkLst>
            <pc:docMk/>
            <pc:sldMk cId="550556618" sldId="690"/>
            <ac:spMk id="133" creationId="{94746842-FA0B-4272-A73E-6D7B3FE88536}"/>
          </ac:spMkLst>
        </pc:spChg>
        <pc:spChg chg="mod">
          <ac:chgData name="Macher, Andreas (DI FA CTR PLC PPM)" userId="f1dcac62-7bef-43eb-91f0-927336a1714f" providerId="ADAL" clId="{C5C6EC8B-092A-4999-B5EE-A1C3BF508D8A}" dt="2022-11-17T12:44:30.475" v="1557" actId="208"/>
          <ac:spMkLst>
            <pc:docMk/>
            <pc:sldMk cId="550556618" sldId="690"/>
            <ac:spMk id="178" creationId="{689AB4B0-B61E-4ED4-A39B-8D76988EFAB3}"/>
          </ac:spMkLst>
        </pc:spChg>
        <pc:spChg chg="mod">
          <ac:chgData name="Macher, Andreas (DI FA CTR PLC PPM)" userId="f1dcac62-7bef-43eb-91f0-927336a1714f" providerId="ADAL" clId="{C5C6EC8B-092A-4999-B5EE-A1C3BF508D8A}" dt="2022-11-17T12:44:30.475" v="1557" actId="208"/>
          <ac:spMkLst>
            <pc:docMk/>
            <pc:sldMk cId="550556618" sldId="690"/>
            <ac:spMk id="191" creationId="{A7353D8D-C05F-42BF-AFA6-F698DCCBD1FB}"/>
          </ac:spMkLst>
        </pc:spChg>
        <pc:spChg chg="mod">
          <ac:chgData name="Macher, Andreas (DI FA CTR PLC PPM)" userId="f1dcac62-7bef-43eb-91f0-927336a1714f" providerId="ADAL" clId="{C5C6EC8B-092A-4999-B5EE-A1C3BF508D8A}" dt="2022-11-17T12:44:30.475" v="1557" actId="208"/>
          <ac:spMkLst>
            <pc:docMk/>
            <pc:sldMk cId="550556618" sldId="690"/>
            <ac:spMk id="192" creationId="{7CA7A0E3-E2B2-453E-A587-E25E5AFBDA39}"/>
          </ac:spMkLst>
        </pc:spChg>
        <pc:grpChg chg="del mod">
          <ac:chgData name="Macher, Andreas (DI FA CTR PLC PPM)" userId="f1dcac62-7bef-43eb-91f0-927336a1714f" providerId="ADAL" clId="{C5C6EC8B-092A-4999-B5EE-A1C3BF508D8A}" dt="2022-11-17T12:43:58.884" v="1551" actId="165"/>
          <ac:grpSpMkLst>
            <pc:docMk/>
            <pc:sldMk cId="550556618" sldId="690"/>
            <ac:grpSpMk id="111" creationId="{4D5F9857-1968-4F1A-9AFC-C9C12A43F116}"/>
          </ac:grpSpMkLst>
        </pc:grpChg>
        <pc:grpChg chg="mod topLvl">
          <ac:chgData name="Macher, Andreas (DI FA CTR PLC PPM)" userId="f1dcac62-7bef-43eb-91f0-927336a1714f" providerId="ADAL" clId="{C5C6EC8B-092A-4999-B5EE-A1C3BF508D8A}" dt="2022-11-17T12:44:03.306" v="1553" actId="207"/>
          <ac:grpSpMkLst>
            <pc:docMk/>
            <pc:sldMk cId="550556618" sldId="690"/>
            <ac:grpSpMk id="129" creationId="{BBDA2B77-F824-48BF-9D28-9B3FC38EA768}"/>
          </ac:grpSpMkLst>
        </pc:grpChg>
        <pc:grpChg chg="mod topLvl">
          <ac:chgData name="Macher, Andreas (DI FA CTR PLC PPM)" userId="f1dcac62-7bef-43eb-91f0-927336a1714f" providerId="ADAL" clId="{C5C6EC8B-092A-4999-B5EE-A1C3BF508D8A}" dt="2022-11-17T12:44:01.323" v="1552" actId="207"/>
          <ac:grpSpMkLst>
            <pc:docMk/>
            <pc:sldMk cId="550556618" sldId="690"/>
            <ac:grpSpMk id="130" creationId="{0E814B44-BD5A-4A5D-AD33-9D4BCB59D4A2}"/>
          </ac:grpSpMkLst>
        </pc:grpChg>
        <pc:picChg chg="mod">
          <ac:chgData name="Macher, Andreas (DI FA CTR PLC PPM)" userId="f1dcac62-7bef-43eb-91f0-927336a1714f" providerId="ADAL" clId="{C5C6EC8B-092A-4999-B5EE-A1C3BF508D8A}" dt="2022-11-17T12:44:06.318" v="1554" actId="207"/>
          <ac:picMkLst>
            <pc:docMk/>
            <pc:sldMk cId="550556618" sldId="690"/>
            <ac:picMk id="113" creationId="{00000000-0000-0000-0000-000000000000}"/>
          </ac:picMkLst>
        </pc:picChg>
        <pc:picChg chg="mod">
          <ac:chgData name="Macher, Andreas (DI FA CTR PLC PPM)" userId="f1dcac62-7bef-43eb-91f0-927336a1714f" providerId="ADAL" clId="{C5C6EC8B-092A-4999-B5EE-A1C3BF508D8A}" dt="2022-11-17T12:44:01.323" v="1552" actId="207"/>
          <ac:picMkLst>
            <pc:docMk/>
            <pc:sldMk cId="550556618" sldId="690"/>
            <ac:picMk id="134" creationId="{D01D57B5-0BE1-4AF9-8CA3-5105828BD850}"/>
          </ac:picMkLst>
        </pc:picChg>
        <pc:picChg chg="mod">
          <ac:chgData name="Macher, Andreas (DI FA CTR PLC PPM)" userId="f1dcac62-7bef-43eb-91f0-927336a1714f" providerId="ADAL" clId="{C5C6EC8B-092A-4999-B5EE-A1C3BF508D8A}" dt="2022-11-17T12:44:01.323" v="1552" actId="207"/>
          <ac:picMkLst>
            <pc:docMk/>
            <pc:sldMk cId="550556618" sldId="690"/>
            <ac:picMk id="135" creationId="{05022067-E5D6-43D3-90D7-6F071D83EC20}"/>
          </ac:picMkLst>
        </pc:picChg>
        <pc:picChg chg="mod">
          <ac:chgData name="Macher, Andreas (DI FA CTR PLC PPM)" userId="f1dcac62-7bef-43eb-91f0-927336a1714f" providerId="ADAL" clId="{C5C6EC8B-092A-4999-B5EE-A1C3BF508D8A}" dt="2022-11-17T12:44:01.323" v="1552" actId="207"/>
          <ac:picMkLst>
            <pc:docMk/>
            <pc:sldMk cId="550556618" sldId="690"/>
            <ac:picMk id="142" creationId="{87ABF9C5-D024-4BEF-96BB-462E64C981A5}"/>
          </ac:picMkLst>
        </pc:picChg>
        <pc:picChg chg="mod">
          <ac:chgData name="Macher, Andreas (DI FA CTR PLC PPM)" userId="f1dcac62-7bef-43eb-91f0-927336a1714f" providerId="ADAL" clId="{C5C6EC8B-092A-4999-B5EE-A1C3BF508D8A}" dt="2022-11-17T12:44:03.306" v="1553" actId="207"/>
          <ac:picMkLst>
            <pc:docMk/>
            <pc:sldMk cId="550556618" sldId="690"/>
            <ac:picMk id="144" creationId="{D804A180-5F46-40BA-AB98-23CCDB80F703}"/>
          </ac:picMkLst>
        </pc:picChg>
        <pc:picChg chg="mod">
          <ac:chgData name="Macher, Andreas (DI FA CTR PLC PPM)" userId="f1dcac62-7bef-43eb-91f0-927336a1714f" providerId="ADAL" clId="{C5C6EC8B-092A-4999-B5EE-A1C3BF508D8A}" dt="2022-11-17T12:44:03.306" v="1553" actId="207"/>
          <ac:picMkLst>
            <pc:docMk/>
            <pc:sldMk cId="550556618" sldId="690"/>
            <ac:picMk id="193" creationId="{7E7DA39E-EEA4-4D70-99CC-913AE0079C11}"/>
          </ac:picMkLst>
        </pc:picChg>
        <pc:picChg chg="mod">
          <ac:chgData name="Macher, Andreas (DI FA CTR PLC PPM)" userId="f1dcac62-7bef-43eb-91f0-927336a1714f" providerId="ADAL" clId="{C5C6EC8B-092A-4999-B5EE-A1C3BF508D8A}" dt="2022-11-17T12:44:03.306" v="1553" actId="207"/>
          <ac:picMkLst>
            <pc:docMk/>
            <pc:sldMk cId="550556618" sldId="690"/>
            <ac:picMk id="194" creationId="{BA3A5D90-7691-49AA-9669-EBDA1D86BE14}"/>
          </ac:picMkLst>
        </pc:picChg>
      </pc:sldChg>
      <pc:sldChg chg="addSp delSp modSp mod chgLayout">
        <pc:chgData name="Macher, Andreas (DI FA CTR PLC PPM)" userId="f1dcac62-7bef-43eb-91f0-927336a1714f" providerId="ADAL" clId="{C5C6EC8B-092A-4999-B5EE-A1C3BF508D8A}" dt="2022-11-30T11:26:12.377" v="9734" actId="790"/>
        <pc:sldMkLst>
          <pc:docMk/>
          <pc:sldMk cId="807292061" sldId="691"/>
        </pc:sldMkLst>
        <pc:spChg chg="mod ord">
          <ac:chgData name="Macher, Andreas (DI FA CTR PLC PPM)" userId="f1dcac62-7bef-43eb-91f0-927336a1714f" providerId="ADAL" clId="{C5C6EC8B-092A-4999-B5EE-A1C3BF508D8A}" dt="2022-11-30T11:26:12.377" v="9734" actId="790"/>
          <ac:spMkLst>
            <pc:docMk/>
            <pc:sldMk cId="807292061" sldId="691"/>
            <ac:spMk id="2" creationId="{14B36D8B-A456-4817-BDD8-C29BA942C350}"/>
          </ac:spMkLst>
        </pc:spChg>
        <pc:spChg chg="add mod ord">
          <ac:chgData name="Macher, Andreas (DI FA CTR PLC PPM)" userId="f1dcac62-7bef-43eb-91f0-927336a1714f" providerId="ADAL" clId="{C5C6EC8B-092A-4999-B5EE-A1C3BF508D8A}" dt="2022-11-17T12:51:01.682" v="1584" actId="14100"/>
          <ac:spMkLst>
            <pc:docMk/>
            <pc:sldMk cId="807292061" sldId="691"/>
            <ac:spMk id="3" creationId="{803047C8-EE53-624B-35E2-39FBDAE6A01F}"/>
          </ac:spMkLst>
        </pc:spChg>
        <pc:spChg chg="mod ord">
          <ac:chgData name="Macher, Andreas (DI FA CTR PLC PPM)" userId="f1dcac62-7bef-43eb-91f0-927336a1714f" providerId="ADAL" clId="{C5C6EC8B-092A-4999-B5EE-A1C3BF508D8A}" dt="2022-11-17T12:44:48.838" v="1559" actId="700"/>
          <ac:spMkLst>
            <pc:docMk/>
            <pc:sldMk cId="807292061" sldId="691"/>
            <ac:spMk id="4" creationId="{00000000-0000-0000-0000-000000000000}"/>
          </ac:spMkLst>
        </pc:spChg>
        <pc:spChg chg="add mod">
          <ac:chgData name="Macher, Andreas (DI FA CTR PLC PPM)" userId="f1dcac62-7bef-43eb-91f0-927336a1714f" providerId="ADAL" clId="{C5C6EC8B-092A-4999-B5EE-A1C3BF508D8A}" dt="2022-11-28T13:10:03.412" v="4358" actId="1036"/>
          <ac:spMkLst>
            <pc:docMk/>
            <pc:sldMk cId="807292061" sldId="691"/>
            <ac:spMk id="7" creationId="{B92F17E0-6444-6219-7C84-19B13BCDCC4E}"/>
          </ac:spMkLst>
        </pc:spChg>
        <pc:spChg chg="add del mod">
          <ac:chgData name="Macher, Andreas (DI FA CTR PLC PPM)" userId="f1dcac62-7bef-43eb-91f0-927336a1714f" providerId="ADAL" clId="{C5C6EC8B-092A-4999-B5EE-A1C3BF508D8A}" dt="2022-11-17T12:50:38.863" v="1579"/>
          <ac:spMkLst>
            <pc:docMk/>
            <pc:sldMk cId="807292061" sldId="691"/>
            <ac:spMk id="7" creationId="{F5A61592-646D-C696-703A-DFA36558A1E6}"/>
          </ac:spMkLst>
        </pc:spChg>
        <pc:spChg chg="add mod">
          <ac:chgData name="Macher, Andreas (DI FA CTR PLC PPM)" userId="f1dcac62-7bef-43eb-91f0-927336a1714f" providerId="ADAL" clId="{C5C6EC8B-092A-4999-B5EE-A1C3BF508D8A}" dt="2022-11-28T13:11:21.999" v="4377" actId="1035"/>
          <ac:spMkLst>
            <pc:docMk/>
            <pc:sldMk cId="807292061" sldId="691"/>
            <ac:spMk id="8" creationId="{5CD790B5-05DA-9FC6-DD04-CBA7A47B144A}"/>
          </ac:spMkLst>
        </pc:spChg>
        <pc:spChg chg="add del mod">
          <ac:chgData name="Macher, Andreas (DI FA CTR PLC PPM)" userId="f1dcac62-7bef-43eb-91f0-927336a1714f" providerId="ADAL" clId="{C5C6EC8B-092A-4999-B5EE-A1C3BF508D8A}" dt="2022-11-17T12:51:03.570" v="1585" actId="478"/>
          <ac:spMkLst>
            <pc:docMk/>
            <pc:sldMk cId="807292061" sldId="691"/>
            <ac:spMk id="8" creationId="{FEC0AFD3-D2E0-2CFE-2794-BC7969CCB4B4}"/>
          </ac:spMkLst>
        </pc:spChg>
        <pc:spChg chg="add mod">
          <ac:chgData name="Macher, Andreas (DI FA CTR PLC PPM)" userId="f1dcac62-7bef-43eb-91f0-927336a1714f" providerId="ADAL" clId="{C5C6EC8B-092A-4999-B5EE-A1C3BF508D8A}" dt="2022-11-28T13:10:37.901" v="4366" actId="1036"/>
          <ac:spMkLst>
            <pc:docMk/>
            <pc:sldMk cId="807292061" sldId="691"/>
            <ac:spMk id="9" creationId="{9845C40E-7F53-4BB3-FEA6-0C8FA765248C}"/>
          </ac:spMkLst>
        </pc:spChg>
        <pc:spChg chg="add del mod">
          <ac:chgData name="Macher, Andreas (DI FA CTR PLC PPM)" userId="f1dcac62-7bef-43eb-91f0-927336a1714f" providerId="ADAL" clId="{C5C6EC8B-092A-4999-B5EE-A1C3BF508D8A}" dt="2022-11-28T13:10:35.191" v="4364" actId="478"/>
          <ac:spMkLst>
            <pc:docMk/>
            <pc:sldMk cId="807292061" sldId="691"/>
            <ac:spMk id="10" creationId="{F8A9A0FA-BC6C-CF83-BB2B-D253D6E5F16F}"/>
          </ac:spMkLst>
        </pc:spChg>
        <pc:spChg chg="add mod">
          <ac:chgData name="Macher, Andreas (DI FA CTR PLC PPM)" userId="f1dcac62-7bef-43eb-91f0-927336a1714f" providerId="ADAL" clId="{C5C6EC8B-092A-4999-B5EE-A1C3BF508D8A}" dt="2022-11-28T13:10:48.754" v="4369" actId="1036"/>
          <ac:spMkLst>
            <pc:docMk/>
            <pc:sldMk cId="807292061" sldId="691"/>
            <ac:spMk id="11" creationId="{30DACCCF-3209-A194-24A9-EABE28E4066D}"/>
          </ac:spMkLst>
        </pc:spChg>
        <pc:spChg chg="del">
          <ac:chgData name="Macher, Andreas (DI FA CTR PLC PPM)" userId="f1dcac62-7bef-43eb-91f0-927336a1714f" providerId="ADAL" clId="{C5C6EC8B-092A-4999-B5EE-A1C3BF508D8A}" dt="2022-11-17T12:50:01.852" v="1570" actId="478"/>
          <ac:spMkLst>
            <pc:docMk/>
            <pc:sldMk cId="807292061" sldId="691"/>
            <ac:spMk id="12" creationId="{63F8C1F5-CE35-4C07-BDA6-AE50E6A9613F}"/>
          </ac:spMkLst>
        </pc:spChg>
        <pc:spChg chg="add mod">
          <ac:chgData name="Macher, Andreas (DI FA CTR PLC PPM)" userId="f1dcac62-7bef-43eb-91f0-927336a1714f" providerId="ADAL" clId="{C5C6EC8B-092A-4999-B5EE-A1C3BF508D8A}" dt="2022-11-28T13:10:54.485" v="4371" actId="1076"/>
          <ac:spMkLst>
            <pc:docMk/>
            <pc:sldMk cId="807292061" sldId="691"/>
            <ac:spMk id="12" creationId="{FBE1BF9E-95D5-48AB-7B22-5F473129CF0C}"/>
          </ac:spMkLst>
        </pc:spChg>
        <pc:spChg chg="del mod">
          <ac:chgData name="Macher, Andreas (DI FA CTR PLC PPM)" userId="f1dcac62-7bef-43eb-91f0-927336a1714f" providerId="ADAL" clId="{C5C6EC8B-092A-4999-B5EE-A1C3BF508D8A}" dt="2022-11-17T12:51:23.609" v="1587" actId="478"/>
          <ac:spMkLst>
            <pc:docMk/>
            <pc:sldMk cId="807292061" sldId="691"/>
            <ac:spMk id="17" creationId="{12B7652B-8108-4B21-8D89-3C20B7D3E3B6}"/>
          </ac:spMkLst>
        </pc:spChg>
        <pc:spChg chg="del mod">
          <ac:chgData name="Macher, Andreas (DI FA CTR PLC PPM)" userId="f1dcac62-7bef-43eb-91f0-927336a1714f" providerId="ADAL" clId="{C5C6EC8B-092A-4999-B5EE-A1C3BF508D8A}" dt="2022-11-17T12:50:05.100" v="1572" actId="478"/>
          <ac:spMkLst>
            <pc:docMk/>
            <pc:sldMk cId="807292061" sldId="691"/>
            <ac:spMk id="83" creationId="{66F4DD94-7799-4C17-AA6A-A5D4A47D0DFF}"/>
          </ac:spMkLst>
        </pc:spChg>
        <pc:spChg chg="mod topLvl">
          <ac:chgData name="Macher, Andreas (DI FA CTR PLC PPM)" userId="f1dcac62-7bef-43eb-91f0-927336a1714f" providerId="ADAL" clId="{C5C6EC8B-092A-4999-B5EE-A1C3BF508D8A}" dt="2022-11-17T12:45:42.161" v="1566" actId="165"/>
          <ac:spMkLst>
            <pc:docMk/>
            <pc:sldMk cId="807292061" sldId="691"/>
            <ac:spMk id="87" creationId="{C3326C46-01B9-4409-BA92-9713DB732F5F}"/>
          </ac:spMkLst>
        </pc:spChg>
        <pc:spChg chg="mod topLvl">
          <ac:chgData name="Macher, Andreas (DI FA CTR PLC PPM)" userId="f1dcac62-7bef-43eb-91f0-927336a1714f" providerId="ADAL" clId="{C5C6EC8B-092A-4999-B5EE-A1C3BF508D8A}" dt="2022-11-17T12:45:42.161" v="1566" actId="165"/>
          <ac:spMkLst>
            <pc:docMk/>
            <pc:sldMk cId="807292061" sldId="691"/>
            <ac:spMk id="88" creationId="{B5CD6018-0F46-430E-B827-1DA8D339CAB5}"/>
          </ac:spMkLst>
        </pc:spChg>
        <pc:spChg chg="mod topLvl">
          <ac:chgData name="Macher, Andreas (DI FA CTR PLC PPM)" userId="f1dcac62-7bef-43eb-91f0-927336a1714f" providerId="ADAL" clId="{C5C6EC8B-092A-4999-B5EE-A1C3BF508D8A}" dt="2022-11-17T12:45:42.161" v="1566" actId="165"/>
          <ac:spMkLst>
            <pc:docMk/>
            <pc:sldMk cId="807292061" sldId="691"/>
            <ac:spMk id="91" creationId="{23C53485-18EB-4DC2-B132-10C8CA9C935C}"/>
          </ac:spMkLst>
        </pc:spChg>
        <pc:spChg chg="mod topLvl">
          <ac:chgData name="Macher, Andreas (DI FA CTR PLC PPM)" userId="f1dcac62-7bef-43eb-91f0-927336a1714f" providerId="ADAL" clId="{C5C6EC8B-092A-4999-B5EE-A1C3BF508D8A}" dt="2022-11-17T12:45:42.161" v="1566" actId="165"/>
          <ac:spMkLst>
            <pc:docMk/>
            <pc:sldMk cId="807292061" sldId="691"/>
            <ac:spMk id="92" creationId="{1FEABE64-74D1-4B92-9C0D-3B08F5819E14}"/>
          </ac:spMkLst>
        </pc:spChg>
        <pc:spChg chg="mod topLvl">
          <ac:chgData name="Macher, Andreas (DI FA CTR PLC PPM)" userId="f1dcac62-7bef-43eb-91f0-927336a1714f" providerId="ADAL" clId="{C5C6EC8B-092A-4999-B5EE-A1C3BF508D8A}" dt="2022-11-17T12:45:42.161" v="1566" actId="165"/>
          <ac:spMkLst>
            <pc:docMk/>
            <pc:sldMk cId="807292061" sldId="691"/>
            <ac:spMk id="93" creationId="{36E31FD6-EBD6-4033-AFAF-77479C73385C}"/>
          </ac:spMkLst>
        </pc:spChg>
        <pc:spChg chg="mod">
          <ac:chgData name="Macher, Andreas (DI FA CTR PLC PPM)" userId="f1dcac62-7bef-43eb-91f0-927336a1714f" providerId="ADAL" clId="{C5C6EC8B-092A-4999-B5EE-A1C3BF508D8A}" dt="2022-11-17T12:50:57.200" v="1583" actId="14100"/>
          <ac:spMkLst>
            <pc:docMk/>
            <pc:sldMk cId="807292061" sldId="691"/>
            <ac:spMk id="105" creationId="{00000000-0000-0000-0000-000000000000}"/>
          </ac:spMkLst>
        </pc:spChg>
        <pc:spChg chg="del">
          <ac:chgData name="Macher, Andreas (DI FA CTR PLC PPM)" userId="f1dcac62-7bef-43eb-91f0-927336a1714f" providerId="ADAL" clId="{C5C6EC8B-092A-4999-B5EE-A1C3BF508D8A}" dt="2022-11-17T12:50:03.696" v="1571" actId="478"/>
          <ac:spMkLst>
            <pc:docMk/>
            <pc:sldMk cId="807292061" sldId="691"/>
            <ac:spMk id="111" creationId="{1C5DB206-E215-4266-BAEF-C36864A7D121}"/>
          </ac:spMkLst>
        </pc:spChg>
        <pc:spChg chg="mod">
          <ac:chgData name="Macher, Andreas (DI FA CTR PLC PPM)" userId="f1dcac62-7bef-43eb-91f0-927336a1714f" providerId="ADAL" clId="{C5C6EC8B-092A-4999-B5EE-A1C3BF508D8A}" dt="2022-11-17T12:50:13.588" v="1574" actId="14100"/>
          <ac:spMkLst>
            <pc:docMk/>
            <pc:sldMk cId="807292061" sldId="691"/>
            <ac:spMk id="178" creationId="{689AB4B0-B61E-4ED4-A39B-8D76988EFAB3}"/>
          </ac:spMkLst>
        </pc:spChg>
        <pc:spChg chg="mod">
          <ac:chgData name="Macher, Andreas (DI FA CTR PLC PPM)" userId="f1dcac62-7bef-43eb-91f0-927336a1714f" providerId="ADAL" clId="{C5C6EC8B-092A-4999-B5EE-A1C3BF508D8A}" dt="2022-11-17T12:50:21.642" v="1577" actId="14100"/>
          <ac:spMkLst>
            <pc:docMk/>
            <pc:sldMk cId="807292061" sldId="691"/>
            <ac:spMk id="192" creationId="{7CA7A0E3-E2B2-453E-A587-E25E5AFBDA39}"/>
          </ac:spMkLst>
        </pc:spChg>
        <pc:spChg chg="del">
          <ac:chgData name="Macher, Andreas (DI FA CTR PLC PPM)" userId="f1dcac62-7bef-43eb-91f0-927336a1714f" providerId="ADAL" clId="{C5C6EC8B-092A-4999-B5EE-A1C3BF508D8A}" dt="2022-11-17T12:50:06.948" v="1573" actId="478"/>
          <ac:spMkLst>
            <pc:docMk/>
            <pc:sldMk cId="807292061" sldId="691"/>
            <ac:spMk id="205" creationId="{D81FF5B0-B562-4D3A-A15F-9272C1F21910}"/>
          </ac:spMkLst>
        </pc:spChg>
        <pc:spChg chg="mod">
          <ac:chgData name="Macher, Andreas (DI FA CTR PLC PPM)" userId="f1dcac62-7bef-43eb-91f0-927336a1714f" providerId="ADAL" clId="{C5C6EC8B-092A-4999-B5EE-A1C3BF508D8A}" dt="2022-11-17T12:45:27.922" v="1563" actId="208"/>
          <ac:spMkLst>
            <pc:docMk/>
            <pc:sldMk cId="807292061" sldId="691"/>
            <ac:spMk id="223" creationId="{5EF2B022-5F7B-4F24-84C5-C67A6370DB38}"/>
          </ac:spMkLst>
        </pc:spChg>
        <pc:grpChg chg="del mod">
          <ac:chgData name="Macher, Andreas (DI FA CTR PLC PPM)" userId="f1dcac62-7bef-43eb-91f0-927336a1714f" providerId="ADAL" clId="{C5C6EC8B-092A-4999-B5EE-A1C3BF508D8A}" dt="2022-11-17T12:45:42.161" v="1566" actId="165"/>
          <ac:grpSpMkLst>
            <pc:docMk/>
            <pc:sldMk cId="807292061" sldId="691"/>
            <ac:grpSpMk id="86" creationId="{B7FD9F46-5499-4548-BDF0-4767A637AEA5}"/>
          </ac:grpSpMkLst>
        </pc:grpChg>
        <pc:grpChg chg="mod topLvl">
          <ac:chgData name="Macher, Andreas (DI FA CTR PLC PPM)" userId="f1dcac62-7bef-43eb-91f0-927336a1714f" providerId="ADAL" clId="{C5C6EC8B-092A-4999-B5EE-A1C3BF508D8A}" dt="2022-11-17T12:46:25.845" v="1567" actId="207"/>
          <ac:grpSpMkLst>
            <pc:docMk/>
            <pc:sldMk cId="807292061" sldId="691"/>
            <ac:grpSpMk id="89" creationId="{6DF17416-F673-40F1-9F62-F9CFE2ED706D}"/>
          </ac:grpSpMkLst>
        </pc:grpChg>
        <pc:grpChg chg="mod topLvl">
          <ac:chgData name="Macher, Andreas (DI FA CTR PLC PPM)" userId="f1dcac62-7bef-43eb-91f0-927336a1714f" providerId="ADAL" clId="{C5C6EC8B-092A-4999-B5EE-A1C3BF508D8A}" dt="2022-11-17T12:46:28.630" v="1568" actId="207"/>
          <ac:grpSpMkLst>
            <pc:docMk/>
            <pc:sldMk cId="807292061" sldId="691"/>
            <ac:grpSpMk id="90" creationId="{08BD35AE-4280-414A-A4AA-5B5ED3E114A5}"/>
          </ac:grpSpMkLst>
        </pc:grpChg>
        <pc:picChg chg="mod">
          <ac:chgData name="Macher, Andreas (DI FA CTR PLC PPM)" userId="f1dcac62-7bef-43eb-91f0-927336a1714f" providerId="ADAL" clId="{C5C6EC8B-092A-4999-B5EE-A1C3BF508D8A}" dt="2022-11-17T12:46:28.630" v="1568" actId="207"/>
          <ac:picMkLst>
            <pc:docMk/>
            <pc:sldMk cId="807292061" sldId="691"/>
            <ac:picMk id="95" creationId="{FEBA9DC4-06F3-46F7-B09B-151E18689036}"/>
          </ac:picMkLst>
        </pc:picChg>
        <pc:picChg chg="mod">
          <ac:chgData name="Macher, Andreas (DI FA CTR PLC PPM)" userId="f1dcac62-7bef-43eb-91f0-927336a1714f" providerId="ADAL" clId="{C5C6EC8B-092A-4999-B5EE-A1C3BF508D8A}" dt="2022-11-17T12:46:28.630" v="1568" actId="207"/>
          <ac:picMkLst>
            <pc:docMk/>
            <pc:sldMk cId="807292061" sldId="691"/>
            <ac:picMk id="96" creationId="{6B9B15EA-EE0A-4B4C-BCB0-439FB6F7F8FA}"/>
          </ac:picMkLst>
        </pc:picChg>
        <pc:picChg chg="mod">
          <ac:chgData name="Macher, Andreas (DI FA CTR PLC PPM)" userId="f1dcac62-7bef-43eb-91f0-927336a1714f" providerId="ADAL" clId="{C5C6EC8B-092A-4999-B5EE-A1C3BF508D8A}" dt="2022-11-17T12:46:28.630" v="1568" actId="207"/>
          <ac:picMkLst>
            <pc:docMk/>
            <pc:sldMk cId="807292061" sldId="691"/>
            <ac:picMk id="98" creationId="{E7711A55-D917-423B-A429-784BB8849224}"/>
          </ac:picMkLst>
        </pc:picChg>
        <pc:picChg chg="mod">
          <ac:chgData name="Macher, Andreas (DI FA CTR PLC PPM)" userId="f1dcac62-7bef-43eb-91f0-927336a1714f" providerId="ADAL" clId="{C5C6EC8B-092A-4999-B5EE-A1C3BF508D8A}" dt="2022-11-17T12:46:25.845" v="1567" actId="207"/>
          <ac:picMkLst>
            <pc:docMk/>
            <pc:sldMk cId="807292061" sldId="691"/>
            <ac:picMk id="99" creationId="{BD7F02E6-0D67-4B5D-915A-0263C7810537}"/>
          </ac:picMkLst>
        </pc:picChg>
        <pc:picChg chg="mod">
          <ac:chgData name="Macher, Andreas (DI FA CTR PLC PPM)" userId="f1dcac62-7bef-43eb-91f0-927336a1714f" providerId="ADAL" clId="{C5C6EC8B-092A-4999-B5EE-A1C3BF508D8A}" dt="2022-11-17T12:46:25.845" v="1567" actId="207"/>
          <ac:picMkLst>
            <pc:docMk/>
            <pc:sldMk cId="807292061" sldId="691"/>
            <ac:picMk id="109" creationId="{CC0275CB-57A0-4020-A306-12C7D44FAF0E}"/>
          </ac:picMkLst>
        </pc:picChg>
        <pc:picChg chg="mod">
          <ac:chgData name="Macher, Andreas (DI FA CTR PLC PPM)" userId="f1dcac62-7bef-43eb-91f0-927336a1714f" providerId="ADAL" clId="{C5C6EC8B-092A-4999-B5EE-A1C3BF508D8A}" dt="2022-11-17T12:46:25.845" v="1567" actId="207"/>
          <ac:picMkLst>
            <pc:docMk/>
            <pc:sldMk cId="807292061" sldId="691"/>
            <ac:picMk id="112" creationId="{B033D070-8893-4E6F-A45A-0E238018FE0E}"/>
          </ac:picMkLst>
        </pc:picChg>
      </pc:sldChg>
      <pc:sldChg chg="addSp delSp modSp mod chgLayout">
        <pc:chgData name="Macher, Andreas (DI FA CTR PLC PPM)" userId="f1dcac62-7bef-43eb-91f0-927336a1714f" providerId="ADAL" clId="{C5C6EC8B-092A-4999-B5EE-A1C3BF508D8A}" dt="2022-11-30T11:26:21.578" v="9735" actId="790"/>
        <pc:sldMkLst>
          <pc:docMk/>
          <pc:sldMk cId="1481423018" sldId="692"/>
        </pc:sldMkLst>
        <pc:spChg chg="add mod">
          <ac:chgData name="Macher, Andreas (DI FA CTR PLC PPM)" userId="f1dcac62-7bef-43eb-91f0-927336a1714f" providerId="ADAL" clId="{C5C6EC8B-092A-4999-B5EE-A1C3BF508D8A}" dt="2022-11-28T13:11:01.289" v="4372"/>
          <ac:spMkLst>
            <pc:docMk/>
            <pc:sldMk cId="1481423018" sldId="692"/>
            <ac:spMk id="2" creationId="{E5E33291-738E-706C-38F3-8EE18659EB4A}"/>
          </ac:spMkLst>
        </pc:spChg>
        <pc:spChg chg="del">
          <ac:chgData name="Macher, Andreas (DI FA CTR PLC PPM)" userId="f1dcac62-7bef-43eb-91f0-927336a1714f" providerId="ADAL" clId="{C5C6EC8B-092A-4999-B5EE-A1C3BF508D8A}" dt="2022-11-17T12:51:46.488" v="1591" actId="478"/>
          <ac:spMkLst>
            <pc:docMk/>
            <pc:sldMk cId="1481423018" sldId="692"/>
            <ac:spMk id="2" creationId="{EBACF530-DD75-4E45-B7E5-9C19842F6DDE}"/>
          </ac:spMkLst>
        </pc:spChg>
        <pc:spChg chg="mod ord">
          <ac:chgData name="Macher, Andreas (DI FA CTR PLC PPM)" userId="f1dcac62-7bef-43eb-91f0-927336a1714f" providerId="ADAL" clId="{C5C6EC8B-092A-4999-B5EE-A1C3BF508D8A}" dt="2022-11-30T11:26:21.578" v="9735" actId="790"/>
          <ac:spMkLst>
            <pc:docMk/>
            <pc:sldMk cId="1481423018" sldId="692"/>
            <ac:spMk id="3" creationId="{6FCA71D7-BA9E-490E-AA69-1D57A0EBC6A4}"/>
          </ac:spMkLst>
        </pc:spChg>
        <pc:spChg chg="mod ord">
          <ac:chgData name="Macher, Andreas (DI FA CTR PLC PPM)" userId="f1dcac62-7bef-43eb-91f0-927336a1714f" providerId="ADAL" clId="{C5C6EC8B-092A-4999-B5EE-A1C3BF508D8A}" dt="2022-11-17T12:51:43.489" v="1590" actId="700"/>
          <ac:spMkLst>
            <pc:docMk/>
            <pc:sldMk cId="1481423018" sldId="692"/>
            <ac:spMk id="4" creationId="{00000000-0000-0000-0000-000000000000}"/>
          </ac:spMkLst>
        </pc:spChg>
        <pc:spChg chg="add mod ord">
          <ac:chgData name="Macher, Andreas (DI FA CTR PLC PPM)" userId="f1dcac62-7bef-43eb-91f0-927336a1714f" providerId="ADAL" clId="{C5C6EC8B-092A-4999-B5EE-A1C3BF508D8A}" dt="2022-11-28T13:11:53.444" v="4385" actId="14100"/>
          <ac:spMkLst>
            <pc:docMk/>
            <pc:sldMk cId="1481423018" sldId="692"/>
            <ac:spMk id="5" creationId="{4968903E-0A16-8320-5B2C-6FC6DBF1A451}"/>
          </ac:spMkLst>
        </pc:spChg>
        <pc:spChg chg="add mod">
          <ac:chgData name="Macher, Andreas (DI FA CTR PLC PPM)" userId="f1dcac62-7bef-43eb-91f0-927336a1714f" providerId="ADAL" clId="{C5C6EC8B-092A-4999-B5EE-A1C3BF508D8A}" dt="2022-11-28T13:11:10.717" v="4374" actId="1076"/>
          <ac:spMkLst>
            <pc:docMk/>
            <pc:sldMk cId="1481423018" sldId="692"/>
            <ac:spMk id="10" creationId="{6FC6F3B9-DF30-9E58-1E38-1B0640B22D8D}"/>
          </ac:spMkLst>
        </pc:spChg>
        <pc:spChg chg="add mod">
          <ac:chgData name="Macher, Andreas (DI FA CTR PLC PPM)" userId="f1dcac62-7bef-43eb-91f0-927336a1714f" providerId="ADAL" clId="{C5C6EC8B-092A-4999-B5EE-A1C3BF508D8A}" dt="2022-11-28T13:11:16.713" v="4376" actId="1076"/>
          <ac:spMkLst>
            <pc:docMk/>
            <pc:sldMk cId="1481423018" sldId="692"/>
            <ac:spMk id="11" creationId="{09FDB776-91F2-BC1D-7202-75A6AAED1C86}"/>
          </ac:spMkLst>
        </pc:spChg>
        <pc:spChg chg="add mod">
          <ac:chgData name="Macher, Andreas (DI FA CTR PLC PPM)" userId="f1dcac62-7bef-43eb-91f0-927336a1714f" providerId="ADAL" clId="{C5C6EC8B-092A-4999-B5EE-A1C3BF508D8A}" dt="2022-11-28T13:11:26.084" v="4378"/>
          <ac:spMkLst>
            <pc:docMk/>
            <pc:sldMk cId="1481423018" sldId="692"/>
            <ac:spMk id="12" creationId="{3E6F6100-2892-0923-3AEC-1EB7C6012BC8}"/>
          </ac:spMkLst>
        </pc:spChg>
        <pc:spChg chg="del">
          <ac:chgData name="Macher, Andreas (DI FA CTR PLC PPM)" userId="f1dcac62-7bef-43eb-91f0-927336a1714f" providerId="ADAL" clId="{C5C6EC8B-092A-4999-B5EE-A1C3BF508D8A}" dt="2022-11-17T12:51:47.628" v="1592" actId="478"/>
          <ac:spMkLst>
            <pc:docMk/>
            <pc:sldMk cId="1481423018" sldId="692"/>
            <ac:spMk id="12" creationId="{63F8C1F5-CE35-4C07-BDA6-AE50E6A9613F}"/>
          </ac:spMkLst>
        </pc:spChg>
        <pc:spChg chg="add mod">
          <ac:chgData name="Macher, Andreas (DI FA CTR PLC PPM)" userId="f1dcac62-7bef-43eb-91f0-927336a1714f" providerId="ADAL" clId="{C5C6EC8B-092A-4999-B5EE-A1C3BF508D8A}" dt="2022-11-28T13:11:42.179" v="4382" actId="1037"/>
          <ac:spMkLst>
            <pc:docMk/>
            <pc:sldMk cId="1481423018" sldId="692"/>
            <ac:spMk id="13" creationId="{6C59296C-F8C3-3235-84BD-22613EB40215}"/>
          </ac:spMkLst>
        </pc:spChg>
        <pc:spChg chg="mod">
          <ac:chgData name="Macher, Andreas (DI FA CTR PLC PPM)" userId="f1dcac62-7bef-43eb-91f0-927336a1714f" providerId="ADAL" clId="{C5C6EC8B-092A-4999-B5EE-A1C3BF508D8A}" dt="2022-11-17T12:52:10.024" v="1597" actId="208"/>
          <ac:spMkLst>
            <pc:docMk/>
            <pc:sldMk cId="1481423018" sldId="692"/>
            <ac:spMk id="77" creationId="{96D0A282-D57F-483C-99CB-222657208537}"/>
          </ac:spMkLst>
        </pc:spChg>
        <pc:spChg chg="del">
          <ac:chgData name="Macher, Andreas (DI FA CTR PLC PPM)" userId="f1dcac62-7bef-43eb-91f0-927336a1714f" providerId="ADAL" clId="{C5C6EC8B-092A-4999-B5EE-A1C3BF508D8A}" dt="2022-11-17T12:51:49.766" v="1594" actId="478"/>
          <ac:spMkLst>
            <pc:docMk/>
            <pc:sldMk cId="1481423018" sldId="692"/>
            <ac:spMk id="86" creationId="{FF3631D6-C81A-4E3A-8381-1B846F596A6C}"/>
          </ac:spMkLst>
        </pc:spChg>
        <pc:spChg chg="mod">
          <ac:chgData name="Macher, Andreas (DI FA CTR PLC PPM)" userId="f1dcac62-7bef-43eb-91f0-927336a1714f" providerId="ADAL" clId="{C5C6EC8B-092A-4999-B5EE-A1C3BF508D8A}" dt="2022-11-17T12:52:10.024" v="1597" actId="208"/>
          <ac:spMkLst>
            <pc:docMk/>
            <pc:sldMk cId="1481423018" sldId="692"/>
            <ac:spMk id="100" creationId="{DD2957FD-DACB-438E-A10A-AD3B09C4FF7F}"/>
          </ac:spMkLst>
        </pc:spChg>
        <pc:spChg chg="del">
          <ac:chgData name="Macher, Andreas (DI FA CTR PLC PPM)" userId="f1dcac62-7bef-43eb-91f0-927336a1714f" providerId="ADAL" clId="{C5C6EC8B-092A-4999-B5EE-A1C3BF508D8A}" dt="2022-11-17T12:52:17.088" v="1598" actId="478"/>
          <ac:spMkLst>
            <pc:docMk/>
            <pc:sldMk cId="1481423018" sldId="692"/>
            <ac:spMk id="101" creationId="{E4A7EEA3-78BA-411F-8DBA-DCEEE75D2DB9}"/>
          </ac:spMkLst>
        </pc:spChg>
        <pc:spChg chg="mod">
          <ac:chgData name="Macher, Andreas (DI FA CTR PLC PPM)" userId="f1dcac62-7bef-43eb-91f0-927336a1714f" providerId="ADAL" clId="{C5C6EC8B-092A-4999-B5EE-A1C3BF508D8A}" dt="2022-11-17T12:52:10.024" v="1597" actId="208"/>
          <ac:spMkLst>
            <pc:docMk/>
            <pc:sldMk cId="1481423018" sldId="692"/>
            <ac:spMk id="102" creationId="{2535A837-2A3E-498C-9FF1-8569893EA405}"/>
          </ac:spMkLst>
        </pc:spChg>
        <pc:spChg chg="del">
          <ac:chgData name="Macher, Andreas (DI FA CTR PLC PPM)" userId="f1dcac62-7bef-43eb-91f0-927336a1714f" providerId="ADAL" clId="{C5C6EC8B-092A-4999-B5EE-A1C3BF508D8A}" dt="2022-11-17T12:51:48.647" v="1593" actId="478"/>
          <ac:spMkLst>
            <pc:docMk/>
            <pc:sldMk cId="1481423018" sldId="692"/>
            <ac:spMk id="111" creationId="{1C5DB206-E215-4266-BAEF-C36864A7D121}"/>
          </ac:spMkLst>
        </pc:spChg>
        <pc:picChg chg="mod">
          <ac:chgData name="Macher, Andreas (DI FA CTR PLC PPM)" userId="f1dcac62-7bef-43eb-91f0-927336a1714f" providerId="ADAL" clId="{C5C6EC8B-092A-4999-B5EE-A1C3BF508D8A}" dt="2022-11-17T12:51:57.121" v="1595" actId="207"/>
          <ac:picMkLst>
            <pc:docMk/>
            <pc:sldMk cId="1481423018" sldId="692"/>
            <ac:picMk id="95" creationId="{BDFDE70B-C324-450C-8732-8D084F8F42AE}"/>
          </ac:picMkLst>
        </pc:picChg>
        <pc:picChg chg="mod">
          <ac:chgData name="Macher, Andreas (DI FA CTR PLC PPM)" userId="f1dcac62-7bef-43eb-91f0-927336a1714f" providerId="ADAL" clId="{C5C6EC8B-092A-4999-B5EE-A1C3BF508D8A}" dt="2022-11-17T12:51:57.121" v="1595" actId="207"/>
          <ac:picMkLst>
            <pc:docMk/>
            <pc:sldMk cId="1481423018" sldId="692"/>
            <ac:picMk id="96" creationId="{94A546BB-E019-4D61-92FD-D00407FEA051}"/>
          </ac:picMkLst>
        </pc:picChg>
        <pc:picChg chg="mod">
          <ac:chgData name="Macher, Andreas (DI FA CTR PLC PPM)" userId="f1dcac62-7bef-43eb-91f0-927336a1714f" providerId="ADAL" clId="{C5C6EC8B-092A-4999-B5EE-A1C3BF508D8A}" dt="2022-11-17T12:51:57.121" v="1595" actId="207"/>
          <ac:picMkLst>
            <pc:docMk/>
            <pc:sldMk cId="1481423018" sldId="692"/>
            <ac:picMk id="98" creationId="{E9FFD8C5-0FFD-4011-8FB4-D7FF579CB4F4}"/>
          </ac:picMkLst>
        </pc:picChg>
        <pc:picChg chg="mod">
          <ac:chgData name="Macher, Andreas (DI FA CTR PLC PPM)" userId="f1dcac62-7bef-43eb-91f0-927336a1714f" providerId="ADAL" clId="{C5C6EC8B-092A-4999-B5EE-A1C3BF508D8A}" dt="2022-11-17T12:52:01.918" v="1596" actId="207"/>
          <ac:picMkLst>
            <pc:docMk/>
            <pc:sldMk cId="1481423018" sldId="692"/>
            <ac:picMk id="99" creationId="{CA5ADA46-D360-403F-BBB8-8671AE224C3A}"/>
          </ac:picMkLst>
        </pc:picChg>
        <pc:picChg chg="mod">
          <ac:chgData name="Macher, Andreas (DI FA CTR PLC PPM)" userId="f1dcac62-7bef-43eb-91f0-927336a1714f" providerId="ADAL" clId="{C5C6EC8B-092A-4999-B5EE-A1C3BF508D8A}" dt="2022-11-17T12:52:01.918" v="1596" actId="207"/>
          <ac:picMkLst>
            <pc:docMk/>
            <pc:sldMk cId="1481423018" sldId="692"/>
            <ac:picMk id="109" creationId="{A0B6D2E3-09BA-428C-A191-7EC11662B602}"/>
          </ac:picMkLst>
        </pc:picChg>
        <pc:picChg chg="mod">
          <ac:chgData name="Macher, Andreas (DI FA CTR PLC PPM)" userId="f1dcac62-7bef-43eb-91f0-927336a1714f" providerId="ADAL" clId="{C5C6EC8B-092A-4999-B5EE-A1C3BF508D8A}" dt="2022-11-17T12:52:01.918" v="1596" actId="207"/>
          <ac:picMkLst>
            <pc:docMk/>
            <pc:sldMk cId="1481423018" sldId="692"/>
            <ac:picMk id="133" creationId="{FD837EBA-FCC5-4CFE-AFD9-3A25EF8851F8}"/>
          </ac:picMkLst>
        </pc:picChg>
      </pc:sldChg>
      <pc:sldChg chg="addSp delSp modSp add mod">
        <pc:chgData name="Macher, Andreas (DI FA CTR PLC PPM)" userId="f1dcac62-7bef-43eb-91f0-927336a1714f" providerId="ADAL" clId="{C5C6EC8B-092A-4999-B5EE-A1C3BF508D8A}" dt="2022-11-30T11:25:01.371" v="9726" actId="790"/>
        <pc:sldMkLst>
          <pc:docMk/>
          <pc:sldMk cId="222359172" sldId="2293"/>
        </pc:sldMkLst>
        <pc:spChg chg="mod">
          <ac:chgData name="Macher, Andreas (DI FA CTR PLC PPM)" userId="f1dcac62-7bef-43eb-91f0-927336a1714f" providerId="ADAL" clId="{C5C6EC8B-092A-4999-B5EE-A1C3BF508D8A}" dt="2022-11-29T08:01:49.785" v="5817" actId="1037"/>
          <ac:spMkLst>
            <pc:docMk/>
            <pc:sldMk cId="222359172" sldId="2293"/>
            <ac:spMk id="2" creationId="{5441944D-AEED-47BF-80A6-5C11704CD717}"/>
          </ac:spMkLst>
        </pc:spChg>
        <pc:spChg chg="mod">
          <ac:chgData name="Macher, Andreas (DI FA CTR PLC PPM)" userId="f1dcac62-7bef-43eb-91f0-927336a1714f" providerId="ADAL" clId="{C5C6EC8B-092A-4999-B5EE-A1C3BF508D8A}" dt="2022-11-30T10:06:21.707" v="9396" actId="14100"/>
          <ac:spMkLst>
            <pc:docMk/>
            <pc:sldMk cId="222359172" sldId="2293"/>
            <ac:spMk id="3" creationId="{0F134093-4B26-4EE0-8024-38B0AF640618}"/>
          </ac:spMkLst>
        </pc:spChg>
        <pc:spChg chg="mod">
          <ac:chgData name="Macher, Andreas (DI FA CTR PLC PPM)" userId="f1dcac62-7bef-43eb-91f0-927336a1714f" providerId="ADAL" clId="{C5C6EC8B-092A-4999-B5EE-A1C3BF508D8A}" dt="2022-11-30T11:25:01.371" v="9726" actId="790"/>
          <ac:spMkLst>
            <pc:docMk/>
            <pc:sldMk cId="222359172" sldId="2293"/>
            <ac:spMk id="4" creationId="{27605680-6566-43CE-94E2-FDAB77787E13}"/>
          </ac:spMkLst>
        </pc:spChg>
        <pc:spChg chg="mod">
          <ac:chgData name="Macher, Andreas (DI FA CTR PLC PPM)" userId="f1dcac62-7bef-43eb-91f0-927336a1714f" providerId="ADAL" clId="{C5C6EC8B-092A-4999-B5EE-A1C3BF508D8A}" dt="2022-11-29T09:07:22.515" v="6698" actId="6549"/>
          <ac:spMkLst>
            <pc:docMk/>
            <pc:sldMk cId="222359172" sldId="2293"/>
            <ac:spMk id="5" creationId="{00000000-0000-0000-0000-000000000000}"/>
          </ac:spMkLst>
        </pc:spChg>
        <pc:spChg chg="mod">
          <ac:chgData name="Macher, Andreas (DI FA CTR PLC PPM)" userId="f1dcac62-7bef-43eb-91f0-927336a1714f" providerId="ADAL" clId="{C5C6EC8B-092A-4999-B5EE-A1C3BF508D8A}" dt="2022-11-29T08:01:49.785" v="5817" actId="1037"/>
          <ac:spMkLst>
            <pc:docMk/>
            <pc:sldMk cId="222359172" sldId="2293"/>
            <ac:spMk id="8" creationId="{569351E7-3967-41B8-9505-8E000B556A4B}"/>
          </ac:spMkLst>
        </pc:spChg>
        <pc:spChg chg="mod">
          <ac:chgData name="Macher, Andreas (DI FA CTR PLC PPM)" userId="f1dcac62-7bef-43eb-91f0-927336a1714f" providerId="ADAL" clId="{C5C6EC8B-092A-4999-B5EE-A1C3BF508D8A}" dt="2022-11-29T08:01:49.785" v="5817" actId="1037"/>
          <ac:spMkLst>
            <pc:docMk/>
            <pc:sldMk cId="222359172" sldId="2293"/>
            <ac:spMk id="11" creationId="{E336B074-0870-472A-B5BC-2E74DF656B9D}"/>
          </ac:spMkLst>
        </pc:spChg>
        <pc:spChg chg="mod">
          <ac:chgData name="Macher, Andreas (DI FA CTR PLC PPM)" userId="f1dcac62-7bef-43eb-91f0-927336a1714f" providerId="ADAL" clId="{C5C6EC8B-092A-4999-B5EE-A1C3BF508D8A}" dt="2022-11-29T08:01:49.785" v="5817" actId="1037"/>
          <ac:spMkLst>
            <pc:docMk/>
            <pc:sldMk cId="222359172" sldId="2293"/>
            <ac:spMk id="14" creationId="{66BBC939-D46F-4D71-BFE0-69B7E8D892F0}"/>
          </ac:spMkLst>
        </pc:spChg>
        <pc:spChg chg="mod">
          <ac:chgData name="Macher, Andreas (DI FA CTR PLC PPM)" userId="f1dcac62-7bef-43eb-91f0-927336a1714f" providerId="ADAL" clId="{C5C6EC8B-092A-4999-B5EE-A1C3BF508D8A}" dt="2022-11-29T08:01:49.785" v="5817" actId="1037"/>
          <ac:spMkLst>
            <pc:docMk/>
            <pc:sldMk cId="222359172" sldId="2293"/>
            <ac:spMk id="15" creationId="{02AE1CC5-148D-5671-371A-2FB290DD233D}"/>
          </ac:spMkLst>
        </pc:spChg>
        <pc:spChg chg="mod">
          <ac:chgData name="Macher, Andreas (DI FA CTR PLC PPM)" userId="f1dcac62-7bef-43eb-91f0-927336a1714f" providerId="ADAL" clId="{C5C6EC8B-092A-4999-B5EE-A1C3BF508D8A}" dt="2022-11-29T08:01:49.785" v="5817" actId="1037"/>
          <ac:spMkLst>
            <pc:docMk/>
            <pc:sldMk cId="222359172" sldId="2293"/>
            <ac:spMk id="16" creationId="{0A1C4A70-D1F4-B772-7FD4-1F28E2673230}"/>
          </ac:spMkLst>
        </pc:spChg>
        <pc:spChg chg="mod">
          <ac:chgData name="Macher, Andreas (DI FA CTR PLC PPM)" userId="f1dcac62-7bef-43eb-91f0-927336a1714f" providerId="ADAL" clId="{C5C6EC8B-092A-4999-B5EE-A1C3BF508D8A}" dt="2022-11-29T08:01:49.785" v="5817" actId="1037"/>
          <ac:spMkLst>
            <pc:docMk/>
            <pc:sldMk cId="222359172" sldId="2293"/>
            <ac:spMk id="17" creationId="{44A792E9-FD85-FB94-3104-1CE27DBAAA11}"/>
          </ac:spMkLst>
        </pc:spChg>
        <pc:spChg chg="mod">
          <ac:chgData name="Macher, Andreas (DI FA CTR PLC PPM)" userId="f1dcac62-7bef-43eb-91f0-927336a1714f" providerId="ADAL" clId="{C5C6EC8B-092A-4999-B5EE-A1C3BF508D8A}" dt="2022-11-29T08:01:49.785" v="5817" actId="1037"/>
          <ac:spMkLst>
            <pc:docMk/>
            <pc:sldMk cId="222359172" sldId="2293"/>
            <ac:spMk id="18" creationId="{7A4CDBDD-F664-4EB7-96F7-D89F271851C0}"/>
          </ac:spMkLst>
        </pc:spChg>
        <pc:spChg chg="add del">
          <ac:chgData name="Macher, Andreas (DI FA CTR PLC PPM)" userId="f1dcac62-7bef-43eb-91f0-927336a1714f" providerId="ADAL" clId="{C5C6EC8B-092A-4999-B5EE-A1C3BF508D8A}" dt="2022-11-29T08:00:23.625" v="5733" actId="21"/>
          <ac:spMkLst>
            <pc:docMk/>
            <pc:sldMk cId="222359172" sldId="2293"/>
            <ac:spMk id="27" creationId="{63E644A6-D66E-EC80-B500-285B26535AF6}"/>
          </ac:spMkLst>
        </pc:spChg>
        <pc:spChg chg="mod">
          <ac:chgData name="Macher, Andreas (DI FA CTR PLC PPM)" userId="f1dcac62-7bef-43eb-91f0-927336a1714f" providerId="ADAL" clId="{C5C6EC8B-092A-4999-B5EE-A1C3BF508D8A}" dt="2022-11-29T08:01:49.785" v="5817" actId="1037"/>
          <ac:spMkLst>
            <pc:docMk/>
            <pc:sldMk cId="222359172" sldId="2293"/>
            <ac:spMk id="34" creationId="{4DE59519-B8D1-4F12-9D1F-7027733719C1}"/>
          </ac:spMkLst>
        </pc:spChg>
        <pc:spChg chg="mod">
          <ac:chgData name="Macher, Andreas (DI FA CTR PLC PPM)" userId="f1dcac62-7bef-43eb-91f0-927336a1714f" providerId="ADAL" clId="{C5C6EC8B-092A-4999-B5EE-A1C3BF508D8A}" dt="2022-11-29T08:01:49.785" v="5817" actId="1037"/>
          <ac:spMkLst>
            <pc:docMk/>
            <pc:sldMk cId="222359172" sldId="2293"/>
            <ac:spMk id="35" creationId="{861DDED8-6BED-43D2-87AA-F48C75FEDB2D}"/>
          </ac:spMkLst>
        </pc:spChg>
        <pc:spChg chg="mod">
          <ac:chgData name="Macher, Andreas (DI FA CTR PLC PPM)" userId="f1dcac62-7bef-43eb-91f0-927336a1714f" providerId="ADAL" clId="{C5C6EC8B-092A-4999-B5EE-A1C3BF508D8A}" dt="2022-11-29T08:01:49.785" v="5817" actId="1037"/>
          <ac:spMkLst>
            <pc:docMk/>
            <pc:sldMk cId="222359172" sldId="2293"/>
            <ac:spMk id="48" creationId="{854737BB-8272-4E33-AC8D-8F4164B211F0}"/>
          </ac:spMkLst>
        </pc:spChg>
        <pc:spChg chg="mod">
          <ac:chgData name="Macher, Andreas (DI FA CTR PLC PPM)" userId="f1dcac62-7bef-43eb-91f0-927336a1714f" providerId="ADAL" clId="{C5C6EC8B-092A-4999-B5EE-A1C3BF508D8A}" dt="2022-11-29T08:01:49.785" v="5817" actId="1037"/>
          <ac:spMkLst>
            <pc:docMk/>
            <pc:sldMk cId="222359172" sldId="2293"/>
            <ac:spMk id="49" creationId="{914749D4-C6B5-4598-94C6-B72BBADFC875}"/>
          </ac:spMkLst>
        </pc:spChg>
        <pc:spChg chg="mod">
          <ac:chgData name="Macher, Andreas (DI FA CTR PLC PPM)" userId="f1dcac62-7bef-43eb-91f0-927336a1714f" providerId="ADAL" clId="{C5C6EC8B-092A-4999-B5EE-A1C3BF508D8A}" dt="2022-11-29T08:01:49.785" v="5817" actId="1037"/>
          <ac:spMkLst>
            <pc:docMk/>
            <pc:sldMk cId="222359172" sldId="2293"/>
            <ac:spMk id="52" creationId="{0C429859-43CA-4081-BBD1-17AD2531E63F}"/>
          </ac:spMkLst>
        </pc:spChg>
        <pc:spChg chg="mod">
          <ac:chgData name="Macher, Andreas (DI FA CTR PLC PPM)" userId="f1dcac62-7bef-43eb-91f0-927336a1714f" providerId="ADAL" clId="{C5C6EC8B-092A-4999-B5EE-A1C3BF508D8A}" dt="2022-11-29T08:01:49.785" v="5817" actId="1037"/>
          <ac:spMkLst>
            <pc:docMk/>
            <pc:sldMk cId="222359172" sldId="2293"/>
            <ac:spMk id="53" creationId="{5F08FBCD-BE0D-4A7C-B0AD-28D0E719F503}"/>
          </ac:spMkLst>
        </pc:spChg>
        <pc:spChg chg="mod">
          <ac:chgData name="Macher, Andreas (DI FA CTR PLC PPM)" userId="f1dcac62-7bef-43eb-91f0-927336a1714f" providerId="ADAL" clId="{C5C6EC8B-092A-4999-B5EE-A1C3BF508D8A}" dt="2022-11-29T08:01:49.785" v="5817" actId="1037"/>
          <ac:spMkLst>
            <pc:docMk/>
            <pc:sldMk cId="222359172" sldId="2293"/>
            <ac:spMk id="54" creationId="{4BB7E461-5533-459B-B967-D200C41A4AA0}"/>
          </ac:spMkLst>
        </pc:spChg>
        <pc:spChg chg="mod">
          <ac:chgData name="Macher, Andreas (DI FA CTR PLC PPM)" userId="f1dcac62-7bef-43eb-91f0-927336a1714f" providerId="ADAL" clId="{C5C6EC8B-092A-4999-B5EE-A1C3BF508D8A}" dt="2022-11-29T08:01:49.785" v="5817" actId="1037"/>
          <ac:spMkLst>
            <pc:docMk/>
            <pc:sldMk cId="222359172" sldId="2293"/>
            <ac:spMk id="65" creationId="{21C5303A-ECD5-4C60-A2E0-DA65B9962256}"/>
          </ac:spMkLst>
        </pc:spChg>
        <pc:spChg chg="mod">
          <ac:chgData name="Macher, Andreas (DI FA CTR PLC PPM)" userId="f1dcac62-7bef-43eb-91f0-927336a1714f" providerId="ADAL" clId="{C5C6EC8B-092A-4999-B5EE-A1C3BF508D8A}" dt="2022-11-29T08:01:49.785" v="5817" actId="1037"/>
          <ac:spMkLst>
            <pc:docMk/>
            <pc:sldMk cId="222359172" sldId="2293"/>
            <ac:spMk id="70" creationId="{CB8E8B74-B68D-4CBF-872D-AD1AC59664B5}"/>
          </ac:spMkLst>
        </pc:spChg>
        <pc:spChg chg="mod">
          <ac:chgData name="Macher, Andreas (DI FA CTR PLC PPM)" userId="f1dcac62-7bef-43eb-91f0-927336a1714f" providerId="ADAL" clId="{C5C6EC8B-092A-4999-B5EE-A1C3BF508D8A}" dt="2022-11-29T08:01:49.785" v="5817" actId="1037"/>
          <ac:spMkLst>
            <pc:docMk/>
            <pc:sldMk cId="222359172" sldId="2293"/>
            <ac:spMk id="74" creationId="{00FE5D32-2BEB-4F8A-8020-663627A8DD82}"/>
          </ac:spMkLst>
        </pc:spChg>
        <pc:spChg chg="mod">
          <ac:chgData name="Macher, Andreas (DI FA CTR PLC PPM)" userId="f1dcac62-7bef-43eb-91f0-927336a1714f" providerId="ADAL" clId="{C5C6EC8B-092A-4999-B5EE-A1C3BF508D8A}" dt="2022-11-29T08:01:49.785" v="5817" actId="1037"/>
          <ac:spMkLst>
            <pc:docMk/>
            <pc:sldMk cId="222359172" sldId="2293"/>
            <ac:spMk id="78" creationId="{DB38FFAF-159F-4BBF-ADD4-2E2DCF3E27C3}"/>
          </ac:spMkLst>
        </pc:spChg>
        <pc:spChg chg="mod">
          <ac:chgData name="Macher, Andreas (DI FA CTR PLC PPM)" userId="f1dcac62-7bef-43eb-91f0-927336a1714f" providerId="ADAL" clId="{C5C6EC8B-092A-4999-B5EE-A1C3BF508D8A}" dt="2022-11-29T08:01:49.785" v="5817" actId="1037"/>
          <ac:spMkLst>
            <pc:docMk/>
            <pc:sldMk cId="222359172" sldId="2293"/>
            <ac:spMk id="86" creationId="{229B13EE-1DEA-44B1-867C-8F053EC3D9AD}"/>
          </ac:spMkLst>
        </pc:spChg>
        <pc:spChg chg="mod">
          <ac:chgData name="Macher, Andreas (DI FA CTR PLC PPM)" userId="f1dcac62-7bef-43eb-91f0-927336a1714f" providerId="ADAL" clId="{C5C6EC8B-092A-4999-B5EE-A1C3BF508D8A}" dt="2022-11-29T08:01:49.785" v="5817" actId="1037"/>
          <ac:spMkLst>
            <pc:docMk/>
            <pc:sldMk cId="222359172" sldId="2293"/>
            <ac:spMk id="94" creationId="{919B9FAA-BD4A-44C9-93BC-92FA12DA37D5}"/>
          </ac:spMkLst>
        </pc:spChg>
        <pc:spChg chg="mod">
          <ac:chgData name="Macher, Andreas (DI FA CTR PLC PPM)" userId="f1dcac62-7bef-43eb-91f0-927336a1714f" providerId="ADAL" clId="{C5C6EC8B-092A-4999-B5EE-A1C3BF508D8A}" dt="2022-11-29T08:01:49.785" v="5817" actId="1037"/>
          <ac:spMkLst>
            <pc:docMk/>
            <pc:sldMk cId="222359172" sldId="2293"/>
            <ac:spMk id="102" creationId="{E8BFC465-2E63-4FFC-9D41-114A101478B3}"/>
          </ac:spMkLst>
        </pc:spChg>
        <pc:spChg chg="mod">
          <ac:chgData name="Macher, Andreas (DI FA CTR PLC PPM)" userId="f1dcac62-7bef-43eb-91f0-927336a1714f" providerId="ADAL" clId="{C5C6EC8B-092A-4999-B5EE-A1C3BF508D8A}" dt="2022-11-29T08:01:49.785" v="5817" actId="1037"/>
          <ac:spMkLst>
            <pc:docMk/>
            <pc:sldMk cId="222359172" sldId="2293"/>
            <ac:spMk id="104" creationId="{E5FA00F9-C7A9-48C0-94FE-D89AD31D75FE}"/>
          </ac:spMkLst>
        </pc:spChg>
        <pc:spChg chg="mod">
          <ac:chgData name="Macher, Andreas (DI FA CTR PLC PPM)" userId="f1dcac62-7bef-43eb-91f0-927336a1714f" providerId="ADAL" clId="{C5C6EC8B-092A-4999-B5EE-A1C3BF508D8A}" dt="2022-11-29T08:01:49.785" v="5817" actId="1037"/>
          <ac:spMkLst>
            <pc:docMk/>
            <pc:sldMk cId="222359172" sldId="2293"/>
            <ac:spMk id="140" creationId="{61FE9DE0-2BB2-438F-8752-D3B501A907FD}"/>
          </ac:spMkLst>
        </pc:spChg>
        <pc:spChg chg="mod">
          <ac:chgData name="Macher, Andreas (DI FA CTR PLC PPM)" userId="f1dcac62-7bef-43eb-91f0-927336a1714f" providerId="ADAL" clId="{C5C6EC8B-092A-4999-B5EE-A1C3BF508D8A}" dt="2022-11-29T08:01:49.785" v="5817" actId="1037"/>
          <ac:spMkLst>
            <pc:docMk/>
            <pc:sldMk cId="222359172" sldId="2293"/>
            <ac:spMk id="141" creationId="{F960C7A4-9519-4C11-AD76-E4C6C46621F1}"/>
          </ac:spMkLst>
        </pc:spChg>
        <pc:spChg chg="mod">
          <ac:chgData name="Macher, Andreas (DI FA CTR PLC PPM)" userId="f1dcac62-7bef-43eb-91f0-927336a1714f" providerId="ADAL" clId="{C5C6EC8B-092A-4999-B5EE-A1C3BF508D8A}" dt="2022-11-29T08:01:49.785" v="5817" actId="1037"/>
          <ac:spMkLst>
            <pc:docMk/>
            <pc:sldMk cId="222359172" sldId="2293"/>
            <ac:spMk id="142" creationId="{62D9F5FE-A523-4173-B613-9D29217180F0}"/>
          </ac:spMkLst>
        </pc:spChg>
        <pc:grpChg chg="mod">
          <ac:chgData name="Macher, Andreas (DI FA CTR PLC PPM)" userId="f1dcac62-7bef-43eb-91f0-927336a1714f" providerId="ADAL" clId="{C5C6EC8B-092A-4999-B5EE-A1C3BF508D8A}" dt="2022-11-29T08:01:49.785" v="5817" actId="1037"/>
          <ac:grpSpMkLst>
            <pc:docMk/>
            <pc:sldMk cId="222359172" sldId="2293"/>
            <ac:grpSpMk id="9" creationId="{F048C5DB-2F5E-4997-BA3E-7E6193DE1FE1}"/>
          </ac:grpSpMkLst>
        </pc:grpChg>
        <pc:grpChg chg="mod">
          <ac:chgData name="Macher, Andreas (DI FA CTR PLC PPM)" userId="f1dcac62-7bef-43eb-91f0-927336a1714f" providerId="ADAL" clId="{C5C6EC8B-092A-4999-B5EE-A1C3BF508D8A}" dt="2022-11-29T08:01:49.785" v="5817" actId="1037"/>
          <ac:grpSpMkLst>
            <pc:docMk/>
            <pc:sldMk cId="222359172" sldId="2293"/>
            <ac:grpSpMk id="12" creationId="{A9371190-329E-454A-A5AF-2430B905F1A9}"/>
          </ac:grpSpMkLst>
        </pc:grpChg>
        <pc:grpChg chg="mod">
          <ac:chgData name="Macher, Andreas (DI FA CTR PLC PPM)" userId="f1dcac62-7bef-43eb-91f0-927336a1714f" providerId="ADAL" clId="{C5C6EC8B-092A-4999-B5EE-A1C3BF508D8A}" dt="2022-11-29T08:01:49.785" v="5817" actId="1037"/>
          <ac:grpSpMkLst>
            <pc:docMk/>
            <pc:sldMk cId="222359172" sldId="2293"/>
            <ac:grpSpMk id="21" creationId="{1B39DFBB-818F-43A1-9689-1B384BE64341}"/>
          </ac:grpSpMkLst>
        </pc:grpChg>
        <pc:grpChg chg="mod">
          <ac:chgData name="Macher, Andreas (DI FA CTR PLC PPM)" userId="f1dcac62-7bef-43eb-91f0-927336a1714f" providerId="ADAL" clId="{C5C6EC8B-092A-4999-B5EE-A1C3BF508D8A}" dt="2022-11-29T08:01:49.785" v="5817" actId="1037"/>
          <ac:grpSpMkLst>
            <pc:docMk/>
            <pc:sldMk cId="222359172" sldId="2293"/>
            <ac:grpSpMk id="33" creationId="{113507D4-A708-413E-8879-3D0F46E3772A}"/>
          </ac:grpSpMkLst>
        </pc:grpChg>
        <pc:grpChg chg="mod">
          <ac:chgData name="Macher, Andreas (DI FA CTR PLC PPM)" userId="f1dcac62-7bef-43eb-91f0-927336a1714f" providerId="ADAL" clId="{C5C6EC8B-092A-4999-B5EE-A1C3BF508D8A}" dt="2022-11-29T08:01:49.785" v="5817" actId="1037"/>
          <ac:grpSpMkLst>
            <pc:docMk/>
            <pc:sldMk cId="222359172" sldId="2293"/>
            <ac:grpSpMk id="50" creationId="{974248A4-C4EB-4684-84D3-80B9F07EF892}"/>
          </ac:grpSpMkLst>
        </pc:grpChg>
        <pc:grpChg chg="mod">
          <ac:chgData name="Macher, Andreas (DI FA CTR PLC PPM)" userId="f1dcac62-7bef-43eb-91f0-927336a1714f" providerId="ADAL" clId="{C5C6EC8B-092A-4999-B5EE-A1C3BF508D8A}" dt="2022-11-29T08:01:49.785" v="5817" actId="1037"/>
          <ac:grpSpMkLst>
            <pc:docMk/>
            <pc:sldMk cId="222359172" sldId="2293"/>
            <ac:grpSpMk id="51" creationId="{B4591678-3801-49B3-8E6A-51828F34A7BC}"/>
          </ac:grpSpMkLst>
        </pc:grpChg>
        <pc:grpChg chg="mod">
          <ac:chgData name="Macher, Andreas (DI FA CTR PLC PPM)" userId="f1dcac62-7bef-43eb-91f0-927336a1714f" providerId="ADAL" clId="{C5C6EC8B-092A-4999-B5EE-A1C3BF508D8A}" dt="2022-11-29T08:01:49.785" v="5817" actId="1037"/>
          <ac:grpSpMkLst>
            <pc:docMk/>
            <pc:sldMk cId="222359172" sldId="2293"/>
            <ac:grpSpMk id="63" creationId="{30A7665E-FB89-4200-8F3E-C73F31317DB9}"/>
          </ac:grpSpMkLst>
        </pc:grpChg>
        <pc:grpChg chg="mod">
          <ac:chgData name="Macher, Andreas (DI FA CTR PLC PPM)" userId="f1dcac62-7bef-43eb-91f0-927336a1714f" providerId="ADAL" clId="{C5C6EC8B-092A-4999-B5EE-A1C3BF508D8A}" dt="2022-11-29T08:01:49.785" v="5817" actId="1037"/>
          <ac:grpSpMkLst>
            <pc:docMk/>
            <pc:sldMk cId="222359172" sldId="2293"/>
            <ac:grpSpMk id="68" creationId="{53FDE122-2E88-4815-92F7-A9FA8010BF0B}"/>
          </ac:grpSpMkLst>
        </pc:grpChg>
        <pc:grpChg chg="mod">
          <ac:chgData name="Macher, Andreas (DI FA CTR PLC PPM)" userId="f1dcac62-7bef-43eb-91f0-927336a1714f" providerId="ADAL" clId="{C5C6EC8B-092A-4999-B5EE-A1C3BF508D8A}" dt="2022-11-29T08:01:49.785" v="5817" actId="1037"/>
          <ac:grpSpMkLst>
            <pc:docMk/>
            <pc:sldMk cId="222359172" sldId="2293"/>
            <ac:grpSpMk id="72" creationId="{1E4F0EEE-5358-4B6A-B45A-22AD409CD9FD}"/>
          </ac:grpSpMkLst>
        </pc:grpChg>
        <pc:grpChg chg="mod">
          <ac:chgData name="Macher, Andreas (DI FA CTR PLC PPM)" userId="f1dcac62-7bef-43eb-91f0-927336a1714f" providerId="ADAL" clId="{C5C6EC8B-092A-4999-B5EE-A1C3BF508D8A}" dt="2022-11-29T08:01:49.785" v="5817" actId="1037"/>
          <ac:grpSpMkLst>
            <pc:docMk/>
            <pc:sldMk cId="222359172" sldId="2293"/>
            <ac:grpSpMk id="76" creationId="{5625FD9B-E5F6-4A39-9B06-91640504C0EA}"/>
          </ac:grpSpMkLst>
        </pc:grpChg>
        <pc:grpChg chg="mod">
          <ac:chgData name="Macher, Andreas (DI FA CTR PLC PPM)" userId="f1dcac62-7bef-43eb-91f0-927336a1714f" providerId="ADAL" clId="{C5C6EC8B-092A-4999-B5EE-A1C3BF508D8A}" dt="2022-11-29T08:01:49.785" v="5817" actId="1037"/>
          <ac:grpSpMkLst>
            <pc:docMk/>
            <pc:sldMk cId="222359172" sldId="2293"/>
            <ac:grpSpMk id="79" creationId="{C25255A6-4445-4F29-AAA1-E724879F3B08}"/>
          </ac:grpSpMkLst>
        </pc:grpChg>
        <pc:grpChg chg="mod">
          <ac:chgData name="Macher, Andreas (DI FA CTR PLC PPM)" userId="f1dcac62-7bef-43eb-91f0-927336a1714f" providerId="ADAL" clId="{C5C6EC8B-092A-4999-B5EE-A1C3BF508D8A}" dt="2022-11-29T08:01:49.785" v="5817" actId="1037"/>
          <ac:grpSpMkLst>
            <pc:docMk/>
            <pc:sldMk cId="222359172" sldId="2293"/>
            <ac:grpSpMk id="84" creationId="{8627F95B-0064-4D64-8581-BAF2E7BAD5F0}"/>
          </ac:grpSpMkLst>
        </pc:grpChg>
        <pc:grpChg chg="mod">
          <ac:chgData name="Macher, Andreas (DI FA CTR PLC PPM)" userId="f1dcac62-7bef-43eb-91f0-927336a1714f" providerId="ADAL" clId="{C5C6EC8B-092A-4999-B5EE-A1C3BF508D8A}" dt="2022-11-29T08:01:49.785" v="5817" actId="1037"/>
          <ac:grpSpMkLst>
            <pc:docMk/>
            <pc:sldMk cId="222359172" sldId="2293"/>
            <ac:grpSpMk id="87" creationId="{CAF45EE3-7327-49B9-9F33-3E92375C8B83}"/>
          </ac:grpSpMkLst>
        </pc:grpChg>
        <pc:grpChg chg="mod">
          <ac:chgData name="Macher, Andreas (DI FA CTR PLC PPM)" userId="f1dcac62-7bef-43eb-91f0-927336a1714f" providerId="ADAL" clId="{C5C6EC8B-092A-4999-B5EE-A1C3BF508D8A}" dt="2022-11-29T08:01:49.785" v="5817" actId="1037"/>
          <ac:grpSpMkLst>
            <pc:docMk/>
            <pc:sldMk cId="222359172" sldId="2293"/>
            <ac:grpSpMk id="92" creationId="{7E84ADB5-EF30-4AA0-8D58-D2358409CB96}"/>
          </ac:grpSpMkLst>
        </pc:grpChg>
        <pc:grpChg chg="mod">
          <ac:chgData name="Macher, Andreas (DI FA CTR PLC PPM)" userId="f1dcac62-7bef-43eb-91f0-927336a1714f" providerId="ADAL" clId="{C5C6EC8B-092A-4999-B5EE-A1C3BF508D8A}" dt="2022-11-29T08:01:49.785" v="5817" actId="1037"/>
          <ac:grpSpMkLst>
            <pc:docMk/>
            <pc:sldMk cId="222359172" sldId="2293"/>
            <ac:grpSpMk id="95" creationId="{682D9045-CDA6-4AD8-AC25-68A21AFF1F9D}"/>
          </ac:grpSpMkLst>
        </pc:grpChg>
        <pc:grpChg chg="mod">
          <ac:chgData name="Macher, Andreas (DI FA CTR PLC PPM)" userId="f1dcac62-7bef-43eb-91f0-927336a1714f" providerId="ADAL" clId="{C5C6EC8B-092A-4999-B5EE-A1C3BF508D8A}" dt="2022-11-29T08:01:49.785" v="5817" actId="1037"/>
          <ac:grpSpMkLst>
            <pc:docMk/>
            <pc:sldMk cId="222359172" sldId="2293"/>
            <ac:grpSpMk id="100" creationId="{3E90C45C-C47B-45E6-B5FE-B4E1371F85EC}"/>
          </ac:grpSpMkLst>
        </pc:grpChg>
        <pc:grpChg chg="mod">
          <ac:chgData name="Macher, Andreas (DI FA CTR PLC PPM)" userId="f1dcac62-7bef-43eb-91f0-927336a1714f" providerId="ADAL" clId="{C5C6EC8B-092A-4999-B5EE-A1C3BF508D8A}" dt="2022-11-29T08:01:49.785" v="5817" actId="1037"/>
          <ac:grpSpMkLst>
            <pc:docMk/>
            <pc:sldMk cId="222359172" sldId="2293"/>
            <ac:grpSpMk id="133" creationId="{50B0632A-6BA2-4635-B226-20E31A4B0714}"/>
          </ac:grpSpMkLst>
        </pc:grpChg>
        <pc:picChg chg="mod">
          <ac:chgData name="Macher, Andreas (DI FA CTR PLC PPM)" userId="f1dcac62-7bef-43eb-91f0-927336a1714f" providerId="ADAL" clId="{C5C6EC8B-092A-4999-B5EE-A1C3BF508D8A}" dt="2022-11-29T08:01:49.785" v="5817" actId="1037"/>
          <ac:picMkLst>
            <pc:docMk/>
            <pc:sldMk cId="222359172" sldId="2293"/>
            <ac:picMk id="20" creationId="{52567376-C202-48F4-9743-15D29A682F0C}"/>
          </ac:picMkLst>
        </pc:picChg>
        <pc:picChg chg="mod">
          <ac:chgData name="Macher, Andreas (DI FA CTR PLC PPM)" userId="f1dcac62-7bef-43eb-91f0-927336a1714f" providerId="ADAL" clId="{C5C6EC8B-092A-4999-B5EE-A1C3BF508D8A}" dt="2022-11-29T08:01:49.785" v="5817" actId="1037"/>
          <ac:picMkLst>
            <pc:docMk/>
            <pc:sldMk cId="222359172" sldId="2293"/>
            <ac:picMk id="22" creationId="{6C39452B-6690-4D27-9F14-ACCC4EB889A4}"/>
          </ac:picMkLst>
        </pc:picChg>
        <pc:picChg chg="mod">
          <ac:chgData name="Macher, Andreas (DI FA CTR PLC PPM)" userId="f1dcac62-7bef-43eb-91f0-927336a1714f" providerId="ADAL" clId="{C5C6EC8B-092A-4999-B5EE-A1C3BF508D8A}" dt="2022-11-29T08:01:49.785" v="5817" actId="1037"/>
          <ac:picMkLst>
            <pc:docMk/>
            <pc:sldMk cId="222359172" sldId="2293"/>
            <ac:picMk id="23" creationId="{B8BF9FFD-8C91-4224-9004-6FA7F9804E5B}"/>
          </ac:picMkLst>
        </pc:picChg>
        <pc:picChg chg="mod">
          <ac:chgData name="Macher, Andreas (DI FA CTR PLC PPM)" userId="f1dcac62-7bef-43eb-91f0-927336a1714f" providerId="ADAL" clId="{C5C6EC8B-092A-4999-B5EE-A1C3BF508D8A}" dt="2022-11-29T08:01:49.785" v="5817" actId="1037"/>
          <ac:picMkLst>
            <pc:docMk/>
            <pc:sldMk cId="222359172" sldId="2293"/>
            <ac:picMk id="24" creationId="{76ACCD83-11E3-4621-B1D8-7C0746F5F2BD}"/>
          </ac:picMkLst>
        </pc:picChg>
        <pc:picChg chg="mod">
          <ac:chgData name="Macher, Andreas (DI FA CTR PLC PPM)" userId="f1dcac62-7bef-43eb-91f0-927336a1714f" providerId="ADAL" clId="{C5C6EC8B-092A-4999-B5EE-A1C3BF508D8A}" dt="2022-11-29T08:01:49.785" v="5817" actId="1037"/>
          <ac:picMkLst>
            <pc:docMk/>
            <pc:sldMk cId="222359172" sldId="2293"/>
            <ac:picMk id="25" creationId="{DD9AFBB6-3013-4D5E-8B6B-EA4A0F026ADF}"/>
          </ac:picMkLst>
        </pc:picChg>
        <pc:picChg chg="mod">
          <ac:chgData name="Macher, Andreas (DI FA CTR PLC PPM)" userId="f1dcac62-7bef-43eb-91f0-927336a1714f" providerId="ADAL" clId="{C5C6EC8B-092A-4999-B5EE-A1C3BF508D8A}" dt="2022-11-29T08:01:49.785" v="5817" actId="1037"/>
          <ac:picMkLst>
            <pc:docMk/>
            <pc:sldMk cId="222359172" sldId="2293"/>
            <ac:picMk id="32" creationId="{DA1764A2-C136-42DD-8FF0-B500CB476532}"/>
          </ac:picMkLst>
        </pc:picChg>
        <pc:picChg chg="mod">
          <ac:chgData name="Macher, Andreas (DI FA CTR PLC PPM)" userId="f1dcac62-7bef-43eb-91f0-927336a1714f" providerId="ADAL" clId="{C5C6EC8B-092A-4999-B5EE-A1C3BF508D8A}" dt="2022-11-29T08:01:49.785" v="5817" actId="1037"/>
          <ac:picMkLst>
            <pc:docMk/>
            <pc:sldMk cId="222359172" sldId="2293"/>
            <ac:picMk id="55" creationId="{DBAF29AE-C500-4799-BBCA-37936E05423B}"/>
          </ac:picMkLst>
        </pc:picChg>
        <pc:picChg chg="mod">
          <ac:chgData name="Macher, Andreas (DI FA CTR PLC PPM)" userId="f1dcac62-7bef-43eb-91f0-927336a1714f" providerId="ADAL" clId="{C5C6EC8B-092A-4999-B5EE-A1C3BF508D8A}" dt="2022-11-29T08:01:49.785" v="5817" actId="1037"/>
          <ac:picMkLst>
            <pc:docMk/>
            <pc:sldMk cId="222359172" sldId="2293"/>
            <ac:picMk id="56" creationId="{E5DE3A16-037A-43B9-8B15-A285E3C42010}"/>
          </ac:picMkLst>
        </pc:picChg>
        <pc:picChg chg="mod">
          <ac:chgData name="Macher, Andreas (DI FA CTR PLC PPM)" userId="f1dcac62-7bef-43eb-91f0-927336a1714f" providerId="ADAL" clId="{C5C6EC8B-092A-4999-B5EE-A1C3BF508D8A}" dt="2022-11-29T08:01:49.785" v="5817" actId="1037"/>
          <ac:picMkLst>
            <pc:docMk/>
            <pc:sldMk cId="222359172" sldId="2293"/>
            <ac:picMk id="57" creationId="{F6D7C16A-7E3F-4FCA-8B71-43A63A516D2A}"/>
          </ac:picMkLst>
        </pc:picChg>
        <pc:picChg chg="mod">
          <ac:chgData name="Macher, Andreas (DI FA CTR PLC PPM)" userId="f1dcac62-7bef-43eb-91f0-927336a1714f" providerId="ADAL" clId="{C5C6EC8B-092A-4999-B5EE-A1C3BF508D8A}" dt="2022-11-29T08:01:49.785" v="5817" actId="1037"/>
          <ac:picMkLst>
            <pc:docMk/>
            <pc:sldMk cId="222359172" sldId="2293"/>
            <ac:picMk id="58" creationId="{433D42BD-0571-4923-B9DE-E7F1A199FAB1}"/>
          </ac:picMkLst>
        </pc:picChg>
        <pc:picChg chg="mod">
          <ac:chgData name="Macher, Andreas (DI FA CTR PLC PPM)" userId="f1dcac62-7bef-43eb-91f0-927336a1714f" providerId="ADAL" clId="{C5C6EC8B-092A-4999-B5EE-A1C3BF508D8A}" dt="2022-11-29T08:01:49.785" v="5817" actId="1037"/>
          <ac:picMkLst>
            <pc:docMk/>
            <pc:sldMk cId="222359172" sldId="2293"/>
            <ac:picMk id="59" creationId="{2B298B75-D8C5-4F79-9AF7-43ED00E806B2}"/>
          </ac:picMkLst>
        </pc:picChg>
        <pc:picChg chg="mod">
          <ac:chgData name="Macher, Andreas (DI FA CTR PLC PPM)" userId="f1dcac62-7bef-43eb-91f0-927336a1714f" providerId="ADAL" clId="{C5C6EC8B-092A-4999-B5EE-A1C3BF508D8A}" dt="2022-11-29T08:01:49.785" v="5817" actId="1037"/>
          <ac:picMkLst>
            <pc:docMk/>
            <pc:sldMk cId="222359172" sldId="2293"/>
            <ac:picMk id="60" creationId="{80C02CD6-6BEB-4483-AEA7-879D608662CD}"/>
          </ac:picMkLst>
        </pc:picChg>
        <pc:picChg chg="mod">
          <ac:chgData name="Macher, Andreas (DI FA CTR PLC PPM)" userId="f1dcac62-7bef-43eb-91f0-927336a1714f" providerId="ADAL" clId="{C5C6EC8B-092A-4999-B5EE-A1C3BF508D8A}" dt="2022-11-29T08:01:49.785" v="5817" actId="1037"/>
          <ac:picMkLst>
            <pc:docMk/>
            <pc:sldMk cId="222359172" sldId="2293"/>
            <ac:picMk id="67" creationId="{4F6E59EF-B20B-40A8-ADE2-BA2E0A1B5410}"/>
          </ac:picMkLst>
        </pc:picChg>
        <pc:picChg chg="mod">
          <ac:chgData name="Macher, Andreas (DI FA CTR PLC PPM)" userId="f1dcac62-7bef-43eb-91f0-927336a1714f" providerId="ADAL" clId="{C5C6EC8B-092A-4999-B5EE-A1C3BF508D8A}" dt="2022-11-29T08:01:49.785" v="5817" actId="1037"/>
          <ac:picMkLst>
            <pc:docMk/>
            <pc:sldMk cId="222359172" sldId="2293"/>
            <ac:picMk id="71" creationId="{F906CC0A-3C85-4BC9-84EB-8E9BF4399538}"/>
          </ac:picMkLst>
        </pc:picChg>
        <pc:picChg chg="mod">
          <ac:chgData name="Macher, Andreas (DI FA CTR PLC PPM)" userId="f1dcac62-7bef-43eb-91f0-927336a1714f" providerId="ADAL" clId="{C5C6EC8B-092A-4999-B5EE-A1C3BF508D8A}" dt="2022-11-29T08:01:49.785" v="5817" actId="1037"/>
          <ac:picMkLst>
            <pc:docMk/>
            <pc:sldMk cId="222359172" sldId="2293"/>
            <ac:picMk id="75" creationId="{BA1A7B66-1A0B-4D66-813D-48461C6810CB}"/>
          </ac:picMkLst>
        </pc:picChg>
        <pc:picChg chg="mod">
          <ac:chgData name="Macher, Andreas (DI FA CTR PLC PPM)" userId="f1dcac62-7bef-43eb-91f0-927336a1714f" providerId="ADAL" clId="{C5C6EC8B-092A-4999-B5EE-A1C3BF508D8A}" dt="2022-11-29T08:01:49.785" v="5817" actId="1037"/>
          <ac:picMkLst>
            <pc:docMk/>
            <pc:sldMk cId="222359172" sldId="2293"/>
            <ac:picMk id="80" creationId="{5EFB5D40-EEB2-4D11-943A-A7FE18B2041E}"/>
          </ac:picMkLst>
        </pc:picChg>
        <pc:picChg chg="mod">
          <ac:chgData name="Macher, Andreas (DI FA CTR PLC PPM)" userId="f1dcac62-7bef-43eb-91f0-927336a1714f" providerId="ADAL" clId="{C5C6EC8B-092A-4999-B5EE-A1C3BF508D8A}" dt="2022-11-29T08:01:49.785" v="5817" actId="1037"/>
          <ac:picMkLst>
            <pc:docMk/>
            <pc:sldMk cId="222359172" sldId="2293"/>
            <ac:picMk id="81" creationId="{F24F7420-0EC9-4FE9-8441-500861F83E37}"/>
          </ac:picMkLst>
        </pc:picChg>
        <pc:picChg chg="mod">
          <ac:chgData name="Macher, Andreas (DI FA CTR PLC PPM)" userId="f1dcac62-7bef-43eb-91f0-927336a1714f" providerId="ADAL" clId="{C5C6EC8B-092A-4999-B5EE-A1C3BF508D8A}" dt="2022-11-29T08:01:49.785" v="5817" actId="1037"/>
          <ac:picMkLst>
            <pc:docMk/>
            <pc:sldMk cId="222359172" sldId="2293"/>
            <ac:picMk id="82" creationId="{D6A2A968-35F2-471F-9BB7-3E607A5EB043}"/>
          </ac:picMkLst>
        </pc:picChg>
        <pc:picChg chg="mod">
          <ac:chgData name="Macher, Andreas (DI FA CTR PLC PPM)" userId="f1dcac62-7bef-43eb-91f0-927336a1714f" providerId="ADAL" clId="{C5C6EC8B-092A-4999-B5EE-A1C3BF508D8A}" dt="2022-11-29T08:01:49.785" v="5817" actId="1037"/>
          <ac:picMkLst>
            <pc:docMk/>
            <pc:sldMk cId="222359172" sldId="2293"/>
            <ac:picMk id="83" creationId="{379A3DDE-F8FE-4F06-9EC8-E19FCB5C5F28}"/>
          </ac:picMkLst>
        </pc:picChg>
        <pc:picChg chg="mod">
          <ac:chgData name="Macher, Andreas (DI FA CTR PLC PPM)" userId="f1dcac62-7bef-43eb-91f0-927336a1714f" providerId="ADAL" clId="{C5C6EC8B-092A-4999-B5EE-A1C3BF508D8A}" dt="2022-11-29T08:01:49.785" v="5817" actId="1037"/>
          <ac:picMkLst>
            <pc:docMk/>
            <pc:sldMk cId="222359172" sldId="2293"/>
            <ac:picMk id="88" creationId="{32852390-C461-48DF-81E9-AC9D4C47D0E6}"/>
          </ac:picMkLst>
        </pc:picChg>
        <pc:picChg chg="mod">
          <ac:chgData name="Macher, Andreas (DI FA CTR PLC PPM)" userId="f1dcac62-7bef-43eb-91f0-927336a1714f" providerId="ADAL" clId="{C5C6EC8B-092A-4999-B5EE-A1C3BF508D8A}" dt="2022-11-29T08:01:49.785" v="5817" actId="1037"/>
          <ac:picMkLst>
            <pc:docMk/>
            <pc:sldMk cId="222359172" sldId="2293"/>
            <ac:picMk id="89" creationId="{E9393207-B6B7-431E-BE8C-D12B0D2C89A7}"/>
          </ac:picMkLst>
        </pc:picChg>
        <pc:picChg chg="mod">
          <ac:chgData name="Macher, Andreas (DI FA CTR PLC PPM)" userId="f1dcac62-7bef-43eb-91f0-927336a1714f" providerId="ADAL" clId="{C5C6EC8B-092A-4999-B5EE-A1C3BF508D8A}" dt="2022-11-29T08:01:49.785" v="5817" actId="1037"/>
          <ac:picMkLst>
            <pc:docMk/>
            <pc:sldMk cId="222359172" sldId="2293"/>
            <ac:picMk id="90" creationId="{9315596F-B4DD-4017-BE5B-5B546156F073}"/>
          </ac:picMkLst>
        </pc:picChg>
        <pc:picChg chg="mod">
          <ac:chgData name="Macher, Andreas (DI FA CTR PLC PPM)" userId="f1dcac62-7bef-43eb-91f0-927336a1714f" providerId="ADAL" clId="{C5C6EC8B-092A-4999-B5EE-A1C3BF508D8A}" dt="2022-11-29T08:01:49.785" v="5817" actId="1037"/>
          <ac:picMkLst>
            <pc:docMk/>
            <pc:sldMk cId="222359172" sldId="2293"/>
            <ac:picMk id="91" creationId="{A41628E1-9942-4339-865A-F84530A932E1}"/>
          </ac:picMkLst>
        </pc:picChg>
        <pc:picChg chg="mod">
          <ac:chgData name="Macher, Andreas (DI FA CTR PLC PPM)" userId="f1dcac62-7bef-43eb-91f0-927336a1714f" providerId="ADAL" clId="{C5C6EC8B-092A-4999-B5EE-A1C3BF508D8A}" dt="2022-11-29T08:01:49.785" v="5817" actId="1037"/>
          <ac:picMkLst>
            <pc:docMk/>
            <pc:sldMk cId="222359172" sldId="2293"/>
            <ac:picMk id="96" creationId="{E23F59C1-643E-4727-B488-A8008D4BBE48}"/>
          </ac:picMkLst>
        </pc:picChg>
        <pc:picChg chg="mod">
          <ac:chgData name="Macher, Andreas (DI FA CTR PLC PPM)" userId="f1dcac62-7bef-43eb-91f0-927336a1714f" providerId="ADAL" clId="{C5C6EC8B-092A-4999-B5EE-A1C3BF508D8A}" dt="2022-11-29T08:01:49.785" v="5817" actId="1037"/>
          <ac:picMkLst>
            <pc:docMk/>
            <pc:sldMk cId="222359172" sldId="2293"/>
            <ac:picMk id="97" creationId="{2E27B68E-B145-4F32-8326-89F62014A3F6}"/>
          </ac:picMkLst>
        </pc:picChg>
        <pc:picChg chg="mod">
          <ac:chgData name="Macher, Andreas (DI FA CTR PLC PPM)" userId="f1dcac62-7bef-43eb-91f0-927336a1714f" providerId="ADAL" clId="{C5C6EC8B-092A-4999-B5EE-A1C3BF508D8A}" dt="2022-11-29T08:01:49.785" v="5817" actId="1037"/>
          <ac:picMkLst>
            <pc:docMk/>
            <pc:sldMk cId="222359172" sldId="2293"/>
            <ac:picMk id="98" creationId="{E1514888-8473-47AF-B9CA-4658C460AA34}"/>
          </ac:picMkLst>
        </pc:picChg>
        <pc:picChg chg="mod">
          <ac:chgData name="Macher, Andreas (DI FA CTR PLC PPM)" userId="f1dcac62-7bef-43eb-91f0-927336a1714f" providerId="ADAL" clId="{C5C6EC8B-092A-4999-B5EE-A1C3BF508D8A}" dt="2022-11-29T08:01:49.785" v="5817" actId="1037"/>
          <ac:picMkLst>
            <pc:docMk/>
            <pc:sldMk cId="222359172" sldId="2293"/>
            <ac:picMk id="99" creationId="{056AE3BF-0FBB-4F35-B429-9D515A8206B0}"/>
          </ac:picMkLst>
        </pc:picChg>
        <pc:picChg chg="mod">
          <ac:chgData name="Macher, Andreas (DI FA CTR PLC PPM)" userId="f1dcac62-7bef-43eb-91f0-927336a1714f" providerId="ADAL" clId="{C5C6EC8B-092A-4999-B5EE-A1C3BF508D8A}" dt="2022-11-29T08:01:49.785" v="5817" actId="1037"/>
          <ac:picMkLst>
            <pc:docMk/>
            <pc:sldMk cId="222359172" sldId="2293"/>
            <ac:picMk id="103" creationId="{8B812B1A-3DEA-4A7E-9305-84240BAAA7AF}"/>
          </ac:picMkLst>
        </pc:picChg>
        <pc:picChg chg="mod">
          <ac:chgData name="Macher, Andreas (DI FA CTR PLC PPM)" userId="f1dcac62-7bef-43eb-91f0-927336a1714f" providerId="ADAL" clId="{C5C6EC8B-092A-4999-B5EE-A1C3BF508D8A}" dt="2022-11-29T08:01:49.785" v="5817" actId="1037"/>
          <ac:picMkLst>
            <pc:docMk/>
            <pc:sldMk cId="222359172" sldId="2293"/>
            <ac:picMk id="129" creationId="{D8A95253-BA38-4D3C-AE6F-6E68496D4225}"/>
          </ac:picMkLst>
        </pc:picChg>
        <pc:picChg chg="mod">
          <ac:chgData name="Macher, Andreas (DI FA CTR PLC PPM)" userId="f1dcac62-7bef-43eb-91f0-927336a1714f" providerId="ADAL" clId="{C5C6EC8B-092A-4999-B5EE-A1C3BF508D8A}" dt="2022-11-29T08:01:49.785" v="5817" actId="1037"/>
          <ac:picMkLst>
            <pc:docMk/>
            <pc:sldMk cId="222359172" sldId="2293"/>
            <ac:picMk id="130" creationId="{530630D4-2C64-40D1-ACA6-270369F8FC44}"/>
          </ac:picMkLst>
        </pc:picChg>
        <pc:picChg chg="mod">
          <ac:chgData name="Macher, Andreas (DI FA CTR PLC PPM)" userId="f1dcac62-7bef-43eb-91f0-927336a1714f" providerId="ADAL" clId="{C5C6EC8B-092A-4999-B5EE-A1C3BF508D8A}" dt="2022-11-29T08:01:49.785" v="5817" actId="1037"/>
          <ac:picMkLst>
            <pc:docMk/>
            <pc:sldMk cId="222359172" sldId="2293"/>
            <ac:picMk id="131" creationId="{9D801EBE-4C1B-46B6-852A-C939C9DA2021}"/>
          </ac:picMkLst>
        </pc:picChg>
        <pc:picChg chg="mod">
          <ac:chgData name="Macher, Andreas (DI FA CTR PLC PPM)" userId="f1dcac62-7bef-43eb-91f0-927336a1714f" providerId="ADAL" clId="{C5C6EC8B-092A-4999-B5EE-A1C3BF508D8A}" dt="2022-11-29T08:01:49.785" v="5817" actId="1037"/>
          <ac:picMkLst>
            <pc:docMk/>
            <pc:sldMk cId="222359172" sldId="2293"/>
            <ac:picMk id="136" creationId="{AD3F3CD8-DB13-45FF-9A42-DFA4D8125226}"/>
          </ac:picMkLst>
        </pc:picChg>
        <pc:picChg chg="mod">
          <ac:chgData name="Macher, Andreas (DI FA CTR PLC PPM)" userId="f1dcac62-7bef-43eb-91f0-927336a1714f" providerId="ADAL" clId="{C5C6EC8B-092A-4999-B5EE-A1C3BF508D8A}" dt="2022-11-29T08:01:49.785" v="5817" actId="1037"/>
          <ac:picMkLst>
            <pc:docMk/>
            <pc:sldMk cId="222359172" sldId="2293"/>
            <ac:picMk id="137" creationId="{29937207-1B49-4276-910B-40221350BBC4}"/>
          </ac:picMkLst>
        </pc:picChg>
        <pc:picChg chg="mod">
          <ac:chgData name="Macher, Andreas (DI FA CTR PLC PPM)" userId="f1dcac62-7bef-43eb-91f0-927336a1714f" providerId="ADAL" clId="{C5C6EC8B-092A-4999-B5EE-A1C3BF508D8A}" dt="2022-11-29T08:01:49.785" v="5817" actId="1037"/>
          <ac:picMkLst>
            <pc:docMk/>
            <pc:sldMk cId="222359172" sldId="2293"/>
            <ac:picMk id="138" creationId="{0B9B0DEF-F73F-4125-8511-76B65A401BBD}"/>
          </ac:picMkLst>
        </pc:picChg>
        <pc:picChg chg="mod">
          <ac:chgData name="Macher, Andreas (DI FA CTR PLC PPM)" userId="f1dcac62-7bef-43eb-91f0-927336a1714f" providerId="ADAL" clId="{C5C6EC8B-092A-4999-B5EE-A1C3BF508D8A}" dt="2022-11-29T08:01:49.785" v="5817" actId="1037"/>
          <ac:picMkLst>
            <pc:docMk/>
            <pc:sldMk cId="222359172" sldId="2293"/>
            <ac:picMk id="139" creationId="{E099DB5F-0616-47EB-BF04-0838CAE82530}"/>
          </ac:picMkLst>
        </pc:picChg>
        <pc:cxnChg chg="mod">
          <ac:chgData name="Macher, Andreas (DI FA CTR PLC PPM)" userId="f1dcac62-7bef-43eb-91f0-927336a1714f" providerId="ADAL" clId="{C5C6EC8B-092A-4999-B5EE-A1C3BF508D8A}" dt="2022-11-29T08:01:49.785" v="5817" actId="1037"/>
          <ac:cxnSpMkLst>
            <pc:docMk/>
            <pc:sldMk cId="222359172" sldId="2293"/>
            <ac:cxnSpMk id="10" creationId="{E219112F-DDBA-4418-B5F8-4F6C584AE878}"/>
          </ac:cxnSpMkLst>
        </pc:cxnChg>
        <pc:cxnChg chg="mod">
          <ac:chgData name="Macher, Andreas (DI FA CTR PLC PPM)" userId="f1dcac62-7bef-43eb-91f0-927336a1714f" providerId="ADAL" clId="{C5C6EC8B-092A-4999-B5EE-A1C3BF508D8A}" dt="2022-11-29T08:01:49.785" v="5817" actId="1037"/>
          <ac:cxnSpMkLst>
            <pc:docMk/>
            <pc:sldMk cId="222359172" sldId="2293"/>
            <ac:cxnSpMk id="13" creationId="{23704A3B-FF5A-4C54-B351-2A802B4D6D00}"/>
          </ac:cxnSpMkLst>
        </pc:cxnChg>
        <pc:cxnChg chg="mod">
          <ac:chgData name="Macher, Andreas (DI FA CTR PLC PPM)" userId="f1dcac62-7bef-43eb-91f0-927336a1714f" providerId="ADAL" clId="{C5C6EC8B-092A-4999-B5EE-A1C3BF508D8A}" dt="2022-11-29T08:01:49.785" v="5817" actId="1037"/>
          <ac:cxnSpMkLst>
            <pc:docMk/>
            <pc:sldMk cId="222359172" sldId="2293"/>
            <ac:cxnSpMk id="19" creationId="{B00E66F9-5B43-40AD-A282-A7A877178517}"/>
          </ac:cxnSpMkLst>
        </pc:cxnChg>
        <pc:cxnChg chg="mod">
          <ac:chgData name="Macher, Andreas (DI FA CTR PLC PPM)" userId="f1dcac62-7bef-43eb-91f0-927336a1714f" providerId="ADAL" clId="{C5C6EC8B-092A-4999-B5EE-A1C3BF508D8A}" dt="2022-11-29T08:01:49.785" v="5817" actId="1037"/>
          <ac:cxnSpMkLst>
            <pc:docMk/>
            <pc:sldMk cId="222359172" sldId="2293"/>
            <ac:cxnSpMk id="26" creationId="{01102D1F-3AFC-48AA-9573-320CE5339D17}"/>
          </ac:cxnSpMkLst>
        </pc:cxnChg>
        <pc:cxnChg chg="mod">
          <ac:chgData name="Macher, Andreas (DI FA CTR PLC PPM)" userId="f1dcac62-7bef-43eb-91f0-927336a1714f" providerId="ADAL" clId="{C5C6EC8B-092A-4999-B5EE-A1C3BF508D8A}" dt="2022-11-29T08:01:49.785" v="5817" actId="1037"/>
          <ac:cxnSpMkLst>
            <pc:docMk/>
            <pc:sldMk cId="222359172" sldId="2293"/>
            <ac:cxnSpMk id="37" creationId="{F86FE78F-6748-491D-B7AC-2B41C578E7AF}"/>
          </ac:cxnSpMkLst>
        </pc:cxnChg>
        <pc:cxnChg chg="mod">
          <ac:chgData name="Macher, Andreas (DI FA CTR PLC PPM)" userId="f1dcac62-7bef-43eb-91f0-927336a1714f" providerId="ADAL" clId="{C5C6EC8B-092A-4999-B5EE-A1C3BF508D8A}" dt="2022-11-29T08:01:49.785" v="5817" actId="1037"/>
          <ac:cxnSpMkLst>
            <pc:docMk/>
            <pc:sldMk cId="222359172" sldId="2293"/>
            <ac:cxnSpMk id="43" creationId="{B6770122-159E-4E21-BDDA-077EB67132B4}"/>
          </ac:cxnSpMkLst>
        </pc:cxnChg>
        <pc:cxnChg chg="mod">
          <ac:chgData name="Macher, Andreas (DI FA CTR PLC PPM)" userId="f1dcac62-7bef-43eb-91f0-927336a1714f" providerId="ADAL" clId="{C5C6EC8B-092A-4999-B5EE-A1C3BF508D8A}" dt="2022-11-29T08:01:49.785" v="5817" actId="1037"/>
          <ac:cxnSpMkLst>
            <pc:docMk/>
            <pc:sldMk cId="222359172" sldId="2293"/>
            <ac:cxnSpMk id="64" creationId="{F2D69305-02BE-43E2-AE99-EEE37B321B0E}"/>
          </ac:cxnSpMkLst>
        </pc:cxnChg>
        <pc:cxnChg chg="mod">
          <ac:chgData name="Macher, Andreas (DI FA CTR PLC PPM)" userId="f1dcac62-7bef-43eb-91f0-927336a1714f" providerId="ADAL" clId="{C5C6EC8B-092A-4999-B5EE-A1C3BF508D8A}" dt="2022-11-29T08:01:49.785" v="5817" actId="1037"/>
          <ac:cxnSpMkLst>
            <pc:docMk/>
            <pc:sldMk cId="222359172" sldId="2293"/>
            <ac:cxnSpMk id="69" creationId="{545A2B7E-D754-428B-879A-C20C782E14DF}"/>
          </ac:cxnSpMkLst>
        </pc:cxnChg>
        <pc:cxnChg chg="mod">
          <ac:chgData name="Macher, Andreas (DI FA CTR PLC PPM)" userId="f1dcac62-7bef-43eb-91f0-927336a1714f" providerId="ADAL" clId="{C5C6EC8B-092A-4999-B5EE-A1C3BF508D8A}" dt="2022-11-29T08:01:49.785" v="5817" actId="1037"/>
          <ac:cxnSpMkLst>
            <pc:docMk/>
            <pc:sldMk cId="222359172" sldId="2293"/>
            <ac:cxnSpMk id="73" creationId="{042318CD-056A-4F2E-83DD-A91A5CCB1186}"/>
          </ac:cxnSpMkLst>
        </pc:cxnChg>
        <pc:cxnChg chg="mod">
          <ac:chgData name="Macher, Andreas (DI FA CTR PLC PPM)" userId="f1dcac62-7bef-43eb-91f0-927336a1714f" providerId="ADAL" clId="{C5C6EC8B-092A-4999-B5EE-A1C3BF508D8A}" dt="2022-11-29T08:01:49.785" v="5817" actId="1037"/>
          <ac:cxnSpMkLst>
            <pc:docMk/>
            <pc:sldMk cId="222359172" sldId="2293"/>
            <ac:cxnSpMk id="77" creationId="{96E1DA11-C550-4454-B7CE-6C783B99615E}"/>
          </ac:cxnSpMkLst>
        </pc:cxnChg>
        <pc:cxnChg chg="mod">
          <ac:chgData name="Macher, Andreas (DI FA CTR PLC PPM)" userId="f1dcac62-7bef-43eb-91f0-927336a1714f" providerId="ADAL" clId="{C5C6EC8B-092A-4999-B5EE-A1C3BF508D8A}" dt="2022-11-29T08:01:49.785" v="5817" actId="1037"/>
          <ac:cxnSpMkLst>
            <pc:docMk/>
            <pc:sldMk cId="222359172" sldId="2293"/>
            <ac:cxnSpMk id="85" creationId="{7432DFC4-FA52-49BC-B577-7030652FAB2C}"/>
          </ac:cxnSpMkLst>
        </pc:cxnChg>
        <pc:cxnChg chg="mod">
          <ac:chgData name="Macher, Andreas (DI FA CTR PLC PPM)" userId="f1dcac62-7bef-43eb-91f0-927336a1714f" providerId="ADAL" clId="{C5C6EC8B-092A-4999-B5EE-A1C3BF508D8A}" dt="2022-11-29T08:01:49.785" v="5817" actId="1037"/>
          <ac:cxnSpMkLst>
            <pc:docMk/>
            <pc:sldMk cId="222359172" sldId="2293"/>
            <ac:cxnSpMk id="93" creationId="{8062681F-0351-41E5-B462-64573EA4388F}"/>
          </ac:cxnSpMkLst>
        </pc:cxnChg>
        <pc:cxnChg chg="mod">
          <ac:chgData name="Macher, Andreas (DI FA CTR PLC PPM)" userId="f1dcac62-7bef-43eb-91f0-927336a1714f" providerId="ADAL" clId="{C5C6EC8B-092A-4999-B5EE-A1C3BF508D8A}" dt="2022-11-29T08:01:49.785" v="5817" actId="1037"/>
          <ac:cxnSpMkLst>
            <pc:docMk/>
            <pc:sldMk cId="222359172" sldId="2293"/>
            <ac:cxnSpMk id="101" creationId="{DC42FC3F-33D8-49A3-B670-EE1EE8D935ED}"/>
          </ac:cxnSpMkLst>
        </pc:cxnChg>
        <pc:cxnChg chg="mod">
          <ac:chgData name="Macher, Andreas (DI FA CTR PLC PPM)" userId="f1dcac62-7bef-43eb-91f0-927336a1714f" providerId="ADAL" clId="{C5C6EC8B-092A-4999-B5EE-A1C3BF508D8A}" dt="2022-11-29T08:01:49.785" v="5817" actId="1037"/>
          <ac:cxnSpMkLst>
            <pc:docMk/>
            <pc:sldMk cId="222359172" sldId="2293"/>
            <ac:cxnSpMk id="105" creationId="{C4F81416-FB22-4986-8BD8-85FDA7F5E1F2}"/>
          </ac:cxnSpMkLst>
        </pc:cxnChg>
        <pc:cxnChg chg="mod">
          <ac:chgData name="Macher, Andreas (DI FA CTR PLC PPM)" userId="f1dcac62-7bef-43eb-91f0-927336a1714f" providerId="ADAL" clId="{C5C6EC8B-092A-4999-B5EE-A1C3BF508D8A}" dt="2022-11-29T08:01:49.785" v="5817" actId="1037"/>
          <ac:cxnSpMkLst>
            <pc:docMk/>
            <pc:sldMk cId="222359172" sldId="2293"/>
            <ac:cxnSpMk id="106" creationId="{58CC301A-8B0F-4D6F-820D-A325E99B9A84}"/>
          </ac:cxnSpMkLst>
        </pc:cxnChg>
        <pc:cxnChg chg="mod">
          <ac:chgData name="Macher, Andreas (DI FA CTR PLC PPM)" userId="f1dcac62-7bef-43eb-91f0-927336a1714f" providerId="ADAL" clId="{C5C6EC8B-092A-4999-B5EE-A1C3BF508D8A}" dt="2022-11-29T08:01:49.785" v="5817" actId="1037"/>
          <ac:cxnSpMkLst>
            <pc:docMk/>
            <pc:sldMk cId="222359172" sldId="2293"/>
            <ac:cxnSpMk id="107" creationId="{A366D0FB-08A4-44A5-BAFD-D36E1B9E026B}"/>
          </ac:cxnSpMkLst>
        </pc:cxnChg>
        <pc:cxnChg chg="mod">
          <ac:chgData name="Macher, Andreas (DI FA CTR PLC PPM)" userId="f1dcac62-7bef-43eb-91f0-927336a1714f" providerId="ADAL" clId="{C5C6EC8B-092A-4999-B5EE-A1C3BF508D8A}" dt="2022-11-29T08:01:49.785" v="5817" actId="1037"/>
          <ac:cxnSpMkLst>
            <pc:docMk/>
            <pc:sldMk cId="222359172" sldId="2293"/>
            <ac:cxnSpMk id="132" creationId="{6DBB6732-063A-44C6-B31F-EEBDAEC61A1D}"/>
          </ac:cxnSpMkLst>
        </pc:cxnChg>
        <pc:cxnChg chg="mod">
          <ac:chgData name="Macher, Andreas (DI FA CTR PLC PPM)" userId="f1dcac62-7bef-43eb-91f0-927336a1714f" providerId="ADAL" clId="{C5C6EC8B-092A-4999-B5EE-A1C3BF508D8A}" dt="2022-11-29T08:01:49.785" v="5817" actId="1037"/>
          <ac:cxnSpMkLst>
            <pc:docMk/>
            <pc:sldMk cId="222359172" sldId="2293"/>
            <ac:cxnSpMk id="134" creationId="{D84E7F88-71F4-429A-AE9A-C05671713FE2}"/>
          </ac:cxnSpMkLst>
        </pc:cxnChg>
        <pc:cxnChg chg="mod">
          <ac:chgData name="Macher, Andreas (DI FA CTR PLC PPM)" userId="f1dcac62-7bef-43eb-91f0-927336a1714f" providerId="ADAL" clId="{C5C6EC8B-092A-4999-B5EE-A1C3BF508D8A}" dt="2022-11-29T08:01:49.785" v="5817" actId="1037"/>
          <ac:cxnSpMkLst>
            <pc:docMk/>
            <pc:sldMk cId="222359172" sldId="2293"/>
            <ac:cxnSpMk id="135" creationId="{68DA57BC-9102-49C7-B4BF-BED638357191}"/>
          </ac:cxnSpMkLst>
        </pc:cxnChg>
      </pc:sldChg>
      <pc:sldChg chg="addSp delSp modSp del mod chgLayout">
        <pc:chgData name="Macher, Andreas (DI FA CTR PLC PPM)" userId="f1dcac62-7bef-43eb-91f0-927336a1714f" providerId="ADAL" clId="{C5C6EC8B-092A-4999-B5EE-A1C3BF508D8A}" dt="2022-11-29T07:50:59.200" v="5277" actId="2696"/>
        <pc:sldMkLst>
          <pc:docMk/>
          <pc:sldMk cId="3204946780" sldId="2293"/>
        </pc:sldMkLst>
        <pc:spChg chg="mod">
          <ac:chgData name="Macher, Andreas (DI FA CTR PLC PPM)" userId="f1dcac62-7bef-43eb-91f0-927336a1714f" providerId="ADAL" clId="{C5C6EC8B-092A-4999-B5EE-A1C3BF508D8A}" dt="2022-11-17T12:41:34.178" v="1530" actId="1038"/>
          <ac:spMkLst>
            <pc:docMk/>
            <pc:sldMk cId="3204946780" sldId="2293"/>
            <ac:spMk id="2" creationId="{5441944D-AEED-47BF-80A6-5C11704CD717}"/>
          </ac:spMkLst>
        </pc:spChg>
        <pc:spChg chg="mod">
          <ac:chgData name="Macher, Andreas (DI FA CTR PLC PPM)" userId="f1dcac62-7bef-43eb-91f0-927336a1714f" providerId="ADAL" clId="{C5C6EC8B-092A-4999-B5EE-A1C3BF508D8A}" dt="2022-11-17T12:40:18.813" v="1504" actId="207"/>
          <ac:spMkLst>
            <pc:docMk/>
            <pc:sldMk cId="3204946780" sldId="2293"/>
            <ac:spMk id="3" creationId="{0F134093-4B26-4EE0-8024-38B0AF640618}"/>
          </ac:spMkLst>
        </pc:spChg>
        <pc:spChg chg="mod ord">
          <ac:chgData name="Macher, Andreas (DI FA CTR PLC PPM)" userId="f1dcac62-7bef-43eb-91f0-927336a1714f" providerId="ADAL" clId="{C5C6EC8B-092A-4999-B5EE-A1C3BF508D8A}" dt="2022-11-28T07:13:03.667" v="2316"/>
          <ac:spMkLst>
            <pc:docMk/>
            <pc:sldMk cId="3204946780" sldId="2293"/>
            <ac:spMk id="4" creationId="{27605680-6566-43CE-94E2-FDAB77787E13}"/>
          </ac:spMkLst>
        </pc:spChg>
        <pc:spChg chg="mod ord">
          <ac:chgData name="Macher, Andreas (DI FA CTR PLC PPM)" userId="f1dcac62-7bef-43eb-91f0-927336a1714f" providerId="ADAL" clId="{C5C6EC8B-092A-4999-B5EE-A1C3BF508D8A}" dt="2022-11-17T12:40:03.926" v="1501" actId="207"/>
          <ac:spMkLst>
            <pc:docMk/>
            <pc:sldMk cId="3204946780" sldId="2293"/>
            <ac:spMk id="5" creationId="{00000000-0000-0000-0000-000000000000}"/>
          </ac:spMkLst>
        </pc:spChg>
        <pc:spChg chg="add mod ord">
          <ac:chgData name="Macher, Andreas (DI FA CTR PLC PPM)" userId="f1dcac62-7bef-43eb-91f0-927336a1714f" providerId="ADAL" clId="{C5C6EC8B-092A-4999-B5EE-A1C3BF508D8A}" dt="2022-11-17T12:42:20.729" v="1539" actId="167"/>
          <ac:spMkLst>
            <pc:docMk/>
            <pc:sldMk cId="3204946780" sldId="2293"/>
            <ac:spMk id="15" creationId="{02AE1CC5-148D-5671-371A-2FB290DD233D}"/>
          </ac:spMkLst>
        </pc:spChg>
        <pc:spChg chg="add mod">
          <ac:chgData name="Macher, Andreas (DI FA CTR PLC PPM)" userId="f1dcac62-7bef-43eb-91f0-927336a1714f" providerId="ADAL" clId="{C5C6EC8B-092A-4999-B5EE-A1C3BF508D8A}" dt="2022-11-28T13:09:32.343" v="4287" actId="1036"/>
          <ac:spMkLst>
            <pc:docMk/>
            <pc:sldMk cId="3204946780" sldId="2293"/>
            <ac:spMk id="16" creationId="{0A1C4A70-D1F4-B772-7FD4-1F28E2673230}"/>
          </ac:spMkLst>
        </pc:spChg>
        <pc:spChg chg="add mod">
          <ac:chgData name="Macher, Andreas (DI FA CTR PLC PPM)" userId="f1dcac62-7bef-43eb-91f0-927336a1714f" providerId="ADAL" clId="{C5C6EC8B-092A-4999-B5EE-A1C3BF508D8A}" dt="2022-11-28T13:09:38.770" v="4313" actId="1037"/>
          <ac:spMkLst>
            <pc:docMk/>
            <pc:sldMk cId="3204946780" sldId="2293"/>
            <ac:spMk id="17" creationId="{44A792E9-FD85-FB94-3104-1CE27DBAAA11}"/>
          </ac:spMkLst>
        </pc:spChg>
        <pc:spChg chg="mod">
          <ac:chgData name="Macher, Andreas (DI FA CTR PLC PPM)" userId="f1dcac62-7bef-43eb-91f0-927336a1714f" providerId="ADAL" clId="{C5C6EC8B-092A-4999-B5EE-A1C3BF508D8A}" dt="2022-11-17T12:42:53.789" v="1546" actId="1076"/>
          <ac:spMkLst>
            <pc:docMk/>
            <pc:sldMk cId="3204946780" sldId="2293"/>
            <ac:spMk id="35" creationId="{861DDED8-6BED-43D2-87AA-F48C75FEDB2D}"/>
          </ac:spMkLst>
        </pc:spChg>
        <pc:spChg chg="mod topLvl">
          <ac:chgData name="Macher, Andreas (DI FA CTR PLC PPM)" userId="f1dcac62-7bef-43eb-91f0-927336a1714f" providerId="ADAL" clId="{C5C6EC8B-092A-4999-B5EE-A1C3BF508D8A}" dt="2022-11-17T12:40:14.838" v="1503" actId="165"/>
          <ac:spMkLst>
            <pc:docMk/>
            <pc:sldMk cId="3204946780" sldId="2293"/>
            <ac:spMk id="48" creationId="{854737BB-8272-4E33-AC8D-8F4164B211F0}"/>
          </ac:spMkLst>
        </pc:spChg>
        <pc:spChg chg="mod topLvl">
          <ac:chgData name="Macher, Andreas (DI FA CTR PLC PPM)" userId="f1dcac62-7bef-43eb-91f0-927336a1714f" providerId="ADAL" clId="{C5C6EC8B-092A-4999-B5EE-A1C3BF508D8A}" dt="2022-11-17T12:40:14.838" v="1503" actId="165"/>
          <ac:spMkLst>
            <pc:docMk/>
            <pc:sldMk cId="3204946780" sldId="2293"/>
            <ac:spMk id="49" creationId="{914749D4-C6B5-4598-94C6-B72BBADFC875}"/>
          </ac:spMkLst>
        </pc:spChg>
        <pc:spChg chg="mod topLvl">
          <ac:chgData name="Macher, Andreas (DI FA CTR PLC PPM)" userId="f1dcac62-7bef-43eb-91f0-927336a1714f" providerId="ADAL" clId="{C5C6EC8B-092A-4999-B5EE-A1C3BF508D8A}" dt="2022-11-17T12:40:14.838" v="1503" actId="165"/>
          <ac:spMkLst>
            <pc:docMk/>
            <pc:sldMk cId="3204946780" sldId="2293"/>
            <ac:spMk id="52" creationId="{0C429859-43CA-4081-BBD1-17AD2531E63F}"/>
          </ac:spMkLst>
        </pc:spChg>
        <pc:spChg chg="mod topLvl">
          <ac:chgData name="Macher, Andreas (DI FA CTR PLC PPM)" userId="f1dcac62-7bef-43eb-91f0-927336a1714f" providerId="ADAL" clId="{C5C6EC8B-092A-4999-B5EE-A1C3BF508D8A}" dt="2022-11-17T12:40:14.838" v="1503" actId="165"/>
          <ac:spMkLst>
            <pc:docMk/>
            <pc:sldMk cId="3204946780" sldId="2293"/>
            <ac:spMk id="53" creationId="{5F08FBCD-BE0D-4A7C-B0AD-28D0E719F503}"/>
          </ac:spMkLst>
        </pc:spChg>
        <pc:spChg chg="mod topLvl">
          <ac:chgData name="Macher, Andreas (DI FA CTR PLC PPM)" userId="f1dcac62-7bef-43eb-91f0-927336a1714f" providerId="ADAL" clId="{C5C6EC8B-092A-4999-B5EE-A1C3BF508D8A}" dt="2022-11-17T12:40:14.838" v="1503" actId="165"/>
          <ac:spMkLst>
            <pc:docMk/>
            <pc:sldMk cId="3204946780" sldId="2293"/>
            <ac:spMk id="54" creationId="{4BB7E461-5533-459B-B967-D200C41A4AA0}"/>
          </ac:spMkLst>
        </pc:spChg>
        <pc:spChg chg="mod">
          <ac:chgData name="Macher, Andreas (DI FA CTR PLC PPM)" userId="f1dcac62-7bef-43eb-91f0-927336a1714f" providerId="ADAL" clId="{C5C6EC8B-092A-4999-B5EE-A1C3BF508D8A}" dt="2022-11-17T12:42:05.470" v="1536" actId="1076"/>
          <ac:spMkLst>
            <pc:docMk/>
            <pc:sldMk cId="3204946780" sldId="2293"/>
            <ac:spMk id="140" creationId="{61FE9DE0-2BB2-438F-8752-D3B501A907FD}"/>
          </ac:spMkLst>
        </pc:spChg>
        <pc:spChg chg="mod">
          <ac:chgData name="Macher, Andreas (DI FA CTR PLC PPM)" userId="f1dcac62-7bef-43eb-91f0-927336a1714f" providerId="ADAL" clId="{C5C6EC8B-092A-4999-B5EE-A1C3BF508D8A}" dt="2022-11-17T12:41:34.178" v="1530" actId="1038"/>
          <ac:spMkLst>
            <pc:docMk/>
            <pc:sldMk cId="3204946780" sldId="2293"/>
            <ac:spMk id="141" creationId="{F960C7A4-9519-4C11-AD76-E4C6C46621F1}"/>
          </ac:spMkLst>
        </pc:spChg>
        <pc:spChg chg="mod">
          <ac:chgData name="Macher, Andreas (DI FA CTR PLC PPM)" userId="f1dcac62-7bef-43eb-91f0-927336a1714f" providerId="ADAL" clId="{C5C6EC8B-092A-4999-B5EE-A1C3BF508D8A}" dt="2022-11-17T12:42:05.470" v="1536" actId="1076"/>
          <ac:spMkLst>
            <pc:docMk/>
            <pc:sldMk cId="3204946780" sldId="2293"/>
            <ac:spMk id="142" creationId="{62D9F5FE-A523-4173-B613-9D29217180F0}"/>
          </ac:spMkLst>
        </pc:spChg>
        <pc:grpChg chg="mod">
          <ac:chgData name="Macher, Andreas (DI FA CTR PLC PPM)" userId="f1dcac62-7bef-43eb-91f0-927336a1714f" providerId="ADAL" clId="{C5C6EC8B-092A-4999-B5EE-A1C3BF508D8A}" dt="2022-11-17T12:40:30.533" v="1508" actId="207"/>
          <ac:grpSpMkLst>
            <pc:docMk/>
            <pc:sldMk cId="3204946780" sldId="2293"/>
            <ac:grpSpMk id="21" creationId="{1B39DFBB-818F-43A1-9689-1B384BE64341}"/>
          </ac:grpSpMkLst>
        </pc:grpChg>
        <pc:grpChg chg="mod">
          <ac:chgData name="Macher, Andreas (DI FA CTR PLC PPM)" userId="f1dcac62-7bef-43eb-91f0-927336a1714f" providerId="ADAL" clId="{C5C6EC8B-092A-4999-B5EE-A1C3BF508D8A}" dt="2022-11-17T12:41:34.178" v="1530" actId="1038"/>
          <ac:grpSpMkLst>
            <pc:docMk/>
            <pc:sldMk cId="3204946780" sldId="2293"/>
            <ac:grpSpMk id="33" creationId="{113507D4-A708-413E-8879-3D0F46E3772A}"/>
          </ac:grpSpMkLst>
        </pc:grpChg>
        <pc:grpChg chg="del mod">
          <ac:chgData name="Macher, Andreas (DI FA CTR PLC PPM)" userId="f1dcac62-7bef-43eb-91f0-927336a1714f" providerId="ADAL" clId="{C5C6EC8B-092A-4999-B5EE-A1C3BF508D8A}" dt="2022-11-17T12:40:14.838" v="1503" actId="165"/>
          <ac:grpSpMkLst>
            <pc:docMk/>
            <pc:sldMk cId="3204946780" sldId="2293"/>
            <ac:grpSpMk id="47" creationId="{A9BA61CE-1029-4F78-B2D6-4DDB946B844C}"/>
          </ac:grpSpMkLst>
        </pc:grpChg>
        <pc:grpChg chg="mod topLvl">
          <ac:chgData name="Macher, Andreas (DI FA CTR PLC PPM)" userId="f1dcac62-7bef-43eb-91f0-927336a1714f" providerId="ADAL" clId="{C5C6EC8B-092A-4999-B5EE-A1C3BF508D8A}" dt="2022-11-17T12:40:25.205" v="1506" actId="207"/>
          <ac:grpSpMkLst>
            <pc:docMk/>
            <pc:sldMk cId="3204946780" sldId="2293"/>
            <ac:grpSpMk id="50" creationId="{974248A4-C4EB-4684-84D3-80B9F07EF892}"/>
          </ac:grpSpMkLst>
        </pc:grpChg>
        <pc:grpChg chg="mod topLvl">
          <ac:chgData name="Macher, Andreas (DI FA CTR PLC PPM)" userId="f1dcac62-7bef-43eb-91f0-927336a1714f" providerId="ADAL" clId="{C5C6EC8B-092A-4999-B5EE-A1C3BF508D8A}" dt="2022-11-17T12:40:22.340" v="1505" actId="207"/>
          <ac:grpSpMkLst>
            <pc:docMk/>
            <pc:sldMk cId="3204946780" sldId="2293"/>
            <ac:grpSpMk id="51" creationId="{B4591678-3801-49B3-8E6A-51828F34A7BC}"/>
          </ac:grpSpMkLst>
        </pc:grpChg>
        <pc:grpChg chg="mod">
          <ac:chgData name="Macher, Andreas (DI FA CTR PLC PPM)" userId="f1dcac62-7bef-43eb-91f0-927336a1714f" providerId="ADAL" clId="{C5C6EC8B-092A-4999-B5EE-A1C3BF508D8A}" dt="2022-11-17T12:41:49.702" v="1533" actId="1076"/>
          <ac:grpSpMkLst>
            <pc:docMk/>
            <pc:sldMk cId="3204946780" sldId="2293"/>
            <ac:grpSpMk id="63" creationId="{30A7665E-FB89-4200-8F3E-C73F31317DB9}"/>
          </ac:grpSpMkLst>
        </pc:grpChg>
        <pc:grpChg chg="mod">
          <ac:chgData name="Macher, Andreas (DI FA CTR PLC PPM)" userId="f1dcac62-7bef-43eb-91f0-927336a1714f" providerId="ADAL" clId="{C5C6EC8B-092A-4999-B5EE-A1C3BF508D8A}" dt="2022-11-17T12:41:34.178" v="1530" actId="1038"/>
          <ac:grpSpMkLst>
            <pc:docMk/>
            <pc:sldMk cId="3204946780" sldId="2293"/>
            <ac:grpSpMk id="68" creationId="{53FDE122-2E88-4815-92F7-A9FA8010BF0B}"/>
          </ac:grpSpMkLst>
        </pc:grpChg>
        <pc:grpChg chg="mod">
          <ac:chgData name="Macher, Andreas (DI FA CTR PLC PPM)" userId="f1dcac62-7bef-43eb-91f0-927336a1714f" providerId="ADAL" clId="{C5C6EC8B-092A-4999-B5EE-A1C3BF508D8A}" dt="2022-11-17T12:41:42.462" v="1531" actId="1076"/>
          <ac:grpSpMkLst>
            <pc:docMk/>
            <pc:sldMk cId="3204946780" sldId="2293"/>
            <ac:grpSpMk id="72" creationId="{1E4F0EEE-5358-4B6A-B45A-22AD409CD9FD}"/>
          </ac:grpSpMkLst>
        </pc:grpChg>
        <pc:grpChg chg="mod">
          <ac:chgData name="Macher, Andreas (DI FA CTR PLC PPM)" userId="f1dcac62-7bef-43eb-91f0-927336a1714f" providerId="ADAL" clId="{C5C6EC8B-092A-4999-B5EE-A1C3BF508D8A}" dt="2022-11-17T12:42:05.470" v="1536" actId="1076"/>
          <ac:grpSpMkLst>
            <pc:docMk/>
            <pc:sldMk cId="3204946780" sldId="2293"/>
            <ac:grpSpMk id="76" creationId="{5625FD9B-E5F6-4A39-9B06-91640504C0EA}"/>
          </ac:grpSpMkLst>
        </pc:grpChg>
        <pc:grpChg chg="mod">
          <ac:chgData name="Macher, Andreas (DI FA CTR PLC PPM)" userId="f1dcac62-7bef-43eb-91f0-927336a1714f" providerId="ADAL" clId="{C5C6EC8B-092A-4999-B5EE-A1C3BF508D8A}" dt="2022-11-17T12:42:05.470" v="1536" actId="1076"/>
          <ac:grpSpMkLst>
            <pc:docMk/>
            <pc:sldMk cId="3204946780" sldId="2293"/>
            <ac:grpSpMk id="79" creationId="{C25255A6-4445-4F29-AAA1-E724879F3B08}"/>
          </ac:grpSpMkLst>
        </pc:grpChg>
        <pc:grpChg chg="mod">
          <ac:chgData name="Macher, Andreas (DI FA CTR PLC PPM)" userId="f1dcac62-7bef-43eb-91f0-927336a1714f" providerId="ADAL" clId="{C5C6EC8B-092A-4999-B5EE-A1C3BF508D8A}" dt="2022-11-17T12:42:05.470" v="1536" actId="1076"/>
          <ac:grpSpMkLst>
            <pc:docMk/>
            <pc:sldMk cId="3204946780" sldId="2293"/>
            <ac:grpSpMk id="84" creationId="{8627F95B-0064-4D64-8581-BAF2E7BAD5F0}"/>
          </ac:grpSpMkLst>
        </pc:grpChg>
        <pc:grpChg chg="mod">
          <ac:chgData name="Macher, Andreas (DI FA CTR PLC PPM)" userId="f1dcac62-7bef-43eb-91f0-927336a1714f" providerId="ADAL" clId="{C5C6EC8B-092A-4999-B5EE-A1C3BF508D8A}" dt="2022-11-17T12:42:05.470" v="1536" actId="1076"/>
          <ac:grpSpMkLst>
            <pc:docMk/>
            <pc:sldMk cId="3204946780" sldId="2293"/>
            <ac:grpSpMk id="87" creationId="{CAF45EE3-7327-49B9-9F33-3E92375C8B83}"/>
          </ac:grpSpMkLst>
        </pc:grpChg>
        <pc:grpChg chg="mod">
          <ac:chgData name="Macher, Andreas (DI FA CTR PLC PPM)" userId="f1dcac62-7bef-43eb-91f0-927336a1714f" providerId="ADAL" clId="{C5C6EC8B-092A-4999-B5EE-A1C3BF508D8A}" dt="2022-11-17T12:41:45.814" v="1532" actId="1076"/>
          <ac:grpSpMkLst>
            <pc:docMk/>
            <pc:sldMk cId="3204946780" sldId="2293"/>
            <ac:grpSpMk id="92" creationId="{7E84ADB5-EF30-4AA0-8D58-D2358409CB96}"/>
          </ac:grpSpMkLst>
        </pc:grpChg>
        <pc:grpChg chg="mod">
          <ac:chgData name="Macher, Andreas (DI FA CTR PLC PPM)" userId="f1dcac62-7bef-43eb-91f0-927336a1714f" providerId="ADAL" clId="{C5C6EC8B-092A-4999-B5EE-A1C3BF508D8A}" dt="2022-11-17T12:41:45.814" v="1532" actId="1076"/>
          <ac:grpSpMkLst>
            <pc:docMk/>
            <pc:sldMk cId="3204946780" sldId="2293"/>
            <ac:grpSpMk id="95" creationId="{682D9045-CDA6-4AD8-AC25-68A21AFF1F9D}"/>
          </ac:grpSpMkLst>
        </pc:grpChg>
        <pc:grpChg chg="mod">
          <ac:chgData name="Macher, Andreas (DI FA CTR PLC PPM)" userId="f1dcac62-7bef-43eb-91f0-927336a1714f" providerId="ADAL" clId="{C5C6EC8B-092A-4999-B5EE-A1C3BF508D8A}" dt="2022-11-17T12:42:05.470" v="1536" actId="1076"/>
          <ac:grpSpMkLst>
            <pc:docMk/>
            <pc:sldMk cId="3204946780" sldId="2293"/>
            <ac:grpSpMk id="100" creationId="{3E90C45C-C47B-45E6-B5FE-B4E1371F85EC}"/>
          </ac:grpSpMkLst>
        </pc:grpChg>
        <pc:grpChg chg="mod">
          <ac:chgData name="Macher, Andreas (DI FA CTR PLC PPM)" userId="f1dcac62-7bef-43eb-91f0-927336a1714f" providerId="ADAL" clId="{C5C6EC8B-092A-4999-B5EE-A1C3BF508D8A}" dt="2022-11-17T12:42:05.470" v="1536" actId="1076"/>
          <ac:grpSpMkLst>
            <pc:docMk/>
            <pc:sldMk cId="3204946780" sldId="2293"/>
            <ac:grpSpMk id="133" creationId="{50B0632A-6BA2-4635-B226-20E31A4B0714}"/>
          </ac:grpSpMkLst>
        </pc:grpChg>
        <pc:picChg chg="mod">
          <ac:chgData name="Macher, Andreas (DI FA CTR PLC PPM)" userId="f1dcac62-7bef-43eb-91f0-927336a1714f" providerId="ADAL" clId="{C5C6EC8B-092A-4999-B5EE-A1C3BF508D8A}" dt="2022-11-17T12:40:28.142" v="1507" actId="207"/>
          <ac:picMkLst>
            <pc:docMk/>
            <pc:sldMk cId="3204946780" sldId="2293"/>
            <ac:picMk id="20" creationId="{52567376-C202-48F4-9743-15D29A682F0C}"/>
          </ac:picMkLst>
        </pc:picChg>
        <pc:picChg chg="mod">
          <ac:chgData name="Macher, Andreas (DI FA CTR PLC PPM)" userId="f1dcac62-7bef-43eb-91f0-927336a1714f" providerId="ADAL" clId="{C5C6EC8B-092A-4999-B5EE-A1C3BF508D8A}" dt="2022-11-17T12:40:30.533" v="1508" actId="207"/>
          <ac:picMkLst>
            <pc:docMk/>
            <pc:sldMk cId="3204946780" sldId="2293"/>
            <ac:picMk id="22" creationId="{6C39452B-6690-4D27-9F14-ACCC4EB889A4}"/>
          </ac:picMkLst>
        </pc:picChg>
        <pc:picChg chg="mod">
          <ac:chgData name="Macher, Andreas (DI FA CTR PLC PPM)" userId="f1dcac62-7bef-43eb-91f0-927336a1714f" providerId="ADAL" clId="{C5C6EC8B-092A-4999-B5EE-A1C3BF508D8A}" dt="2022-11-17T12:40:30.533" v="1508" actId="207"/>
          <ac:picMkLst>
            <pc:docMk/>
            <pc:sldMk cId="3204946780" sldId="2293"/>
            <ac:picMk id="23" creationId="{B8BF9FFD-8C91-4224-9004-6FA7F9804E5B}"/>
          </ac:picMkLst>
        </pc:picChg>
        <pc:picChg chg="mod">
          <ac:chgData name="Macher, Andreas (DI FA CTR PLC PPM)" userId="f1dcac62-7bef-43eb-91f0-927336a1714f" providerId="ADAL" clId="{C5C6EC8B-092A-4999-B5EE-A1C3BF508D8A}" dt="2022-11-17T12:40:30.533" v="1508" actId="207"/>
          <ac:picMkLst>
            <pc:docMk/>
            <pc:sldMk cId="3204946780" sldId="2293"/>
            <ac:picMk id="24" creationId="{76ACCD83-11E3-4621-B1D8-7C0746F5F2BD}"/>
          </ac:picMkLst>
        </pc:picChg>
        <pc:picChg chg="mod">
          <ac:chgData name="Macher, Andreas (DI FA CTR PLC PPM)" userId="f1dcac62-7bef-43eb-91f0-927336a1714f" providerId="ADAL" clId="{C5C6EC8B-092A-4999-B5EE-A1C3BF508D8A}" dt="2022-11-17T12:40:30.533" v="1508" actId="207"/>
          <ac:picMkLst>
            <pc:docMk/>
            <pc:sldMk cId="3204946780" sldId="2293"/>
            <ac:picMk id="25" creationId="{DD9AFBB6-3013-4D5E-8B6B-EA4A0F026ADF}"/>
          </ac:picMkLst>
        </pc:picChg>
        <pc:picChg chg="mod">
          <ac:chgData name="Macher, Andreas (DI FA CTR PLC PPM)" userId="f1dcac62-7bef-43eb-91f0-927336a1714f" providerId="ADAL" clId="{C5C6EC8B-092A-4999-B5EE-A1C3BF508D8A}" dt="2022-11-17T12:40:22.340" v="1505" actId="207"/>
          <ac:picMkLst>
            <pc:docMk/>
            <pc:sldMk cId="3204946780" sldId="2293"/>
            <ac:picMk id="55" creationId="{DBAF29AE-C500-4799-BBCA-37936E05423B}"/>
          </ac:picMkLst>
        </pc:picChg>
        <pc:picChg chg="mod">
          <ac:chgData name="Macher, Andreas (DI FA CTR PLC PPM)" userId="f1dcac62-7bef-43eb-91f0-927336a1714f" providerId="ADAL" clId="{C5C6EC8B-092A-4999-B5EE-A1C3BF508D8A}" dt="2022-11-17T12:40:22.340" v="1505" actId="207"/>
          <ac:picMkLst>
            <pc:docMk/>
            <pc:sldMk cId="3204946780" sldId="2293"/>
            <ac:picMk id="56" creationId="{E5DE3A16-037A-43B9-8B15-A285E3C42010}"/>
          </ac:picMkLst>
        </pc:picChg>
        <pc:picChg chg="mod">
          <ac:chgData name="Macher, Andreas (DI FA CTR PLC PPM)" userId="f1dcac62-7bef-43eb-91f0-927336a1714f" providerId="ADAL" clId="{C5C6EC8B-092A-4999-B5EE-A1C3BF508D8A}" dt="2022-11-17T12:40:22.340" v="1505" actId="207"/>
          <ac:picMkLst>
            <pc:docMk/>
            <pc:sldMk cId="3204946780" sldId="2293"/>
            <ac:picMk id="57" creationId="{F6D7C16A-7E3F-4FCA-8B71-43A63A516D2A}"/>
          </ac:picMkLst>
        </pc:picChg>
        <pc:picChg chg="mod">
          <ac:chgData name="Macher, Andreas (DI FA CTR PLC PPM)" userId="f1dcac62-7bef-43eb-91f0-927336a1714f" providerId="ADAL" clId="{C5C6EC8B-092A-4999-B5EE-A1C3BF508D8A}" dt="2022-11-17T12:40:25.205" v="1506" actId="207"/>
          <ac:picMkLst>
            <pc:docMk/>
            <pc:sldMk cId="3204946780" sldId="2293"/>
            <ac:picMk id="58" creationId="{433D42BD-0571-4923-B9DE-E7F1A199FAB1}"/>
          </ac:picMkLst>
        </pc:picChg>
        <pc:picChg chg="mod">
          <ac:chgData name="Macher, Andreas (DI FA CTR PLC PPM)" userId="f1dcac62-7bef-43eb-91f0-927336a1714f" providerId="ADAL" clId="{C5C6EC8B-092A-4999-B5EE-A1C3BF508D8A}" dt="2022-11-17T12:40:25.205" v="1506" actId="207"/>
          <ac:picMkLst>
            <pc:docMk/>
            <pc:sldMk cId="3204946780" sldId="2293"/>
            <ac:picMk id="59" creationId="{2B298B75-D8C5-4F79-9AF7-43ED00E806B2}"/>
          </ac:picMkLst>
        </pc:picChg>
        <pc:picChg chg="mod">
          <ac:chgData name="Macher, Andreas (DI FA CTR PLC PPM)" userId="f1dcac62-7bef-43eb-91f0-927336a1714f" providerId="ADAL" clId="{C5C6EC8B-092A-4999-B5EE-A1C3BF508D8A}" dt="2022-11-17T12:40:25.205" v="1506" actId="207"/>
          <ac:picMkLst>
            <pc:docMk/>
            <pc:sldMk cId="3204946780" sldId="2293"/>
            <ac:picMk id="60" creationId="{80C02CD6-6BEB-4483-AEA7-879D608662CD}"/>
          </ac:picMkLst>
        </pc:picChg>
        <pc:picChg chg="mod">
          <ac:chgData name="Macher, Andreas (DI FA CTR PLC PPM)" userId="f1dcac62-7bef-43eb-91f0-927336a1714f" providerId="ADAL" clId="{C5C6EC8B-092A-4999-B5EE-A1C3BF508D8A}" dt="2022-11-17T12:41:49.702" v="1533" actId="1076"/>
          <ac:picMkLst>
            <pc:docMk/>
            <pc:sldMk cId="3204946780" sldId="2293"/>
            <ac:picMk id="67" creationId="{4F6E59EF-B20B-40A8-ADE2-BA2E0A1B5410}"/>
          </ac:picMkLst>
        </pc:picChg>
        <pc:picChg chg="mod">
          <ac:chgData name="Macher, Andreas (DI FA CTR PLC PPM)" userId="f1dcac62-7bef-43eb-91f0-927336a1714f" providerId="ADAL" clId="{C5C6EC8B-092A-4999-B5EE-A1C3BF508D8A}" dt="2022-11-17T12:41:34.178" v="1530" actId="1038"/>
          <ac:picMkLst>
            <pc:docMk/>
            <pc:sldMk cId="3204946780" sldId="2293"/>
            <ac:picMk id="71" creationId="{F906CC0A-3C85-4BC9-84EB-8E9BF4399538}"/>
          </ac:picMkLst>
        </pc:picChg>
        <pc:picChg chg="mod">
          <ac:chgData name="Macher, Andreas (DI FA CTR PLC PPM)" userId="f1dcac62-7bef-43eb-91f0-927336a1714f" providerId="ADAL" clId="{C5C6EC8B-092A-4999-B5EE-A1C3BF508D8A}" dt="2022-11-17T12:41:42.462" v="1531" actId="1076"/>
          <ac:picMkLst>
            <pc:docMk/>
            <pc:sldMk cId="3204946780" sldId="2293"/>
            <ac:picMk id="75" creationId="{BA1A7B66-1A0B-4D66-813D-48461C6810CB}"/>
          </ac:picMkLst>
        </pc:picChg>
        <pc:picChg chg="mod">
          <ac:chgData name="Macher, Andreas (DI FA CTR PLC PPM)" userId="f1dcac62-7bef-43eb-91f0-927336a1714f" providerId="ADAL" clId="{C5C6EC8B-092A-4999-B5EE-A1C3BF508D8A}" dt="2022-11-17T12:40:55.071" v="1514" actId="207"/>
          <ac:picMkLst>
            <pc:docMk/>
            <pc:sldMk cId="3204946780" sldId="2293"/>
            <ac:picMk id="80" creationId="{5EFB5D40-EEB2-4D11-943A-A7FE18B2041E}"/>
          </ac:picMkLst>
        </pc:picChg>
        <pc:picChg chg="mod">
          <ac:chgData name="Macher, Andreas (DI FA CTR PLC PPM)" userId="f1dcac62-7bef-43eb-91f0-927336a1714f" providerId="ADAL" clId="{C5C6EC8B-092A-4999-B5EE-A1C3BF508D8A}" dt="2022-11-17T12:40:55.071" v="1514" actId="207"/>
          <ac:picMkLst>
            <pc:docMk/>
            <pc:sldMk cId="3204946780" sldId="2293"/>
            <ac:picMk id="81" creationId="{F24F7420-0EC9-4FE9-8441-500861F83E37}"/>
          </ac:picMkLst>
        </pc:picChg>
        <pc:picChg chg="mod">
          <ac:chgData name="Macher, Andreas (DI FA CTR PLC PPM)" userId="f1dcac62-7bef-43eb-91f0-927336a1714f" providerId="ADAL" clId="{C5C6EC8B-092A-4999-B5EE-A1C3BF508D8A}" dt="2022-11-17T12:40:55.071" v="1514" actId="207"/>
          <ac:picMkLst>
            <pc:docMk/>
            <pc:sldMk cId="3204946780" sldId="2293"/>
            <ac:picMk id="82" creationId="{D6A2A968-35F2-471F-9BB7-3E607A5EB043}"/>
          </ac:picMkLst>
        </pc:picChg>
        <pc:picChg chg="mod">
          <ac:chgData name="Macher, Andreas (DI FA CTR PLC PPM)" userId="f1dcac62-7bef-43eb-91f0-927336a1714f" providerId="ADAL" clId="{C5C6EC8B-092A-4999-B5EE-A1C3BF508D8A}" dt="2022-11-17T12:40:55.071" v="1514" actId="207"/>
          <ac:picMkLst>
            <pc:docMk/>
            <pc:sldMk cId="3204946780" sldId="2293"/>
            <ac:picMk id="83" creationId="{379A3DDE-F8FE-4F06-9EC8-E19FCB5C5F28}"/>
          </ac:picMkLst>
        </pc:picChg>
        <pc:picChg chg="mod">
          <ac:chgData name="Macher, Andreas (DI FA CTR PLC PPM)" userId="f1dcac62-7bef-43eb-91f0-927336a1714f" providerId="ADAL" clId="{C5C6EC8B-092A-4999-B5EE-A1C3BF508D8A}" dt="2022-11-17T12:40:52.609" v="1513" actId="207"/>
          <ac:picMkLst>
            <pc:docMk/>
            <pc:sldMk cId="3204946780" sldId="2293"/>
            <ac:picMk id="88" creationId="{32852390-C461-48DF-81E9-AC9D4C47D0E6}"/>
          </ac:picMkLst>
        </pc:picChg>
        <pc:picChg chg="mod">
          <ac:chgData name="Macher, Andreas (DI FA CTR PLC PPM)" userId="f1dcac62-7bef-43eb-91f0-927336a1714f" providerId="ADAL" clId="{C5C6EC8B-092A-4999-B5EE-A1C3BF508D8A}" dt="2022-11-17T12:40:52.609" v="1513" actId="207"/>
          <ac:picMkLst>
            <pc:docMk/>
            <pc:sldMk cId="3204946780" sldId="2293"/>
            <ac:picMk id="89" creationId="{E9393207-B6B7-431E-BE8C-D12B0D2C89A7}"/>
          </ac:picMkLst>
        </pc:picChg>
        <pc:picChg chg="mod">
          <ac:chgData name="Macher, Andreas (DI FA CTR PLC PPM)" userId="f1dcac62-7bef-43eb-91f0-927336a1714f" providerId="ADAL" clId="{C5C6EC8B-092A-4999-B5EE-A1C3BF508D8A}" dt="2022-11-17T12:40:52.609" v="1513" actId="207"/>
          <ac:picMkLst>
            <pc:docMk/>
            <pc:sldMk cId="3204946780" sldId="2293"/>
            <ac:picMk id="90" creationId="{9315596F-B4DD-4017-BE5B-5B546156F073}"/>
          </ac:picMkLst>
        </pc:picChg>
        <pc:picChg chg="mod">
          <ac:chgData name="Macher, Andreas (DI FA CTR PLC PPM)" userId="f1dcac62-7bef-43eb-91f0-927336a1714f" providerId="ADAL" clId="{C5C6EC8B-092A-4999-B5EE-A1C3BF508D8A}" dt="2022-11-17T12:40:52.609" v="1513" actId="207"/>
          <ac:picMkLst>
            <pc:docMk/>
            <pc:sldMk cId="3204946780" sldId="2293"/>
            <ac:picMk id="91" creationId="{A41628E1-9942-4339-865A-F84530A932E1}"/>
          </ac:picMkLst>
        </pc:picChg>
        <pc:picChg chg="mod">
          <ac:chgData name="Macher, Andreas (DI FA CTR PLC PPM)" userId="f1dcac62-7bef-43eb-91f0-927336a1714f" providerId="ADAL" clId="{C5C6EC8B-092A-4999-B5EE-A1C3BF508D8A}" dt="2022-11-17T12:40:37.702" v="1510" actId="207"/>
          <ac:picMkLst>
            <pc:docMk/>
            <pc:sldMk cId="3204946780" sldId="2293"/>
            <ac:picMk id="96" creationId="{E23F59C1-643E-4727-B488-A8008D4BBE48}"/>
          </ac:picMkLst>
        </pc:picChg>
        <pc:picChg chg="mod">
          <ac:chgData name="Macher, Andreas (DI FA CTR PLC PPM)" userId="f1dcac62-7bef-43eb-91f0-927336a1714f" providerId="ADAL" clId="{C5C6EC8B-092A-4999-B5EE-A1C3BF508D8A}" dt="2022-11-17T12:40:37.702" v="1510" actId="207"/>
          <ac:picMkLst>
            <pc:docMk/>
            <pc:sldMk cId="3204946780" sldId="2293"/>
            <ac:picMk id="97" creationId="{2E27B68E-B145-4F32-8326-89F62014A3F6}"/>
          </ac:picMkLst>
        </pc:picChg>
        <pc:picChg chg="mod">
          <ac:chgData name="Macher, Andreas (DI FA CTR PLC PPM)" userId="f1dcac62-7bef-43eb-91f0-927336a1714f" providerId="ADAL" clId="{C5C6EC8B-092A-4999-B5EE-A1C3BF508D8A}" dt="2022-11-17T12:40:37.702" v="1510" actId="207"/>
          <ac:picMkLst>
            <pc:docMk/>
            <pc:sldMk cId="3204946780" sldId="2293"/>
            <ac:picMk id="98" creationId="{E1514888-8473-47AF-B9CA-4658C460AA34}"/>
          </ac:picMkLst>
        </pc:picChg>
        <pc:picChg chg="mod">
          <ac:chgData name="Macher, Andreas (DI FA CTR PLC PPM)" userId="f1dcac62-7bef-43eb-91f0-927336a1714f" providerId="ADAL" clId="{C5C6EC8B-092A-4999-B5EE-A1C3BF508D8A}" dt="2022-11-17T12:40:37.702" v="1510" actId="207"/>
          <ac:picMkLst>
            <pc:docMk/>
            <pc:sldMk cId="3204946780" sldId="2293"/>
            <ac:picMk id="99" creationId="{056AE3BF-0FBB-4F35-B429-9D515A8206B0}"/>
          </ac:picMkLst>
        </pc:picChg>
        <pc:picChg chg="mod">
          <ac:chgData name="Macher, Andreas (DI FA CTR PLC PPM)" userId="f1dcac62-7bef-43eb-91f0-927336a1714f" providerId="ADAL" clId="{C5C6EC8B-092A-4999-B5EE-A1C3BF508D8A}" dt="2022-11-17T12:42:05.470" v="1536" actId="1076"/>
          <ac:picMkLst>
            <pc:docMk/>
            <pc:sldMk cId="3204946780" sldId="2293"/>
            <ac:picMk id="103" creationId="{8B812B1A-3DEA-4A7E-9305-84240BAAA7AF}"/>
          </ac:picMkLst>
        </pc:picChg>
        <pc:cxnChg chg="mod">
          <ac:chgData name="Macher, Andreas (DI FA CTR PLC PPM)" userId="f1dcac62-7bef-43eb-91f0-927336a1714f" providerId="ADAL" clId="{C5C6EC8B-092A-4999-B5EE-A1C3BF508D8A}" dt="2022-11-17T12:42:40.370" v="1542" actId="208"/>
          <ac:cxnSpMkLst>
            <pc:docMk/>
            <pc:sldMk cId="3204946780" sldId="2293"/>
            <ac:cxnSpMk id="37" creationId="{F86FE78F-6748-491D-B7AC-2B41C578E7AF}"/>
          </ac:cxnSpMkLst>
        </pc:cxnChg>
        <pc:cxnChg chg="mod">
          <ac:chgData name="Macher, Andreas (DI FA CTR PLC PPM)" userId="f1dcac62-7bef-43eb-91f0-927336a1714f" providerId="ADAL" clId="{C5C6EC8B-092A-4999-B5EE-A1C3BF508D8A}" dt="2022-11-17T12:42:40.370" v="1542" actId="208"/>
          <ac:cxnSpMkLst>
            <pc:docMk/>
            <pc:sldMk cId="3204946780" sldId="2293"/>
            <ac:cxnSpMk id="43" creationId="{B6770122-159E-4E21-BDDA-077EB67132B4}"/>
          </ac:cxnSpMkLst>
        </pc:cxnChg>
      </pc:sldChg>
      <pc:sldChg chg="addSp delSp modSp del mod chgLayout">
        <pc:chgData name="Macher, Andreas (DI FA CTR PLC PPM)" userId="f1dcac62-7bef-43eb-91f0-927336a1714f" providerId="ADAL" clId="{C5C6EC8B-092A-4999-B5EE-A1C3BF508D8A}" dt="2022-11-28T12:22:06.204" v="3916" actId="47"/>
        <pc:sldMkLst>
          <pc:docMk/>
          <pc:sldMk cId="801858518" sldId="9069"/>
        </pc:sldMkLst>
        <pc:spChg chg="mod ord">
          <ac:chgData name="Macher, Andreas (DI FA CTR PLC PPM)" userId="f1dcac62-7bef-43eb-91f0-927336a1714f" providerId="ADAL" clId="{C5C6EC8B-092A-4999-B5EE-A1C3BF508D8A}" dt="2022-11-17T12:20:42.664" v="1275" actId="207"/>
          <ac:spMkLst>
            <pc:docMk/>
            <pc:sldMk cId="801858518" sldId="9069"/>
            <ac:spMk id="2" creationId="{00000000-0000-0000-0000-000000000000}"/>
          </ac:spMkLst>
        </pc:spChg>
        <pc:spChg chg="add mod ord">
          <ac:chgData name="Macher, Andreas (DI FA CTR PLC PPM)" userId="f1dcac62-7bef-43eb-91f0-927336a1714f" providerId="ADAL" clId="{C5C6EC8B-092A-4999-B5EE-A1C3BF508D8A}" dt="2022-11-17T12:21:41.041" v="1284" actId="14100"/>
          <ac:spMkLst>
            <pc:docMk/>
            <pc:sldMk cId="801858518" sldId="9069"/>
            <ac:spMk id="4" creationId="{F7626D89-1A29-BBEC-7D0E-90EB5526E77D}"/>
          </ac:spMkLst>
        </pc:spChg>
        <pc:spChg chg="mod ord">
          <ac:chgData name="Macher, Andreas (DI FA CTR PLC PPM)" userId="f1dcac62-7bef-43eb-91f0-927336a1714f" providerId="ADAL" clId="{C5C6EC8B-092A-4999-B5EE-A1C3BF508D8A}" dt="2022-11-28T07:13:03.667" v="2316"/>
          <ac:spMkLst>
            <pc:docMk/>
            <pc:sldMk cId="801858518" sldId="9069"/>
            <ac:spMk id="6" creationId="{52486D80-3DF7-470D-823E-765DCE86C853}"/>
          </ac:spMkLst>
        </pc:spChg>
        <pc:spChg chg="del">
          <ac:chgData name="Macher, Andreas (DI FA CTR PLC PPM)" userId="f1dcac62-7bef-43eb-91f0-927336a1714f" providerId="ADAL" clId="{C5C6EC8B-092A-4999-B5EE-A1C3BF508D8A}" dt="2022-11-17T12:20:26.791" v="1273" actId="478"/>
          <ac:spMkLst>
            <pc:docMk/>
            <pc:sldMk cId="801858518" sldId="9069"/>
            <ac:spMk id="12" creationId="{DF377D44-11A2-4450-AD43-AB842C67C392}"/>
          </ac:spMkLst>
        </pc:spChg>
        <pc:spChg chg="mod">
          <ac:chgData name="Macher, Andreas (DI FA CTR PLC PPM)" userId="f1dcac62-7bef-43eb-91f0-927336a1714f" providerId="ADAL" clId="{C5C6EC8B-092A-4999-B5EE-A1C3BF508D8A}" dt="2022-08-15T10:16:51.312" v="129" actId="20577"/>
          <ac:spMkLst>
            <pc:docMk/>
            <pc:sldMk cId="801858518" sldId="9069"/>
            <ac:spMk id="23" creationId="{AC65D4B8-B8E2-4E03-BCFD-965AC16EB98E}"/>
          </ac:spMkLst>
        </pc:spChg>
        <pc:spChg chg="mod">
          <ac:chgData name="Macher, Andreas (DI FA CTR PLC PPM)" userId="f1dcac62-7bef-43eb-91f0-927336a1714f" providerId="ADAL" clId="{C5C6EC8B-092A-4999-B5EE-A1C3BF508D8A}" dt="2022-11-17T12:23:17.028" v="1299" actId="207"/>
          <ac:spMkLst>
            <pc:docMk/>
            <pc:sldMk cId="801858518" sldId="9069"/>
            <ac:spMk id="40" creationId="{00000000-0000-0000-0000-000000000000}"/>
          </ac:spMkLst>
        </pc:spChg>
        <pc:spChg chg="mod">
          <ac:chgData name="Macher, Andreas (DI FA CTR PLC PPM)" userId="f1dcac62-7bef-43eb-91f0-927336a1714f" providerId="ADAL" clId="{C5C6EC8B-092A-4999-B5EE-A1C3BF508D8A}" dt="2022-11-17T12:23:17.028" v="1299" actId="207"/>
          <ac:spMkLst>
            <pc:docMk/>
            <pc:sldMk cId="801858518" sldId="9069"/>
            <ac:spMk id="43" creationId="{00000000-0000-0000-0000-000000000000}"/>
          </ac:spMkLst>
        </pc:spChg>
        <pc:spChg chg="mod">
          <ac:chgData name="Macher, Andreas (DI FA CTR PLC PPM)" userId="f1dcac62-7bef-43eb-91f0-927336a1714f" providerId="ADAL" clId="{C5C6EC8B-092A-4999-B5EE-A1C3BF508D8A}" dt="2022-11-17T12:23:17.028" v="1299" actId="207"/>
          <ac:spMkLst>
            <pc:docMk/>
            <pc:sldMk cId="801858518" sldId="9069"/>
            <ac:spMk id="50" creationId="{00000000-0000-0000-0000-000000000000}"/>
          </ac:spMkLst>
        </pc:spChg>
        <pc:spChg chg="mod">
          <ac:chgData name="Macher, Andreas (DI FA CTR PLC PPM)" userId="f1dcac62-7bef-43eb-91f0-927336a1714f" providerId="ADAL" clId="{C5C6EC8B-092A-4999-B5EE-A1C3BF508D8A}" dt="2022-11-17T12:23:17.028" v="1299" actId="207"/>
          <ac:spMkLst>
            <pc:docMk/>
            <pc:sldMk cId="801858518" sldId="9069"/>
            <ac:spMk id="51" creationId="{00000000-0000-0000-0000-000000000000}"/>
          </ac:spMkLst>
        </pc:spChg>
        <pc:spChg chg="add del mod">
          <ac:chgData name="Macher, Andreas (DI FA CTR PLC PPM)" userId="f1dcac62-7bef-43eb-91f0-927336a1714f" providerId="ADAL" clId="{C5C6EC8B-092A-4999-B5EE-A1C3BF508D8A}" dt="2022-08-15T10:11:51.681" v="9"/>
          <ac:spMkLst>
            <pc:docMk/>
            <pc:sldMk cId="801858518" sldId="9069"/>
            <ac:spMk id="54" creationId="{258C882A-37DE-35F9-A03F-BE9AB7472A36}"/>
          </ac:spMkLst>
        </pc:spChg>
        <pc:spChg chg="add del mod">
          <ac:chgData name="Macher, Andreas (DI FA CTR PLC PPM)" userId="f1dcac62-7bef-43eb-91f0-927336a1714f" providerId="ADAL" clId="{C5C6EC8B-092A-4999-B5EE-A1C3BF508D8A}" dt="2022-08-15T10:11:51.681" v="9"/>
          <ac:spMkLst>
            <pc:docMk/>
            <pc:sldMk cId="801858518" sldId="9069"/>
            <ac:spMk id="55" creationId="{89806675-BB3E-2D2A-FDBC-988B47C601E2}"/>
          </ac:spMkLst>
        </pc:spChg>
        <pc:spChg chg="add del mod">
          <ac:chgData name="Macher, Andreas (DI FA CTR PLC PPM)" userId="f1dcac62-7bef-43eb-91f0-927336a1714f" providerId="ADAL" clId="{C5C6EC8B-092A-4999-B5EE-A1C3BF508D8A}" dt="2022-08-15T10:11:51.681" v="9"/>
          <ac:spMkLst>
            <pc:docMk/>
            <pc:sldMk cId="801858518" sldId="9069"/>
            <ac:spMk id="56" creationId="{BA82EBBF-98A9-2770-FA4C-0CA81A8F0DD9}"/>
          </ac:spMkLst>
        </pc:spChg>
        <pc:spChg chg="add del mod">
          <ac:chgData name="Macher, Andreas (DI FA CTR PLC PPM)" userId="f1dcac62-7bef-43eb-91f0-927336a1714f" providerId="ADAL" clId="{C5C6EC8B-092A-4999-B5EE-A1C3BF508D8A}" dt="2022-08-15T10:11:51.681" v="9"/>
          <ac:spMkLst>
            <pc:docMk/>
            <pc:sldMk cId="801858518" sldId="9069"/>
            <ac:spMk id="57" creationId="{5CC4C624-D6BC-07B9-6E1C-427DE6C5D90D}"/>
          </ac:spMkLst>
        </pc:spChg>
        <pc:spChg chg="add del mod">
          <ac:chgData name="Macher, Andreas (DI FA CTR PLC PPM)" userId="f1dcac62-7bef-43eb-91f0-927336a1714f" providerId="ADAL" clId="{C5C6EC8B-092A-4999-B5EE-A1C3BF508D8A}" dt="2022-08-15T10:11:51.681" v="9"/>
          <ac:spMkLst>
            <pc:docMk/>
            <pc:sldMk cId="801858518" sldId="9069"/>
            <ac:spMk id="58" creationId="{2B1B0E36-1A11-9883-406A-2F1D92063A79}"/>
          </ac:spMkLst>
        </pc:spChg>
        <pc:spChg chg="add del mod">
          <ac:chgData name="Macher, Andreas (DI FA CTR PLC PPM)" userId="f1dcac62-7bef-43eb-91f0-927336a1714f" providerId="ADAL" clId="{C5C6EC8B-092A-4999-B5EE-A1C3BF508D8A}" dt="2022-08-15T10:11:51.681" v="9"/>
          <ac:spMkLst>
            <pc:docMk/>
            <pc:sldMk cId="801858518" sldId="9069"/>
            <ac:spMk id="60" creationId="{73D831A4-42C5-0375-3DE0-9FD7A80406A6}"/>
          </ac:spMkLst>
        </pc:spChg>
        <pc:spChg chg="mod">
          <ac:chgData name="Macher, Andreas (DI FA CTR PLC PPM)" userId="f1dcac62-7bef-43eb-91f0-927336a1714f" providerId="ADAL" clId="{C5C6EC8B-092A-4999-B5EE-A1C3BF508D8A}" dt="2022-11-17T12:23:17.028" v="1299" actId="207"/>
          <ac:spMkLst>
            <pc:docMk/>
            <pc:sldMk cId="801858518" sldId="9069"/>
            <ac:spMk id="69" creationId="{E11E5AB7-FC85-44FC-B9F8-34D9FBC10B1C}"/>
          </ac:spMkLst>
        </pc:spChg>
        <pc:spChg chg="mod">
          <ac:chgData name="Macher, Andreas (DI FA CTR PLC PPM)" userId="f1dcac62-7bef-43eb-91f0-927336a1714f" providerId="ADAL" clId="{C5C6EC8B-092A-4999-B5EE-A1C3BF508D8A}" dt="2022-11-17T12:23:17.028" v="1299" actId="207"/>
          <ac:spMkLst>
            <pc:docMk/>
            <pc:sldMk cId="801858518" sldId="9069"/>
            <ac:spMk id="72" creationId="{D2C665E0-8895-47C4-B60B-F50F8E7BA94B}"/>
          </ac:spMkLst>
        </pc:spChg>
        <pc:spChg chg="mod">
          <ac:chgData name="Macher, Andreas (DI FA CTR PLC PPM)" userId="f1dcac62-7bef-43eb-91f0-927336a1714f" providerId="ADAL" clId="{C5C6EC8B-092A-4999-B5EE-A1C3BF508D8A}" dt="2022-11-17T12:23:17.028" v="1299" actId="207"/>
          <ac:spMkLst>
            <pc:docMk/>
            <pc:sldMk cId="801858518" sldId="9069"/>
            <ac:spMk id="74" creationId="{16E8A656-A86A-4242-8A81-7FC397A63D4A}"/>
          </ac:spMkLst>
        </pc:spChg>
        <pc:spChg chg="add mod">
          <ac:chgData name="Macher, Andreas (DI FA CTR PLC PPM)" userId="f1dcac62-7bef-43eb-91f0-927336a1714f" providerId="ADAL" clId="{C5C6EC8B-092A-4999-B5EE-A1C3BF508D8A}" dt="2022-11-17T12:23:17.028" v="1299" actId="207"/>
          <ac:spMkLst>
            <pc:docMk/>
            <pc:sldMk cId="801858518" sldId="9069"/>
            <ac:spMk id="82" creationId="{97A1E27B-0717-C413-35A0-E3D4E692EACC}"/>
          </ac:spMkLst>
        </pc:spChg>
        <pc:spChg chg="add mod">
          <ac:chgData name="Macher, Andreas (DI FA CTR PLC PPM)" userId="f1dcac62-7bef-43eb-91f0-927336a1714f" providerId="ADAL" clId="{C5C6EC8B-092A-4999-B5EE-A1C3BF508D8A}" dt="2022-11-17T12:23:17.028" v="1299" actId="207"/>
          <ac:spMkLst>
            <pc:docMk/>
            <pc:sldMk cId="801858518" sldId="9069"/>
            <ac:spMk id="84" creationId="{858F9CBD-7D82-C04E-D0FC-319E207DA572}"/>
          </ac:spMkLst>
        </pc:spChg>
        <pc:spChg chg="mod">
          <ac:chgData name="Macher, Andreas (DI FA CTR PLC PPM)" userId="f1dcac62-7bef-43eb-91f0-927336a1714f" providerId="ADAL" clId="{C5C6EC8B-092A-4999-B5EE-A1C3BF508D8A}" dt="2022-11-17T12:23:17.028" v="1299" actId="207"/>
          <ac:spMkLst>
            <pc:docMk/>
            <pc:sldMk cId="801858518" sldId="9069"/>
            <ac:spMk id="93" creationId="{00000000-0000-0000-0000-000000000000}"/>
          </ac:spMkLst>
        </pc:spChg>
        <pc:spChg chg="mod">
          <ac:chgData name="Macher, Andreas (DI FA CTR PLC PPM)" userId="f1dcac62-7bef-43eb-91f0-927336a1714f" providerId="ADAL" clId="{C5C6EC8B-092A-4999-B5EE-A1C3BF508D8A}" dt="2022-11-17T12:23:17.028" v="1299" actId="207"/>
          <ac:spMkLst>
            <pc:docMk/>
            <pc:sldMk cId="801858518" sldId="9069"/>
            <ac:spMk id="94" creationId="{00000000-0000-0000-0000-000000000000}"/>
          </ac:spMkLst>
        </pc:spChg>
        <pc:spChg chg="mod">
          <ac:chgData name="Macher, Andreas (DI FA CTR PLC PPM)" userId="f1dcac62-7bef-43eb-91f0-927336a1714f" providerId="ADAL" clId="{C5C6EC8B-092A-4999-B5EE-A1C3BF508D8A}" dt="2022-11-17T12:25:07.823" v="1312" actId="207"/>
          <ac:spMkLst>
            <pc:docMk/>
            <pc:sldMk cId="801858518" sldId="9069"/>
            <ac:spMk id="108" creationId="{B522F5C7-583E-4B97-8451-5945D7C1CAF8}"/>
          </ac:spMkLst>
        </pc:spChg>
        <pc:grpChg chg="add del mod">
          <ac:chgData name="Macher, Andreas (DI FA CTR PLC PPM)" userId="f1dcac62-7bef-43eb-91f0-927336a1714f" providerId="ADAL" clId="{C5C6EC8B-092A-4999-B5EE-A1C3BF508D8A}" dt="2022-08-15T10:14:34.967" v="23" actId="165"/>
          <ac:grpSpMkLst>
            <pc:docMk/>
            <pc:sldMk cId="801858518" sldId="9069"/>
            <ac:grpSpMk id="61" creationId="{4A9B06D1-0713-B6AD-9E17-48B70E3BE801}"/>
          </ac:grpSpMkLst>
        </pc:grpChg>
        <pc:grpChg chg="add del mod">
          <ac:chgData name="Macher, Andreas (DI FA CTR PLC PPM)" userId="f1dcac62-7bef-43eb-91f0-927336a1714f" providerId="ADAL" clId="{C5C6EC8B-092A-4999-B5EE-A1C3BF508D8A}" dt="2022-08-15T10:15:21.847" v="30"/>
          <ac:grpSpMkLst>
            <pc:docMk/>
            <pc:sldMk cId="801858518" sldId="9069"/>
            <ac:grpSpMk id="68" creationId="{DB915010-19C0-5378-8B0E-21438E887825}"/>
          </ac:grpSpMkLst>
        </pc:grpChg>
        <pc:grpChg chg="mod">
          <ac:chgData name="Macher, Andreas (DI FA CTR PLC PPM)" userId="f1dcac62-7bef-43eb-91f0-927336a1714f" providerId="ADAL" clId="{C5C6EC8B-092A-4999-B5EE-A1C3BF508D8A}" dt="2022-11-17T12:23:17.028" v="1299" actId="207"/>
          <ac:grpSpMkLst>
            <pc:docMk/>
            <pc:sldMk cId="801858518" sldId="9069"/>
            <ac:grpSpMk id="109" creationId="{6854451F-8391-4A18-8106-5D4A2040BF1C}"/>
          </ac:grpSpMkLst>
        </pc:grpChg>
        <pc:picChg chg="del">
          <ac:chgData name="Macher, Andreas (DI FA CTR PLC PPM)" userId="f1dcac62-7bef-43eb-91f0-927336a1714f" providerId="ADAL" clId="{C5C6EC8B-092A-4999-B5EE-A1C3BF508D8A}" dt="2022-08-15T10:15:06.101" v="27" actId="478"/>
          <ac:picMkLst>
            <pc:docMk/>
            <pc:sldMk cId="801858518" sldId="9069"/>
            <ac:picMk id="5" creationId="{0875E061-06A3-414A-B168-73C314112CAC}"/>
          </ac:picMkLst>
        </pc:picChg>
        <pc:picChg chg="add del mod">
          <ac:chgData name="Macher, Andreas (DI FA CTR PLC PPM)" userId="f1dcac62-7bef-43eb-91f0-927336a1714f" providerId="ADAL" clId="{C5C6EC8B-092A-4999-B5EE-A1C3BF508D8A}" dt="2022-08-15T10:11:51.681" v="9"/>
          <ac:picMkLst>
            <pc:docMk/>
            <pc:sldMk cId="801858518" sldId="9069"/>
            <ac:picMk id="52" creationId="{E656D3EF-1060-FC8F-50E3-0FDA9001BB17}"/>
          </ac:picMkLst>
        </pc:picChg>
        <pc:picChg chg="add del mod">
          <ac:chgData name="Macher, Andreas (DI FA CTR PLC PPM)" userId="f1dcac62-7bef-43eb-91f0-927336a1714f" providerId="ADAL" clId="{C5C6EC8B-092A-4999-B5EE-A1C3BF508D8A}" dt="2022-08-15T10:11:51.681" v="9"/>
          <ac:picMkLst>
            <pc:docMk/>
            <pc:sldMk cId="801858518" sldId="9069"/>
            <ac:picMk id="53" creationId="{D4BEC59F-FC45-0097-06A9-2D81C3FA4C05}"/>
          </ac:picMkLst>
        </pc:picChg>
        <pc:picChg chg="add del mod">
          <ac:chgData name="Macher, Andreas (DI FA CTR PLC PPM)" userId="f1dcac62-7bef-43eb-91f0-927336a1714f" providerId="ADAL" clId="{C5C6EC8B-092A-4999-B5EE-A1C3BF508D8A}" dt="2022-08-15T10:11:51.681" v="9"/>
          <ac:picMkLst>
            <pc:docMk/>
            <pc:sldMk cId="801858518" sldId="9069"/>
            <ac:picMk id="59" creationId="{6A8581D8-7BBB-5683-C8C0-AD33DD1286CC}"/>
          </ac:picMkLst>
        </pc:picChg>
        <pc:picChg chg="mod topLvl">
          <ac:chgData name="Macher, Andreas (DI FA CTR PLC PPM)" userId="f1dcac62-7bef-43eb-91f0-927336a1714f" providerId="ADAL" clId="{C5C6EC8B-092A-4999-B5EE-A1C3BF508D8A}" dt="2022-11-17T12:23:17.028" v="1299" actId="207"/>
          <ac:picMkLst>
            <pc:docMk/>
            <pc:sldMk cId="801858518" sldId="9069"/>
            <ac:picMk id="64" creationId="{90711983-2F51-1EFB-E233-39B7D11E9271}"/>
          </ac:picMkLst>
        </pc:picChg>
        <pc:picChg chg="del mod topLvl">
          <ac:chgData name="Macher, Andreas (DI FA CTR PLC PPM)" userId="f1dcac62-7bef-43eb-91f0-927336a1714f" providerId="ADAL" clId="{C5C6EC8B-092A-4999-B5EE-A1C3BF508D8A}" dt="2022-08-15T10:14:43.676" v="25" actId="478"/>
          <ac:picMkLst>
            <pc:docMk/>
            <pc:sldMk cId="801858518" sldId="9069"/>
            <ac:picMk id="65" creationId="{40805806-7DCE-FAB0-884A-F930F770AEF6}"/>
          </ac:picMkLst>
        </pc:picChg>
        <pc:picChg chg="del mod topLvl">
          <ac:chgData name="Macher, Andreas (DI FA CTR PLC PPM)" userId="f1dcac62-7bef-43eb-91f0-927336a1714f" providerId="ADAL" clId="{C5C6EC8B-092A-4999-B5EE-A1C3BF508D8A}" dt="2022-08-15T10:14:43.676" v="25" actId="478"/>
          <ac:picMkLst>
            <pc:docMk/>
            <pc:sldMk cId="801858518" sldId="9069"/>
            <ac:picMk id="66" creationId="{1FAE1AF8-51B9-378F-77DB-B7104FC5D545}"/>
          </ac:picMkLst>
        </pc:picChg>
        <pc:picChg chg="del mod topLvl">
          <ac:chgData name="Macher, Andreas (DI FA CTR PLC PPM)" userId="f1dcac62-7bef-43eb-91f0-927336a1714f" providerId="ADAL" clId="{C5C6EC8B-092A-4999-B5EE-A1C3BF508D8A}" dt="2022-08-15T10:14:43.676" v="25" actId="478"/>
          <ac:picMkLst>
            <pc:docMk/>
            <pc:sldMk cId="801858518" sldId="9069"/>
            <ac:picMk id="67" creationId="{539175E2-3C6C-49E3-8157-C3066FB69518}"/>
          </ac:picMkLst>
        </pc:picChg>
        <pc:picChg chg="mod">
          <ac:chgData name="Macher, Andreas (DI FA CTR PLC PPM)" userId="f1dcac62-7bef-43eb-91f0-927336a1714f" providerId="ADAL" clId="{C5C6EC8B-092A-4999-B5EE-A1C3BF508D8A}" dt="2022-08-15T10:15:19.549" v="29"/>
          <ac:picMkLst>
            <pc:docMk/>
            <pc:sldMk cId="801858518" sldId="9069"/>
            <ac:picMk id="76" creationId="{824AA5A3-1D07-A2F5-3C74-7FD324E1DE81}"/>
          </ac:picMkLst>
        </pc:picChg>
        <pc:picChg chg="mod">
          <ac:chgData name="Macher, Andreas (DI FA CTR PLC PPM)" userId="f1dcac62-7bef-43eb-91f0-927336a1714f" providerId="ADAL" clId="{C5C6EC8B-092A-4999-B5EE-A1C3BF508D8A}" dt="2022-11-17T12:23:17.028" v="1299" actId="207"/>
          <ac:picMkLst>
            <pc:docMk/>
            <pc:sldMk cId="801858518" sldId="9069"/>
            <ac:picMk id="77" creationId="{D4D7B55C-DD25-49C2-9846-AA06DF210576}"/>
          </ac:picMkLst>
        </pc:picChg>
        <pc:picChg chg="mod">
          <ac:chgData name="Macher, Andreas (DI FA CTR PLC PPM)" userId="f1dcac62-7bef-43eb-91f0-927336a1714f" providerId="ADAL" clId="{C5C6EC8B-092A-4999-B5EE-A1C3BF508D8A}" dt="2022-08-15T10:15:19.549" v="29"/>
          <ac:picMkLst>
            <pc:docMk/>
            <pc:sldMk cId="801858518" sldId="9069"/>
            <ac:picMk id="78" creationId="{4C3FF627-99C8-8401-57F1-F9D3795965EF}"/>
          </ac:picMkLst>
        </pc:picChg>
        <pc:picChg chg="mod">
          <ac:chgData name="Macher, Andreas (DI FA CTR PLC PPM)" userId="f1dcac62-7bef-43eb-91f0-927336a1714f" providerId="ADAL" clId="{C5C6EC8B-092A-4999-B5EE-A1C3BF508D8A}" dt="2022-08-15T10:15:19.549" v="29"/>
          <ac:picMkLst>
            <pc:docMk/>
            <pc:sldMk cId="801858518" sldId="9069"/>
            <ac:picMk id="79" creationId="{6D046E5A-D9EF-44A1-39C6-764AECA60CD3}"/>
          </ac:picMkLst>
        </pc:picChg>
        <pc:picChg chg="mod">
          <ac:chgData name="Macher, Andreas (DI FA CTR PLC PPM)" userId="f1dcac62-7bef-43eb-91f0-927336a1714f" providerId="ADAL" clId="{C5C6EC8B-092A-4999-B5EE-A1C3BF508D8A}" dt="2022-08-15T10:15:19.549" v="29"/>
          <ac:picMkLst>
            <pc:docMk/>
            <pc:sldMk cId="801858518" sldId="9069"/>
            <ac:picMk id="80" creationId="{7FA7ED16-27F5-E482-016A-1D7AC1D43746}"/>
          </ac:picMkLst>
        </pc:picChg>
        <pc:picChg chg="add mod">
          <ac:chgData name="Macher, Andreas (DI FA CTR PLC PPM)" userId="f1dcac62-7bef-43eb-91f0-927336a1714f" providerId="ADAL" clId="{C5C6EC8B-092A-4999-B5EE-A1C3BF508D8A}" dt="2022-08-15T10:16:03.551" v="39" actId="1076"/>
          <ac:picMkLst>
            <pc:docMk/>
            <pc:sldMk cId="801858518" sldId="9069"/>
            <ac:picMk id="81" creationId="{BA791F27-B3ED-B4D3-1A6C-A94EEE0EDA42}"/>
          </ac:picMkLst>
        </pc:picChg>
        <pc:picChg chg="mod">
          <ac:chgData name="Macher, Andreas (DI FA CTR PLC PPM)" userId="f1dcac62-7bef-43eb-91f0-927336a1714f" providerId="ADAL" clId="{C5C6EC8B-092A-4999-B5EE-A1C3BF508D8A}" dt="2022-11-17T12:21:12.614" v="1279" actId="207"/>
          <ac:picMkLst>
            <pc:docMk/>
            <pc:sldMk cId="801858518" sldId="9069"/>
            <ac:picMk id="86" creationId="{AE108AE5-2A19-4216-948D-0B4BE1DD1FB1}"/>
          </ac:picMkLst>
        </pc:picChg>
        <pc:picChg chg="mod">
          <ac:chgData name="Macher, Andreas (DI FA CTR PLC PPM)" userId="f1dcac62-7bef-43eb-91f0-927336a1714f" providerId="ADAL" clId="{C5C6EC8B-092A-4999-B5EE-A1C3BF508D8A}" dt="2022-11-17T12:21:12.614" v="1279" actId="207"/>
          <ac:picMkLst>
            <pc:docMk/>
            <pc:sldMk cId="801858518" sldId="9069"/>
            <ac:picMk id="87" creationId="{8E41DB37-A462-4751-910E-AB5BA6FEEBE6}"/>
          </ac:picMkLst>
        </pc:picChg>
        <pc:picChg chg="mod">
          <ac:chgData name="Macher, Andreas (DI FA CTR PLC PPM)" userId="f1dcac62-7bef-43eb-91f0-927336a1714f" providerId="ADAL" clId="{C5C6EC8B-092A-4999-B5EE-A1C3BF508D8A}" dt="2022-11-17T12:23:17.028" v="1299" actId="207"/>
          <ac:picMkLst>
            <pc:docMk/>
            <pc:sldMk cId="801858518" sldId="9069"/>
            <ac:picMk id="119" creationId="{960E6A47-6050-4A8C-8ECD-245E36D53955}"/>
          </ac:picMkLst>
        </pc:picChg>
        <pc:cxnChg chg="mod">
          <ac:chgData name="Macher, Andreas (DI FA CTR PLC PPM)" userId="f1dcac62-7bef-43eb-91f0-927336a1714f" providerId="ADAL" clId="{C5C6EC8B-092A-4999-B5EE-A1C3BF508D8A}" dt="2022-11-17T12:23:17.028" v="1299" actId="207"/>
          <ac:cxnSpMkLst>
            <pc:docMk/>
            <pc:sldMk cId="801858518" sldId="9069"/>
            <ac:cxnSpMk id="38" creationId="{00000000-0000-0000-0000-000000000000}"/>
          </ac:cxnSpMkLst>
        </pc:cxnChg>
        <pc:cxnChg chg="mod">
          <ac:chgData name="Macher, Andreas (DI FA CTR PLC PPM)" userId="f1dcac62-7bef-43eb-91f0-927336a1714f" providerId="ADAL" clId="{C5C6EC8B-092A-4999-B5EE-A1C3BF508D8A}" dt="2022-11-17T12:23:17.028" v="1299" actId="207"/>
          <ac:cxnSpMkLst>
            <pc:docMk/>
            <pc:sldMk cId="801858518" sldId="9069"/>
            <ac:cxnSpMk id="39" creationId="{00000000-0000-0000-0000-000000000000}"/>
          </ac:cxnSpMkLst>
        </pc:cxnChg>
        <pc:cxnChg chg="del mod topLvl">
          <ac:chgData name="Macher, Andreas (DI FA CTR PLC PPM)" userId="f1dcac62-7bef-43eb-91f0-927336a1714f" providerId="ADAL" clId="{C5C6EC8B-092A-4999-B5EE-A1C3BF508D8A}" dt="2022-08-15T10:14:43.676" v="25" actId="478"/>
          <ac:cxnSpMkLst>
            <pc:docMk/>
            <pc:sldMk cId="801858518" sldId="9069"/>
            <ac:cxnSpMk id="62" creationId="{0AB91765-0506-3AB8-15C8-B06C671DC3EB}"/>
          </ac:cxnSpMkLst>
        </pc:cxnChg>
        <pc:cxnChg chg="del mod topLvl">
          <ac:chgData name="Macher, Andreas (DI FA CTR PLC PPM)" userId="f1dcac62-7bef-43eb-91f0-927336a1714f" providerId="ADAL" clId="{C5C6EC8B-092A-4999-B5EE-A1C3BF508D8A}" dt="2022-08-15T10:14:43.676" v="25" actId="478"/>
          <ac:cxnSpMkLst>
            <pc:docMk/>
            <pc:sldMk cId="801858518" sldId="9069"/>
            <ac:cxnSpMk id="63" creationId="{E9069041-9134-8D58-759E-27E3F33D74EF}"/>
          </ac:cxnSpMkLst>
        </pc:cxnChg>
        <pc:cxnChg chg="mod">
          <ac:chgData name="Macher, Andreas (DI FA CTR PLC PPM)" userId="f1dcac62-7bef-43eb-91f0-927336a1714f" providerId="ADAL" clId="{C5C6EC8B-092A-4999-B5EE-A1C3BF508D8A}" dt="2022-08-15T10:15:19.549" v="29"/>
          <ac:cxnSpMkLst>
            <pc:docMk/>
            <pc:sldMk cId="801858518" sldId="9069"/>
            <ac:cxnSpMk id="70" creationId="{89948D04-87B3-5EDE-D6EA-D0ECC80A7A8D}"/>
          </ac:cxnSpMkLst>
        </pc:cxnChg>
        <pc:cxnChg chg="mod">
          <ac:chgData name="Macher, Andreas (DI FA CTR PLC PPM)" userId="f1dcac62-7bef-43eb-91f0-927336a1714f" providerId="ADAL" clId="{C5C6EC8B-092A-4999-B5EE-A1C3BF508D8A}" dt="2022-08-15T10:15:19.549" v="29"/>
          <ac:cxnSpMkLst>
            <pc:docMk/>
            <pc:sldMk cId="801858518" sldId="9069"/>
            <ac:cxnSpMk id="71" creationId="{0505D2EB-0AF6-C67B-35A4-6E938B855A9A}"/>
          </ac:cxnSpMkLst>
        </pc:cxnChg>
        <pc:cxnChg chg="mod">
          <ac:chgData name="Macher, Andreas (DI FA CTR PLC PPM)" userId="f1dcac62-7bef-43eb-91f0-927336a1714f" providerId="ADAL" clId="{C5C6EC8B-092A-4999-B5EE-A1C3BF508D8A}" dt="2022-11-17T12:23:17.028" v="1299" actId="207"/>
          <ac:cxnSpMkLst>
            <pc:docMk/>
            <pc:sldMk cId="801858518" sldId="9069"/>
            <ac:cxnSpMk id="73" creationId="{9B3365E4-ADE1-4360-8079-594AC1CFFBD9}"/>
          </ac:cxnSpMkLst>
        </pc:cxnChg>
        <pc:cxnChg chg="mod">
          <ac:chgData name="Macher, Andreas (DI FA CTR PLC PPM)" userId="f1dcac62-7bef-43eb-91f0-927336a1714f" providerId="ADAL" clId="{C5C6EC8B-092A-4999-B5EE-A1C3BF508D8A}" dt="2022-11-17T12:23:17.028" v="1299" actId="207"/>
          <ac:cxnSpMkLst>
            <pc:docMk/>
            <pc:sldMk cId="801858518" sldId="9069"/>
            <ac:cxnSpMk id="75" creationId="{FA27EBA0-F91D-4341-9549-FDC6BD2FE7ED}"/>
          </ac:cxnSpMkLst>
        </pc:cxnChg>
        <pc:cxnChg chg="add mod">
          <ac:chgData name="Macher, Andreas (DI FA CTR PLC PPM)" userId="f1dcac62-7bef-43eb-91f0-927336a1714f" providerId="ADAL" clId="{C5C6EC8B-092A-4999-B5EE-A1C3BF508D8A}" dt="2022-11-17T12:23:17.028" v="1299" actId="207"/>
          <ac:cxnSpMkLst>
            <pc:docMk/>
            <pc:sldMk cId="801858518" sldId="9069"/>
            <ac:cxnSpMk id="83" creationId="{D7F0E97E-ACC3-D3F3-CAB9-CF22E4859BC5}"/>
          </ac:cxnSpMkLst>
        </pc:cxnChg>
      </pc:sldChg>
      <pc:sldChg chg="addSp delSp modSp add mod">
        <pc:chgData name="Macher, Andreas (DI FA CTR PLC PPM)" userId="f1dcac62-7bef-43eb-91f0-927336a1714f" providerId="ADAL" clId="{C5C6EC8B-092A-4999-B5EE-A1C3BF508D8A}" dt="2022-11-29T16:10:14.085" v="9211"/>
        <pc:sldMkLst>
          <pc:docMk/>
          <pc:sldMk cId="578210998" sldId="9072"/>
        </pc:sldMkLst>
        <pc:spChg chg="mod">
          <ac:chgData name="Macher, Andreas (DI FA CTR PLC PPM)" userId="f1dcac62-7bef-43eb-91f0-927336a1714f" providerId="ADAL" clId="{C5C6EC8B-092A-4999-B5EE-A1C3BF508D8A}" dt="2022-11-29T16:10:14.085" v="9211"/>
          <ac:spMkLst>
            <pc:docMk/>
            <pc:sldMk cId="578210998" sldId="9072"/>
            <ac:spMk id="2" creationId="{0342A3D6-98FE-48A7-AFE2-71450107450D}"/>
          </ac:spMkLst>
        </pc:spChg>
        <pc:spChg chg="del">
          <ac:chgData name="Macher, Andreas (DI FA CTR PLC PPM)" userId="f1dcac62-7bef-43eb-91f0-927336a1714f" providerId="ADAL" clId="{C5C6EC8B-092A-4999-B5EE-A1C3BF508D8A}" dt="2022-11-29T07:57:27.404" v="5549" actId="478"/>
          <ac:spMkLst>
            <pc:docMk/>
            <pc:sldMk cId="578210998" sldId="9072"/>
            <ac:spMk id="3" creationId="{B076F1B7-AA91-2841-296E-B8E175BB9433}"/>
          </ac:spMkLst>
        </pc:spChg>
        <pc:spChg chg="mod">
          <ac:chgData name="Macher, Andreas (DI FA CTR PLC PPM)" userId="f1dcac62-7bef-43eb-91f0-927336a1714f" providerId="ADAL" clId="{C5C6EC8B-092A-4999-B5EE-A1C3BF508D8A}" dt="2022-11-29T07:46:26.053" v="5002" actId="20577"/>
          <ac:spMkLst>
            <pc:docMk/>
            <pc:sldMk cId="578210998" sldId="9072"/>
            <ac:spMk id="4" creationId="{A645F354-40D6-4D3D-BA93-7A74F09635B4}"/>
          </ac:spMkLst>
        </pc:spChg>
        <pc:spChg chg="del mod">
          <ac:chgData name="Macher, Andreas (DI FA CTR PLC PPM)" userId="f1dcac62-7bef-43eb-91f0-927336a1714f" providerId="ADAL" clId="{C5C6EC8B-092A-4999-B5EE-A1C3BF508D8A}" dt="2022-11-29T07:57:20.164" v="5547" actId="478"/>
          <ac:spMkLst>
            <pc:docMk/>
            <pc:sldMk cId="578210998" sldId="9072"/>
            <ac:spMk id="5" creationId="{7D06A950-B2BF-4D5B-AC72-5B76B61FC3A8}"/>
          </ac:spMkLst>
        </pc:spChg>
        <pc:spChg chg="add del mod">
          <ac:chgData name="Macher, Andreas (DI FA CTR PLC PPM)" userId="f1dcac62-7bef-43eb-91f0-927336a1714f" providerId="ADAL" clId="{C5C6EC8B-092A-4999-B5EE-A1C3BF508D8A}" dt="2022-11-29T07:57:23.544" v="5548" actId="478"/>
          <ac:spMkLst>
            <pc:docMk/>
            <pc:sldMk cId="578210998" sldId="9072"/>
            <ac:spMk id="8" creationId="{012C3925-0B67-39E9-774E-96C5A35DF53D}"/>
          </ac:spMkLst>
        </pc:spChg>
      </pc:sldChg>
      <pc:sldChg chg="addSp delSp modSp del mod chgLayout">
        <pc:chgData name="Macher, Andreas (DI FA CTR PLC PPM)" userId="f1dcac62-7bef-43eb-91f0-927336a1714f" providerId="ADAL" clId="{C5C6EC8B-092A-4999-B5EE-A1C3BF508D8A}" dt="2022-11-29T10:05:48.411" v="8156" actId="47"/>
        <pc:sldMkLst>
          <pc:docMk/>
          <pc:sldMk cId="269201748" sldId="9734"/>
        </pc:sldMkLst>
        <pc:spChg chg="mod ord">
          <ac:chgData name="Macher, Andreas (DI FA CTR PLC PPM)" userId="f1dcac62-7bef-43eb-91f0-927336a1714f" providerId="ADAL" clId="{C5C6EC8B-092A-4999-B5EE-A1C3BF508D8A}" dt="2022-11-29T07:33:21.242" v="4875"/>
          <ac:spMkLst>
            <pc:docMk/>
            <pc:sldMk cId="269201748" sldId="9734"/>
            <ac:spMk id="2" creationId="{00000000-0000-0000-0000-000000000000}"/>
          </ac:spMkLst>
        </pc:spChg>
        <pc:spChg chg="add del mod">
          <ac:chgData name="Macher, Andreas (DI FA CTR PLC PPM)" userId="f1dcac62-7bef-43eb-91f0-927336a1714f" providerId="ADAL" clId="{C5C6EC8B-092A-4999-B5EE-A1C3BF508D8A}" dt="2022-11-28T13:03:01.490" v="4089"/>
          <ac:spMkLst>
            <pc:docMk/>
            <pc:sldMk cId="269201748" sldId="9734"/>
            <ac:spMk id="3" creationId="{5DE8E00E-363E-5C1D-BDFC-9647B2BA949C}"/>
          </ac:spMkLst>
        </pc:spChg>
        <pc:spChg chg="add mod">
          <ac:chgData name="Macher, Andreas (DI FA CTR PLC PPM)" userId="f1dcac62-7bef-43eb-91f0-927336a1714f" providerId="ADAL" clId="{C5C6EC8B-092A-4999-B5EE-A1C3BF508D8A}" dt="2022-11-29T07:33:26.117" v="4878" actId="6549"/>
          <ac:spMkLst>
            <pc:docMk/>
            <pc:sldMk cId="269201748" sldId="9734"/>
            <ac:spMk id="3" creationId="{D2B80872-9023-E2E5-4D5B-2CFD7E1ACB86}"/>
          </ac:spMkLst>
        </pc:spChg>
        <pc:spChg chg="add del mod ord">
          <ac:chgData name="Macher, Andreas (DI FA CTR PLC PPM)" userId="f1dcac62-7bef-43eb-91f0-927336a1714f" providerId="ADAL" clId="{C5C6EC8B-092A-4999-B5EE-A1C3BF508D8A}" dt="2022-11-17T12:22:47.283" v="1294" actId="21"/>
          <ac:spMkLst>
            <pc:docMk/>
            <pc:sldMk cId="269201748" sldId="9734"/>
            <ac:spMk id="3" creationId="{D3D8388D-DE73-68B0-3A1A-05238010B0E3}"/>
          </ac:spMkLst>
        </pc:spChg>
        <pc:spChg chg="add del mod">
          <ac:chgData name="Macher, Andreas (DI FA CTR PLC PPM)" userId="f1dcac62-7bef-43eb-91f0-927336a1714f" providerId="ADAL" clId="{C5C6EC8B-092A-4999-B5EE-A1C3BF508D8A}" dt="2022-11-28T07:24:33.818" v="2478"/>
          <ac:spMkLst>
            <pc:docMk/>
            <pc:sldMk cId="269201748" sldId="9734"/>
            <ac:spMk id="3" creationId="{E50ECD5E-20FF-1D72-51FE-AD0C0550B5B0}"/>
          </ac:spMkLst>
        </pc:spChg>
        <pc:spChg chg="mod">
          <ac:chgData name="Macher, Andreas (DI FA CTR PLC PPM)" userId="f1dcac62-7bef-43eb-91f0-927336a1714f" providerId="ADAL" clId="{C5C6EC8B-092A-4999-B5EE-A1C3BF508D8A}" dt="2022-11-17T13:09:02.556" v="2023" actId="207"/>
          <ac:spMkLst>
            <pc:docMk/>
            <pc:sldMk cId="269201748" sldId="9734"/>
            <ac:spMk id="4" creationId="{13553318-B9FB-4E68-8479-62C6EEF0EE78}"/>
          </ac:spMkLst>
        </pc:spChg>
        <pc:spChg chg="mod ord">
          <ac:chgData name="Macher, Andreas (DI FA CTR PLC PPM)" userId="f1dcac62-7bef-43eb-91f0-927336a1714f" providerId="ADAL" clId="{C5C6EC8B-092A-4999-B5EE-A1C3BF508D8A}" dt="2022-11-28T07:13:03.667" v="2316"/>
          <ac:spMkLst>
            <pc:docMk/>
            <pc:sldMk cId="269201748" sldId="9734"/>
            <ac:spMk id="6" creationId="{52486D80-3DF7-470D-823E-765DCE86C853}"/>
          </ac:spMkLst>
        </pc:spChg>
        <pc:spChg chg="add mod ord">
          <ac:chgData name="Macher, Andreas (DI FA CTR PLC PPM)" userId="f1dcac62-7bef-43eb-91f0-927336a1714f" providerId="ADAL" clId="{C5C6EC8B-092A-4999-B5EE-A1C3BF508D8A}" dt="2022-11-17T12:22:55.022" v="1296" actId="167"/>
          <ac:spMkLst>
            <pc:docMk/>
            <pc:sldMk cId="269201748" sldId="9734"/>
            <ac:spMk id="8" creationId="{B7FD8896-D5CD-6329-0483-72804AED927A}"/>
          </ac:spMkLst>
        </pc:spChg>
        <pc:spChg chg="add mod">
          <ac:chgData name="Macher, Andreas (DI FA CTR PLC PPM)" userId="f1dcac62-7bef-43eb-91f0-927336a1714f" providerId="ADAL" clId="{C5C6EC8B-092A-4999-B5EE-A1C3BF508D8A}" dt="2022-11-28T13:05:06.723" v="4126"/>
          <ac:spMkLst>
            <pc:docMk/>
            <pc:sldMk cId="269201748" sldId="9734"/>
            <ac:spMk id="11" creationId="{5D2EA5EA-918B-87FF-C065-1B5EFF2649B9}"/>
          </ac:spMkLst>
        </pc:spChg>
        <pc:spChg chg="add del mod">
          <ac:chgData name="Macher, Andreas (DI FA CTR PLC PPM)" userId="f1dcac62-7bef-43eb-91f0-927336a1714f" providerId="ADAL" clId="{C5C6EC8B-092A-4999-B5EE-A1C3BF508D8A}" dt="2022-11-28T07:24:33.818" v="2478"/>
          <ac:spMkLst>
            <pc:docMk/>
            <pc:sldMk cId="269201748" sldId="9734"/>
            <ac:spMk id="11" creationId="{BF03AE56-9B83-2B6D-EA24-B07EE393B1DE}"/>
          </ac:spMkLst>
        </pc:spChg>
        <pc:spChg chg="add mod">
          <ac:chgData name="Macher, Andreas (DI FA CTR PLC PPM)" userId="f1dcac62-7bef-43eb-91f0-927336a1714f" providerId="ADAL" clId="{C5C6EC8B-092A-4999-B5EE-A1C3BF508D8A}" dt="2022-11-28T13:05:06.723" v="4126"/>
          <ac:spMkLst>
            <pc:docMk/>
            <pc:sldMk cId="269201748" sldId="9734"/>
            <ac:spMk id="12" creationId="{4F91739F-DD94-B42F-23DC-E67ADCA28D51}"/>
          </ac:spMkLst>
        </pc:spChg>
        <pc:spChg chg="add del mod">
          <ac:chgData name="Macher, Andreas (DI FA CTR PLC PPM)" userId="f1dcac62-7bef-43eb-91f0-927336a1714f" providerId="ADAL" clId="{C5C6EC8B-092A-4999-B5EE-A1C3BF508D8A}" dt="2022-11-28T07:24:33.818" v="2478"/>
          <ac:spMkLst>
            <pc:docMk/>
            <pc:sldMk cId="269201748" sldId="9734"/>
            <ac:spMk id="12" creationId="{B0A68C5C-2092-F65D-FDA6-7E229840C07B}"/>
          </ac:spMkLst>
        </pc:spChg>
        <pc:spChg chg="mod">
          <ac:chgData name="Macher, Andreas (DI FA CTR PLC PPM)" userId="f1dcac62-7bef-43eb-91f0-927336a1714f" providerId="ADAL" clId="{C5C6EC8B-092A-4999-B5EE-A1C3BF508D8A}" dt="2022-11-17T12:23:01" v="1297" actId="207"/>
          <ac:spMkLst>
            <pc:docMk/>
            <pc:sldMk cId="269201748" sldId="9734"/>
            <ac:spMk id="13" creationId="{1B045889-8054-D743-CEF7-227859B875E2}"/>
          </ac:spMkLst>
        </pc:spChg>
        <pc:spChg chg="add mod">
          <ac:chgData name="Macher, Andreas (DI FA CTR PLC PPM)" userId="f1dcac62-7bef-43eb-91f0-927336a1714f" providerId="ADAL" clId="{C5C6EC8B-092A-4999-B5EE-A1C3BF508D8A}" dt="2022-11-28T13:05:16.110" v="4128" actId="1076"/>
          <ac:spMkLst>
            <pc:docMk/>
            <pc:sldMk cId="269201748" sldId="9734"/>
            <ac:spMk id="14" creationId="{5EC46841-3E4C-487E-8F9D-FD49A5C1EC04}"/>
          </ac:spMkLst>
        </pc:spChg>
        <pc:spChg chg="add del mod">
          <ac:chgData name="Macher, Andreas (DI FA CTR PLC PPM)" userId="f1dcac62-7bef-43eb-91f0-927336a1714f" providerId="ADAL" clId="{C5C6EC8B-092A-4999-B5EE-A1C3BF508D8A}" dt="2022-11-28T07:24:33.818" v="2478"/>
          <ac:spMkLst>
            <pc:docMk/>
            <pc:sldMk cId="269201748" sldId="9734"/>
            <ac:spMk id="14" creationId="{773FBD83-7CB1-25FC-DF99-90A03666E0F9}"/>
          </ac:spMkLst>
        </pc:spChg>
        <pc:spChg chg="add del mod">
          <ac:chgData name="Macher, Andreas (DI FA CTR PLC PPM)" userId="f1dcac62-7bef-43eb-91f0-927336a1714f" providerId="ADAL" clId="{C5C6EC8B-092A-4999-B5EE-A1C3BF508D8A}" dt="2022-11-28T07:24:33.818" v="2478"/>
          <ac:spMkLst>
            <pc:docMk/>
            <pc:sldMk cId="269201748" sldId="9734"/>
            <ac:spMk id="15" creationId="{A54D7B66-0414-8FC2-5681-657319DEA882}"/>
          </ac:spMkLst>
        </pc:spChg>
        <pc:spChg chg="add mod">
          <ac:chgData name="Macher, Andreas (DI FA CTR PLC PPM)" userId="f1dcac62-7bef-43eb-91f0-927336a1714f" providerId="ADAL" clId="{C5C6EC8B-092A-4999-B5EE-A1C3BF508D8A}" dt="2022-11-28T13:05:16.110" v="4128" actId="1076"/>
          <ac:spMkLst>
            <pc:docMk/>
            <pc:sldMk cId="269201748" sldId="9734"/>
            <ac:spMk id="15" creationId="{AB078BEA-3C1F-9DCC-C485-47C4569957E2}"/>
          </ac:spMkLst>
        </pc:spChg>
        <pc:spChg chg="add del mod">
          <ac:chgData name="Macher, Andreas (DI FA CTR PLC PPM)" userId="f1dcac62-7bef-43eb-91f0-927336a1714f" providerId="ADAL" clId="{C5C6EC8B-092A-4999-B5EE-A1C3BF508D8A}" dt="2022-11-28T07:24:33.818" v="2478"/>
          <ac:spMkLst>
            <pc:docMk/>
            <pc:sldMk cId="269201748" sldId="9734"/>
            <ac:spMk id="17" creationId="{B5C11CEB-168B-C142-5314-48152CFCC80A}"/>
          </ac:spMkLst>
        </pc:spChg>
        <pc:spChg chg="add del mod">
          <ac:chgData name="Macher, Andreas (DI FA CTR PLC PPM)" userId="f1dcac62-7bef-43eb-91f0-927336a1714f" providerId="ADAL" clId="{C5C6EC8B-092A-4999-B5EE-A1C3BF508D8A}" dt="2022-11-28T07:24:33.818" v="2478"/>
          <ac:spMkLst>
            <pc:docMk/>
            <pc:sldMk cId="269201748" sldId="9734"/>
            <ac:spMk id="18" creationId="{79ACD1BF-9928-DC43-B8A8-B6BEE379883F}"/>
          </ac:spMkLst>
        </pc:spChg>
        <pc:spChg chg="add del mod">
          <ac:chgData name="Macher, Andreas (DI FA CTR PLC PPM)" userId="f1dcac62-7bef-43eb-91f0-927336a1714f" providerId="ADAL" clId="{C5C6EC8B-092A-4999-B5EE-A1C3BF508D8A}" dt="2022-11-28T07:24:33.818" v="2478"/>
          <ac:spMkLst>
            <pc:docMk/>
            <pc:sldMk cId="269201748" sldId="9734"/>
            <ac:spMk id="19" creationId="{4A183B36-8A2E-5ACE-1EBF-105E19195F00}"/>
          </ac:spMkLst>
        </pc:spChg>
        <pc:spChg chg="add del mod">
          <ac:chgData name="Macher, Andreas (DI FA CTR PLC PPM)" userId="f1dcac62-7bef-43eb-91f0-927336a1714f" providerId="ADAL" clId="{C5C6EC8B-092A-4999-B5EE-A1C3BF508D8A}" dt="2022-11-28T07:24:33.818" v="2478"/>
          <ac:spMkLst>
            <pc:docMk/>
            <pc:sldMk cId="269201748" sldId="9734"/>
            <ac:spMk id="20" creationId="{47277C7C-CFFB-A077-ECF7-38D0FD4B7DC2}"/>
          </ac:spMkLst>
        </pc:spChg>
        <pc:spChg chg="add del mod">
          <ac:chgData name="Macher, Andreas (DI FA CTR PLC PPM)" userId="f1dcac62-7bef-43eb-91f0-927336a1714f" providerId="ADAL" clId="{C5C6EC8B-092A-4999-B5EE-A1C3BF508D8A}" dt="2022-11-28T07:24:33.818" v="2478"/>
          <ac:spMkLst>
            <pc:docMk/>
            <pc:sldMk cId="269201748" sldId="9734"/>
            <ac:spMk id="21" creationId="{98D66341-2B33-1A2F-3E52-3EC743EDB06D}"/>
          </ac:spMkLst>
        </pc:spChg>
        <pc:spChg chg="add del mod">
          <ac:chgData name="Macher, Andreas (DI FA CTR PLC PPM)" userId="f1dcac62-7bef-43eb-91f0-927336a1714f" providerId="ADAL" clId="{C5C6EC8B-092A-4999-B5EE-A1C3BF508D8A}" dt="2022-11-28T07:24:33.818" v="2478"/>
          <ac:spMkLst>
            <pc:docMk/>
            <pc:sldMk cId="269201748" sldId="9734"/>
            <ac:spMk id="22" creationId="{3523E908-7D4C-8B45-AB95-03C306D84886}"/>
          </ac:spMkLst>
        </pc:spChg>
        <pc:spChg chg="mod">
          <ac:chgData name="Macher, Andreas (DI FA CTR PLC PPM)" userId="f1dcac62-7bef-43eb-91f0-927336a1714f" providerId="ADAL" clId="{C5C6EC8B-092A-4999-B5EE-A1C3BF508D8A}" dt="2022-11-29T07:31:41.529" v="4844"/>
          <ac:spMkLst>
            <pc:docMk/>
            <pc:sldMk cId="269201748" sldId="9734"/>
            <ac:spMk id="23" creationId="{AC65D4B8-B8E2-4E03-BCFD-965AC16EB98E}"/>
          </ac:spMkLst>
        </pc:spChg>
        <pc:spChg chg="del mod">
          <ac:chgData name="Macher, Andreas (DI FA CTR PLC PPM)" userId="f1dcac62-7bef-43eb-91f0-927336a1714f" providerId="ADAL" clId="{C5C6EC8B-092A-4999-B5EE-A1C3BF508D8A}" dt="2022-11-29T07:30:49.410" v="4830" actId="478"/>
          <ac:spMkLst>
            <pc:docMk/>
            <pc:sldMk cId="269201748" sldId="9734"/>
            <ac:spMk id="24" creationId="{4391C8F4-4C69-4AA8-8607-DC4045211468}"/>
          </ac:spMkLst>
        </pc:spChg>
        <pc:spChg chg="add del mod">
          <ac:chgData name="Macher, Andreas (DI FA CTR PLC PPM)" userId="f1dcac62-7bef-43eb-91f0-927336a1714f" providerId="ADAL" clId="{C5C6EC8B-092A-4999-B5EE-A1C3BF508D8A}" dt="2022-11-28T07:24:33.818" v="2478"/>
          <ac:spMkLst>
            <pc:docMk/>
            <pc:sldMk cId="269201748" sldId="9734"/>
            <ac:spMk id="25" creationId="{E202196F-8FAA-41F8-D282-F321C024235D}"/>
          </ac:spMkLst>
        </pc:spChg>
        <pc:spChg chg="add del mod">
          <ac:chgData name="Macher, Andreas (DI FA CTR PLC PPM)" userId="f1dcac62-7bef-43eb-91f0-927336a1714f" providerId="ADAL" clId="{C5C6EC8B-092A-4999-B5EE-A1C3BF508D8A}" dt="2022-11-28T07:24:33.818" v="2478"/>
          <ac:spMkLst>
            <pc:docMk/>
            <pc:sldMk cId="269201748" sldId="9734"/>
            <ac:spMk id="32" creationId="{B276371B-9ADB-8D43-E889-7456ABECC8F9}"/>
          </ac:spMkLst>
        </pc:spChg>
        <pc:spChg chg="add del mod">
          <ac:chgData name="Macher, Andreas (DI FA CTR PLC PPM)" userId="f1dcac62-7bef-43eb-91f0-927336a1714f" providerId="ADAL" clId="{C5C6EC8B-092A-4999-B5EE-A1C3BF508D8A}" dt="2022-11-28T07:24:33.818" v="2478"/>
          <ac:spMkLst>
            <pc:docMk/>
            <pc:sldMk cId="269201748" sldId="9734"/>
            <ac:spMk id="33" creationId="{3EB22C56-7E07-2368-594F-D58ABC097FCC}"/>
          </ac:spMkLst>
        </pc:spChg>
        <pc:spChg chg="del">
          <ac:chgData name="Macher, Andreas (DI FA CTR PLC PPM)" userId="f1dcac62-7bef-43eb-91f0-927336a1714f" providerId="ADAL" clId="{C5C6EC8B-092A-4999-B5EE-A1C3BF508D8A}" dt="2022-08-15T10:13:08.530" v="15" actId="478"/>
          <ac:spMkLst>
            <pc:docMk/>
            <pc:sldMk cId="269201748" sldId="9734"/>
            <ac:spMk id="33" creationId="{50255018-8CB7-4824-BA4D-FEFB0A6AFB66}"/>
          </ac:spMkLst>
        </pc:spChg>
        <pc:spChg chg="add mod">
          <ac:chgData name="Macher, Andreas (DI FA CTR PLC PPM)" userId="f1dcac62-7bef-43eb-91f0-927336a1714f" providerId="ADAL" clId="{C5C6EC8B-092A-4999-B5EE-A1C3BF508D8A}" dt="2022-11-28T07:24:41.486" v="2479"/>
          <ac:spMkLst>
            <pc:docMk/>
            <pc:sldMk cId="269201748" sldId="9734"/>
            <ac:spMk id="41" creationId="{527A5D6B-DFB8-AC38-BF84-16251BF74182}"/>
          </ac:spMkLst>
        </pc:spChg>
        <pc:spChg chg="add mod">
          <ac:chgData name="Macher, Andreas (DI FA CTR PLC PPM)" userId="f1dcac62-7bef-43eb-91f0-927336a1714f" providerId="ADAL" clId="{C5C6EC8B-092A-4999-B5EE-A1C3BF508D8A}" dt="2022-11-28T07:24:41.486" v="2479"/>
          <ac:spMkLst>
            <pc:docMk/>
            <pc:sldMk cId="269201748" sldId="9734"/>
            <ac:spMk id="42" creationId="{56CB066C-B94F-E1ED-27C2-43AE5271DA4F}"/>
          </ac:spMkLst>
        </pc:spChg>
        <pc:spChg chg="add mod">
          <ac:chgData name="Macher, Andreas (DI FA CTR PLC PPM)" userId="f1dcac62-7bef-43eb-91f0-927336a1714f" providerId="ADAL" clId="{C5C6EC8B-092A-4999-B5EE-A1C3BF508D8A}" dt="2022-11-28T07:24:41.486" v="2479"/>
          <ac:spMkLst>
            <pc:docMk/>
            <pc:sldMk cId="269201748" sldId="9734"/>
            <ac:spMk id="43" creationId="{A06ACEE2-BC80-2067-B9F7-5F63DF377579}"/>
          </ac:spMkLst>
        </pc:spChg>
        <pc:spChg chg="add mod">
          <ac:chgData name="Macher, Andreas (DI FA CTR PLC PPM)" userId="f1dcac62-7bef-43eb-91f0-927336a1714f" providerId="ADAL" clId="{C5C6EC8B-092A-4999-B5EE-A1C3BF508D8A}" dt="2022-11-28T12:23:33.496" v="3947" actId="108"/>
          <ac:spMkLst>
            <pc:docMk/>
            <pc:sldMk cId="269201748" sldId="9734"/>
            <ac:spMk id="44" creationId="{21DA0683-B12A-1B7C-D26C-8A9E74F85D86}"/>
          </ac:spMkLst>
        </pc:spChg>
        <pc:spChg chg="add mod">
          <ac:chgData name="Macher, Andreas (DI FA CTR PLC PPM)" userId="f1dcac62-7bef-43eb-91f0-927336a1714f" providerId="ADAL" clId="{C5C6EC8B-092A-4999-B5EE-A1C3BF508D8A}" dt="2022-11-28T07:24:41.486" v="2479"/>
          <ac:spMkLst>
            <pc:docMk/>
            <pc:sldMk cId="269201748" sldId="9734"/>
            <ac:spMk id="45" creationId="{DC4475E2-85FB-3775-949E-62B5A7DF0ACD}"/>
          </ac:spMkLst>
        </pc:spChg>
        <pc:spChg chg="add mod">
          <ac:chgData name="Macher, Andreas (DI FA CTR PLC PPM)" userId="f1dcac62-7bef-43eb-91f0-927336a1714f" providerId="ADAL" clId="{C5C6EC8B-092A-4999-B5EE-A1C3BF508D8A}" dt="2022-11-28T07:24:41.486" v="2479"/>
          <ac:spMkLst>
            <pc:docMk/>
            <pc:sldMk cId="269201748" sldId="9734"/>
            <ac:spMk id="47" creationId="{9299A86B-7827-4A4B-C5E2-CA725EF7912F}"/>
          </ac:spMkLst>
        </pc:spChg>
        <pc:spChg chg="add mod">
          <ac:chgData name="Macher, Andreas (DI FA CTR PLC PPM)" userId="f1dcac62-7bef-43eb-91f0-927336a1714f" providerId="ADAL" clId="{C5C6EC8B-092A-4999-B5EE-A1C3BF508D8A}" dt="2022-11-28T07:24:41.486" v="2479"/>
          <ac:spMkLst>
            <pc:docMk/>
            <pc:sldMk cId="269201748" sldId="9734"/>
            <ac:spMk id="48" creationId="{58CE9AE2-5BFC-CD3B-7909-7EA6B01020E3}"/>
          </ac:spMkLst>
        </pc:spChg>
        <pc:spChg chg="add mod">
          <ac:chgData name="Macher, Andreas (DI FA CTR PLC PPM)" userId="f1dcac62-7bef-43eb-91f0-927336a1714f" providerId="ADAL" clId="{C5C6EC8B-092A-4999-B5EE-A1C3BF508D8A}" dt="2022-11-28T07:24:41.486" v="2479"/>
          <ac:spMkLst>
            <pc:docMk/>
            <pc:sldMk cId="269201748" sldId="9734"/>
            <ac:spMk id="49" creationId="{FFEB1324-7E10-9122-57F6-B76A60A31251}"/>
          </ac:spMkLst>
        </pc:spChg>
        <pc:spChg chg="add mod">
          <ac:chgData name="Macher, Andreas (DI FA CTR PLC PPM)" userId="f1dcac62-7bef-43eb-91f0-927336a1714f" providerId="ADAL" clId="{C5C6EC8B-092A-4999-B5EE-A1C3BF508D8A}" dt="2022-11-28T07:24:41.486" v="2479"/>
          <ac:spMkLst>
            <pc:docMk/>
            <pc:sldMk cId="269201748" sldId="9734"/>
            <ac:spMk id="50" creationId="{7D62DA75-AF31-D1BE-792D-4AEC045A98F4}"/>
          </ac:spMkLst>
        </pc:spChg>
        <pc:spChg chg="add mod">
          <ac:chgData name="Macher, Andreas (DI FA CTR PLC PPM)" userId="f1dcac62-7bef-43eb-91f0-927336a1714f" providerId="ADAL" clId="{C5C6EC8B-092A-4999-B5EE-A1C3BF508D8A}" dt="2022-11-28T07:24:41.486" v="2479"/>
          <ac:spMkLst>
            <pc:docMk/>
            <pc:sldMk cId="269201748" sldId="9734"/>
            <ac:spMk id="51" creationId="{3BD74B9B-447A-A130-7DEF-A18142501AA0}"/>
          </ac:spMkLst>
        </pc:spChg>
        <pc:spChg chg="add mod">
          <ac:chgData name="Macher, Andreas (DI FA CTR PLC PPM)" userId="f1dcac62-7bef-43eb-91f0-927336a1714f" providerId="ADAL" clId="{C5C6EC8B-092A-4999-B5EE-A1C3BF508D8A}" dt="2022-11-28T07:24:41.486" v="2479"/>
          <ac:spMkLst>
            <pc:docMk/>
            <pc:sldMk cId="269201748" sldId="9734"/>
            <ac:spMk id="54" creationId="{82C36912-4907-7305-575E-838D701807B7}"/>
          </ac:spMkLst>
        </pc:spChg>
        <pc:spChg chg="add mod">
          <ac:chgData name="Macher, Andreas (DI FA CTR PLC PPM)" userId="f1dcac62-7bef-43eb-91f0-927336a1714f" providerId="ADAL" clId="{C5C6EC8B-092A-4999-B5EE-A1C3BF508D8A}" dt="2022-11-28T07:24:41.486" v="2479"/>
          <ac:spMkLst>
            <pc:docMk/>
            <pc:sldMk cId="269201748" sldId="9734"/>
            <ac:spMk id="59" creationId="{76F0B189-17D1-36D3-192A-046A23F17238}"/>
          </ac:spMkLst>
        </pc:spChg>
        <pc:spChg chg="mod">
          <ac:chgData name="Macher, Andreas (DI FA CTR PLC PPM)" userId="f1dcac62-7bef-43eb-91f0-927336a1714f" providerId="ADAL" clId="{C5C6EC8B-092A-4999-B5EE-A1C3BF508D8A}" dt="2022-11-28T07:24:41.486" v="2479"/>
          <ac:spMkLst>
            <pc:docMk/>
            <pc:sldMk cId="269201748" sldId="9734"/>
            <ac:spMk id="75" creationId="{232B0B50-0899-8E5E-38D3-24C167CD150E}"/>
          </ac:spMkLst>
        </pc:spChg>
        <pc:spChg chg="mod">
          <ac:chgData name="Macher, Andreas (DI FA CTR PLC PPM)" userId="f1dcac62-7bef-43eb-91f0-927336a1714f" providerId="ADAL" clId="{C5C6EC8B-092A-4999-B5EE-A1C3BF508D8A}" dt="2022-11-28T07:24:41.486" v="2479"/>
          <ac:spMkLst>
            <pc:docMk/>
            <pc:sldMk cId="269201748" sldId="9734"/>
            <ac:spMk id="77" creationId="{D8C404E9-96CB-841B-9435-0B8157594754}"/>
          </ac:spMkLst>
        </pc:spChg>
        <pc:spChg chg="mod">
          <ac:chgData name="Macher, Andreas (DI FA CTR PLC PPM)" userId="f1dcac62-7bef-43eb-91f0-927336a1714f" providerId="ADAL" clId="{C5C6EC8B-092A-4999-B5EE-A1C3BF508D8A}" dt="2022-11-17T12:23:01" v="1297" actId="207"/>
          <ac:spMkLst>
            <pc:docMk/>
            <pc:sldMk cId="269201748" sldId="9734"/>
            <ac:spMk id="80" creationId="{9768DBB1-827C-49EB-808D-C4455E1A34B5}"/>
          </ac:spMkLst>
        </pc:spChg>
        <pc:spChg chg="mod">
          <ac:chgData name="Macher, Andreas (DI FA CTR PLC PPM)" userId="f1dcac62-7bef-43eb-91f0-927336a1714f" providerId="ADAL" clId="{C5C6EC8B-092A-4999-B5EE-A1C3BF508D8A}" dt="2022-11-28T07:24:41.486" v="2479"/>
          <ac:spMkLst>
            <pc:docMk/>
            <pc:sldMk cId="269201748" sldId="9734"/>
            <ac:spMk id="88" creationId="{03959946-4ADD-23D7-26F0-DE6E44E6B3F6}"/>
          </ac:spMkLst>
        </pc:spChg>
        <pc:spChg chg="mod">
          <ac:chgData name="Macher, Andreas (DI FA CTR PLC PPM)" userId="f1dcac62-7bef-43eb-91f0-927336a1714f" providerId="ADAL" clId="{C5C6EC8B-092A-4999-B5EE-A1C3BF508D8A}" dt="2022-11-28T07:24:41.486" v="2479"/>
          <ac:spMkLst>
            <pc:docMk/>
            <pc:sldMk cId="269201748" sldId="9734"/>
            <ac:spMk id="89" creationId="{1F29F9BB-B7F3-B8FE-2CED-C275EF14CC8F}"/>
          </ac:spMkLst>
        </pc:spChg>
        <pc:spChg chg="mod">
          <ac:chgData name="Macher, Andreas (DI FA CTR PLC PPM)" userId="f1dcac62-7bef-43eb-91f0-927336a1714f" providerId="ADAL" clId="{C5C6EC8B-092A-4999-B5EE-A1C3BF508D8A}" dt="2022-11-28T07:24:41.486" v="2479"/>
          <ac:spMkLst>
            <pc:docMk/>
            <pc:sldMk cId="269201748" sldId="9734"/>
            <ac:spMk id="90" creationId="{C0FFF4A9-ED2A-DBBF-D6FB-D9716D728602}"/>
          </ac:spMkLst>
        </pc:spChg>
        <pc:spChg chg="del">
          <ac:chgData name="Macher, Andreas (DI FA CTR PLC PPM)" userId="f1dcac62-7bef-43eb-91f0-927336a1714f" providerId="ADAL" clId="{C5C6EC8B-092A-4999-B5EE-A1C3BF508D8A}" dt="2022-11-28T07:24:29.106" v="2476" actId="478"/>
          <ac:spMkLst>
            <pc:docMk/>
            <pc:sldMk cId="269201748" sldId="9734"/>
            <ac:spMk id="97" creationId="{7E4E1D5F-015E-7B1F-B275-92F3E08ECAF5}"/>
          </ac:spMkLst>
        </pc:spChg>
        <pc:spChg chg="del">
          <ac:chgData name="Macher, Andreas (DI FA CTR PLC PPM)" userId="f1dcac62-7bef-43eb-91f0-927336a1714f" providerId="ADAL" clId="{C5C6EC8B-092A-4999-B5EE-A1C3BF508D8A}" dt="2022-11-28T07:24:29.106" v="2476" actId="478"/>
          <ac:spMkLst>
            <pc:docMk/>
            <pc:sldMk cId="269201748" sldId="9734"/>
            <ac:spMk id="98" creationId="{90F8A039-3C3F-63B4-0612-8E6D97686938}"/>
          </ac:spMkLst>
        </pc:spChg>
        <pc:spChg chg="mod">
          <ac:chgData name="Macher, Andreas (DI FA CTR PLC PPM)" userId="f1dcac62-7bef-43eb-91f0-927336a1714f" providerId="ADAL" clId="{C5C6EC8B-092A-4999-B5EE-A1C3BF508D8A}" dt="2022-11-17T12:23:01" v="1297" actId="207"/>
          <ac:spMkLst>
            <pc:docMk/>
            <pc:sldMk cId="269201748" sldId="9734"/>
            <ac:spMk id="101" creationId="{00000000-0000-0000-0000-000000000000}"/>
          </ac:spMkLst>
        </pc:spChg>
        <pc:spChg chg="mod">
          <ac:chgData name="Macher, Andreas (DI FA CTR PLC PPM)" userId="f1dcac62-7bef-43eb-91f0-927336a1714f" providerId="ADAL" clId="{C5C6EC8B-092A-4999-B5EE-A1C3BF508D8A}" dt="2022-11-17T12:23:01" v="1297" actId="207"/>
          <ac:spMkLst>
            <pc:docMk/>
            <pc:sldMk cId="269201748" sldId="9734"/>
            <ac:spMk id="102" creationId="{00000000-0000-0000-0000-000000000000}"/>
          </ac:spMkLst>
        </pc:spChg>
        <pc:spChg chg="del">
          <ac:chgData name="Macher, Andreas (DI FA CTR PLC PPM)" userId="f1dcac62-7bef-43eb-91f0-927336a1714f" providerId="ADAL" clId="{C5C6EC8B-092A-4999-B5EE-A1C3BF508D8A}" dt="2022-11-28T07:24:29.106" v="2476" actId="478"/>
          <ac:spMkLst>
            <pc:docMk/>
            <pc:sldMk cId="269201748" sldId="9734"/>
            <ac:spMk id="103" creationId="{47F7289E-4C85-1647-5C29-55EB3A80BBB6}"/>
          </ac:spMkLst>
        </pc:spChg>
        <pc:spChg chg="del">
          <ac:chgData name="Macher, Andreas (DI FA CTR PLC PPM)" userId="f1dcac62-7bef-43eb-91f0-927336a1714f" providerId="ADAL" clId="{C5C6EC8B-092A-4999-B5EE-A1C3BF508D8A}" dt="2022-11-28T07:24:29.106" v="2476" actId="478"/>
          <ac:spMkLst>
            <pc:docMk/>
            <pc:sldMk cId="269201748" sldId="9734"/>
            <ac:spMk id="104" creationId="{666C7063-5E11-3655-137D-0EFE3559E1A2}"/>
          </ac:spMkLst>
        </pc:spChg>
        <pc:spChg chg="del">
          <ac:chgData name="Macher, Andreas (DI FA CTR PLC PPM)" userId="f1dcac62-7bef-43eb-91f0-927336a1714f" providerId="ADAL" clId="{C5C6EC8B-092A-4999-B5EE-A1C3BF508D8A}" dt="2022-11-28T07:24:29.106" v="2476" actId="478"/>
          <ac:spMkLst>
            <pc:docMk/>
            <pc:sldMk cId="269201748" sldId="9734"/>
            <ac:spMk id="105" creationId="{FF0E2337-2E93-B8A5-527C-B94193BFBB99}"/>
          </ac:spMkLst>
        </pc:spChg>
        <pc:spChg chg="add mod">
          <ac:chgData name="Macher, Andreas (DI FA CTR PLC PPM)" userId="f1dcac62-7bef-43eb-91f0-927336a1714f" providerId="ADAL" clId="{C5C6EC8B-092A-4999-B5EE-A1C3BF508D8A}" dt="2022-11-28T07:24:41.486" v="2479"/>
          <ac:spMkLst>
            <pc:docMk/>
            <pc:sldMk cId="269201748" sldId="9734"/>
            <ac:spMk id="111" creationId="{727DC49D-D207-20B5-E69A-1F14151F193F}"/>
          </ac:spMkLst>
        </pc:spChg>
        <pc:spChg chg="add mod">
          <ac:chgData name="Macher, Andreas (DI FA CTR PLC PPM)" userId="f1dcac62-7bef-43eb-91f0-927336a1714f" providerId="ADAL" clId="{C5C6EC8B-092A-4999-B5EE-A1C3BF508D8A}" dt="2022-11-28T07:24:41.486" v="2479"/>
          <ac:spMkLst>
            <pc:docMk/>
            <pc:sldMk cId="269201748" sldId="9734"/>
            <ac:spMk id="112" creationId="{BB64CBF9-BA8B-7F9D-E20E-A2474569B829}"/>
          </ac:spMkLst>
        </pc:spChg>
        <pc:spChg chg="del">
          <ac:chgData name="Macher, Andreas (DI FA CTR PLC PPM)" userId="f1dcac62-7bef-43eb-91f0-927336a1714f" providerId="ADAL" clId="{C5C6EC8B-092A-4999-B5EE-A1C3BF508D8A}" dt="2022-11-28T07:24:29.106" v="2476" actId="478"/>
          <ac:spMkLst>
            <pc:docMk/>
            <pc:sldMk cId="269201748" sldId="9734"/>
            <ac:spMk id="122" creationId="{4E6C54B3-2368-35E1-D876-F6C6D80FD999}"/>
          </ac:spMkLst>
        </pc:spChg>
        <pc:spChg chg="del mod">
          <ac:chgData name="Macher, Andreas (DI FA CTR PLC PPM)" userId="f1dcac62-7bef-43eb-91f0-927336a1714f" providerId="ADAL" clId="{C5C6EC8B-092A-4999-B5EE-A1C3BF508D8A}" dt="2022-11-28T07:24:29.106" v="2476" actId="478"/>
          <ac:spMkLst>
            <pc:docMk/>
            <pc:sldMk cId="269201748" sldId="9734"/>
            <ac:spMk id="125" creationId="{9CCDFA5F-52B6-9BDC-1D23-82BE99D6AD23}"/>
          </ac:spMkLst>
        </pc:spChg>
        <pc:spChg chg="del mod">
          <ac:chgData name="Macher, Andreas (DI FA CTR PLC PPM)" userId="f1dcac62-7bef-43eb-91f0-927336a1714f" providerId="ADAL" clId="{C5C6EC8B-092A-4999-B5EE-A1C3BF508D8A}" dt="2022-11-28T07:24:29.106" v="2476" actId="478"/>
          <ac:spMkLst>
            <pc:docMk/>
            <pc:sldMk cId="269201748" sldId="9734"/>
            <ac:spMk id="126" creationId="{BB8C3C3D-2675-6C21-5547-8D0EF75EA9C6}"/>
          </ac:spMkLst>
        </pc:spChg>
        <pc:spChg chg="del">
          <ac:chgData name="Macher, Andreas (DI FA CTR PLC PPM)" userId="f1dcac62-7bef-43eb-91f0-927336a1714f" providerId="ADAL" clId="{C5C6EC8B-092A-4999-B5EE-A1C3BF508D8A}" dt="2022-11-28T07:24:29.106" v="2476" actId="478"/>
          <ac:spMkLst>
            <pc:docMk/>
            <pc:sldMk cId="269201748" sldId="9734"/>
            <ac:spMk id="128" creationId="{19698964-C315-9207-5D66-1B3EEF96262A}"/>
          </ac:spMkLst>
        </pc:spChg>
        <pc:spChg chg="del mod">
          <ac:chgData name="Macher, Andreas (DI FA CTR PLC PPM)" userId="f1dcac62-7bef-43eb-91f0-927336a1714f" providerId="ADAL" clId="{C5C6EC8B-092A-4999-B5EE-A1C3BF508D8A}" dt="2022-11-28T07:24:29.106" v="2476" actId="478"/>
          <ac:spMkLst>
            <pc:docMk/>
            <pc:sldMk cId="269201748" sldId="9734"/>
            <ac:spMk id="130" creationId="{4A9E1C25-C051-2E69-7ABD-39D6D0C356EB}"/>
          </ac:spMkLst>
        </pc:spChg>
        <pc:spChg chg="mod">
          <ac:chgData name="Macher, Andreas (DI FA CTR PLC PPM)" userId="f1dcac62-7bef-43eb-91f0-927336a1714f" providerId="ADAL" clId="{C5C6EC8B-092A-4999-B5EE-A1C3BF508D8A}" dt="2022-11-17T13:08:57.070" v="2022" actId="207"/>
          <ac:spMkLst>
            <pc:docMk/>
            <pc:sldMk cId="269201748" sldId="9734"/>
            <ac:spMk id="138" creationId="{855C27A5-2CCC-2FED-D833-385FBE55ABD1}"/>
          </ac:spMkLst>
        </pc:spChg>
        <pc:spChg chg="del">
          <ac:chgData name="Macher, Andreas (DI FA CTR PLC PPM)" userId="f1dcac62-7bef-43eb-91f0-927336a1714f" providerId="ADAL" clId="{C5C6EC8B-092A-4999-B5EE-A1C3BF508D8A}" dt="2022-11-28T07:24:29.106" v="2476" actId="478"/>
          <ac:spMkLst>
            <pc:docMk/>
            <pc:sldMk cId="269201748" sldId="9734"/>
            <ac:spMk id="145" creationId="{3FD4A738-B813-01E2-B083-4E0D63DF1994}"/>
          </ac:spMkLst>
        </pc:spChg>
        <pc:spChg chg="del">
          <ac:chgData name="Macher, Andreas (DI FA CTR PLC PPM)" userId="f1dcac62-7bef-43eb-91f0-927336a1714f" providerId="ADAL" clId="{C5C6EC8B-092A-4999-B5EE-A1C3BF508D8A}" dt="2022-11-28T07:24:29.106" v="2476" actId="478"/>
          <ac:spMkLst>
            <pc:docMk/>
            <pc:sldMk cId="269201748" sldId="9734"/>
            <ac:spMk id="146" creationId="{C0D6A251-2369-A55E-C9FD-991BFFF9BD05}"/>
          </ac:spMkLst>
        </pc:spChg>
        <pc:spChg chg="del">
          <ac:chgData name="Macher, Andreas (DI FA CTR PLC PPM)" userId="f1dcac62-7bef-43eb-91f0-927336a1714f" providerId="ADAL" clId="{C5C6EC8B-092A-4999-B5EE-A1C3BF508D8A}" dt="2022-11-28T07:24:29.106" v="2476" actId="478"/>
          <ac:spMkLst>
            <pc:docMk/>
            <pc:sldMk cId="269201748" sldId="9734"/>
            <ac:spMk id="147" creationId="{639699F1-9038-AD90-91D0-0ED3B77EC4F0}"/>
          </ac:spMkLst>
        </pc:spChg>
        <pc:spChg chg="del">
          <ac:chgData name="Macher, Andreas (DI FA CTR PLC PPM)" userId="f1dcac62-7bef-43eb-91f0-927336a1714f" providerId="ADAL" clId="{C5C6EC8B-092A-4999-B5EE-A1C3BF508D8A}" dt="2022-11-28T07:24:29.106" v="2476" actId="478"/>
          <ac:spMkLst>
            <pc:docMk/>
            <pc:sldMk cId="269201748" sldId="9734"/>
            <ac:spMk id="148" creationId="{61D7BB6E-E82C-81CD-B361-FEA63C708535}"/>
          </ac:spMkLst>
        </pc:spChg>
        <pc:spChg chg="del">
          <ac:chgData name="Macher, Andreas (DI FA CTR PLC PPM)" userId="f1dcac62-7bef-43eb-91f0-927336a1714f" providerId="ADAL" clId="{C5C6EC8B-092A-4999-B5EE-A1C3BF508D8A}" dt="2022-11-17T12:25:23.839" v="1315" actId="478"/>
          <ac:spMkLst>
            <pc:docMk/>
            <pc:sldMk cId="269201748" sldId="9734"/>
            <ac:spMk id="160" creationId="{2D80FEEB-5AF4-338B-36D5-B901A6B8ABA1}"/>
          </ac:spMkLst>
        </pc:spChg>
        <pc:grpChg chg="mod">
          <ac:chgData name="Macher, Andreas (DI FA CTR PLC PPM)" userId="f1dcac62-7bef-43eb-91f0-927336a1714f" providerId="ADAL" clId="{C5C6EC8B-092A-4999-B5EE-A1C3BF508D8A}" dt="2022-11-17T12:25:21.442" v="1314" actId="207"/>
          <ac:grpSpMkLst>
            <pc:docMk/>
            <pc:sldMk cId="269201748" sldId="9734"/>
            <ac:grpSpMk id="7" creationId="{89926E2A-F5A5-4264-9024-0F9FB3B950C0}"/>
          </ac:grpSpMkLst>
        </pc:grpChg>
        <pc:grpChg chg="add del mod">
          <ac:chgData name="Macher, Andreas (DI FA CTR PLC PPM)" userId="f1dcac62-7bef-43eb-91f0-927336a1714f" providerId="ADAL" clId="{C5C6EC8B-092A-4999-B5EE-A1C3BF508D8A}" dt="2022-11-28T07:24:33.818" v="2478"/>
          <ac:grpSpMkLst>
            <pc:docMk/>
            <pc:sldMk cId="269201748" sldId="9734"/>
            <ac:grpSpMk id="34" creationId="{A8D87200-D838-3111-2F4D-15CC48EF1269}"/>
          </ac:grpSpMkLst>
        </pc:grpChg>
        <pc:grpChg chg="add mod">
          <ac:chgData name="Macher, Andreas (DI FA CTR PLC PPM)" userId="f1dcac62-7bef-43eb-91f0-927336a1714f" providerId="ADAL" clId="{C5C6EC8B-092A-4999-B5EE-A1C3BF508D8A}" dt="2022-11-28T07:24:41.486" v="2479"/>
          <ac:grpSpMkLst>
            <pc:docMk/>
            <pc:sldMk cId="269201748" sldId="9734"/>
            <ac:grpSpMk id="74" creationId="{B7FF6841-23B6-E508-CAB4-99A192BA3870}"/>
          </ac:grpSpMkLst>
        </pc:grpChg>
        <pc:grpChg chg="mod">
          <ac:chgData name="Macher, Andreas (DI FA CTR PLC PPM)" userId="f1dcac62-7bef-43eb-91f0-927336a1714f" providerId="ADAL" clId="{C5C6EC8B-092A-4999-B5EE-A1C3BF508D8A}" dt="2022-11-28T07:24:41.486" v="2479"/>
          <ac:grpSpMkLst>
            <pc:docMk/>
            <pc:sldMk cId="269201748" sldId="9734"/>
            <ac:grpSpMk id="86" creationId="{0B550884-55EA-D139-B39D-8E3235F25B8B}"/>
          </ac:grpSpMkLst>
        </pc:grpChg>
        <pc:grpChg chg="mod">
          <ac:chgData name="Macher, Andreas (DI FA CTR PLC PPM)" userId="f1dcac62-7bef-43eb-91f0-927336a1714f" providerId="ADAL" clId="{C5C6EC8B-092A-4999-B5EE-A1C3BF508D8A}" dt="2022-11-28T07:24:41.486" v="2479"/>
          <ac:grpSpMkLst>
            <pc:docMk/>
            <pc:sldMk cId="269201748" sldId="9734"/>
            <ac:grpSpMk id="87" creationId="{68CE9235-45A4-CD20-962B-A2E9C504CA08}"/>
          </ac:grpSpMkLst>
        </pc:grpChg>
        <pc:grpChg chg="add mod">
          <ac:chgData name="Macher, Andreas (DI FA CTR PLC PPM)" userId="f1dcac62-7bef-43eb-91f0-927336a1714f" providerId="ADAL" clId="{C5C6EC8B-092A-4999-B5EE-A1C3BF508D8A}" dt="2022-11-28T07:24:41.486" v="2479"/>
          <ac:grpSpMkLst>
            <pc:docMk/>
            <pc:sldMk cId="269201748" sldId="9734"/>
            <ac:grpSpMk id="113" creationId="{537AC938-A2BB-A39E-123C-9FDED9AF9A49}"/>
          </ac:grpSpMkLst>
        </pc:grpChg>
        <pc:grpChg chg="del mod">
          <ac:chgData name="Macher, Andreas (DI FA CTR PLC PPM)" userId="f1dcac62-7bef-43eb-91f0-927336a1714f" providerId="ADAL" clId="{C5C6EC8B-092A-4999-B5EE-A1C3BF508D8A}" dt="2022-11-28T07:24:29.106" v="2476" actId="478"/>
          <ac:grpSpMkLst>
            <pc:docMk/>
            <pc:sldMk cId="269201748" sldId="9734"/>
            <ac:grpSpMk id="131" creationId="{4C3E727E-D62E-BB63-81F6-7612F6EBEBFB}"/>
          </ac:grpSpMkLst>
        </pc:grpChg>
        <pc:grpChg chg="del">
          <ac:chgData name="Macher, Andreas (DI FA CTR PLC PPM)" userId="f1dcac62-7bef-43eb-91f0-927336a1714f" providerId="ADAL" clId="{C5C6EC8B-092A-4999-B5EE-A1C3BF508D8A}" dt="2022-11-28T07:24:29.106" v="2476" actId="478"/>
          <ac:grpSpMkLst>
            <pc:docMk/>
            <pc:sldMk cId="269201748" sldId="9734"/>
            <ac:grpSpMk id="149" creationId="{BF1163C9-FDE6-D355-6A4C-FF2262C11B77}"/>
          </ac:grpSpMkLst>
        </pc:grpChg>
        <pc:picChg chg="mod">
          <ac:chgData name="Macher, Andreas (DI FA CTR PLC PPM)" userId="f1dcac62-7bef-43eb-91f0-927336a1714f" providerId="ADAL" clId="{C5C6EC8B-092A-4999-B5EE-A1C3BF508D8A}" dt="2022-11-28T07:24:29.623" v="2477"/>
          <ac:picMkLst>
            <pc:docMk/>
            <pc:sldMk cId="269201748" sldId="9734"/>
            <ac:picMk id="35" creationId="{0C14D500-95AD-4182-60D8-615832186473}"/>
          </ac:picMkLst>
        </pc:picChg>
        <pc:picChg chg="mod">
          <ac:chgData name="Macher, Andreas (DI FA CTR PLC PPM)" userId="f1dcac62-7bef-43eb-91f0-927336a1714f" providerId="ADAL" clId="{C5C6EC8B-092A-4999-B5EE-A1C3BF508D8A}" dt="2022-11-28T07:24:29.623" v="2477"/>
          <ac:picMkLst>
            <pc:docMk/>
            <pc:sldMk cId="269201748" sldId="9734"/>
            <ac:picMk id="36" creationId="{4DD6CCBA-843A-B211-8AA2-D7427BE3C7FB}"/>
          </ac:picMkLst>
        </pc:picChg>
        <pc:picChg chg="mod">
          <ac:chgData name="Macher, Andreas (DI FA CTR PLC PPM)" userId="f1dcac62-7bef-43eb-91f0-927336a1714f" providerId="ADAL" clId="{C5C6EC8B-092A-4999-B5EE-A1C3BF508D8A}" dt="2022-11-28T07:24:29.623" v="2477"/>
          <ac:picMkLst>
            <pc:docMk/>
            <pc:sldMk cId="269201748" sldId="9734"/>
            <ac:picMk id="37" creationId="{633A6AAE-A1DB-B7D2-3C85-0DA238F21DBE}"/>
          </ac:picMkLst>
        </pc:picChg>
        <pc:picChg chg="mod">
          <ac:chgData name="Macher, Andreas (DI FA CTR PLC PPM)" userId="f1dcac62-7bef-43eb-91f0-927336a1714f" providerId="ADAL" clId="{C5C6EC8B-092A-4999-B5EE-A1C3BF508D8A}" dt="2022-11-28T07:24:29.623" v="2477"/>
          <ac:picMkLst>
            <pc:docMk/>
            <pc:sldMk cId="269201748" sldId="9734"/>
            <ac:picMk id="38" creationId="{847C9F16-758C-C14A-6047-AF97130A1AC9}"/>
          </ac:picMkLst>
        </pc:picChg>
        <pc:picChg chg="add del mod">
          <ac:chgData name="Macher, Andreas (DI FA CTR PLC PPM)" userId="f1dcac62-7bef-43eb-91f0-927336a1714f" providerId="ADAL" clId="{C5C6EC8B-092A-4999-B5EE-A1C3BF508D8A}" dt="2022-11-28T07:24:33.818" v="2478"/>
          <ac:picMkLst>
            <pc:docMk/>
            <pc:sldMk cId="269201748" sldId="9734"/>
            <ac:picMk id="39" creationId="{CFF19420-EEDD-8E05-B206-7D0008D6C6D1}"/>
          </ac:picMkLst>
        </pc:picChg>
        <pc:picChg chg="add del mod">
          <ac:chgData name="Macher, Andreas (DI FA CTR PLC PPM)" userId="f1dcac62-7bef-43eb-91f0-927336a1714f" providerId="ADAL" clId="{C5C6EC8B-092A-4999-B5EE-A1C3BF508D8A}" dt="2022-11-28T07:24:33.818" v="2478"/>
          <ac:picMkLst>
            <pc:docMk/>
            <pc:sldMk cId="269201748" sldId="9734"/>
            <ac:picMk id="40" creationId="{D9C23C4A-876C-AA9F-67CC-A2DB604C45EF}"/>
          </ac:picMkLst>
        </pc:picChg>
        <pc:picChg chg="mod">
          <ac:chgData name="Macher, Andreas (DI FA CTR PLC PPM)" userId="f1dcac62-7bef-43eb-91f0-927336a1714f" providerId="ADAL" clId="{C5C6EC8B-092A-4999-B5EE-A1C3BF508D8A}" dt="2022-11-28T07:24:41.486" v="2479"/>
          <ac:picMkLst>
            <pc:docMk/>
            <pc:sldMk cId="269201748" sldId="9734"/>
            <ac:picMk id="91" creationId="{AE5133DD-62A4-C4FB-A334-2FDA7A18246E}"/>
          </ac:picMkLst>
        </pc:picChg>
        <pc:picChg chg="mod">
          <ac:chgData name="Macher, Andreas (DI FA CTR PLC PPM)" userId="f1dcac62-7bef-43eb-91f0-927336a1714f" providerId="ADAL" clId="{C5C6EC8B-092A-4999-B5EE-A1C3BF508D8A}" dt="2022-11-28T07:24:41.486" v="2479"/>
          <ac:picMkLst>
            <pc:docMk/>
            <pc:sldMk cId="269201748" sldId="9734"/>
            <ac:picMk id="93" creationId="{2BB3196C-8F3D-E068-DEDC-78BBD805DA19}"/>
          </ac:picMkLst>
        </pc:picChg>
        <pc:picChg chg="mod">
          <ac:chgData name="Macher, Andreas (DI FA CTR PLC PPM)" userId="f1dcac62-7bef-43eb-91f0-927336a1714f" providerId="ADAL" clId="{C5C6EC8B-092A-4999-B5EE-A1C3BF508D8A}" dt="2022-11-28T07:24:41.486" v="2479"/>
          <ac:picMkLst>
            <pc:docMk/>
            <pc:sldMk cId="269201748" sldId="9734"/>
            <ac:picMk id="107" creationId="{A9B2349A-3FDE-CD1E-950E-869962F86CE0}"/>
          </ac:picMkLst>
        </pc:picChg>
        <pc:picChg chg="mod">
          <ac:chgData name="Macher, Andreas (DI FA CTR PLC PPM)" userId="f1dcac62-7bef-43eb-91f0-927336a1714f" providerId="ADAL" clId="{C5C6EC8B-092A-4999-B5EE-A1C3BF508D8A}" dt="2022-11-28T07:24:41.486" v="2479"/>
          <ac:picMkLst>
            <pc:docMk/>
            <pc:sldMk cId="269201748" sldId="9734"/>
            <ac:picMk id="108" creationId="{18184A8C-0870-2ED7-67E9-FA3FA436646B}"/>
          </ac:picMkLst>
        </pc:picChg>
        <pc:picChg chg="mod">
          <ac:chgData name="Macher, Andreas (DI FA CTR PLC PPM)" userId="f1dcac62-7bef-43eb-91f0-927336a1714f" providerId="ADAL" clId="{C5C6EC8B-092A-4999-B5EE-A1C3BF508D8A}" dt="2022-11-28T07:24:41.486" v="2479"/>
          <ac:picMkLst>
            <pc:docMk/>
            <pc:sldMk cId="269201748" sldId="9734"/>
            <ac:picMk id="109" creationId="{4C70D067-5BBD-2102-4BEA-004ED1442923}"/>
          </ac:picMkLst>
        </pc:picChg>
        <pc:picChg chg="mod">
          <ac:chgData name="Macher, Andreas (DI FA CTR PLC PPM)" userId="f1dcac62-7bef-43eb-91f0-927336a1714f" providerId="ADAL" clId="{C5C6EC8B-092A-4999-B5EE-A1C3BF508D8A}" dt="2022-11-28T07:24:41.486" v="2479"/>
          <ac:picMkLst>
            <pc:docMk/>
            <pc:sldMk cId="269201748" sldId="9734"/>
            <ac:picMk id="110" creationId="{8F6305DE-0761-59C6-A70B-2F550BAF4929}"/>
          </ac:picMkLst>
        </pc:picChg>
        <pc:picChg chg="mod">
          <ac:chgData name="Macher, Andreas (DI FA CTR PLC PPM)" userId="f1dcac62-7bef-43eb-91f0-927336a1714f" providerId="ADAL" clId="{C5C6EC8B-092A-4999-B5EE-A1C3BF508D8A}" dt="2022-11-28T07:24:41.486" v="2479"/>
          <ac:picMkLst>
            <pc:docMk/>
            <pc:sldMk cId="269201748" sldId="9734"/>
            <ac:picMk id="119" creationId="{2F332DA4-BBB8-C5BC-BC15-B35A3F7796ED}"/>
          </ac:picMkLst>
        </pc:picChg>
        <pc:picChg chg="del">
          <ac:chgData name="Macher, Andreas (DI FA CTR PLC PPM)" userId="f1dcac62-7bef-43eb-91f0-927336a1714f" providerId="ADAL" clId="{C5C6EC8B-092A-4999-B5EE-A1C3BF508D8A}" dt="2022-11-28T07:24:29.106" v="2476" actId="478"/>
          <ac:picMkLst>
            <pc:docMk/>
            <pc:sldMk cId="269201748" sldId="9734"/>
            <ac:picMk id="129" creationId="{2B8BB2C5-7879-1195-224E-2DF74084CB70}"/>
          </ac:picMkLst>
        </pc:picChg>
        <pc:picChg chg="del">
          <ac:chgData name="Macher, Andreas (DI FA CTR PLC PPM)" userId="f1dcac62-7bef-43eb-91f0-927336a1714f" providerId="ADAL" clId="{C5C6EC8B-092A-4999-B5EE-A1C3BF508D8A}" dt="2022-11-28T07:24:29.106" v="2476" actId="478"/>
          <ac:picMkLst>
            <pc:docMk/>
            <pc:sldMk cId="269201748" sldId="9734"/>
            <ac:picMk id="154" creationId="{529EC11A-00F2-769B-1657-8D0C0FB1E761}"/>
          </ac:picMkLst>
        </pc:picChg>
        <pc:picChg chg="mod">
          <ac:chgData name="Macher, Andreas (DI FA CTR PLC PPM)" userId="f1dcac62-7bef-43eb-91f0-927336a1714f" providerId="ADAL" clId="{C5C6EC8B-092A-4999-B5EE-A1C3BF508D8A}" dt="2022-11-28T07:24:41.486" v="2479"/>
          <ac:picMkLst>
            <pc:docMk/>
            <pc:sldMk cId="269201748" sldId="9734"/>
            <ac:picMk id="155" creationId="{A0B337EF-CE11-42AB-21AC-D67E5AD691F3}"/>
          </ac:picMkLst>
        </pc:picChg>
        <pc:picChg chg="mod">
          <ac:chgData name="Macher, Andreas (DI FA CTR PLC PPM)" userId="f1dcac62-7bef-43eb-91f0-927336a1714f" providerId="ADAL" clId="{C5C6EC8B-092A-4999-B5EE-A1C3BF508D8A}" dt="2022-11-28T07:24:41.486" v="2479"/>
          <ac:picMkLst>
            <pc:docMk/>
            <pc:sldMk cId="269201748" sldId="9734"/>
            <ac:picMk id="156" creationId="{3AFBDC56-9941-040B-0657-7F2A79BD3C97}"/>
          </ac:picMkLst>
        </pc:picChg>
        <pc:picChg chg="mod">
          <ac:chgData name="Macher, Andreas (DI FA CTR PLC PPM)" userId="f1dcac62-7bef-43eb-91f0-927336a1714f" providerId="ADAL" clId="{C5C6EC8B-092A-4999-B5EE-A1C3BF508D8A}" dt="2022-11-28T07:24:41.486" v="2479"/>
          <ac:picMkLst>
            <pc:docMk/>
            <pc:sldMk cId="269201748" sldId="9734"/>
            <ac:picMk id="157" creationId="{DEB9900D-D350-FFB7-9E96-94EE21BE5712}"/>
          </ac:picMkLst>
        </pc:picChg>
        <pc:picChg chg="add mod">
          <ac:chgData name="Macher, Andreas (DI FA CTR PLC PPM)" userId="f1dcac62-7bef-43eb-91f0-927336a1714f" providerId="ADAL" clId="{C5C6EC8B-092A-4999-B5EE-A1C3BF508D8A}" dt="2022-11-28T07:24:41.486" v="2479"/>
          <ac:picMkLst>
            <pc:docMk/>
            <pc:sldMk cId="269201748" sldId="9734"/>
            <ac:picMk id="158" creationId="{03F28B54-7530-B8BB-33D1-2E565C4DED31}"/>
          </ac:picMkLst>
        </pc:picChg>
        <pc:picChg chg="add mod">
          <ac:chgData name="Macher, Andreas (DI FA CTR PLC PPM)" userId="f1dcac62-7bef-43eb-91f0-927336a1714f" providerId="ADAL" clId="{C5C6EC8B-092A-4999-B5EE-A1C3BF508D8A}" dt="2022-11-28T07:24:41.486" v="2479"/>
          <ac:picMkLst>
            <pc:docMk/>
            <pc:sldMk cId="269201748" sldId="9734"/>
            <ac:picMk id="160" creationId="{DBBD0D3F-8B70-8B89-9D39-D359589EA5D0}"/>
          </ac:picMkLst>
        </pc:picChg>
        <pc:cxnChg chg="mod">
          <ac:chgData name="Macher, Andreas (DI FA CTR PLC PPM)" userId="f1dcac62-7bef-43eb-91f0-927336a1714f" providerId="ADAL" clId="{C5C6EC8B-092A-4999-B5EE-A1C3BF508D8A}" dt="2022-11-28T12:23:48.500" v="3958" actId="108"/>
          <ac:cxnSpMkLst>
            <pc:docMk/>
            <pc:sldMk cId="269201748" sldId="9734"/>
            <ac:cxnSpMk id="5" creationId="{9021FCF2-CEA8-7585-0DA2-9137169EB80A}"/>
          </ac:cxnSpMkLst>
        </pc:cxnChg>
        <pc:cxnChg chg="add mod">
          <ac:chgData name="Macher, Andreas (DI FA CTR PLC PPM)" userId="f1dcac62-7bef-43eb-91f0-927336a1714f" providerId="ADAL" clId="{C5C6EC8B-092A-4999-B5EE-A1C3BF508D8A}" dt="2022-11-29T07:31:04.819" v="4834" actId="14100"/>
          <ac:cxnSpMkLst>
            <pc:docMk/>
            <pc:sldMk cId="269201748" sldId="9734"/>
            <ac:cxnSpMk id="10" creationId="{08D8460A-862F-ADE6-347E-123B5D27325B}"/>
          </ac:cxnSpMkLst>
        </pc:cxnChg>
        <pc:cxnChg chg="add del mod">
          <ac:chgData name="Macher, Andreas (DI FA CTR PLC PPM)" userId="f1dcac62-7bef-43eb-91f0-927336a1714f" providerId="ADAL" clId="{C5C6EC8B-092A-4999-B5EE-A1C3BF508D8A}" dt="2022-11-28T07:24:33.818" v="2478"/>
          <ac:cxnSpMkLst>
            <pc:docMk/>
            <pc:sldMk cId="269201748" sldId="9734"/>
            <ac:cxnSpMk id="16" creationId="{70315471-74A1-B819-12D1-F2DF66B6277E}"/>
          </ac:cxnSpMkLst>
        </pc:cxnChg>
        <pc:cxnChg chg="del mod">
          <ac:chgData name="Macher, Andreas (DI FA CTR PLC PPM)" userId="f1dcac62-7bef-43eb-91f0-927336a1714f" providerId="ADAL" clId="{C5C6EC8B-092A-4999-B5EE-A1C3BF508D8A}" dt="2022-11-17T13:10:23.228" v="2040" actId="478"/>
          <ac:cxnSpMkLst>
            <pc:docMk/>
            <pc:sldMk cId="269201748" sldId="9734"/>
            <ac:cxnSpMk id="25" creationId="{01332141-D8B7-4541-9113-87F60117E2DB}"/>
          </ac:cxnSpMkLst>
        </pc:cxnChg>
        <pc:cxnChg chg="add del mod">
          <ac:chgData name="Macher, Andreas (DI FA CTR PLC PPM)" userId="f1dcac62-7bef-43eb-91f0-927336a1714f" providerId="ADAL" clId="{C5C6EC8B-092A-4999-B5EE-A1C3BF508D8A}" dt="2022-11-28T07:24:33.818" v="2478"/>
          <ac:cxnSpMkLst>
            <pc:docMk/>
            <pc:sldMk cId="269201748" sldId="9734"/>
            <ac:cxnSpMk id="26" creationId="{60877216-F8B8-54E1-FB3B-4B8E719238B9}"/>
          </ac:cxnSpMkLst>
        </pc:cxnChg>
        <pc:cxnChg chg="add del mod">
          <ac:chgData name="Macher, Andreas (DI FA CTR PLC PPM)" userId="f1dcac62-7bef-43eb-91f0-927336a1714f" providerId="ADAL" clId="{C5C6EC8B-092A-4999-B5EE-A1C3BF508D8A}" dt="2022-11-28T07:24:33.818" v="2478"/>
          <ac:cxnSpMkLst>
            <pc:docMk/>
            <pc:sldMk cId="269201748" sldId="9734"/>
            <ac:cxnSpMk id="27" creationId="{90065972-E123-6623-925E-E02D981D9639}"/>
          </ac:cxnSpMkLst>
        </pc:cxnChg>
        <pc:cxnChg chg="add del mod">
          <ac:chgData name="Macher, Andreas (DI FA CTR PLC PPM)" userId="f1dcac62-7bef-43eb-91f0-927336a1714f" providerId="ADAL" clId="{C5C6EC8B-092A-4999-B5EE-A1C3BF508D8A}" dt="2022-11-28T07:24:33.818" v="2478"/>
          <ac:cxnSpMkLst>
            <pc:docMk/>
            <pc:sldMk cId="269201748" sldId="9734"/>
            <ac:cxnSpMk id="28" creationId="{565EA079-6B40-1060-271D-F61E809528A1}"/>
          </ac:cxnSpMkLst>
        </pc:cxnChg>
        <pc:cxnChg chg="add del mod">
          <ac:chgData name="Macher, Andreas (DI FA CTR PLC PPM)" userId="f1dcac62-7bef-43eb-91f0-927336a1714f" providerId="ADAL" clId="{C5C6EC8B-092A-4999-B5EE-A1C3BF508D8A}" dt="2022-11-28T07:24:33.818" v="2478"/>
          <ac:cxnSpMkLst>
            <pc:docMk/>
            <pc:sldMk cId="269201748" sldId="9734"/>
            <ac:cxnSpMk id="29" creationId="{FD5BF4A5-2DC9-EBCE-5507-88307B0EC920}"/>
          </ac:cxnSpMkLst>
        </pc:cxnChg>
        <pc:cxnChg chg="add del mod">
          <ac:chgData name="Macher, Andreas (DI FA CTR PLC PPM)" userId="f1dcac62-7bef-43eb-91f0-927336a1714f" providerId="ADAL" clId="{C5C6EC8B-092A-4999-B5EE-A1C3BF508D8A}" dt="2022-11-28T07:24:33.818" v="2478"/>
          <ac:cxnSpMkLst>
            <pc:docMk/>
            <pc:sldMk cId="269201748" sldId="9734"/>
            <ac:cxnSpMk id="30" creationId="{40FEB00D-E18C-489E-0C28-8B20AD2BE4B7}"/>
          </ac:cxnSpMkLst>
        </pc:cxnChg>
        <pc:cxnChg chg="add del mod">
          <ac:chgData name="Macher, Andreas (DI FA CTR PLC PPM)" userId="f1dcac62-7bef-43eb-91f0-927336a1714f" providerId="ADAL" clId="{C5C6EC8B-092A-4999-B5EE-A1C3BF508D8A}" dt="2022-11-28T07:24:33.818" v="2478"/>
          <ac:cxnSpMkLst>
            <pc:docMk/>
            <pc:sldMk cId="269201748" sldId="9734"/>
            <ac:cxnSpMk id="31" creationId="{8E2E0F79-975E-48B2-4A26-C6827173BF9F}"/>
          </ac:cxnSpMkLst>
        </pc:cxnChg>
        <pc:cxnChg chg="add mod">
          <ac:chgData name="Macher, Andreas (DI FA CTR PLC PPM)" userId="f1dcac62-7bef-43eb-91f0-927336a1714f" providerId="ADAL" clId="{C5C6EC8B-092A-4999-B5EE-A1C3BF508D8A}" dt="2022-11-28T12:23:43.083" v="3953" actId="108"/>
          <ac:cxnSpMkLst>
            <pc:docMk/>
            <pc:sldMk cId="269201748" sldId="9734"/>
            <ac:cxnSpMk id="46" creationId="{C0A176C8-69E0-5CD2-0B8C-63FEFD2C4D86}"/>
          </ac:cxnSpMkLst>
        </pc:cxnChg>
        <pc:cxnChg chg="mod">
          <ac:chgData name="Macher, Andreas (DI FA CTR PLC PPM)" userId="f1dcac62-7bef-43eb-91f0-927336a1714f" providerId="ADAL" clId="{C5C6EC8B-092A-4999-B5EE-A1C3BF508D8A}" dt="2022-11-28T12:23:49.831" v="3959" actId="108"/>
          <ac:cxnSpMkLst>
            <pc:docMk/>
            <pc:sldMk cId="269201748" sldId="9734"/>
            <ac:cxnSpMk id="52" creationId="{00000000-0000-0000-0000-000000000000}"/>
          </ac:cxnSpMkLst>
        </pc:cxnChg>
        <pc:cxnChg chg="add mod">
          <ac:chgData name="Macher, Andreas (DI FA CTR PLC PPM)" userId="f1dcac62-7bef-43eb-91f0-927336a1714f" providerId="ADAL" clId="{C5C6EC8B-092A-4999-B5EE-A1C3BF508D8A}" dt="2022-11-28T12:23:40.691" v="3951" actId="108"/>
          <ac:cxnSpMkLst>
            <pc:docMk/>
            <pc:sldMk cId="269201748" sldId="9734"/>
            <ac:cxnSpMk id="62" creationId="{67A90F5F-88A7-A182-6DB6-39AF2E71B09A}"/>
          </ac:cxnSpMkLst>
        </pc:cxnChg>
        <pc:cxnChg chg="add mod">
          <ac:chgData name="Macher, Andreas (DI FA CTR PLC PPM)" userId="f1dcac62-7bef-43eb-91f0-927336a1714f" providerId="ADAL" clId="{C5C6EC8B-092A-4999-B5EE-A1C3BF508D8A}" dt="2022-11-28T12:23:41.909" v="3952" actId="108"/>
          <ac:cxnSpMkLst>
            <pc:docMk/>
            <pc:sldMk cId="269201748" sldId="9734"/>
            <ac:cxnSpMk id="63" creationId="{7FF29E15-F0AE-63FD-63B0-B1FEC683F597}"/>
          </ac:cxnSpMkLst>
        </pc:cxnChg>
        <pc:cxnChg chg="mod">
          <ac:chgData name="Macher, Andreas (DI FA CTR PLC PPM)" userId="f1dcac62-7bef-43eb-91f0-927336a1714f" providerId="ADAL" clId="{C5C6EC8B-092A-4999-B5EE-A1C3BF508D8A}" dt="2022-11-28T12:23:47.714" v="3957" actId="108"/>
          <ac:cxnSpMkLst>
            <pc:docMk/>
            <pc:sldMk cId="269201748" sldId="9734"/>
            <ac:cxnSpMk id="64" creationId="{00000000-0000-0000-0000-000000000000}"/>
          </ac:cxnSpMkLst>
        </pc:cxnChg>
        <pc:cxnChg chg="add mod">
          <ac:chgData name="Macher, Andreas (DI FA CTR PLC PPM)" userId="f1dcac62-7bef-43eb-91f0-927336a1714f" providerId="ADAL" clId="{C5C6EC8B-092A-4999-B5EE-A1C3BF508D8A}" dt="2022-11-28T12:23:32.261" v="3946" actId="108"/>
          <ac:cxnSpMkLst>
            <pc:docMk/>
            <pc:sldMk cId="269201748" sldId="9734"/>
            <ac:cxnSpMk id="65" creationId="{A14FBFB2-3614-C508-1C76-49348D26AFC9}"/>
          </ac:cxnSpMkLst>
        </pc:cxnChg>
        <pc:cxnChg chg="mod">
          <ac:chgData name="Macher, Andreas (DI FA CTR PLC PPM)" userId="f1dcac62-7bef-43eb-91f0-927336a1714f" providerId="ADAL" clId="{C5C6EC8B-092A-4999-B5EE-A1C3BF508D8A}" dt="2022-11-28T12:23:45.191" v="3955" actId="108"/>
          <ac:cxnSpMkLst>
            <pc:docMk/>
            <pc:sldMk cId="269201748" sldId="9734"/>
            <ac:cxnSpMk id="67" creationId="{00000000-0000-0000-0000-000000000000}"/>
          </ac:cxnSpMkLst>
        </pc:cxnChg>
        <pc:cxnChg chg="add mod">
          <ac:chgData name="Macher, Andreas (DI FA CTR PLC PPM)" userId="f1dcac62-7bef-43eb-91f0-927336a1714f" providerId="ADAL" clId="{C5C6EC8B-092A-4999-B5EE-A1C3BF508D8A}" dt="2022-11-28T12:23:39.015" v="3950" actId="108"/>
          <ac:cxnSpMkLst>
            <pc:docMk/>
            <pc:sldMk cId="269201748" sldId="9734"/>
            <ac:cxnSpMk id="69" creationId="{4FD186E9-D2B9-4ABD-6826-C4F9BFF98B6C}"/>
          </ac:cxnSpMkLst>
        </pc:cxnChg>
        <pc:cxnChg chg="add mod">
          <ac:chgData name="Macher, Andreas (DI FA CTR PLC PPM)" userId="f1dcac62-7bef-43eb-91f0-927336a1714f" providerId="ADAL" clId="{C5C6EC8B-092A-4999-B5EE-A1C3BF508D8A}" dt="2022-11-28T12:23:36.722" v="3949" actId="108"/>
          <ac:cxnSpMkLst>
            <pc:docMk/>
            <pc:sldMk cId="269201748" sldId="9734"/>
            <ac:cxnSpMk id="72" creationId="{4F172E0C-2078-F4DD-1024-D913FDF1DB64}"/>
          </ac:cxnSpMkLst>
        </pc:cxnChg>
        <pc:cxnChg chg="add mod">
          <ac:chgData name="Macher, Andreas (DI FA CTR PLC PPM)" userId="f1dcac62-7bef-43eb-91f0-927336a1714f" providerId="ADAL" clId="{C5C6EC8B-092A-4999-B5EE-A1C3BF508D8A}" dt="2022-11-28T12:23:35.375" v="3948" actId="108"/>
          <ac:cxnSpMkLst>
            <pc:docMk/>
            <pc:sldMk cId="269201748" sldId="9734"/>
            <ac:cxnSpMk id="73" creationId="{1033DCDD-1B60-A4EA-A7EF-A4F92F469068}"/>
          </ac:cxnSpMkLst>
        </pc:cxnChg>
        <pc:cxnChg chg="mod">
          <ac:chgData name="Macher, Andreas (DI FA CTR PLC PPM)" userId="f1dcac62-7bef-43eb-91f0-927336a1714f" providerId="ADAL" clId="{C5C6EC8B-092A-4999-B5EE-A1C3BF508D8A}" dt="2022-11-28T12:23:46.317" v="3956" actId="108"/>
          <ac:cxnSpMkLst>
            <pc:docMk/>
            <pc:sldMk cId="269201748" sldId="9734"/>
            <ac:cxnSpMk id="78" creationId="{4797C9BE-0046-456B-A91B-EEA7B6DABEDA}"/>
          </ac:cxnSpMkLst>
        </pc:cxnChg>
        <pc:cxnChg chg="del">
          <ac:chgData name="Macher, Andreas (DI FA CTR PLC PPM)" userId="f1dcac62-7bef-43eb-91f0-927336a1714f" providerId="ADAL" clId="{C5C6EC8B-092A-4999-B5EE-A1C3BF508D8A}" dt="2022-11-28T07:24:29.106" v="2476" actId="478"/>
          <ac:cxnSpMkLst>
            <pc:docMk/>
            <pc:sldMk cId="269201748" sldId="9734"/>
            <ac:cxnSpMk id="95" creationId="{EA07EE95-766E-BB61-B8E3-D6CDB3EBECAC}"/>
          </ac:cxnSpMkLst>
        </pc:cxnChg>
        <pc:cxnChg chg="del">
          <ac:chgData name="Macher, Andreas (DI FA CTR PLC PPM)" userId="f1dcac62-7bef-43eb-91f0-927336a1714f" providerId="ADAL" clId="{C5C6EC8B-092A-4999-B5EE-A1C3BF508D8A}" dt="2022-11-28T07:24:29.106" v="2476" actId="478"/>
          <ac:cxnSpMkLst>
            <pc:docMk/>
            <pc:sldMk cId="269201748" sldId="9734"/>
            <ac:cxnSpMk id="96" creationId="{156A2185-AC05-9B81-34F7-19AFCDECB9FA}"/>
          </ac:cxnSpMkLst>
        </pc:cxnChg>
        <pc:cxnChg chg="del">
          <ac:chgData name="Macher, Andreas (DI FA CTR PLC PPM)" userId="f1dcac62-7bef-43eb-91f0-927336a1714f" providerId="ADAL" clId="{C5C6EC8B-092A-4999-B5EE-A1C3BF508D8A}" dt="2022-11-28T07:24:29.106" v="2476" actId="478"/>
          <ac:cxnSpMkLst>
            <pc:docMk/>
            <pc:sldMk cId="269201748" sldId="9734"/>
            <ac:cxnSpMk id="106" creationId="{981A8351-0773-8F42-7A7C-7BCDFE8CE912}"/>
          </ac:cxnSpMkLst>
        </pc:cxnChg>
        <pc:cxnChg chg="del">
          <ac:chgData name="Macher, Andreas (DI FA CTR PLC PPM)" userId="f1dcac62-7bef-43eb-91f0-927336a1714f" providerId="ADAL" clId="{C5C6EC8B-092A-4999-B5EE-A1C3BF508D8A}" dt="2022-11-28T07:24:29.106" v="2476" actId="478"/>
          <ac:cxnSpMkLst>
            <pc:docMk/>
            <pc:sldMk cId="269201748" sldId="9734"/>
            <ac:cxnSpMk id="121" creationId="{857F9F97-B114-A6E8-A5EC-5F20F62CCF0E}"/>
          </ac:cxnSpMkLst>
        </pc:cxnChg>
        <pc:cxnChg chg="del">
          <ac:chgData name="Macher, Andreas (DI FA CTR PLC PPM)" userId="f1dcac62-7bef-43eb-91f0-927336a1714f" providerId="ADAL" clId="{C5C6EC8B-092A-4999-B5EE-A1C3BF508D8A}" dt="2022-11-28T07:24:29.106" v="2476" actId="478"/>
          <ac:cxnSpMkLst>
            <pc:docMk/>
            <pc:sldMk cId="269201748" sldId="9734"/>
            <ac:cxnSpMk id="123" creationId="{EBCC80E8-BC2E-D75E-022D-49B447F959F4}"/>
          </ac:cxnSpMkLst>
        </pc:cxnChg>
        <pc:cxnChg chg="del">
          <ac:chgData name="Macher, Andreas (DI FA CTR PLC PPM)" userId="f1dcac62-7bef-43eb-91f0-927336a1714f" providerId="ADAL" clId="{C5C6EC8B-092A-4999-B5EE-A1C3BF508D8A}" dt="2022-11-28T07:24:29.106" v="2476" actId="478"/>
          <ac:cxnSpMkLst>
            <pc:docMk/>
            <pc:sldMk cId="269201748" sldId="9734"/>
            <ac:cxnSpMk id="124" creationId="{EB981E40-81CF-B0C4-2378-093A796148A4}"/>
          </ac:cxnSpMkLst>
        </pc:cxnChg>
        <pc:cxnChg chg="del">
          <ac:chgData name="Macher, Andreas (DI FA CTR PLC PPM)" userId="f1dcac62-7bef-43eb-91f0-927336a1714f" providerId="ADAL" clId="{C5C6EC8B-092A-4999-B5EE-A1C3BF508D8A}" dt="2022-11-28T07:24:29.106" v="2476" actId="478"/>
          <ac:cxnSpMkLst>
            <pc:docMk/>
            <pc:sldMk cId="269201748" sldId="9734"/>
            <ac:cxnSpMk id="127" creationId="{F491082C-86B9-CF0D-FCBC-E06A18BF21C7}"/>
          </ac:cxnSpMkLst>
        </pc:cxnChg>
      </pc:sldChg>
      <pc:sldChg chg="modSp mod">
        <pc:chgData name="Macher, Andreas (DI FA CTR PLC PPM)" userId="f1dcac62-7bef-43eb-91f0-927336a1714f" providerId="ADAL" clId="{C5C6EC8B-092A-4999-B5EE-A1C3BF508D8A}" dt="2022-11-29T16:10:21.449" v="9213" actId="20577"/>
        <pc:sldMkLst>
          <pc:docMk/>
          <pc:sldMk cId="1876916047" sldId="9782"/>
        </pc:sldMkLst>
        <pc:spChg chg="mod">
          <ac:chgData name="Macher, Andreas (DI FA CTR PLC PPM)" userId="f1dcac62-7bef-43eb-91f0-927336a1714f" providerId="ADAL" clId="{C5C6EC8B-092A-4999-B5EE-A1C3BF508D8A}" dt="2022-11-28T07:12:23.548" v="2315" actId="20577"/>
          <ac:spMkLst>
            <pc:docMk/>
            <pc:sldMk cId="1876916047" sldId="9782"/>
            <ac:spMk id="2" creationId="{27507DB2-A004-4C7F-BB03-CAB07E07A0D3}"/>
          </ac:spMkLst>
        </pc:spChg>
        <pc:spChg chg="mod">
          <ac:chgData name="Macher, Andreas (DI FA CTR PLC PPM)" userId="f1dcac62-7bef-43eb-91f0-927336a1714f" providerId="ADAL" clId="{C5C6EC8B-092A-4999-B5EE-A1C3BF508D8A}" dt="2022-11-29T16:10:21.449" v="9213" actId="20577"/>
          <ac:spMkLst>
            <pc:docMk/>
            <pc:sldMk cId="1876916047" sldId="9782"/>
            <ac:spMk id="3" creationId="{38D101C9-5442-4E35-9BFD-3591529F0F77}"/>
          </ac:spMkLst>
        </pc:spChg>
      </pc:sldChg>
      <pc:sldChg chg="addSp delSp modSp mod">
        <pc:chgData name="Macher, Andreas (DI FA CTR PLC PPM)" userId="f1dcac62-7bef-43eb-91f0-927336a1714f" providerId="ADAL" clId="{C5C6EC8B-092A-4999-B5EE-A1C3BF508D8A}" dt="2022-11-29T16:10:05.146" v="9210"/>
        <pc:sldMkLst>
          <pc:docMk/>
          <pc:sldMk cId="1590557290" sldId="9783"/>
        </pc:sldMkLst>
        <pc:spChg chg="mod">
          <ac:chgData name="Macher, Andreas (DI FA CTR PLC PPM)" userId="f1dcac62-7bef-43eb-91f0-927336a1714f" providerId="ADAL" clId="{C5C6EC8B-092A-4999-B5EE-A1C3BF508D8A}" dt="2022-11-28T07:13:11.487" v="2317" actId="790"/>
          <ac:spMkLst>
            <pc:docMk/>
            <pc:sldMk cId="1590557290" sldId="9783"/>
            <ac:spMk id="2" creationId="{D844B46B-66FB-4F76-8B0E-37D7D4617D33}"/>
          </ac:spMkLst>
        </pc:spChg>
        <pc:spChg chg="mod">
          <ac:chgData name="Macher, Andreas (DI FA CTR PLC PPM)" userId="f1dcac62-7bef-43eb-91f0-927336a1714f" providerId="ADAL" clId="{C5C6EC8B-092A-4999-B5EE-A1C3BF508D8A}" dt="2022-11-29T16:10:05.146" v="9210"/>
          <ac:spMkLst>
            <pc:docMk/>
            <pc:sldMk cId="1590557290" sldId="9783"/>
            <ac:spMk id="3" creationId="{06245AF5-1AE3-49EC-B4ED-2C4EC9A6E5FC}"/>
          </ac:spMkLst>
        </pc:spChg>
        <pc:spChg chg="del">
          <ac:chgData name="Macher, Andreas (DI FA CTR PLC PPM)" userId="f1dcac62-7bef-43eb-91f0-927336a1714f" providerId="ADAL" clId="{C5C6EC8B-092A-4999-B5EE-A1C3BF508D8A}" dt="2022-11-17T12:20:06.960" v="1253" actId="478"/>
          <ac:spMkLst>
            <pc:docMk/>
            <pc:sldMk cId="1590557290" sldId="9783"/>
            <ac:spMk id="5" creationId="{A38F6808-4085-423A-A99A-9DC01B1678CB}"/>
          </ac:spMkLst>
        </pc:spChg>
        <pc:spChg chg="del">
          <ac:chgData name="Macher, Andreas (DI FA CTR PLC PPM)" userId="f1dcac62-7bef-43eb-91f0-927336a1714f" providerId="ADAL" clId="{C5C6EC8B-092A-4999-B5EE-A1C3BF508D8A}" dt="2022-11-17T12:20:17.012" v="1272" actId="478"/>
          <ac:spMkLst>
            <pc:docMk/>
            <pc:sldMk cId="1590557290" sldId="9783"/>
            <ac:spMk id="8" creationId="{2C5325A6-55B8-4C6C-8536-054DE43AC8D4}"/>
          </ac:spMkLst>
        </pc:spChg>
        <pc:spChg chg="add mod">
          <ac:chgData name="Macher, Andreas (DI FA CTR PLC PPM)" userId="f1dcac62-7bef-43eb-91f0-927336a1714f" providerId="ADAL" clId="{C5C6EC8B-092A-4999-B5EE-A1C3BF508D8A}" dt="2022-11-28T07:13:11.487" v="2317" actId="790"/>
          <ac:spMkLst>
            <pc:docMk/>
            <pc:sldMk cId="1590557290" sldId="9783"/>
            <ac:spMk id="10" creationId="{7F70F895-8D0B-BEA6-E9B6-20DD207C718F}"/>
          </ac:spMkLst>
        </pc:spChg>
        <pc:spChg chg="mod">
          <ac:chgData name="Macher, Andreas (DI FA CTR PLC PPM)" userId="f1dcac62-7bef-43eb-91f0-927336a1714f" providerId="ADAL" clId="{C5C6EC8B-092A-4999-B5EE-A1C3BF508D8A}" dt="2022-11-28T07:13:11.487" v="2317" actId="790"/>
          <ac:spMkLst>
            <pc:docMk/>
            <pc:sldMk cId="1590557290" sldId="9783"/>
            <ac:spMk id="12" creationId="{3BF9FC1A-DCE7-F594-B1EC-07B871F8E688}"/>
          </ac:spMkLst>
        </pc:spChg>
        <pc:spChg chg="mod">
          <ac:chgData name="Macher, Andreas (DI FA CTR PLC PPM)" userId="f1dcac62-7bef-43eb-91f0-927336a1714f" providerId="ADAL" clId="{C5C6EC8B-092A-4999-B5EE-A1C3BF508D8A}" dt="2022-11-28T07:13:11.487" v="2317" actId="790"/>
          <ac:spMkLst>
            <pc:docMk/>
            <pc:sldMk cId="1590557290" sldId="9783"/>
            <ac:spMk id="13" creationId="{6F176501-B4A7-AE7E-EAE6-73410D5A8928}"/>
          </ac:spMkLst>
        </pc:spChg>
        <pc:grpChg chg="del">
          <ac:chgData name="Macher, Andreas (DI FA CTR PLC PPM)" userId="f1dcac62-7bef-43eb-91f0-927336a1714f" providerId="ADAL" clId="{C5C6EC8B-092A-4999-B5EE-A1C3BF508D8A}" dt="2022-11-17T12:20:06.960" v="1253" actId="478"/>
          <ac:grpSpMkLst>
            <pc:docMk/>
            <pc:sldMk cId="1590557290" sldId="9783"/>
            <ac:grpSpMk id="9" creationId="{27A92C2F-D47D-57BB-8D48-72EC2F30F9AE}"/>
          </ac:grpSpMkLst>
        </pc:grpChg>
        <pc:grpChg chg="add mod">
          <ac:chgData name="Macher, Andreas (DI FA CTR PLC PPM)" userId="f1dcac62-7bef-43eb-91f0-927336a1714f" providerId="ADAL" clId="{C5C6EC8B-092A-4999-B5EE-A1C3BF508D8A}" dt="2022-11-17T12:20:13.315" v="1271" actId="1036"/>
          <ac:grpSpMkLst>
            <pc:docMk/>
            <pc:sldMk cId="1590557290" sldId="9783"/>
            <ac:grpSpMk id="11" creationId="{15E72AA2-46A6-F451-0803-13202352B2D1}"/>
          </ac:grpSpMkLst>
        </pc:grpChg>
      </pc:sldChg>
      <pc:sldChg chg="addSp delSp modSp del mod ord chgLayout">
        <pc:chgData name="Macher, Andreas (DI FA CTR PLC PPM)" userId="f1dcac62-7bef-43eb-91f0-927336a1714f" providerId="ADAL" clId="{C5C6EC8B-092A-4999-B5EE-A1C3BF508D8A}" dt="2022-11-29T10:15:31.621" v="8157" actId="47"/>
        <pc:sldMkLst>
          <pc:docMk/>
          <pc:sldMk cId="2899078255" sldId="9784"/>
        </pc:sldMkLst>
        <pc:spChg chg="mod ord">
          <ac:chgData name="Macher, Andreas (DI FA CTR PLC PPM)" userId="f1dcac62-7bef-43eb-91f0-927336a1714f" providerId="ADAL" clId="{C5C6EC8B-092A-4999-B5EE-A1C3BF508D8A}" dt="2022-11-17T12:38:11.896" v="1480" actId="207"/>
          <ac:spMkLst>
            <pc:docMk/>
            <pc:sldMk cId="2899078255" sldId="9784"/>
            <ac:spMk id="2" creationId="{00000000-0000-0000-0000-000000000000}"/>
          </ac:spMkLst>
        </pc:spChg>
        <pc:spChg chg="add mod ord">
          <ac:chgData name="Macher, Andreas (DI FA CTR PLC PPM)" userId="f1dcac62-7bef-43eb-91f0-927336a1714f" providerId="ADAL" clId="{C5C6EC8B-092A-4999-B5EE-A1C3BF508D8A}" dt="2022-11-17T12:39:31.832" v="1497" actId="207"/>
          <ac:spMkLst>
            <pc:docMk/>
            <pc:sldMk cId="2899078255" sldId="9784"/>
            <ac:spMk id="3" creationId="{DA8D20C8-FCF8-9E79-68E4-44252013A974}"/>
          </ac:spMkLst>
        </pc:spChg>
        <pc:spChg chg="add mod ord">
          <ac:chgData name="Macher, Andreas (DI FA CTR PLC PPM)" userId="f1dcac62-7bef-43eb-91f0-927336a1714f" providerId="ADAL" clId="{C5C6EC8B-092A-4999-B5EE-A1C3BF508D8A}" dt="2022-11-17T12:39:37.716" v="1498" actId="167"/>
          <ac:spMkLst>
            <pc:docMk/>
            <pc:sldMk cId="2899078255" sldId="9784"/>
            <ac:spMk id="4" creationId="{F4768543-1310-039C-EAB2-9A346EE80DC9}"/>
          </ac:spMkLst>
        </pc:spChg>
        <pc:spChg chg="mod ord">
          <ac:chgData name="Macher, Andreas (DI FA CTR PLC PPM)" userId="f1dcac62-7bef-43eb-91f0-927336a1714f" providerId="ADAL" clId="{C5C6EC8B-092A-4999-B5EE-A1C3BF508D8A}" dt="2022-11-28T07:13:03.667" v="2316"/>
          <ac:spMkLst>
            <pc:docMk/>
            <pc:sldMk cId="2899078255" sldId="9784"/>
            <ac:spMk id="6" creationId="{52486D80-3DF7-470D-823E-765DCE86C853}"/>
          </ac:spMkLst>
        </pc:spChg>
        <pc:spChg chg="mod">
          <ac:chgData name="Macher, Andreas (DI FA CTR PLC PPM)" userId="f1dcac62-7bef-43eb-91f0-927336a1714f" providerId="ADAL" clId="{C5C6EC8B-092A-4999-B5EE-A1C3BF508D8A}" dt="2022-11-17T12:39:31.832" v="1497" actId="207"/>
          <ac:spMkLst>
            <pc:docMk/>
            <pc:sldMk cId="2899078255" sldId="9784"/>
            <ac:spMk id="14" creationId="{F0926D6C-F110-C9CF-54D3-D826180D589A}"/>
          </ac:spMkLst>
        </pc:spChg>
        <pc:spChg chg="mod">
          <ac:chgData name="Macher, Andreas (DI FA CTR PLC PPM)" userId="f1dcac62-7bef-43eb-91f0-927336a1714f" providerId="ADAL" clId="{C5C6EC8B-092A-4999-B5EE-A1C3BF508D8A}" dt="2022-11-17T12:39:31.832" v="1497" actId="207"/>
          <ac:spMkLst>
            <pc:docMk/>
            <pc:sldMk cId="2899078255" sldId="9784"/>
            <ac:spMk id="20" creationId="{B180EBE3-F096-9179-96F3-2A656150A919}"/>
          </ac:spMkLst>
        </pc:spChg>
        <pc:spChg chg="del">
          <ac:chgData name="Macher, Andreas (DI FA CTR PLC PPM)" userId="f1dcac62-7bef-43eb-91f0-927336a1714f" providerId="ADAL" clId="{C5C6EC8B-092A-4999-B5EE-A1C3BF508D8A}" dt="2022-11-17T12:37:46.351" v="1478" actId="478"/>
          <ac:spMkLst>
            <pc:docMk/>
            <pc:sldMk cId="2899078255" sldId="9784"/>
            <ac:spMk id="160" creationId="{2D80FEEB-5AF4-338B-36D5-B901A6B8ABA1}"/>
          </ac:spMkLst>
        </pc:spChg>
        <pc:spChg chg="mod">
          <ac:chgData name="Macher, Andreas (DI FA CTR PLC PPM)" userId="f1dcac62-7bef-43eb-91f0-927336a1714f" providerId="ADAL" clId="{C5C6EC8B-092A-4999-B5EE-A1C3BF508D8A}" dt="2022-11-17T12:38:23.038" v="1481" actId="207"/>
          <ac:spMkLst>
            <pc:docMk/>
            <pc:sldMk cId="2899078255" sldId="9784"/>
            <ac:spMk id="197" creationId="{641FAAA5-31AE-FE90-8C37-340B7267AF3E}"/>
          </ac:spMkLst>
        </pc:spChg>
        <pc:spChg chg="mod">
          <ac:chgData name="Macher, Andreas (DI FA CTR PLC PPM)" userId="f1dcac62-7bef-43eb-91f0-927336a1714f" providerId="ADAL" clId="{C5C6EC8B-092A-4999-B5EE-A1C3BF508D8A}" dt="2022-11-17T12:38:23.038" v="1481" actId="207"/>
          <ac:spMkLst>
            <pc:docMk/>
            <pc:sldMk cId="2899078255" sldId="9784"/>
            <ac:spMk id="198" creationId="{53ED59CF-A020-02FC-7707-40FF0AD0C913}"/>
          </ac:spMkLst>
        </pc:spChg>
        <pc:spChg chg="mod">
          <ac:chgData name="Macher, Andreas (DI FA CTR PLC PPM)" userId="f1dcac62-7bef-43eb-91f0-927336a1714f" providerId="ADAL" clId="{C5C6EC8B-092A-4999-B5EE-A1C3BF508D8A}" dt="2022-11-17T12:39:31.832" v="1497" actId="207"/>
          <ac:spMkLst>
            <pc:docMk/>
            <pc:sldMk cId="2899078255" sldId="9784"/>
            <ac:spMk id="205" creationId="{611076A1-F0D8-D9A1-6436-4CC7B8D55DEA}"/>
          </ac:spMkLst>
        </pc:spChg>
        <pc:spChg chg="mod">
          <ac:chgData name="Macher, Andreas (DI FA CTR PLC PPM)" userId="f1dcac62-7bef-43eb-91f0-927336a1714f" providerId="ADAL" clId="{C5C6EC8B-092A-4999-B5EE-A1C3BF508D8A}" dt="2022-11-17T12:39:31.832" v="1497" actId="207"/>
          <ac:spMkLst>
            <pc:docMk/>
            <pc:sldMk cId="2899078255" sldId="9784"/>
            <ac:spMk id="206" creationId="{EED2DB8A-34C1-26BF-6EA3-3D8B59A4DC35}"/>
          </ac:spMkLst>
        </pc:spChg>
        <pc:spChg chg="mod">
          <ac:chgData name="Macher, Andreas (DI FA CTR PLC PPM)" userId="f1dcac62-7bef-43eb-91f0-927336a1714f" providerId="ADAL" clId="{C5C6EC8B-092A-4999-B5EE-A1C3BF508D8A}" dt="2022-11-17T12:39:31.832" v="1497" actId="207"/>
          <ac:spMkLst>
            <pc:docMk/>
            <pc:sldMk cId="2899078255" sldId="9784"/>
            <ac:spMk id="215" creationId="{56759995-26B0-BA29-53D3-CF18D7616756}"/>
          </ac:spMkLst>
        </pc:spChg>
        <pc:spChg chg="mod">
          <ac:chgData name="Macher, Andreas (DI FA CTR PLC PPM)" userId="f1dcac62-7bef-43eb-91f0-927336a1714f" providerId="ADAL" clId="{C5C6EC8B-092A-4999-B5EE-A1C3BF508D8A}" dt="2022-11-17T12:39:31.832" v="1497" actId="207"/>
          <ac:spMkLst>
            <pc:docMk/>
            <pc:sldMk cId="2899078255" sldId="9784"/>
            <ac:spMk id="218" creationId="{8DBEA2F0-DBD7-387D-CB95-88E284191D01}"/>
          </ac:spMkLst>
        </pc:spChg>
        <pc:spChg chg="mod topLvl">
          <ac:chgData name="Macher, Andreas (DI FA CTR PLC PPM)" userId="f1dcac62-7bef-43eb-91f0-927336a1714f" providerId="ADAL" clId="{C5C6EC8B-092A-4999-B5EE-A1C3BF508D8A}" dt="2022-11-17T12:39:31.832" v="1497" actId="207"/>
          <ac:spMkLst>
            <pc:docMk/>
            <pc:sldMk cId="2899078255" sldId="9784"/>
            <ac:spMk id="219" creationId="{2C4FA53C-F756-2595-9381-0F91CE8A75F7}"/>
          </ac:spMkLst>
        </pc:spChg>
        <pc:spChg chg="mod topLvl">
          <ac:chgData name="Macher, Andreas (DI FA CTR PLC PPM)" userId="f1dcac62-7bef-43eb-91f0-927336a1714f" providerId="ADAL" clId="{C5C6EC8B-092A-4999-B5EE-A1C3BF508D8A}" dt="2022-11-17T12:39:31.832" v="1497" actId="207"/>
          <ac:spMkLst>
            <pc:docMk/>
            <pc:sldMk cId="2899078255" sldId="9784"/>
            <ac:spMk id="220" creationId="{CB88242E-21D2-203B-631D-FD58E30F7523}"/>
          </ac:spMkLst>
        </pc:spChg>
        <pc:spChg chg="mod topLvl">
          <ac:chgData name="Macher, Andreas (DI FA CTR PLC PPM)" userId="f1dcac62-7bef-43eb-91f0-927336a1714f" providerId="ADAL" clId="{C5C6EC8B-092A-4999-B5EE-A1C3BF508D8A}" dt="2022-11-17T12:39:31.832" v="1497" actId="207"/>
          <ac:spMkLst>
            <pc:docMk/>
            <pc:sldMk cId="2899078255" sldId="9784"/>
            <ac:spMk id="223" creationId="{74C7A6DE-D48B-A557-AAEB-A5B8EB05422E}"/>
          </ac:spMkLst>
        </pc:spChg>
        <pc:spChg chg="mod">
          <ac:chgData name="Macher, Andreas (DI FA CTR PLC PPM)" userId="f1dcac62-7bef-43eb-91f0-927336a1714f" providerId="ADAL" clId="{C5C6EC8B-092A-4999-B5EE-A1C3BF508D8A}" dt="2022-11-17T12:38:50.219" v="1486" actId="207"/>
          <ac:spMkLst>
            <pc:docMk/>
            <pc:sldMk cId="2899078255" sldId="9784"/>
            <ac:spMk id="230" creationId="{294C1A33-A8F5-1261-A877-26EE3B29B3C8}"/>
          </ac:spMkLst>
        </pc:spChg>
        <pc:spChg chg="mod">
          <ac:chgData name="Macher, Andreas (DI FA CTR PLC PPM)" userId="f1dcac62-7bef-43eb-91f0-927336a1714f" providerId="ADAL" clId="{C5C6EC8B-092A-4999-B5EE-A1C3BF508D8A}" dt="2022-11-17T12:38:50.219" v="1486" actId="207"/>
          <ac:spMkLst>
            <pc:docMk/>
            <pc:sldMk cId="2899078255" sldId="9784"/>
            <ac:spMk id="231" creationId="{029E3A69-CE01-D7A7-2C44-AF36DACE0A88}"/>
          </ac:spMkLst>
        </pc:spChg>
        <pc:spChg chg="mod topLvl">
          <ac:chgData name="Macher, Andreas (DI FA CTR PLC PPM)" userId="f1dcac62-7bef-43eb-91f0-927336a1714f" providerId="ADAL" clId="{C5C6EC8B-092A-4999-B5EE-A1C3BF508D8A}" dt="2022-11-17T12:39:31.832" v="1497" actId="207"/>
          <ac:spMkLst>
            <pc:docMk/>
            <pc:sldMk cId="2899078255" sldId="9784"/>
            <ac:spMk id="238" creationId="{0BF0691B-8F2D-CF81-74B5-CA8C0E051A7D}"/>
          </ac:spMkLst>
        </pc:spChg>
        <pc:spChg chg="mod topLvl">
          <ac:chgData name="Macher, Andreas (DI FA CTR PLC PPM)" userId="f1dcac62-7bef-43eb-91f0-927336a1714f" providerId="ADAL" clId="{C5C6EC8B-092A-4999-B5EE-A1C3BF508D8A}" dt="2022-11-17T12:39:31.832" v="1497" actId="207"/>
          <ac:spMkLst>
            <pc:docMk/>
            <pc:sldMk cId="2899078255" sldId="9784"/>
            <ac:spMk id="239" creationId="{A1886710-A886-1BA5-2F17-AB3BE5BD8C12}"/>
          </ac:spMkLst>
        </pc:spChg>
        <pc:spChg chg="del">
          <ac:chgData name="Macher, Andreas (DI FA CTR PLC PPM)" userId="f1dcac62-7bef-43eb-91f0-927336a1714f" providerId="ADAL" clId="{C5C6EC8B-092A-4999-B5EE-A1C3BF508D8A}" dt="2022-08-17T10:56:24.752" v="1251" actId="478"/>
          <ac:spMkLst>
            <pc:docMk/>
            <pc:sldMk cId="2899078255" sldId="9784"/>
            <ac:spMk id="247" creationId="{4058F77D-F556-64D3-0D9B-3C046D333A1D}"/>
          </ac:spMkLst>
        </pc:spChg>
        <pc:spChg chg="del">
          <ac:chgData name="Macher, Andreas (DI FA CTR PLC PPM)" userId="f1dcac62-7bef-43eb-91f0-927336a1714f" providerId="ADAL" clId="{C5C6EC8B-092A-4999-B5EE-A1C3BF508D8A}" dt="2022-08-17T10:56:24.752" v="1251" actId="478"/>
          <ac:spMkLst>
            <pc:docMk/>
            <pc:sldMk cId="2899078255" sldId="9784"/>
            <ac:spMk id="248" creationId="{862C1800-3D72-4632-EA5A-BF2C8BA5E706}"/>
          </ac:spMkLst>
        </pc:spChg>
        <pc:spChg chg="del">
          <ac:chgData name="Macher, Andreas (DI FA CTR PLC PPM)" userId="f1dcac62-7bef-43eb-91f0-927336a1714f" providerId="ADAL" clId="{C5C6EC8B-092A-4999-B5EE-A1C3BF508D8A}" dt="2022-08-17T10:56:24.752" v="1251" actId="478"/>
          <ac:spMkLst>
            <pc:docMk/>
            <pc:sldMk cId="2899078255" sldId="9784"/>
            <ac:spMk id="263" creationId="{26D9C2DF-5679-B805-7DD2-04CFD3040A9B}"/>
          </ac:spMkLst>
        </pc:spChg>
        <pc:spChg chg="del">
          <ac:chgData name="Macher, Andreas (DI FA CTR PLC PPM)" userId="f1dcac62-7bef-43eb-91f0-927336a1714f" providerId="ADAL" clId="{C5C6EC8B-092A-4999-B5EE-A1C3BF508D8A}" dt="2022-08-17T10:56:24.752" v="1251" actId="478"/>
          <ac:spMkLst>
            <pc:docMk/>
            <pc:sldMk cId="2899078255" sldId="9784"/>
            <ac:spMk id="264" creationId="{0E5D10E9-273E-54F9-BD27-53E62D6298A3}"/>
          </ac:spMkLst>
        </pc:spChg>
        <pc:spChg chg="del">
          <ac:chgData name="Macher, Andreas (DI FA CTR PLC PPM)" userId="f1dcac62-7bef-43eb-91f0-927336a1714f" providerId="ADAL" clId="{C5C6EC8B-092A-4999-B5EE-A1C3BF508D8A}" dt="2022-08-17T10:56:24.752" v="1251" actId="478"/>
          <ac:spMkLst>
            <pc:docMk/>
            <pc:sldMk cId="2899078255" sldId="9784"/>
            <ac:spMk id="269" creationId="{02957075-90ED-5FC2-6823-1D6AB324BA66}"/>
          </ac:spMkLst>
        </pc:spChg>
        <pc:spChg chg="del">
          <ac:chgData name="Macher, Andreas (DI FA CTR PLC PPM)" userId="f1dcac62-7bef-43eb-91f0-927336a1714f" providerId="ADAL" clId="{C5C6EC8B-092A-4999-B5EE-A1C3BF508D8A}" dt="2022-08-17T10:56:24.752" v="1251" actId="478"/>
          <ac:spMkLst>
            <pc:docMk/>
            <pc:sldMk cId="2899078255" sldId="9784"/>
            <ac:spMk id="270" creationId="{C7D56EBE-D5D9-FBAE-8796-9C821465260B}"/>
          </ac:spMkLst>
        </pc:spChg>
        <pc:grpChg chg="mod">
          <ac:chgData name="Macher, Andreas (DI FA CTR PLC PPM)" userId="f1dcac62-7bef-43eb-91f0-927336a1714f" providerId="ADAL" clId="{C5C6EC8B-092A-4999-B5EE-A1C3BF508D8A}" dt="2022-11-17T12:39:31.832" v="1497" actId="207"/>
          <ac:grpSpMkLst>
            <pc:docMk/>
            <pc:sldMk cId="2899078255" sldId="9784"/>
            <ac:grpSpMk id="19" creationId="{EA4F3B4A-4119-FD2D-B37F-1030E86BCB48}"/>
          </ac:grpSpMkLst>
        </pc:grpChg>
        <pc:grpChg chg="del">
          <ac:chgData name="Macher, Andreas (DI FA CTR PLC PPM)" userId="f1dcac62-7bef-43eb-91f0-927336a1714f" providerId="ADAL" clId="{C5C6EC8B-092A-4999-B5EE-A1C3BF508D8A}" dt="2022-08-17T10:56:12.920" v="1250" actId="478"/>
          <ac:grpSpMkLst>
            <pc:docMk/>
            <pc:sldMk cId="2899078255" sldId="9784"/>
            <ac:grpSpMk id="21" creationId="{42075BB7-8706-85C2-0DA6-C5CB075B9C08}"/>
          </ac:grpSpMkLst>
        </pc:grpChg>
        <pc:grpChg chg="del mod">
          <ac:chgData name="Macher, Andreas (DI FA CTR PLC PPM)" userId="f1dcac62-7bef-43eb-91f0-927336a1714f" providerId="ADAL" clId="{C5C6EC8B-092A-4999-B5EE-A1C3BF508D8A}" dt="2022-11-17T12:38:46.663" v="1485" actId="165"/>
          <ac:grpSpMkLst>
            <pc:docMk/>
            <pc:sldMk cId="2899078255" sldId="9784"/>
            <ac:grpSpMk id="22" creationId="{D4097E3D-6D3A-2919-E412-9FBE9A46E83E}"/>
          </ac:grpSpMkLst>
        </pc:grpChg>
        <pc:grpChg chg="mod">
          <ac:chgData name="Macher, Andreas (DI FA CTR PLC PPM)" userId="f1dcac62-7bef-43eb-91f0-927336a1714f" providerId="ADAL" clId="{C5C6EC8B-092A-4999-B5EE-A1C3BF508D8A}" dt="2022-11-17T12:38:23.038" v="1481" actId="207"/>
          <ac:grpSpMkLst>
            <pc:docMk/>
            <pc:sldMk cId="2899078255" sldId="9784"/>
            <ac:grpSpMk id="195" creationId="{0CB40696-F15F-AD88-CE6C-6634496B152C}"/>
          </ac:grpSpMkLst>
        </pc:grpChg>
        <pc:grpChg chg="mod">
          <ac:chgData name="Macher, Andreas (DI FA CTR PLC PPM)" userId="f1dcac62-7bef-43eb-91f0-927336a1714f" providerId="ADAL" clId="{C5C6EC8B-092A-4999-B5EE-A1C3BF508D8A}" dt="2022-11-17T12:38:23.038" v="1481" actId="207"/>
          <ac:grpSpMkLst>
            <pc:docMk/>
            <pc:sldMk cId="2899078255" sldId="9784"/>
            <ac:grpSpMk id="196" creationId="{F44B5197-5AE3-2499-B2C8-6F46C2B7C07C}"/>
          </ac:grpSpMkLst>
        </pc:grpChg>
        <pc:grpChg chg="mod">
          <ac:chgData name="Macher, Andreas (DI FA CTR PLC PPM)" userId="f1dcac62-7bef-43eb-91f0-927336a1714f" providerId="ADAL" clId="{C5C6EC8B-092A-4999-B5EE-A1C3BF508D8A}" dt="2022-11-17T12:39:31.832" v="1497" actId="207"/>
          <ac:grpSpMkLst>
            <pc:docMk/>
            <pc:sldMk cId="2899078255" sldId="9784"/>
            <ac:grpSpMk id="207" creationId="{A283DE30-84D9-BE52-B182-326C4EA39A39}"/>
          </ac:grpSpMkLst>
        </pc:grpChg>
        <pc:grpChg chg="mod topLvl">
          <ac:chgData name="Macher, Andreas (DI FA CTR PLC PPM)" userId="f1dcac62-7bef-43eb-91f0-927336a1714f" providerId="ADAL" clId="{C5C6EC8B-092A-4999-B5EE-A1C3BF508D8A}" dt="2022-11-17T12:39:31.832" v="1497" actId="207"/>
          <ac:grpSpMkLst>
            <pc:docMk/>
            <pc:sldMk cId="2899078255" sldId="9784"/>
            <ac:grpSpMk id="227" creationId="{D99FDA49-8A9C-E9CF-92AA-EDDCC5E0ECBD}"/>
          </ac:grpSpMkLst>
        </pc:grpChg>
        <pc:grpChg chg="mod">
          <ac:chgData name="Macher, Andreas (DI FA CTR PLC PPM)" userId="f1dcac62-7bef-43eb-91f0-927336a1714f" providerId="ADAL" clId="{C5C6EC8B-092A-4999-B5EE-A1C3BF508D8A}" dt="2022-11-17T12:38:50.219" v="1486" actId="207"/>
          <ac:grpSpMkLst>
            <pc:docMk/>
            <pc:sldMk cId="2899078255" sldId="9784"/>
            <ac:grpSpMk id="228" creationId="{FE993CA9-C186-DB5E-9B48-9D5EC478612E}"/>
          </ac:grpSpMkLst>
        </pc:grpChg>
        <pc:grpChg chg="mod">
          <ac:chgData name="Macher, Andreas (DI FA CTR PLC PPM)" userId="f1dcac62-7bef-43eb-91f0-927336a1714f" providerId="ADAL" clId="{C5C6EC8B-092A-4999-B5EE-A1C3BF508D8A}" dt="2022-11-17T12:38:50.219" v="1486" actId="207"/>
          <ac:grpSpMkLst>
            <pc:docMk/>
            <pc:sldMk cId="2899078255" sldId="9784"/>
            <ac:grpSpMk id="229" creationId="{FFB81E09-8D60-0662-8A50-372809B133D2}"/>
          </ac:grpSpMkLst>
        </pc:grpChg>
        <pc:grpChg chg="mod topLvl">
          <ac:chgData name="Macher, Andreas (DI FA CTR PLC PPM)" userId="f1dcac62-7bef-43eb-91f0-927336a1714f" providerId="ADAL" clId="{C5C6EC8B-092A-4999-B5EE-A1C3BF508D8A}" dt="2022-11-17T12:39:31.832" v="1497" actId="207"/>
          <ac:grpSpMkLst>
            <pc:docMk/>
            <pc:sldMk cId="2899078255" sldId="9784"/>
            <ac:grpSpMk id="240" creationId="{C28E4320-8EFC-6CAB-1A2F-D5B91CA9CD2D}"/>
          </ac:grpSpMkLst>
        </pc:grpChg>
        <pc:grpChg chg="del">
          <ac:chgData name="Macher, Andreas (DI FA CTR PLC PPM)" userId="f1dcac62-7bef-43eb-91f0-927336a1714f" providerId="ADAL" clId="{C5C6EC8B-092A-4999-B5EE-A1C3BF508D8A}" dt="2022-08-17T10:56:24.752" v="1251" actId="478"/>
          <ac:grpSpMkLst>
            <pc:docMk/>
            <pc:sldMk cId="2899078255" sldId="9784"/>
            <ac:grpSpMk id="249" creationId="{CED7F32F-1344-778F-E1D1-BB175311AC5C}"/>
          </ac:grpSpMkLst>
        </pc:grpChg>
        <pc:grpChg chg="del">
          <ac:chgData name="Macher, Andreas (DI FA CTR PLC PPM)" userId="f1dcac62-7bef-43eb-91f0-927336a1714f" providerId="ADAL" clId="{C5C6EC8B-092A-4999-B5EE-A1C3BF508D8A}" dt="2022-08-17T10:56:24.752" v="1251" actId="478"/>
          <ac:grpSpMkLst>
            <pc:docMk/>
            <pc:sldMk cId="2899078255" sldId="9784"/>
            <ac:grpSpMk id="271" creationId="{E7B480D3-1E93-A0F0-1CEE-9153737A3CFF}"/>
          </ac:grpSpMkLst>
        </pc:grpChg>
        <pc:picChg chg="mod">
          <ac:chgData name="Macher, Andreas (DI FA CTR PLC PPM)" userId="f1dcac62-7bef-43eb-91f0-927336a1714f" providerId="ADAL" clId="{C5C6EC8B-092A-4999-B5EE-A1C3BF508D8A}" dt="2022-11-17T12:38:23.038" v="1481" actId="207"/>
          <ac:picMkLst>
            <pc:docMk/>
            <pc:sldMk cId="2899078255" sldId="9784"/>
            <ac:picMk id="199" creationId="{238C2102-98AB-D343-7A67-1092998D6F67}"/>
          </ac:picMkLst>
        </pc:picChg>
        <pc:picChg chg="mod">
          <ac:chgData name="Macher, Andreas (DI FA CTR PLC PPM)" userId="f1dcac62-7bef-43eb-91f0-927336a1714f" providerId="ADAL" clId="{C5C6EC8B-092A-4999-B5EE-A1C3BF508D8A}" dt="2022-11-17T12:38:23.038" v="1481" actId="207"/>
          <ac:picMkLst>
            <pc:docMk/>
            <pc:sldMk cId="2899078255" sldId="9784"/>
            <ac:picMk id="200" creationId="{D46566B3-83F2-6EA5-EC87-00751AC0E76E}"/>
          </ac:picMkLst>
        </pc:picChg>
        <pc:picChg chg="mod">
          <ac:chgData name="Macher, Andreas (DI FA CTR PLC PPM)" userId="f1dcac62-7bef-43eb-91f0-927336a1714f" providerId="ADAL" clId="{C5C6EC8B-092A-4999-B5EE-A1C3BF508D8A}" dt="2022-11-17T12:38:23.038" v="1481" actId="207"/>
          <ac:picMkLst>
            <pc:docMk/>
            <pc:sldMk cId="2899078255" sldId="9784"/>
            <ac:picMk id="201" creationId="{50AD7E0F-3CC6-ECFB-B0EA-4D1F148C3AD0}"/>
          </ac:picMkLst>
        </pc:picChg>
        <pc:picChg chg="mod">
          <ac:chgData name="Macher, Andreas (DI FA CTR PLC PPM)" userId="f1dcac62-7bef-43eb-91f0-927336a1714f" providerId="ADAL" clId="{C5C6EC8B-092A-4999-B5EE-A1C3BF508D8A}" dt="2022-11-17T12:38:23.038" v="1481" actId="207"/>
          <ac:picMkLst>
            <pc:docMk/>
            <pc:sldMk cId="2899078255" sldId="9784"/>
            <ac:picMk id="202" creationId="{80F6A3C2-E629-1533-10BB-8785C7FF83BC}"/>
          </ac:picMkLst>
        </pc:picChg>
        <pc:picChg chg="mod">
          <ac:chgData name="Macher, Andreas (DI FA CTR PLC PPM)" userId="f1dcac62-7bef-43eb-91f0-927336a1714f" providerId="ADAL" clId="{C5C6EC8B-092A-4999-B5EE-A1C3BF508D8A}" dt="2022-11-17T12:38:23.038" v="1481" actId="207"/>
          <ac:picMkLst>
            <pc:docMk/>
            <pc:sldMk cId="2899078255" sldId="9784"/>
            <ac:picMk id="203" creationId="{790D9043-1C83-94C4-6E23-5AA910AF622C}"/>
          </ac:picMkLst>
        </pc:picChg>
        <pc:picChg chg="mod">
          <ac:chgData name="Macher, Andreas (DI FA CTR PLC PPM)" userId="f1dcac62-7bef-43eb-91f0-927336a1714f" providerId="ADAL" clId="{C5C6EC8B-092A-4999-B5EE-A1C3BF508D8A}" dt="2022-11-17T12:38:23.038" v="1481" actId="207"/>
          <ac:picMkLst>
            <pc:docMk/>
            <pc:sldMk cId="2899078255" sldId="9784"/>
            <ac:picMk id="204" creationId="{CC8589E5-6725-8191-CB15-12CE5B8BBB79}"/>
          </ac:picMkLst>
        </pc:picChg>
        <pc:picChg chg="mod">
          <ac:chgData name="Macher, Andreas (DI FA CTR PLC PPM)" userId="f1dcac62-7bef-43eb-91f0-927336a1714f" providerId="ADAL" clId="{C5C6EC8B-092A-4999-B5EE-A1C3BF508D8A}" dt="2022-11-17T12:38:31.782" v="1484" actId="207"/>
          <ac:picMkLst>
            <pc:docMk/>
            <pc:sldMk cId="2899078255" sldId="9784"/>
            <ac:picMk id="208" creationId="{61D619EB-F445-BB45-52B4-957AFF00E405}"/>
          </ac:picMkLst>
        </pc:picChg>
        <pc:picChg chg="mod">
          <ac:chgData name="Macher, Andreas (DI FA CTR PLC PPM)" userId="f1dcac62-7bef-43eb-91f0-927336a1714f" providerId="ADAL" clId="{C5C6EC8B-092A-4999-B5EE-A1C3BF508D8A}" dt="2022-11-17T12:38:31.782" v="1484" actId="207"/>
          <ac:picMkLst>
            <pc:docMk/>
            <pc:sldMk cId="2899078255" sldId="9784"/>
            <ac:picMk id="209" creationId="{B8EB15D1-2FBE-E472-5057-C41008A5E3DF}"/>
          </ac:picMkLst>
        </pc:picChg>
        <pc:picChg chg="mod">
          <ac:chgData name="Macher, Andreas (DI FA CTR PLC PPM)" userId="f1dcac62-7bef-43eb-91f0-927336a1714f" providerId="ADAL" clId="{C5C6EC8B-092A-4999-B5EE-A1C3BF508D8A}" dt="2022-11-17T12:38:31.782" v="1484" actId="207"/>
          <ac:picMkLst>
            <pc:docMk/>
            <pc:sldMk cId="2899078255" sldId="9784"/>
            <ac:picMk id="210" creationId="{3E412673-B180-994C-04F0-E9590CE1FFBE}"/>
          </ac:picMkLst>
        </pc:picChg>
        <pc:picChg chg="mod">
          <ac:chgData name="Macher, Andreas (DI FA CTR PLC PPM)" userId="f1dcac62-7bef-43eb-91f0-927336a1714f" providerId="ADAL" clId="{C5C6EC8B-092A-4999-B5EE-A1C3BF508D8A}" dt="2022-11-17T12:38:31.782" v="1484" actId="207"/>
          <ac:picMkLst>
            <pc:docMk/>
            <pc:sldMk cId="2899078255" sldId="9784"/>
            <ac:picMk id="211" creationId="{1C6E4D0C-58FA-98B7-1F7A-EDE575515138}"/>
          </ac:picMkLst>
        </pc:picChg>
        <pc:picChg chg="mod">
          <ac:chgData name="Macher, Andreas (DI FA CTR PLC PPM)" userId="f1dcac62-7bef-43eb-91f0-927336a1714f" providerId="ADAL" clId="{C5C6EC8B-092A-4999-B5EE-A1C3BF508D8A}" dt="2022-11-17T12:39:31.832" v="1497" actId="207"/>
          <ac:picMkLst>
            <pc:docMk/>
            <pc:sldMk cId="2899078255" sldId="9784"/>
            <ac:picMk id="212" creationId="{B35F3A39-DAE9-A13B-9FE9-2951F9442642}"/>
          </ac:picMkLst>
        </pc:picChg>
        <pc:picChg chg="mod">
          <ac:chgData name="Macher, Andreas (DI FA CTR PLC PPM)" userId="f1dcac62-7bef-43eb-91f0-927336a1714f" providerId="ADAL" clId="{C5C6EC8B-092A-4999-B5EE-A1C3BF508D8A}" dt="2022-11-17T12:39:31.832" v="1497" actId="207"/>
          <ac:picMkLst>
            <pc:docMk/>
            <pc:sldMk cId="2899078255" sldId="9784"/>
            <ac:picMk id="214" creationId="{A8B06D37-46E7-FC5C-FD9F-B17206E75977}"/>
          </ac:picMkLst>
        </pc:picChg>
        <pc:picChg chg="mod topLvl">
          <ac:chgData name="Macher, Andreas (DI FA CTR PLC PPM)" userId="f1dcac62-7bef-43eb-91f0-927336a1714f" providerId="ADAL" clId="{C5C6EC8B-092A-4999-B5EE-A1C3BF508D8A}" dt="2022-11-17T12:39:31.832" v="1497" actId="207"/>
          <ac:picMkLst>
            <pc:docMk/>
            <pc:sldMk cId="2899078255" sldId="9784"/>
            <ac:picMk id="221" creationId="{2B0D25BC-A737-2866-FF0E-49888D691677}"/>
          </ac:picMkLst>
        </pc:picChg>
        <pc:picChg chg="mod topLvl">
          <ac:chgData name="Macher, Andreas (DI FA CTR PLC PPM)" userId="f1dcac62-7bef-43eb-91f0-927336a1714f" providerId="ADAL" clId="{C5C6EC8B-092A-4999-B5EE-A1C3BF508D8A}" dt="2022-11-17T12:39:31.832" v="1497" actId="207"/>
          <ac:picMkLst>
            <pc:docMk/>
            <pc:sldMk cId="2899078255" sldId="9784"/>
            <ac:picMk id="222" creationId="{ED1E6F67-0FCC-6C2A-574D-974BB941BAC9}"/>
          </ac:picMkLst>
        </pc:picChg>
        <pc:picChg chg="mod">
          <ac:chgData name="Macher, Andreas (DI FA CTR PLC PPM)" userId="f1dcac62-7bef-43eb-91f0-927336a1714f" providerId="ADAL" clId="{C5C6EC8B-092A-4999-B5EE-A1C3BF508D8A}" dt="2022-11-17T12:38:50.219" v="1486" actId="207"/>
          <ac:picMkLst>
            <pc:docMk/>
            <pc:sldMk cId="2899078255" sldId="9784"/>
            <ac:picMk id="232" creationId="{2545BDFC-78E6-11C9-E0C3-40CA6AF3482C}"/>
          </ac:picMkLst>
        </pc:picChg>
        <pc:picChg chg="mod">
          <ac:chgData name="Macher, Andreas (DI FA CTR PLC PPM)" userId="f1dcac62-7bef-43eb-91f0-927336a1714f" providerId="ADAL" clId="{C5C6EC8B-092A-4999-B5EE-A1C3BF508D8A}" dt="2022-11-17T12:38:50.219" v="1486" actId="207"/>
          <ac:picMkLst>
            <pc:docMk/>
            <pc:sldMk cId="2899078255" sldId="9784"/>
            <ac:picMk id="233" creationId="{CF17CDA9-36F7-167F-F56D-892A34001866}"/>
          </ac:picMkLst>
        </pc:picChg>
        <pc:picChg chg="mod">
          <ac:chgData name="Macher, Andreas (DI FA CTR PLC PPM)" userId="f1dcac62-7bef-43eb-91f0-927336a1714f" providerId="ADAL" clId="{C5C6EC8B-092A-4999-B5EE-A1C3BF508D8A}" dt="2022-11-17T12:38:50.219" v="1486" actId="207"/>
          <ac:picMkLst>
            <pc:docMk/>
            <pc:sldMk cId="2899078255" sldId="9784"/>
            <ac:picMk id="234" creationId="{1231D40A-34B7-00D2-B9F5-FACF41036D21}"/>
          </ac:picMkLst>
        </pc:picChg>
        <pc:picChg chg="mod">
          <ac:chgData name="Macher, Andreas (DI FA CTR PLC PPM)" userId="f1dcac62-7bef-43eb-91f0-927336a1714f" providerId="ADAL" clId="{C5C6EC8B-092A-4999-B5EE-A1C3BF508D8A}" dt="2022-11-17T12:38:50.219" v="1486" actId="207"/>
          <ac:picMkLst>
            <pc:docMk/>
            <pc:sldMk cId="2899078255" sldId="9784"/>
            <ac:picMk id="235" creationId="{C47FB519-B690-A656-3270-2120B8FE2947}"/>
          </ac:picMkLst>
        </pc:picChg>
        <pc:picChg chg="mod">
          <ac:chgData name="Macher, Andreas (DI FA CTR PLC PPM)" userId="f1dcac62-7bef-43eb-91f0-927336a1714f" providerId="ADAL" clId="{C5C6EC8B-092A-4999-B5EE-A1C3BF508D8A}" dt="2022-11-17T12:38:50.219" v="1486" actId="207"/>
          <ac:picMkLst>
            <pc:docMk/>
            <pc:sldMk cId="2899078255" sldId="9784"/>
            <ac:picMk id="236" creationId="{0CC19C5B-073D-7F47-BE24-7258AF2DF7C4}"/>
          </ac:picMkLst>
        </pc:picChg>
        <pc:picChg chg="mod">
          <ac:chgData name="Macher, Andreas (DI FA CTR PLC PPM)" userId="f1dcac62-7bef-43eb-91f0-927336a1714f" providerId="ADAL" clId="{C5C6EC8B-092A-4999-B5EE-A1C3BF508D8A}" dt="2022-11-17T12:38:50.219" v="1486" actId="207"/>
          <ac:picMkLst>
            <pc:docMk/>
            <pc:sldMk cId="2899078255" sldId="9784"/>
            <ac:picMk id="237" creationId="{BE3262F6-894B-6012-A0DE-87133AA2FD07}"/>
          </ac:picMkLst>
        </pc:picChg>
        <pc:picChg chg="mod">
          <ac:chgData name="Macher, Andreas (DI FA CTR PLC PPM)" userId="f1dcac62-7bef-43eb-91f0-927336a1714f" providerId="ADAL" clId="{C5C6EC8B-092A-4999-B5EE-A1C3BF508D8A}" dt="2022-11-17T12:39:00.594" v="1490" actId="207"/>
          <ac:picMkLst>
            <pc:docMk/>
            <pc:sldMk cId="2899078255" sldId="9784"/>
            <ac:picMk id="241" creationId="{7727FAD5-4295-5658-CF1B-31282B63F4F8}"/>
          </ac:picMkLst>
        </pc:picChg>
        <pc:picChg chg="mod">
          <ac:chgData name="Macher, Andreas (DI FA CTR PLC PPM)" userId="f1dcac62-7bef-43eb-91f0-927336a1714f" providerId="ADAL" clId="{C5C6EC8B-092A-4999-B5EE-A1C3BF508D8A}" dt="2022-11-17T12:39:00.594" v="1490" actId="207"/>
          <ac:picMkLst>
            <pc:docMk/>
            <pc:sldMk cId="2899078255" sldId="9784"/>
            <ac:picMk id="242" creationId="{C059849C-0282-5040-2F1E-43084CC4ED9E}"/>
          </ac:picMkLst>
        </pc:picChg>
        <pc:picChg chg="mod">
          <ac:chgData name="Macher, Andreas (DI FA CTR PLC PPM)" userId="f1dcac62-7bef-43eb-91f0-927336a1714f" providerId="ADAL" clId="{C5C6EC8B-092A-4999-B5EE-A1C3BF508D8A}" dt="2022-11-17T12:39:00.594" v="1490" actId="207"/>
          <ac:picMkLst>
            <pc:docMk/>
            <pc:sldMk cId="2899078255" sldId="9784"/>
            <ac:picMk id="243" creationId="{B86932D7-0F34-693C-7353-A849B2E6E446}"/>
          </ac:picMkLst>
        </pc:picChg>
        <pc:picChg chg="mod">
          <ac:chgData name="Macher, Andreas (DI FA CTR PLC PPM)" userId="f1dcac62-7bef-43eb-91f0-927336a1714f" providerId="ADAL" clId="{C5C6EC8B-092A-4999-B5EE-A1C3BF508D8A}" dt="2022-11-17T12:39:00.594" v="1490" actId="207"/>
          <ac:picMkLst>
            <pc:docMk/>
            <pc:sldMk cId="2899078255" sldId="9784"/>
            <ac:picMk id="244" creationId="{892657B7-0E80-2B85-59FE-D7EE550D7B5C}"/>
          </ac:picMkLst>
        </pc:picChg>
        <pc:picChg chg="mod">
          <ac:chgData name="Macher, Andreas (DI FA CTR PLC PPM)" userId="f1dcac62-7bef-43eb-91f0-927336a1714f" providerId="ADAL" clId="{C5C6EC8B-092A-4999-B5EE-A1C3BF508D8A}" dt="2022-11-17T12:39:42.623" v="1499" actId="1076"/>
          <ac:picMkLst>
            <pc:docMk/>
            <pc:sldMk cId="2899078255" sldId="9784"/>
            <ac:picMk id="245" creationId="{D61805A3-16DD-8938-F80C-E46F1FA896CA}"/>
          </ac:picMkLst>
        </pc:picChg>
        <pc:picChg chg="del">
          <ac:chgData name="Macher, Andreas (DI FA CTR PLC PPM)" userId="f1dcac62-7bef-43eb-91f0-927336a1714f" providerId="ADAL" clId="{C5C6EC8B-092A-4999-B5EE-A1C3BF508D8A}" dt="2022-08-17T10:56:24.752" v="1251" actId="478"/>
          <ac:picMkLst>
            <pc:docMk/>
            <pc:sldMk cId="2899078255" sldId="9784"/>
            <ac:picMk id="265" creationId="{B288FCDE-B53E-5C34-8E5A-73ACD66C3295}"/>
          </ac:picMkLst>
        </pc:picChg>
        <pc:picChg chg="del">
          <ac:chgData name="Macher, Andreas (DI FA CTR PLC PPM)" userId="f1dcac62-7bef-43eb-91f0-927336a1714f" providerId="ADAL" clId="{C5C6EC8B-092A-4999-B5EE-A1C3BF508D8A}" dt="2022-08-17T10:56:24.752" v="1251" actId="478"/>
          <ac:picMkLst>
            <pc:docMk/>
            <pc:sldMk cId="2899078255" sldId="9784"/>
            <ac:picMk id="266" creationId="{4DE8AAEF-6B1A-68BB-8CA1-38FAD343B32D}"/>
          </ac:picMkLst>
        </pc:picChg>
        <pc:picChg chg="del">
          <ac:chgData name="Macher, Andreas (DI FA CTR PLC PPM)" userId="f1dcac62-7bef-43eb-91f0-927336a1714f" providerId="ADAL" clId="{C5C6EC8B-092A-4999-B5EE-A1C3BF508D8A}" dt="2022-08-17T10:56:24.752" v="1251" actId="478"/>
          <ac:picMkLst>
            <pc:docMk/>
            <pc:sldMk cId="2899078255" sldId="9784"/>
            <ac:picMk id="267" creationId="{0D915113-0986-15BC-F0AA-B515757F13E7}"/>
          </ac:picMkLst>
        </pc:picChg>
        <pc:picChg chg="del">
          <ac:chgData name="Macher, Andreas (DI FA CTR PLC PPM)" userId="f1dcac62-7bef-43eb-91f0-927336a1714f" providerId="ADAL" clId="{C5C6EC8B-092A-4999-B5EE-A1C3BF508D8A}" dt="2022-08-17T10:56:24.752" v="1251" actId="478"/>
          <ac:picMkLst>
            <pc:docMk/>
            <pc:sldMk cId="2899078255" sldId="9784"/>
            <ac:picMk id="268" creationId="{5DC3C729-CFB6-2384-F33F-E18FDD43EBB1}"/>
          </ac:picMkLst>
        </pc:picChg>
        <pc:cxnChg chg="mod">
          <ac:chgData name="Macher, Andreas (DI FA CTR PLC PPM)" userId="f1dcac62-7bef-43eb-91f0-927336a1714f" providerId="ADAL" clId="{C5C6EC8B-092A-4999-B5EE-A1C3BF508D8A}" dt="2022-11-17T12:39:31.832" v="1497" actId="207"/>
          <ac:cxnSpMkLst>
            <pc:docMk/>
            <pc:sldMk cId="2899078255" sldId="9784"/>
            <ac:cxnSpMk id="17" creationId="{C30B9DE4-11E8-9233-46A5-E3AC6F5D746E}"/>
          </ac:cxnSpMkLst>
        </pc:cxnChg>
        <pc:cxnChg chg="mod">
          <ac:chgData name="Macher, Andreas (DI FA CTR PLC PPM)" userId="f1dcac62-7bef-43eb-91f0-927336a1714f" providerId="ADAL" clId="{C5C6EC8B-092A-4999-B5EE-A1C3BF508D8A}" dt="2022-11-17T12:39:31.832" v="1497" actId="207"/>
          <ac:cxnSpMkLst>
            <pc:docMk/>
            <pc:sldMk cId="2899078255" sldId="9784"/>
            <ac:cxnSpMk id="217" creationId="{7CF123D3-0FEE-DA24-5C1A-D01A6D00FAA4}"/>
          </ac:cxnSpMkLst>
        </pc:cxnChg>
        <pc:cxnChg chg="mod topLvl">
          <ac:chgData name="Macher, Andreas (DI FA CTR PLC PPM)" userId="f1dcac62-7bef-43eb-91f0-927336a1714f" providerId="ADAL" clId="{C5C6EC8B-092A-4999-B5EE-A1C3BF508D8A}" dt="2022-11-17T12:39:31.832" v="1497" actId="207"/>
          <ac:cxnSpMkLst>
            <pc:docMk/>
            <pc:sldMk cId="2899078255" sldId="9784"/>
            <ac:cxnSpMk id="225" creationId="{7BC99B81-8B74-3E62-B8CC-9CCE742A03BF}"/>
          </ac:cxnSpMkLst>
        </pc:cxnChg>
        <pc:cxnChg chg="mod topLvl">
          <ac:chgData name="Macher, Andreas (DI FA CTR PLC PPM)" userId="f1dcac62-7bef-43eb-91f0-927336a1714f" providerId="ADAL" clId="{C5C6EC8B-092A-4999-B5EE-A1C3BF508D8A}" dt="2022-11-17T12:39:31.832" v="1497" actId="207"/>
          <ac:cxnSpMkLst>
            <pc:docMk/>
            <pc:sldMk cId="2899078255" sldId="9784"/>
            <ac:cxnSpMk id="226" creationId="{731C6E8C-4D66-97FC-1DF0-CD54326FFF00}"/>
          </ac:cxnSpMkLst>
        </pc:cxnChg>
      </pc:sldChg>
      <pc:sldChg chg="addSp delSp modSp mod chgLayout">
        <pc:chgData name="Macher, Andreas (DI FA CTR PLC PPM)" userId="f1dcac62-7bef-43eb-91f0-927336a1714f" providerId="ADAL" clId="{C5C6EC8B-092A-4999-B5EE-A1C3BF508D8A}" dt="2022-11-30T10:07:16.376" v="9401" actId="6549"/>
        <pc:sldMkLst>
          <pc:docMk/>
          <pc:sldMk cId="2759157738" sldId="9785"/>
        </pc:sldMkLst>
        <pc:spChg chg="mod ord">
          <ac:chgData name="Macher, Andreas (DI FA CTR PLC PPM)" userId="f1dcac62-7bef-43eb-91f0-927336a1714f" providerId="ADAL" clId="{C5C6EC8B-092A-4999-B5EE-A1C3BF508D8A}" dt="2022-11-29T08:21:22.711" v="6176" actId="20577"/>
          <ac:spMkLst>
            <pc:docMk/>
            <pc:sldMk cId="2759157738" sldId="9785"/>
            <ac:spMk id="2" creationId="{00000000-0000-0000-0000-000000000000}"/>
          </ac:spMkLst>
        </pc:spChg>
        <pc:spChg chg="mod">
          <ac:chgData name="Macher, Andreas (DI FA CTR PLC PPM)" userId="f1dcac62-7bef-43eb-91f0-927336a1714f" providerId="ADAL" clId="{C5C6EC8B-092A-4999-B5EE-A1C3BF508D8A}" dt="2022-11-29T08:21:14.613" v="6173" actId="1076"/>
          <ac:spMkLst>
            <pc:docMk/>
            <pc:sldMk cId="2759157738" sldId="9785"/>
            <ac:spMk id="3" creationId="{FF3F7F0A-0A9C-B15C-2B85-7A6BDD577926}"/>
          </ac:spMkLst>
        </pc:spChg>
        <pc:spChg chg="del mod">
          <ac:chgData name="Macher, Andreas (DI FA CTR PLC PPM)" userId="f1dcac62-7bef-43eb-91f0-927336a1714f" providerId="ADAL" clId="{C5C6EC8B-092A-4999-B5EE-A1C3BF508D8A}" dt="2022-11-29T08:20:27.216" v="6154" actId="478"/>
          <ac:spMkLst>
            <pc:docMk/>
            <pc:sldMk cId="2759157738" sldId="9785"/>
            <ac:spMk id="4" creationId="{D6EB2DB1-BFAD-283C-FCED-53D178966CF8}"/>
          </ac:spMkLst>
        </pc:spChg>
        <pc:spChg chg="add del mod ord">
          <ac:chgData name="Macher, Andreas (DI FA CTR PLC PPM)" userId="f1dcac62-7bef-43eb-91f0-927336a1714f" providerId="ADAL" clId="{C5C6EC8B-092A-4999-B5EE-A1C3BF508D8A}" dt="2022-11-29T08:24:42.110" v="6190" actId="478"/>
          <ac:spMkLst>
            <pc:docMk/>
            <pc:sldMk cId="2759157738" sldId="9785"/>
            <ac:spMk id="5" creationId="{949D7F01-CC2C-408D-882A-C511851B449D}"/>
          </ac:spMkLst>
        </pc:spChg>
        <pc:spChg chg="mod ord">
          <ac:chgData name="Macher, Andreas (DI FA CTR PLC PPM)" userId="f1dcac62-7bef-43eb-91f0-927336a1714f" providerId="ADAL" clId="{C5C6EC8B-092A-4999-B5EE-A1C3BF508D8A}" dt="2022-11-29T16:10:05.146" v="9210"/>
          <ac:spMkLst>
            <pc:docMk/>
            <pc:sldMk cId="2759157738" sldId="9785"/>
            <ac:spMk id="6" creationId="{52486D80-3DF7-470D-823E-765DCE86C853}"/>
          </ac:spMkLst>
        </pc:spChg>
        <pc:spChg chg="del mod">
          <ac:chgData name="Macher, Andreas (DI FA CTR PLC PPM)" userId="f1dcac62-7bef-43eb-91f0-927336a1714f" providerId="ADAL" clId="{C5C6EC8B-092A-4999-B5EE-A1C3BF508D8A}" dt="2022-11-29T08:24:42.110" v="6190" actId="478"/>
          <ac:spMkLst>
            <pc:docMk/>
            <pc:sldMk cId="2759157738" sldId="9785"/>
            <ac:spMk id="8" creationId="{D70EC1EC-A084-2659-2A9F-3BBE28E026B6}"/>
          </ac:spMkLst>
        </pc:spChg>
        <pc:spChg chg="add mod ord">
          <ac:chgData name="Macher, Andreas (DI FA CTR PLC PPM)" userId="f1dcac62-7bef-43eb-91f0-927336a1714f" providerId="ADAL" clId="{C5C6EC8B-092A-4999-B5EE-A1C3BF508D8A}" dt="2022-11-29T08:21:14.613" v="6173" actId="1076"/>
          <ac:spMkLst>
            <pc:docMk/>
            <pc:sldMk cId="2759157738" sldId="9785"/>
            <ac:spMk id="10" creationId="{EA4F1B28-3D85-8242-0542-B88FCD1E9715}"/>
          </ac:spMkLst>
        </pc:spChg>
        <pc:spChg chg="add del mod ord">
          <ac:chgData name="Macher, Andreas (DI FA CTR PLC PPM)" userId="f1dcac62-7bef-43eb-91f0-927336a1714f" providerId="ADAL" clId="{C5C6EC8B-092A-4999-B5EE-A1C3BF508D8A}" dt="2022-11-29T08:20:27.216" v="6154" actId="478"/>
          <ac:spMkLst>
            <pc:docMk/>
            <pc:sldMk cId="2759157738" sldId="9785"/>
            <ac:spMk id="11" creationId="{50538284-0E59-7DAB-9179-8F0D020C3AF3}"/>
          </ac:spMkLst>
        </pc:spChg>
        <pc:spChg chg="add del mod">
          <ac:chgData name="Macher, Andreas (DI FA CTR PLC PPM)" userId="f1dcac62-7bef-43eb-91f0-927336a1714f" providerId="ADAL" clId="{C5C6EC8B-092A-4999-B5EE-A1C3BF508D8A}" dt="2022-11-29T08:20:27.216" v="6154" actId="478"/>
          <ac:spMkLst>
            <pc:docMk/>
            <pc:sldMk cId="2759157738" sldId="9785"/>
            <ac:spMk id="12" creationId="{D11210BD-FC2F-27AC-9ED6-2C5602DD528B}"/>
          </ac:spMkLst>
        </pc:spChg>
        <pc:spChg chg="add del mod">
          <ac:chgData name="Macher, Andreas (DI FA CTR PLC PPM)" userId="f1dcac62-7bef-43eb-91f0-927336a1714f" providerId="ADAL" clId="{C5C6EC8B-092A-4999-B5EE-A1C3BF508D8A}" dt="2022-11-29T08:26:43.738" v="6271" actId="478"/>
          <ac:spMkLst>
            <pc:docMk/>
            <pc:sldMk cId="2759157738" sldId="9785"/>
            <ac:spMk id="13" creationId="{D6E861BD-0FD6-F2A7-E540-1E8425A3CAA7}"/>
          </ac:spMkLst>
        </pc:spChg>
        <pc:spChg chg="add del mod">
          <ac:chgData name="Macher, Andreas (DI FA CTR PLC PPM)" userId="f1dcac62-7bef-43eb-91f0-927336a1714f" providerId="ADAL" clId="{C5C6EC8B-092A-4999-B5EE-A1C3BF508D8A}" dt="2022-11-29T08:20:27.216" v="6154" actId="478"/>
          <ac:spMkLst>
            <pc:docMk/>
            <pc:sldMk cId="2759157738" sldId="9785"/>
            <ac:spMk id="14" creationId="{E74EDA2A-8E1E-08A0-1074-BE2D94A6ABD3}"/>
          </ac:spMkLst>
        </pc:spChg>
        <pc:spChg chg="add del mod">
          <ac:chgData name="Macher, Andreas (DI FA CTR PLC PPM)" userId="f1dcac62-7bef-43eb-91f0-927336a1714f" providerId="ADAL" clId="{C5C6EC8B-092A-4999-B5EE-A1C3BF508D8A}" dt="2022-11-29T08:20:27.216" v="6154" actId="478"/>
          <ac:spMkLst>
            <pc:docMk/>
            <pc:sldMk cId="2759157738" sldId="9785"/>
            <ac:spMk id="15" creationId="{231B9F21-7785-8E2D-D9F4-9D6E43752C44}"/>
          </ac:spMkLst>
        </pc:spChg>
        <pc:spChg chg="add mod">
          <ac:chgData name="Macher, Andreas (DI FA CTR PLC PPM)" userId="f1dcac62-7bef-43eb-91f0-927336a1714f" providerId="ADAL" clId="{C5C6EC8B-092A-4999-B5EE-A1C3BF508D8A}" dt="2022-11-29T08:21:14.613" v="6173" actId="1076"/>
          <ac:spMkLst>
            <pc:docMk/>
            <pc:sldMk cId="2759157738" sldId="9785"/>
            <ac:spMk id="16" creationId="{217D58A4-98D4-AE95-A5BB-77BBEFA431E0}"/>
          </ac:spMkLst>
        </pc:spChg>
        <pc:spChg chg="add mod">
          <ac:chgData name="Macher, Andreas (DI FA CTR PLC PPM)" userId="f1dcac62-7bef-43eb-91f0-927336a1714f" providerId="ADAL" clId="{C5C6EC8B-092A-4999-B5EE-A1C3BF508D8A}" dt="2022-11-29T08:21:14.613" v="6173" actId="1076"/>
          <ac:spMkLst>
            <pc:docMk/>
            <pc:sldMk cId="2759157738" sldId="9785"/>
            <ac:spMk id="17" creationId="{0ED9C93A-D06D-1006-0998-1BB8A435D1F4}"/>
          </ac:spMkLst>
        </pc:spChg>
        <pc:spChg chg="add del mod">
          <ac:chgData name="Macher, Andreas (DI FA CTR PLC PPM)" userId="f1dcac62-7bef-43eb-91f0-927336a1714f" providerId="ADAL" clId="{C5C6EC8B-092A-4999-B5EE-A1C3BF508D8A}" dt="2022-11-29T08:24:42.110" v="6190" actId="478"/>
          <ac:spMkLst>
            <pc:docMk/>
            <pc:sldMk cId="2759157738" sldId="9785"/>
            <ac:spMk id="18" creationId="{18047BBA-2591-CB4B-BABA-8A1D1F4A5834}"/>
          </ac:spMkLst>
        </pc:spChg>
        <pc:spChg chg="add del mod">
          <ac:chgData name="Macher, Andreas (DI FA CTR PLC PPM)" userId="f1dcac62-7bef-43eb-91f0-927336a1714f" providerId="ADAL" clId="{C5C6EC8B-092A-4999-B5EE-A1C3BF508D8A}" dt="2022-11-29T08:24:42.110" v="6190" actId="478"/>
          <ac:spMkLst>
            <pc:docMk/>
            <pc:sldMk cId="2759157738" sldId="9785"/>
            <ac:spMk id="19" creationId="{41B2A700-1094-06D6-C418-4255F9720870}"/>
          </ac:spMkLst>
        </pc:spChg>
        <pc:spChg chg="add mod">
          <ac:chgData name="Macher, Andreas (DI FA CTR PLC PPM)" userId="f1dcac62-7bef-43eb-91f0-927336a1714f" providerId="ADAL" clId="{C5C6EC8B-092A-4999-B5EE-A1C3BF508D8A}" dt="2022-11-29T08:21:14.613" v="6173" actId="1076"/>
          <ac:spMkLst>
            <pc:docMk/>
            <pc:sldMk cId="2759157738" sldId="9785"/>
            <ac:spMk id="20" creationId="{8D24A08D-0CDF-19CA-399C-36ED7A3CB0E6}"/>
          </ac:spMkLst>
        </pc:spChg>
        <pc:spChg chg="add del mod">
          <ac:chgData name="Macher, Andreas (DI FA CTR PLC PPM)" userId="f1dcac62-7bef-43eb-91f0-927336a1714f" providerId="ADAL" clId="{C5C6EC8B-092A-4999-B5EE-A1C3BF508D8A}" dt="2022-11-29T08:21:16.536" v="6174" actId="478"/>
          <ac:spMkLst>
            <pc:docMk/>
            <pc:sldMk cId="2759157738" sldId="9785"/>
            <ac:spMk id="21" creationId="{1A415004-D44D-CCAD-EC06-C5B3FF033E60}"/>
          </ac:spMkLst>
        </pc:spChg>
        <pc:spChg chg="add del mod">
          <ac:chgData name="Macher, Andreas (DI FA CTR PLC PPM)" userId="f1dcac62-7bef-43eb-91f0-927336a1714f" providerId="ADAL" clId="{C5C6EC8B-092A-4999-B5EE-A1C3BF508D8A}" dt="2022-11-29T08:24:42.110" v="6190" actId="478"/>
          <ac:spMkLst>
            <pc:docMk/>
            <pc:sldMk cId="2759157738" sldId="9785"/>
            <ac:spMk id="24" creationId="{1382EB62-BEA8-46A4-0B6D-DB9DF454410C}"/>
          </ac:spMkLst>
        </pc:spChg>
        <pc:spChg chg="add mod">
          <ac:chgData name="Macher, Andreas (DI FA CTR PLC PPM)" userId="f1dcac62-7bef-43eb-91f0-927336a1714f" providerId="ADAL" clId="{C5C6EC8B-092A-4999-B5EE-A1C3BF508D8A}" dt="2022-11-30T10:07:16.376" v="9401" actId="6549"/>
          <ac:spMkLst>
            <pc:docMk/>
            <pc:sldMk cId="2759157738" sldId="9785"/>
            <ac:spMk id="25" creationId="{DBC4553A-8B20-C8DD-455C-2D4E07BB289C}"/>
          </ac:spMkLst>
        </pc:spChg>
        <pc:spChg chg="mod">
          <ac:chgData name="Macher, Andreas (DI FA CTR PLC PPM)" userId="f1dcac62-7bef-43eb-91f0-927336a1714f" providerId="ADAL" clId="{C5C6EC8B-092A-4999-B5EE-A1C3BF508D8A}" dt="2022-11-29T08:21:14.613" v="6173" actId="1076"/>
          <ac:spMkLst>
            <pc:docMk/>
            <pc:sldMk cId="2759157738" sldId="9785"/>
            <ac:spMk id="122" creationId="{232F4B8C-AD91-11A9-0D4D-02088C050C88}"/>
          </ac:spMkLst>
        </pc:spChg>
        <pc:spChg chg="mod">
          <ac:chgData name="Macher, Andreas (DI FA CTR PLC PPM)" userId="f1dcac62-7bef-43eb-91f0-927336a1714f" providerId="ADAL" clId="{C5C6EC8B-092A-4999-B5EE-A1C3BF508D8A}" dt="2022-11-29T08:21:14.613" v="6173" actId="1076"/>
          <ac:spMkLst>
            <pc:docMk/>
            <pc:sldMk cId="2759157738" sldId="9785"/>
            <ac:spMk id="123" creationId="{D0E67438-1981-AB10-F6DD-937CE3484ED3}"/>
          </ac:spMkLst>
        </pc:spChg>
        <pc:spChg chg="mod">
          <ac:chgData name="Macher, Andreas (DI FA CTR PLC PPM)" userId="f1dcac62-7bef-43eb-91f0-927336a1714f" providerId="ADAL" clId="{C5C6EC8B-092A-4999-B5EE-A1C3BF508D8A}" dt="2022-11-29T08:21:14.613" v="6173" actId="1076"/>
          <ac:spMkLst>
            <pc:docMk/>
            <pc:sldMk cId="2759157738" sldId="9785"/>
            <ac:spMk id="127" creationId="{9A604E30-BCC2-D054-3080-20A6F32857C9}"/>
          </ac:spMkLst>
        </pc:spChg>
        <pc:spChg chg="mod">
          <ac:chgData name="Macher, Andreas (DI FA CTR PLC PPM)" userId="f1dcac62-7bef-43eb-91f0-927336a1714f" providerId="ADAL" clId="{C5C6EC8B-092A-4999-B5EE-A1C3BF508D8A}" dt="2022-11-29T08:21:14.613" v="6173" actId="1076"/>
          <ac:spMkLst>
            <pc:docMk/>
            <pc:sldMk cId="2759157738" sldId="9785"/>
            <ac:spMk id="128" creationId="{46A491FB-C49F-F5CB-2A8A-BD614AA6D684}"/>
          </ac:spMkLst>
        </pc:spChg>
        <pc:spChg chg="mod">
          <ac:chgData name="Macher, Andreas (DI FA CTR PLC PPM)" userId="f1dcac62-7bef-43eb-91f0-927336a1714f" providerId="ADAL" clId="{C5C6EC8B-092A-4999-B5EE-A1C3BF508D8A}" dt="2022-11-29T08:21:14.613" v="6173" actId="1076"/>
          <ac:spMkLst>
            <pc:docMk/>
            <pc:sldMk cId="2759157738" sldId="9785"/>
            <ac:spMk id="142" creationId="{1B6764AE-925F-A4C1-9ACD-7DA0F609B11F}"/>
          </ac:spMkLst>
        </pc:spChg>
        <pc:spChg chg="mod">
          <ac:chgData name="Macher, Andreas (DI FA CTR PLC PPM)" userId="f1dcac62-7bef-43eb-91f0-927336a1714f" providerId="ADAL" clId="{C5C6EC8B-092A-4999-B5EE-A1C3BF508D8A}" dt="2022-11-29T08:21:14.613" v="6173" actId="1076"/>
          <ac:spMkLst>
            <pc:docMk/>
            <pc:sldMk cId="2759157738" sldId="9785"/>
            <ac:spMk id="143" creationId="{0007F270-1BA0-E9C2-DE13-103DE1D0FD45}"/>
          </ac:spMkLst>
        </pc:spChg>
        <pc:spChg chg="mod">
          <ac:chgData name="Macher, Andreas (DI FA CTR PLC PPM)" userId="f1dcac62-7bef-43eb-91f0-927336a1714f" providerId="ADAL" clId="{C5C6EC8B-092A-4999-B5EE-A1C3BF508D8A}" dt="2022-11-29T08:21:14.613" v="6173" actId="1076"/>
          <ac:spMkLst>
            <pc:docMk/>
            <pc:sldMk cId="2759157738" sldId="9785"/>
            <ac:spMk id="153" creationId="{170FD330-ED6F-528E-7219-21CE0DA23994}"/>
          </ac:spMkLst>
        </pc:spChg>
        <pc:spChg chg="mod">
          <ac:chgData name="Macher, Andreas (DI FA CTR PLC PPM)" userId="f1dcac62-7bef-43eb-91f0-927336a1714f" providerId="ADAL" clId="{C5C6EC8B-092A-4999-B5EE-A1C3BF508D8A}" dt="2022-11-29T08:21:14.613" v="6173" actId="1076"/>
          <ac:spMkLst>
            <pc:docMk/>
            <pc:sldMk cId="2759157738" sldId="9785"/>
            <ac:spMk id="157" creationId="{39D28DED-9354-326B-E733-B21ED687B944}"/>
          </ac:spMkLst>
        </pc:spChg>
        <pc:spChg chg="mod">
          <ac:chgData name="Macher, Andreas (DI FA CTR PLC PPM)" userId="f1dcac62-7bef-43eb-91f0-927336a1714f" providerId="ADAL" clId="{C5C6EC8B-092A-4999-B5EE-A1C3BF508D8A}" dt="2022-11-29T08:21:14.613" v="6173" actId="1076"/>
          <ac:spMkLst>
            <pc:docMk/>
            <pc:sldMk cId="2759157738" sldId="9785"/>
            <ac:spMk id="158" creationId="{B46D628B-8D3A-6555-2DB5-578636130223}"/>
          </ac:spMkLst>
        </pc:spChg>
        <pc:spChg chg="del mod">
          <ac:chgData name="Macher, Andreas (DI FA CTR PLC PPM)" userId="f1dcac62-7bef-43eb-91f0-927336a1714f" providerId="ADAL" clId="{C5C6EC8B-092A-4999-B5EE-A1C3BF508D8A}" dt="2022-11-29T09:15:11.539" v="7122" actId="478"/>
          <ac:spMkLst>
            <pc:docMk/>
            <pc:sldMk cId="2759157738" sldId="9785"/>
            <ac:spMk id="159" creationId="{6911F848-ACB0-5C61-F711-C5B83A6E4C3D}"/>
          </ac:spMkLst>
        </pc:spChg>
        <pc:spChg chg="del">
          <ac:chgData name="Macher, Andreas (DI FA CTR PLC PPM)" userId="f1dcac62-7bef-43eb-91f0-927336a1714f" providerId="ADAL" clId="{C5C6EC8B-092A-4999-B5EE-A1C3BF508D8A}" dt="2022-11-17T12:26:55.593" v="1333" actId="478"/>
          <ac:spMkLst>
            <pc:docMk/>
            <pc:sldMk cId="2759157738" sldId="9785"/>
            <ac:spMk id="160" creationId="{2D80FEEB-5AF4-338B-36D5-B901A6B8ABA1}"/>
          </ac:spMkLst>
        </pc:spChg>
        <pc:spChg chg="mod">
          <ac:chgData name="Macher, Andreas (DI FA CTR PLC PPM)" userId="f1dcac62-7bef-43eb-91f0-927336a1714f" providerId="ADAL" clId="{C5C6EC8B-092A-4999-B5EE-A1C3BF508D8A}" dt="2022-11-29T08:21:14.613" v="6173" actId="1076"/>
          <ac:spMkLst>
            <pc:docMk/>
            <pc:sldMk cId="2759157738" sldId="9785"/>
            <ac:spMk id="185" creationId="{99C6E699-C572-DE49-D110-F3E028E48615}"/>
          </ac:spMkLst>
        </pc:spChg>
        <pc:spChg chg="mod">
          <ac:chgData name="Macher, Andreas (DI FA CTR PLC PPM)" userId="f1dcac62-7bef-43eb-91f0-927336a1714f" providerId="ADAL" clId="{C5C6EC8B-092A-4999-B5EE-A1C3BF508D8A}" dt="2022-11-29T08:21:14.613" v="6173" actId="1076"/>
          <ac:spMkLst>
            <pc:docMk/>
            <pc:sldMk cId="2759157738" sldId="9785"/>
            <ac:spMk id="188" creationId="{3A92E14C-F860-B0AC-7AB4-8C389A534006}"/>
          </ac:spMkLst>
        </pc:spChg>
        <pc:spChg chg="del mod">
          <ac:chgData name="Macher, Andreas (DI FA CTR PLC PPM)" userId="f1dcac62-7bef-43eb-91f0-927336a1714f" providerId="ADAL" clId="{C5C6EC8B-092A-4999-B5EE-A1C3BF508D8A}" dt="2022-11-29T08:20:27.216" v="6154" actId="478"/>
          <ac:spMkLst>
            <pc:docMk/>
            <pc:sldMk cId="2759157738" sldId="9785"/>
            <ac:spMk id="247" creationId="{4058F77D-F556-64D3-0D9B-3C046D333A1D}"/>
          </ac:spMkLst>
        </pc:spChg>
        <pc:spChg chg="del mod">
          <ac:chgData name="Macher, Andreas (DI FA CTR PLC PPM)" userId="f1dcac62-7bef-43eb-91f0-927336a1714f" providerId="ADAL" clId="{C5C6EC8B-092A-4999-B5EE-A1C3BF508D8A}" dt="2022-11-29T08:20:27.216" v="6154" actId="478"/>
          <ac:spMkLst>
            <pc:docMk/>
            <pc:sldMk cId="2759157738" sldId="9785"/>
            <ac:spMk id="248" creationId="{862C1800-3D72-4632-EA5A-BF2C8BA5E706}"/>
          </ac:spMkLst>
        </pc:spChg>
        <pc:spChg chg="mod">
          <ac:chgData name="Macher, Andreas (DI FA CTR PLC PPM)" userId="f1dcac62-7bef-43eb-91f0-927336a1714f" providerId="ADAL" clId="{C5C6EC8B-092A-4999-B5EE-A1C3BF508D8A}" dt="2022-11-28T12:14:42.218" v="3769" actId="790"/>
          <ac:spMkLst>
            <pc:docMk/>
            <pc:sldMk cId="2759157738" sldId="9785"/>
            <ac:spMk id="254" creationId="{B215A96E-1115-B502-FE53-4D6516B5E8C3}"/>
          </ac:spMkLst>
        </pc:spChg>
        <pc:spChg chg="mod">
          <ac:chgData name="Macher, Andreas (DI FA CTR PLC PPM)" userId="f1dcac62-7bef-43eb-91f0-927336a1714f" providerId="ADAL" clId="{C5C6EC8B-092A-4999-B5EE-A1C3BF508D8A}" dt="2022-11-28T12:14:42.218" v="3769" actId="790"/>
          <ac:spMkLst>
            <pc:docMk/>
            <pc:sldMk cId="2759157738" sldId="9785"/>
            <ac:spMk id="255" creationId="{36DE6FED-3446-0068-03D6-9FD0B6B84782}"/>
          </ac:spMkLst>
        </pc:spChg>
        <pc:spChg chg="del mod">
          <ac:chgData name="Macher, Andreas (DI FA CTR PLC PPM)" userId="f1dcac62-7bef-43eb-91f0-927336a1714f" providerId="ADAL" clId="{C5C6EC8B-092A-4999-B5EE-A1C3BF508D8A}" dt="2022-11-29T08:20:27.216" v="6154" actId="478"/>
          <ac:spMkLst>
            <pc:docMk/>
            <pc:sldMk cId="2759157738" sldId="9785"/>
            <ac:spMk id="263" creationId="{26D9C2DF-5679-B805-7DD2-04CFD3040A9B}"/>
          </ac:spMkLst>
        </pc:spChg>
        <pc:spChg chg="del mod">
          <ac:chgData name="Macher, Andreas (DI FA CTR PLC PPM)" userId="f1dcac62-7bef-43eb-91f0-927336a1714f" providerId="ADAL" clId="{C5C6EC8B-092A-4999-B5EE-A1C3BF508D8A}" dt="2022-11-29T08:20:27.216" v="6154" actId="478"/>
          <ac:spMkLst>
            <pc:docMk/>
            <pc:sldMk cId="2759157738" sldId="9785"/>
            <ac:spMk id="270" creationId="{C7D56EBE-D5D9-FBAE-8796-9C821465260B}"/>
          </ac:spMkLst>
        </pc:spChg>
        <pc:spChg chg="mod">
          <ac:chgData name="Macher, Andreas (DI FA CTR PLC PPM)" userId="f1dcac62-7bef-43eb-91f0-927336a1714f" providerId="ADAL" clId="{C5C6EC8B-092A-4999-B5EE-A1C3BF508D8A}" dt="2022-11-28T12:14:42.218" v="3769" actId="790"/>
          <ac:spMkLst>
            <pc:docMk/>
            <pc:sldMk cId="2759157738" sldId="9785"/>
            <ac:spMk id="272" creationId="{811EEB8E-3762-F0D7-70BB-E5C1242A585B}"/>
          </ac:spMkLst>
        </pc:spChg>
        <pc:spChg chg="mod">
          <ac:chgData name="Macher, Andreas (DI FA CTR PLC PPM)" userId="f1dcac62-7bef-43eb-91f0-927336a1714f" providerId="ADAL" clId="{C5C6EC8B-092A-4999-B5EE-A1C3BF508D8A}" dt="2022-11-28T12:14:42.218" v="3769" actId="790"/>
          <ac:spMkLst>
            <pc:docMk/>
            <pc:sldMk cId="2759157738" sldId="9785"/>
            <ac:spMk id="273" creationId="{FCB7B8E6-B4CD-F9CA-1B61-618474442902}"/>
          </ac:spMkLst>
        </pc:spChg>
        <pc:spChg chg="del mod">
          <ac:chgData name="Macher, Andreas (DI FA CTR PLC PPM)" userId="f1dcac62-7bef-43eb-91f0-927336a1714f" providerId="ADAL" clId="{C5C6EC8B-092A-4999-B5EE-A1C3BF508D8A}" dt="2022-11-29T08:24:42.110" v="6190" actId="478"/>
          <ac:spMkLst>
            <pc:docMk/>
            <pc:sldMk cId="2759157738" sldId="9785"/>
            <ac:spMk id="274" creationId="{B17D21DC-1285-8B08-DAE6-CCEE18248143}"/>
          </ac:spMkLst>
        </pc:spChg>
        <pc:spChg chg="del mod">
          <ac:chgData name="Macher, Andreas (DI FA CTR PLC PPM)" userId="f1dcac62-7bef-43eb-91f0-927336a1714f" providerId="ADAL" clId="{C5C6EC8B-092A-4999-B5EE-A1C3BF508D8A}" dt="2022-11-29T08:24:42.110" v="6190" actId="478"/>
          <ac:spMkLst>
            <pc:docMk/>
            <pc:sldMk cId="2759157738" sldId="9785"/>
            <ac:spMk id="275" creationId="{4EF09A29-56A5-1D71-7C21-B2E26E57C3E2}"/>
          </ac:spMkLst>
        </pc:spChg>
        <pc:spChg chg="del mod">
          <ac:chgData name="Macher, Andreas (DI FA CTR PLC PPM)" userId="f1dcac62-7bef-43eb-91f0-927336a1714f" providerId="ADAL" clId="{C5C6EC8B-092A-4999-B5EE-A1C3BF508D8A}" dt="2022-11-29T08:24:42.110" v="6190" actId="478"/>
          <ac:spMkLst>
            <pc:docMk/>
            <pc:sldMk cId="2759157738" sldId="9785"/>
            <ac:spMk id="281" creationId="{E7D864F6-D177-8338-DDE6-42AD7AECEB6D}"/>
          </ac:spMkLst>
        </pc:spChg>
        <pc:spChg chg="del mod">
          <ac:chgData name="Macher, Andreas (DI FA CTR PLC PPM)" userId="f1dcac62-7bef-43eb-91f0-927336a1714f" providerId="ADAL" clId="{C5C6EC8B-092A-4999-B5EE-A1C3BF508D8A}" dt="2022-11-29T08:24:42.110" v="6190" actId="478"/>
          <ac:spMkLst>
            <pc:docMk/>
            <pc:sldMk cId="2759157738" sldId="9785"/>
            <ac:spMk id="282" creationId="{14808A14-DF35-9768-E28D-C9B4DD299FDA}"/>
          </ac:spMkLst>
        </pc:spChg>
        <pc:spChg chg="del mod">
          <ac:chgData name="Macher, Andreas (DI FA CTR PLC PPM)" userId="f1dcac62-7bef-43eb-91f0-927336a1714f" providerId="ADAL" clId="{C5C6EC8B-092A-4999-B5EE-A1C3BF508D8A}" dt="2022-11-29T08:24:42.110" v="6190" actId="478"/>
          <ac:spMkLst>
            <pc:docMk/>
            <pc:sldMk cId="2759157738" sldId="9785"/>
            <ac:spMk id="283" creationId="{73FDA1B6-43E8-2766-102A-0540A688ED8D}"/>
          </ac:spMkLst>
        </pc:spChg>
        <pc:grpChg chg="del">
          <ac:chgData name="Macher, Andreas (DI FA CTR PLC PPM)" userId="f1dcac62-7bef-43eb-91f0-927336a1714f" providerId="ADAL" clId="{C5C6EC8B-092A-4999-B5EE-A1C3BF508D8A}" dt="2022-11-29T08:20:27.216" v="6154" actId="478"/>
          <ac:grpSpMkLst>
            <pc:docMk/>
            <pc:sldMk cId="2759157738" sldId="9785"/>
            <ac:grpSpMk id="116" creationId="{BB6E87A8-C12D-521A-13C6-BCDD87C6F8D9}"/>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24" creationId="{2ED7BC09-865A-A3E1-9EB3-8836C0020923}"/>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25" creationId="{22D9417E-22E8-C14E-CD5F-5019301672F1}"/>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26" creationId="{EE3AB5FB-7BA1-501A-AFCD-46893A666750}"/>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41" creationId="{27F4565A-045F-AD43-B095-945BD062F8AF}"/>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54" creationId="{F3A26EBC-CC4E-8145-4A89-4AD0005FD4AE}"/>
          </ac:grpSpMkLst>
        </pc:grpChg>
        <pc:grpChg chg="del mod">
          <ac:chgData name="Macher, Andreas (DI FA CTR PLC PPM)" userId="f1dcac62-7bef-43eb-91f0-927336a1714f" providerId="ADAL" clId="{C5C6EC8B-092A-4999-B5EE-A1C3BF508D8A}" dt="2022-11-29T08:24:42.110" v="6190" actId="478"/>
          <ac:grpSpMkLst>
            <pc:docMk/>
            <pc:sldMk cId="2759157738" sldId="9785"/>
            <ac:grpSpMk id="168" creationId="{CA3F1FA8-FE56-1F17-7540-54320543E01B}"/>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83" creationId="{3BE9BE44-3DC2-08E3-DF09-500F204C7567}"/>
          </ac:grpSpMkLst>
        </pc:grpChg>
        <pc:grpChg chg="mod">
          <ac:chgData name="Macher, Andreas (DI FA CTR PLC PPM)" userId="f1dcac62-7bef-43eb-91f0-927336a1714f" providerId="ADAL" clId="{C5C6EC8B-092A-4999-B5EE-A1C3BF508D8A}" dt="2022-11-29T08:21:14.613" v="6173" actId="1076"/>
          <ac:grpSpMkLst>
            <pc:docMk/>
            <pc:sldMk cId="2759157738" sldId="9785"/>
            <ac:grpSpMk id="184" creationId="{4C8F9462-B24E-1A20-B886-815003E0E6A1}"/>
          </ac:grpSpMkLst>
        </pc:grpChg>
        <pc:grpChg chg="del mod">
          <ac:chgData name="Macher, Andreas (DI FA CTR PLC PPM)" userId="f1dcac62-7bef-43eb-91f0-927336a1714f" providerId="ADAL" clId="{C5C6EC8B-092A-4999-B5EE-A1C3BF508D8A}" dt="2022-11-29T08:20:27.216" v="6154" actId="478"/>
          <ac:grpSpMkLst>
            <pc:docMk/>
            <pc:sldMk cId="2759157738" sldId="9785"/>
            <ac:grpSpMk id="249" creationId="{CED7F32F-1344-778F-E1D1-BB175311AC5C}"/>
          </ac:grpSpMkLst>
        </pc:grpChg>
        <pc:grpChg chg="mod">
          <ac:chgData name="Macher, Andreas (DI FA CTR PLC PPM)" userId="f1dcac62-7bef-43eb-91f0-927336a1714f" providerId="ADAL" clId="{C5C6EC8B-092A-4999-B5EE-A1C3BF508D8A}" dt="2022-11-17T12:26:40.915" v="1330" actId="207"/>
          <ac:grpSpMkLst>
            <pc:docMk/>
            <pc:sldMk cId="2759157738" sldId="9785"/>
            <ac:grpSpMk id="252" creationId="{54CE4811-6A01-FA74-D3DB-3115E8BC382C}"/>
          </ac:grpSpMkLst>
        </pc:grpChg>
        <pc:grpChg chg="mod">
          <ac:chgData name="Macher, Andreas (DI FA CTR PLC PPM)" userId="f1dcac62-7bef-43eb-91f0-927336a1714f" providerId="ADAL" clId="{C5C6EC8B-092A-4999-B5EE-A1C3BF508D8A}" dt="2022-11-17T12:26:40.915" v="1330" actId="207"/>
          <ac:grpSpMkLst>
            <pc:docMk/>
            <pc:sldMk cId="2759157738" sldId="9785"/>
            <ac:grpSpMk id="253" creationId="{14F55F1B-B627-CF71-5A94-06B976CD0984}"/>
          </ac:grpSpMkLst>
        </pc:grpChg>
        <pc:grpChg chg="del">
          <ac:chgData name="Macher, Andreas (DI FA CTR PLC PPM)" userId="f1dcac62-7bef-43eb-91f0-927336a1714f" providerId="ADAL" clId="{C5C6EC8B-092A-4999-B5EE-A1C3BF508D8A}" dt="2022-11-29T08:20:27.216" v="6154" actId="478"/>
          <ac:grpSpMkLst>
            <pc:docMk/>
            <pc:sldMk cId="2759157738" sldId="9785"/>
            <ac:grpSpMk id="271" creationId="{E7B480D3-1E93-A0F0-1CEE-9153737A3CFF}"/>
          </ac:grpSpMkLst>
        </pc:grpChg>
        <pc:picChg chg="mod">
          <ac:chgData name="Macher, Andreas (DI FA CTR PLC PPM)" userId="f1dcac62-7bef-43eb-91f0-927336a1714f" providerId="ADAL" clId="{C5C6EC8B-092A-4999-B5EE-A1C3BF508D8A}" dt="2022-11-29T08:21:14.613" v="6173" actId="1076"/>
          <ac:picMkLst>
            <pc:docMk/>
            <pc:sldMk cId="2759157738" sldId="9785"/>
            <ac:picMk id="129" creationId="{BAB059E2-CB47-8F4C-446E-3F6CF73C2847}"/>
          </ac:picMkLst>
        </pc:picChg>
        <pc:picChg chg="mod">
          <ac:chgData name="Macher, Andreas (DI FA CTR PLC PPM)" userId="f1dcac62-7bef-43eb-91f0-927336a1714f" providerId="ADAL" clId="{C5C6EC8B-092A-4999-B5EE-A1C3BF508D8A}" dt="2022-11-29T08:21:14.613" v="6173" actId="1076"/>
          <ac:picMkLst>
            <pc:docMk/>
            <pc:sldMk cId="2759157738" sldId="9785"/>
            <ac:picMk id="130" creationId="{75017966-DB5D-3339-4603-92A6897B7C69}"/>
          </ac:picMkLst>
        </pc:picChg>
        <pc:picChg chg="mod">
          <ac:chgData name="Macher, Andreas (DI FA CTR PLC PPM)" userId="f1dcac62-7bef-43eb-91f0-927336a1714f" providerId="ADAL" clId="{C5C6EC8B-092A-4999-B5EE-A1C3BF508D8A}" dt="2022-11-29T08:21:14.613" v="6173" actId="1076"/>
          <ac:picMkLst>
            <pc:docMk/>
            <pc:sldMk cId="2759157738" sldId="9785"/>
            <ac:picMk id="131" creationId="{77C0FBD8-54C3-7657-D449-DB12D6508EA9}"/>
          </ac:picMkLst>
        </pc:picChg>
        <pc:picChg chg="mod">
          <ac:chgData name="Macher, Andreas (DI FA CTR PLC PPM)" userId="f1dcac62-7bef-43eb-91f0-927336a1714f" providerId="ADAL" clId="{C5C6EC8B-092A-4999-B5EE-A1C3BF508D8A}" dt="2022-11-29T08:21:14.613" v="6173" actId="1076"/>
          <ac:picMkLst>
            <pc:docMk/>
            <pc:sldMk cId="2759157738" sldId="9785"/>
            <ac:picMk id="132" creationId="{85343F59-72E9-506F-61B6-3F654E1671CC}"/>
          </ac:picMkLst>
        </pc:picChg>
        <pc:picChg chg="mod">
          <ac:chgData name="Macher, Andreas (DI FA CTR PLC PPM)" userId="f1dcac62-7bef-43eb-91f0-927336a1714f" providerId="ADAL" clId="{C5C6EC8B-092A-4999-B5EE-A1C3BF508D8A}" dt="2022-11-29T08:21:14.613" v="6173" actId="1076"/>
          <ac:picMkLst>
            <pc:docMk/>
            <pc:sldMk cId="2759157738" sldId="9785"/>
            <ac:picMk id="133" creationId="{92F5548C-69AD-11DF-B68F-3252A624E2EC}"/>
          </ac:picMkLst>
        </pc:picChg>
        <pc:picChg chg="mod">
          <ac:chgData name="Macher, Andreas (DI FA CTR PLC PPM)" userId="f1dcac62-7bef-43eb-91f0-927336a1714f" providerId="ADAL" clId="{C5C6EC8B-092A-4999-B5EE-A1C3BF508D8A}" dt="2022-11-29T08:21:14.613" v="6173" actId="1076"/>
          <ac:picMkLst>
            <pc:docMk/>
            <pc:sldMk cId="2759157738" sldId="9785"/>
            <ac:picMk id="134" creationId="{3360F2A9-E391-3DCF-826C-E8403F2E41EE}"/>
          </ac:picMkLst>
        </pc:picChg>
        <pc:picChg chg="mod">
          <ac:chgData name="Macher, Andreas (DI FA CTR PLC PPM)" userId="f1dcac62-7bef-43eb-91f0-927336a1714f" providerId="ADAL" clId="{C5C6EC8B-092A-4999-B5EE-A1C3BF508D8A}" dt="2022-11-29T08:21:14.613" v="6173" actId="1076"/>
          <ac:picMkLst>
            <pc:docMk/>
            <pc:sldMk cId="2759157738" sldId="9785"/>
            <ac:picMk id="150" creationId="{292AE3D1-9766-D2EC-D30F-A67ECD2E301D}"/>
          </ac:picMkLst>
        </pc:picChg>
        <pc:picChg chg="mod">
          <ac:chgData name="Macher, Andreas (DI FA CTR PLC PPM)" userId="f1dcac62-7bef-43eb-91f0-927336a1714f" providerId="ADAL" clId="{C5C6EC8B-092A-4999-B5EE-A1C3BF508D8A}" dt="2022-11-29T08:21:14.613" v="6173" actId="1076"/>
          <ac:picMkLst>
            <pc:docMk/>
            <pc:sldMk cId="2759157738" sldId="9785"/>
            <ac:picMk id="151" creationId="{2B178381-A1C4-AD04-5B8B-6F3EA1A909F7}"/>
          </ac:picMkLst>
        </pc:picChg>
        <pc:picChg chg="mod">
          <ac:chgData name="Macher, Andreas (DI FA CTR PLC PPM)" userId="f1dcac62-7bef-43eb-91f0-927336a1714f" providerId="ADAL" clId="{C5C6EC8B-092A-4999-B5EE-A1C3BF508D8A}" dt="2022-11-29T08:21:14.613" v="6173" actId="1076"/>
          <ac:picMkLst>
            <pc:docMk/>
            <pc:sldMk cId="2759157738" sldId="9785"/>
            <ac:picMk id="189" creationId="{717FB884-B157-7E1E-234E-BC8E07119888}"/>
          </ac:picMkLst>
        </pc:picChg>
        <pc:picChg chg="mod">
          <ac:chgData name="Macher, Andreas (DI FA CTR PLC PPM)" userId="f1dcac62-7bef-43eb-91f0-927336a1714f" providerId="ADAL" clId="{C5C6EC8B-092A-4999-B5EE-A1C3BF508D8A}" dt="2022-11-29T08:21:14.613" v="6173" actId="1076"/>
          <ac:picMkLst>
            <pc:docMk/>
            <pc:sldMk cId="2759157738" sldId="9785"/>
            <ac:picMk id="190" creationId="{B82DC44A-7E8E-5B7F-8DCB-649593862875}"/>
          </ac:picMkLst>
        </pc:picChg>
        <pc:picChg chg="mod">
          <ac:chgData name="Macher, Andreas (DI FA CTR PLC PPM)" userId="f1dcac62-7bef-43eb-91f0-927336a1714f" providerId="ADAL" clId="{C5C6EC8B-092A-4999-B5EE-A1C3BF508D8A}" dt="2022-11-29T08:21:14.613" v="6173" actId="1076"/>
          <ac:picMkLst>
            <pc:docMk/>
            <pc:sldMk cId="2759157738" sldId="9785"/>
            <ac:picMk id="191" creationId="{B01ADCFB-F629-B53B-BA36-305F0A9C7C8C}"/>
          </ac:picMkLst>
        </pc:picChg>
        <pc:picChg chg="mod">
          <ac:chgData name="Macher, Andreas (DI FA CTR PLC PPM)" userId="f1dcac62-7bef-43eb-91f0-927336a1714f" providerId="ADAL" clId="{C5C6EC8B-092A-4999-B5EE-A1C3BF508D8A}" dt="2022-11-29T08:21:14.613" v="6173" actId="1076"/>
          <ac:picMkLst>
            <pc:docMk/>
            <pc:sldMk cId="2759157738" sldId="9785"/>
            <ac:picMk id="192" creationId="{4A7A88BC-8726-4C45-6D38-A5867ED102FC}"/>
          </ac:picMkLst>
        </pc:picChg>
        <pc:picChg chg="mod">
          <ac:chgData name="Macher, Andreas (DI FA CTR PLC PPM)" userId="f1dcac62-7bef-43eb-91f0-927336a1714f" providerId="ADAL" clId="{C5C6EC8B-092A-4999-B5EE-A1C3BF508D8A}" dt="2022-11-29T08:21:14.613" v="6173" actId="1076"/>
          <ac:picMkLst>
            <pc:docMk/>
            <pc:sldMk cId="2759157738" sldId="9785"/>
            <ac:picMk id="193" creationId="{8F417D9A-A80A-1013-9F57-0141BE7B2847}"/>
          </ac:picMkLst>
        </pc:picChg>
        <pc:picChg chg="mod">
          <ac:chgData name="Macher, Andreas (DI FA CTR PLC PPM)" userId="f1dcac62-7bef-43eb-91f0-927336a1714f" providerId="ADAL" clId="{C5C6EC8B-092A-4999-B5EE-A1C3BF508D8A}" dt="2022-11-29T08:21:14.613" v="6173" actId="1076"/>
          <ac:picMkLst>
            <pc:docMk/>
            <pc:sldMk cId="2759157738" sldId="9785"/>
            <ac:picMk id="194" creationId="{8F799012-0D99-41FB-04E6-729498A9BEF0}"/>
          </ac:picMkLst>
        </pc:picChg>
        <pc:picChg chg="mod">
          <ac:chgData name="Macher, Andreas (DI FA CTR PLC PPM)" userId="f1dcac62-7bef-43eb-91f0-927336a1714f" providerId="ADAL" clId="{C5C6EC8B-092A-4999-B5EE-A1C3BF508D8A}" dt="2022-11-17T12:26:40.915" v="1330" actId="207"/>
          <ac:picMkLst>
            <pc:docMk/>
            <pc:sldMk cId="2759157738" sldId="9785"/>
            <ac:picMk id="257" creationId="{23ECA13F-BEA2-B92A-A87C-1E175E062215}"/>
          </ac:picMkLst>
        </pc:picChg>
        <pc:picChg chg="mod">
          <ac:chgData name="Macher, Andreas (DI FA CTR PLC PPM)" userId="f1dcac62-7bef-43eb-91f0-927336a1714f" providerId="ADAL" clId="{C5C6EC8B-092A-4999-B5EE-A1C3BF508D8A}" dt="2022-11-17T12:26:40.915" v="1330" actId="207"/>
          <ac:picMkLst>
            <pc:docMk/>
            <pc:sldMk cId="2759157738" sldId="9785"/>
            <ac:picMk id="258" creationId="{CAF8257F-B446-5717-478F-1BD82FD2F64F}"/>
          </ac:picMkLst>
        </pc:picChg>
        <pc:picChg chg="mod">
          <ac:chgData name="Macher, Andreas (DI FA CTR PLC PPM)" userId="f1dcac62-7bef-43eb-91f0-927336a1714f" providerId="ADAL" clId="{C5C6EC8B-092A-4999-B5EE-A1C3BF508D8A}" dt="2022-11-17T12:26:40.915" v="1330" actId="207"/>
          <ac:picMkLst>
            <pc:docMk/>
            <pc:sldMk cId="2759157738" sldId="9785"/>
            <ac:picMk id="259" creationId="{650BB2CB-8252-8549-4B35-4CD84B87E6E7}"/>
          </ac:picMkLst>
        </pc:picChg>
        <pc:picChg chg="mod">
          <ac:chgData name="Macher, Andreas (DI FA CTR PLC PPM)" userId="f1dcac62-7bef-43eb-91f0-927336a1714f" providerId="ADAL" clId="{C5C6EC8B-092A-4999-B5EE-A1C3BF508D8A}" dt="2022-11-17T12:26:40.915" v="1330" actId="207"/>
          <ac:picMkLst>
            <pc:docMk/>
            <pc:sldMk cId="2759157738" sldId="9785"/>
            <ac:picMk id="260" creationId="{C107BD0C-3DCA-5BF8-D1C6-8894BB5C6110}"/>
          </ac:picMkLst>
        </pc:picChg>
        <pc:picChg chg="mod">
          <ac:chgData name="Macher, Andreas (DI FA CTR PLC PPM)" userId="f1dcac62-7bef-43eb-91f0-927336a1714f" providerId="ADAL" clId="{C5C6EC8B-092A-4999-B5EE-A1C3BF508D8A}" dt="2022-11-17T12:26:40.915" v="1330" actId="207"/>
          <ac:picMkLst>
            <pc:docMk/>
            <pc:sldMk cId="2759157738" sldId="9785"/>
            <ac:picMk id="261" creationId="{296AD9A2-1303-BFEF-A464-4E8185E0D5F5}"/>
          </ac:picMkLst>
        </pc:picChg>
        <pc:picChg chg="mod">
          <ac:chgData name="Macher, Andreas (DI FA CTR PLC PPM)" userId="f1dcac62-7bef-43eb-91f0-927336a1714f" providerId="ADAL" clId="{C5C6EC8B-092A-4999-B5EE-A1C3BF508D8A}" dt="2022-11-17T12:26:40.915" v="1330" actId="207"/>
          <ac:picMkLst>
            <pc:docMk/>
            <pc:sldMk cId="2759157738" sldId="9785"/>
            <ac:picMk id="262" creationId="{18FBBBC6-2A70-8DA4-3435-0121965FD333}"/>
          </ac:picMkLst>
        </pc:picChg>
        <pc:picChg chg="del">
          <ac:chgData name="Macher, Andreas (DI FA CTR PLC PPM)" userId="f1dcac62-7bef-43eb-91f0-927336a1714f" providerId="ADAL" clId="{C5C6EC8B-092A-4999-B5EE-A1C3BF508D8A}" dt="2022-11-29T08:20:27.216" v="6154" actId="478"/>
          <ac:picMkLst>
            <pc:docMk/>
            <pc:sldMk cId="2759157738" sldId="9785"/>
            <ac:picMk id="267" creationId="{0D915113-0986-15BC-F0AA-B515757F13E7}"/>
          </ac:picMkLst>
        </pc:picChg>
        <pc:picChg chg="del mod">
          <ac:chgData name="Macher, Andreas (DI FA CTR PLC PPM)" userId="f1dcac62-7bef-43eb-91f0-927336a1714f" providerId="ADAL" clId="{C5C6EC8B-092A-4999-B5EE-A1C3BF508D8A}" dt="2022-11-29T08:24:42.110" v="6190" actId="478"/>
          <ac:picMkLst>
            <pc:docMk/>
            <pc:sldMk cId="2759157738" sldId="9785"/>
            <ac:picMk id="276" creationId="{58478E98-02AA-1CE6-56FA-BDBB4AFFB2F4}"/>
          </ac:picMkLst>
        </pc:picChg>
        <pc:picChg chg="del mod">
          <ac:chgData name="Macher, Andreas (DI FA CTR PLC PPM)" userId="f1dcac62-7bef-43eb-91f0-927336a1714f" providerId="ADAL" clId="{C5C6EC8B-092A-4999-B5EE-A1C3BF508D8A}" dt="2022-11-29T08:24:42.110" v="6190" actId="478"/>
          <ac:picMkLst>
            <pc:docMk/>
            <pc:sldMk cId="2759157738" sldId="9785"/>
            <ac:picMk id="280" creationId="{39B5F509-8E8D-6DFD-9FF8-51764A5A0B5D}"/>
          </ac:picMkLst>
        </pc:picChg>
        <pc:cxnChg chg="del mod">
          <ac:chgData name="Macher, Andreas (DI FA CTR PLC PPM)" userId="f1dcac62-7bef-43eb-91f0-927336a1714f" providerId="ADAL" clId="{C5C6EC8B-092A-4999-B5EE-A1C3BF508D8A}" dt="2022-11-29T08:24:42.110" v="6190" actId="478"/>
          <ac:cxnSpMkLst>
            <pc:docMk/>
            <pc:sldMk cId="2759157738" sldId="9785"/>
            <ac:cxnSpMk id="7" creationId="{156A6CB8-159E-9F29-9F07-7921F252B120}"/>
          </ac:cxnSpMkLst>
        </pc:cxnChg>
      </pc:sldChg>
      <pc:sldChg chg="addSp delSp modSp mod chgLayout">
        <pc:chgData name="Macher, Andreas (DI FA CTR PLC PPM)" userId="f1dcac62-7bef-43eb-91f0-927336a1714f" providerId="ADAL" clId="{C5C6EC8B-092A-4999-B5EE-A1C3BF508D8A}" dt="2022-11-30T11:25:39.482" v="9730" actId="790"/>
        <pc:sldMkLst>
          <pc:docMk/>
          <pc:sldMk cId="3176060108" sldId="9786"/>
        </pc:sldMkLst>
        <pc:spChg chg="mod ord">
          <ac:chgData name="Macher, Andreas (DI FA CTR PLC PPM)" userId="f1dcac62-7bef-43eb-91f0-927336a1714f" providerId="ADAL" clId="{C5C6EC8B-092A-4999-B5EE-A1C3BF508D8A}" dt="2022-11-29T10:36:54.920" v="8338" actId="20577"/>
          <ac:spMkLst>
            <pc:docMk/>
            <pc:sldMk cId="3176060108" sldId="9786"/>
            <ac:spMk id="2" creationId="{00000000-0000-0000-0000-000000000000}"/>
          </ac:spMkLst>
        </pc:spChg>
        <pc:spChg chg="add mod">
          <ac:chgData name="Macher, Andreas (DI FA CTR PLC PPM)" userId="f1dcac62-7bef-43eb-91f0-927336a1714f" providerId="ADAL" clId="{C5C6EC8B-092A-4999-B5EE-A1C3BF508D8A}" dt="2022-11-29T10:45:03.187" v="8658" actId="1076"/>
          <ac:spMkLst>
            <pc:docMk/>
            <pc:sldMk cId="3176060108" sldId="9786"/>
            <ac:spMk id="3" creationId="{9A75F186-F24D-98E6-A7A8-BC188F0176F2}"/>
          </ac:spMkLst>
        </pc:spChg>
        <pc:spChg chg="add mod ord">
          <ac:chgData name="Macher, Andreas (DI FA CTR PLC PPM)" userId="f1dcac62-7bef-43eb-91f0-927336a1714f" providerId="ADAL" clId="{C5C6EC8B-092A-4999-B5EE-A1C3BF508D8A}" dt="2022-11-29T10:45:03.187" v="8658" actId="1076"/>
          <ac:spMkLst>
            <pc:docMk/>
            <pc:sldMk cId="3176060108" sldId="9786"/>
            <ac:spMk id="4" creationId="{2CFD7142-C05C-F415-3475-20BAB7971AED}"/>
          </ac:spMkLst>
        </pc:spChg>
        <pc:spChg chg="add mod ord">
          <ac:chgData name="Macher, Andreas (DI FA CTR PLC PPM)" userId="f1dcac62-7bef-43eb-91f0-927336a1714f" providerId="ADAL" clId="{C5C6EC8B-092A-4999-B5EE-A1C3BF508D8A}" dt="2022-11-29T10:45:03.187" v="8658" actId="1076"/>
          <ac:spMkLst>
            <pc:docMk/>
            <pc:sldMk cId="3176060108" sldId="9786"/>
            <ac:spMk id="5" creationId="{2669A8DE-FE69-79C1-AB14-12DF317CB7E8}"/>
          </ac:spMkLst>
        </pc:spChg>
        <pc:spChg chg="mod ord">
          <ac:chgData name="Macher, Andreas (DI FA CTR PLC PPM)" userId="f1dcac62-7bef-43eb-91f0-927336a1714f" providerId="ADAL" clId="{C5C6EC8B-092A-4999-B5EE-A1C3BF508D8A}" dt="2022-11-30T11:25:39.482" v="9730" actId="790"/>
          <ac:spMkLst>
            <pc:docMk/>
            <pc:sldMk cId="3176060108" sldId="9786"/>
            <ac:spMk id="6" creationId="{52486D80-3DF7-470D-823E-765DCE86C853}"/>
          </ac:spMkLst>
        </pc:spChg>
        <pc:spChg chg="add del mod ord">
          <ac:chgData name="Macher, Andreas (DI FA CTR PLC PPM)" userId="f1dcac62-7bef-43eb-91f0-927336a1714f" providerId="ADAL" clId="{C5C6EC8B-092A-4999-B5EE-A1C3BF508D8A}" dt="2022-11-29T10:35:44.704" v="8321" actId="478"/>
          <ac:spMkLst>
            <pc:docMk/>
            <pc:sldMk cId="3176060108" sldId="9786"/>
            <ac:spMk id="7" creationId="{6438E683-5A44-F9EB-3630-1BAA5C7BF9FE}"/>
          </ac:spMkLst>
        </pc:spChg>
        <pc:spChg chg="add mod">
          <ac:chgData name="Macher, Andreas (DI FA CTR PLC PPM)" userId="f1dcac62-7bef-43eb-91f0-927336a1714f" providerId="ADAL" clId="{C5C6EC8B-092A-4999-B5EE-A1C3BF508D8A}" dt="2022-11-29T10:45:03.187" v="8658" actId="1076"/>
          <ac:spMkLst>
            <pc:docMk/>
            <pc:sldMk cId="3176060108" sldId="9786"/>
            <ac:spMk id="8" creationId="{9FDF6062-2D36-9A01-7196-487E7684538F}"/>
          </ac:spMkLst>
        </pc:spChg>
        <pc:spChg chg="add mod">
          <ac:chgData name="Macher, Andreas (DI FA CTR PLC PPM)" userId="f1dcac62-7bef-43eb-91f0-927336a1714f" providerId="ADAL" clId="{C5C6EC8B-092A-4999-B5EE-A1C3BF508D8A}" dt="2022-11-29T10:45:03.187" v="8658" actId="1076"/>
          <ac:spMkLst>
            <pc:docMk/>
            <pc:sldMk cId="3176060108" sldId="9786"/>
            <ac:spMk id="10" creationId="{F33D4C5C-1C6D-CC2E-50D6-B7223EDD13E5}"/>
          </ac:spMkLst>
        </pc:spChg>
        <pc:spChg chg="add del mod ord">
          <ac:chgData name="Macher, Andreas (DI FA CTR PLC PPM)" userId="f1dcac62-7bef-43eb-91f0-927336a1714f" providerId="ADAL" clId="{C5C6EC8B-092A-4999-B5EE-A1C3BF508D8A}" dt="2022-11-29T10:35:44.704" v="8321" actId="478"/>
          <ac:spMkLst>
            <pc:docMk/>
            <pc:sldMk cId="3176060108" sldId="9786"/>
            <ac:spMk id="11" creationId="{6D350458-3650-1878-2622-97E5800D3788}"/>
          </ac:spMkLst>
        </pc:spChg>
        <pc:spChg chg="add del mod">
          <ac:chgData name="Macher, Andreas (DI FA CTR PLC PPM)" userId="f1dcac62-7bef-43eb-91f0-927336a1714f" providerId="ADAL" clId="{C5C6EC8B-092A-4999-B5EE-A1C3BF508D8A}" dt="2022-11-28T13:08:08.520" v="4266"/>
          <ac:spMkLst>
            <pc:docMk/>
            <pc:sldMk cId="3176060108" sldId="9786"/>
            <ac:spMk id="12" creationId="{7A1EC791-74A6-AACE-AF08-09A056A24AD4}"/>
          </ac:spMkLst>
        </pc:spChg>
        <pc:spChg chg="add mod">
          <ac:chgData name="Macher, Andreas (DI FA CTR PLC PPM)" userId="f1dcac62-7bef-43eb-91f0-927336a1714f" providerId="ADAL" clId="{C5C6EC8B-092A-4999-B5EE-A1C3BF508D8A}" dt="2022-11-29T10:45:03.187" v="8658" actId="1076"/>
          <ac:spMkLst>
            <pc:docMk/>
            <pc:sldMk cId="3176060108" sldId="9786"/>
            <ac:spMk id="12" creationId="{8101872E-81BC-84D1-0301-71CF59D2DB31}"/>
          </ac:spMkLst>
        </pc:spChg>
        <pc:spChg chg="add del mod">
          <ac:chgData name="Macher, Andreas (DI FA CTR PLC PPM)" userId="f1dcac62-7bef-43eb-91f0-927336a1714f" providerId="ADAL" clId="{C5C6EC8B-092A-4999-B5EE-A1C3BF508D8A}" dt="2022-11-29T10:45:03.187" v="8658" actId="1076"/>
          <ac:spMkLst>
            <pc:docMk/>
            <pc:sldMk cId="3176060108" sldId="9786"/>
            <ac:spMk id="14" creationId="{5EE1568C-2DC9-FB53-E444-19B8B3656904}"/>
          </ac:spMkLst>
        </pc:spChg>
        <pc:spChg chg="add del mod">
          <ac:chgData name="Macher, Andreas (DI FA CTR PLC PPM)" userId="f1dcac62-7bef-43eb-91f0-927336a1714f" providerId="ADAL" clId="{C5C6EC8B-092A-4999-B5EE-A1C3BF508D8A}" dt="2022-11-28T13:08:08.520" v="4266"/>
          <ac:spMkLst>
            <pc:docMk/>
            <pc:sldMk cId="3176060108" sldId="9786"/>
            <ac:spMk id="15" creationId="{AEE4044A-9A25-BDEA-0582-D25281E9B9A3}"/>
          </ac:spMkLst>
        </pc:spChg>
        <pc:spChg chg="add del mod">
          <ac:chgData name="Macher, Andreas (DI FA CTR PLC PPM)" userId="f1dcac62-7bef-43eb-91f0-927336a1714f" providerId="ADAL" clId="{C5C6EC8B-092A-4999-B5EE-A1C3BF508D8A}" dt="2022-11-28T13:08:08.520" v="4266"/>
          <ac:spMkLst>
            <pc:docMk/>
            <pc:sldMk cId="3176060108" sldId="9786"/>
            <ac:spMk id="17" creationId="{8BC44EF8-A26D-82D0-3D37-22BB2012F819}"/>
          </ac:spMkLst>
        </pc:spChg>
        <pc:spChg chg="add del mod">
          <ac:chgData name="Macher, Andreas (DI FA CTR PLC PPM)" userId="f1dcac62-7bef-43eb-91f0-927336a1714f" providerId="ADAL" clId="{C5C6EC8B-092A-4999-B5EE-A1C3BF508D8A}" dt="2022-11-28T13:08:08.520" v="4266"/>
          <ac:spMkLst>
            <pc:docMk/>
            <pc:sldMk cId="3176060108" sldId="9786"/>
            <ac:spMk id="18" creationId="{F4EFBB8A-4591-099F-DD94-BF0B13B7FDB1}"/>
          </ac:spMkLst>
        </pc:spChg>
        <pc:spChg chg="add mod">
          <ac:chgData name="Macher, Andreas (DI FA CTR PLC PPM)" userId="f1dcac62-7bef-43eb-91f0-927336a1714f" providerId="ADAL" clId="{C5C6EC8B-092A-4999-B5EE-A1C3BF508D8A}" dt="2022-11-29T10:45:03.187" v="8658" actId="1076"/>
          <ac:spMkLst>
            <pc:docMk/>
            <pc:sldMk cId="3176060108" sldId="9786"/>
            <ac:spMk id="19" creationId="{CF95FB38-C99E-7D9B-5A87-39FFB41CB83F}"/>
          </ac:spMkLst>
        </pc:spChg>
        <pc:spChg chg="add del mod">
          <ac:chgData name="Macher, Andreas (DI FA CTR PLC PPM)" userId="f1dcac62-7bef-43eb-91f0-927336a1714f" providerId="ADAL" clId="{C5C6EC8B-092A-4999-B5EE-A1C3BF508D8A}" dt="2022-11-28T13:08:08.520" v="4266"/>
          <ac:spMkLst>
            <pc:docMk/>
            <pc:sldMk cId="3176060108" sldId="9786"/>
            <ac:spMk id="20" creationId="{9D858A75-FA00-59E7-20F0-AEA422898B9E}"/>
          </ac:spMkLst>
        </pc:spChg>
        <pc:spChg chg="add del mod">
          <ac:chgData name="Macher, Andreas (DI FA CTR PLC PPM)" userId="f1dcac62-7bef-43eb-91f0-927336a1714f" providerId="ADAL" clId="{C5C6EC8B-092A-4999-B5EE-A1C3BF508D8A}" dt="2022-11-29T10:35:44.704" v="8321" actId="478"/>
          <ac:spMkLst>
            <pc:docMk/>
            <pc:sldMk cId="3176060108" sldId="9786"/>
            <ac:spMk id="21" creationId="{F74137DC-1863-460C-92C2-74BDA4A153EA}"/>
          </ac:spMkLst>
        </pc:spChg>
        <pc:spChg chg="add del mod">
          <ac:chgData name="Macher, Andreas (DI FA CTR PLC PPM)" userId="f1dcac62-7bef-43eb-91f0-927336a1714f" providerId="ADAL" clId="{C5C6EC8B-092A-4999-B5EE-A1C3BF508D8A}" dt="2022-11-28T13:08:08.520" v="4266"/>
          <ac:spMkLst>
            <pc:docMk/>
            <pc:sldMk cId="3176060108" sldId="9786"/>
            <ac:spMk id="22" creationId="{08293C19-12AD-1A09-6893-50723D292625}"/>
          </ac:spMkLst>
        </pc:spChg>
        <pc:spChg chg="add mod">
          <ac:chgData name="Macher, Andreas (DI FA CTR PLC PPM)" userId="f1dcac62-7bef-43eb-91f0-927336a1714f" providerId="ADAL" clId="{C5C6EC8B-092A-4999-B5EE-A1C3BF508D8A}" dt="2022-11-29T10:45:03.187" v="8658" actId="1076"/>
          <ac:spMkLst>
            <pc:docMk/>
            <pc:sldMk cId="3176060108" sldId="9786"/>
            <ac:spMk id="23" creationId="{94CF494A-0926-998A-3830-0DAB13A0331A}"/>
          </ac:spMkLst>
        </pc:spChg>
        <pc:spChg chg="add mod">
          <ac:chgData name="Macher, Andreas (DI FA CTR PLC PPM)" userId="f1dcac62-7bef-43eb-91f0-927336a1714f" providerId="ADAL" clId="{C5C6EC8B-092A-4999-B5EE-A1C3BF508D8A}" dt="2022-11-29T10:45:03.187" v="8658" actId="1076"/>
          <ac:spMkLst>
            <pc:docMk/>
            <pc:sldMk cId="3176060108" sldId="9786"/>
            <ac:spMk id="24" creationId="{7E6D27FA-27B1-3FFA-A0B0-B52FEABCE941}"/>
          </ac:spMkLst>
        </pc:spChg>
        <pc:spChg chg="add mod">
          <ac:chgData name="Macher, Andreas (DI FA CTR PLC PPM)" userId="f1dcac62-7bef-43eb-91f0-927336a1714f" providerId="ADAL" clId="{C5C6EC8B-092A-4999-B5EE-A1C3BF508D8A}" dt="2022-11-29T10:45:03.187" v="8658" actId="1076"/>
          <ac:spMkLst>
            <pc:docMk/>
            <pc:sldMk cId="3176060108" sldId="9786"/>
            <ac:spMk id="25" creationId="{499CA564-4CF9-12CC-60C8-9C736AD94C68}"/>
          </ac:spMkLst>
        </pc:spChg>
        <pc:spChg chg="add mod">
          <ac:chgData name="Macher, Andreas (DI FA CTR PLC PPM)" userId="f1dcac62-7bef-43eb-91f0-927336a1714f" providerId="ADAL" clId="{C5C6EC8B-092A-4999-B5EE-A1C3BF508D8A}" dt="2022-11-29T10:45:03.187" v="8658" actId="1076"/>
          <ac:spMkLst>
            <pc:docMk/>
            <pc:sldMk cId="3176060108" sldId="9786"/>
            <ac:spMk id="26" creationId="{F694C1A5-11F0-CA46-76BA-B85C1E9A5470}"/>
          </ac:spMkLst>
        </pc:spChg>
        <pc:spChg chg="add del mod">
          <ac:chgData name="Macher, Andreas (DI FA CTR PLC PPM)" userId="f1dcac62-7bef-43eb-91f0-927336a1714f" providerId="ADAL" clId="{C5C6EC8B-092A-4999-B5EE-A1C3BF508D8A}" dt="2022-11-29T10:35:44.704" v="8321" actId="478"/>
          <ac:spMkLst>
            <pc:docMk/>
            <pc:sldMk cId="3176060108" sldId="9786"/>
            <ac:spMk id="27" creationId="{6497353A-9A81-1D00-CA30-9F0643F1F5AD}"/>
          </ac:spMkLst>
        </pc:spChg>
        <pc:spChg chg="add del mod">
          <ac:chgData name="Macher, Andreas (DI FA CTR PLC PPM)" userId="f1dcac62-7bef-43eb-91f0-927336a1714f" providerId="ADAL" clId="{C5C6EC8B-092A-4999-B5EE-A1C3BF508D8A}" dt="2022-11-29T10:35:44.704" v="8321" actId="478"/>
          <ac:spMkLst>
            <pc:docMk/>
            <pc:sldMk cId="3176060108" sldId="9786"/>
            <ac:spMk id="28" creationId="{48757A88-5E63-BE30-3B2D-0330BF7AFB85}"/>
          </ac:spMkLst>
        </pc:spChg>
        <pc:spChg chg="add del mod">
          <ac:chgData name="Macher, Andreas (DI FA CTR PLC PPM)" userId="f1dcac62-7bef-43eb-91f0-927336a1714f" providerId="ADAL" clId="{C5C6EC8B-092A-4999-B5EE-A1C3BF508D8A}" dt="2022-11-29T10:35:44.704" v="8321" actId="478"/>
          <ac:spMkLst>
            <pc:docMk/>
            <pc:sldMk cId="3176060108" sldId="9786"/>
            <ac:spMk id="29" creationId="{DC3017F4-CF0C-38D3-E79D-93CF1BEC02DF}"/>
          </ac:spMkLst>
        </pc:spChg>
        <pc:spChg chg="add del mod">
          <ac:chgData name="Macher, Andreas (DI FA CTR PLC PPM)" userId="f1dcac62-7bef-43eb-91f0-927336a1714f" providerId="ADAL" clId="{C5C6EC8B-092A-4999-B5EE-A1C3BF508D8A}" dt="2022-11-29T10:35:44.704" v="8321" actId="478"/>
          <ac:spMkLst>
            <pc:docMk/>
            <pc:sldMk cId="3176060108" sldId="9786"/>
            <ac:spMk id="30" creationId="{7B287D7F-CF02-1A82-C5ED-633A7D76C179}"/>
          </ac:spMkLst>
        </pc:spChg>
        <pc:spChg chg="add mod">
          <ac:chgData name="Macher, Andreas (DI FA CTR PLC PPM)" userId="f1dcac62-7bef-43eb-91f0-927336a1714f" providerId="ADAL" clId="{C5C6EC8B-092A-4999-B5EE-A1C3BF508D8A}" dt="2022-11-29T10:47:34.547" v="8723" actId="14100"/>
          <ac:spMkLst>
            <pc:docMk/>
            <pc:sldMk cId="3176060108" sldId="9786"/>
            <ac:spMk id="31" creationId="{2429C294-B850-9463-0DCB-6A1D6E04C040}"/>
          </ac:spMkLst>
        </pc:spChg>
        <pc:spChg chg="add del mod">
          <ac:chgData name="Macher, Andreas (DI FA CTR PLC PPM)" userId="f1dcac62-7bef-43eb-91f0-927336a1714f" providerId="ADAL" clId="{C5C6EC8B-092A-4999-B5EE-A1C3BF508D8A}" dt="2022-08-15T13:49:37.206" v="514" actId="21"/>
          <ac:spMkLst>
            <pc:docMk/>
            <pc:sldMk cId="3176060108" sldId="9786"/>
            <ac:spMk id="34" creationId="{37A1ABC7-60F2-CDD8-A29B-0D28E1252643}"/>
          </ac:spMkLst>
        </pc:spChg>
        <pc:spChg chg="add mod">
          <ac:chgData name="Macher, Andreas (DI FA CTR PLC PPM)" userId="f1dcac62-7bef-43eb-91f0-927336a1714f" providerId="ADAL" clId="{C5C6EC8B-092A-4999-B5EE-A1C3BF508D8A}" dt="2022-11-29T10:45:03.187" v="8658" actId="1076"/>
          <ac:spMkLst>
            <pc:docMk/>
            <pc:sldMk cId="3176060108" sldId="9786"/>
            <ac:spMk id="36" creationId="{2B0900D2-5D3C-F88E-AF71-BEAABD6721AF}"/>
          </ac:spMkLst>
        </pc:spChg>
        <pc:spChg chg="add mod">
          <ac:chgData name="Macher, Andreas (DI FA CTR PLC PPM)" userId="f1dcac62-7bef-43eb-91f0-927336a1714f" providerId="ADAL" clId="{C5C6EC8B-092A-4999-B5EE-A1C3BF508D8A}" dt="2022-11-29T10:45:03.187" v="8658" actId="1076"/>
          <ac:spMkLst>
            <pc:docMk/>
            <pc:sldMk cId="3176060108" sldId="9786"/>
            <ac:spMk id="40" creationId="{EE2DFE2C-4196-A18C-33E5-B730891A0C9D}"/>
          </ac:spMkLst>
        </pc:spChg>
        <pc:spChg chg="add mod">
          <ac:chgData name="Macher, Andreas (DI FA CTR PLC PPM)" userId="f1dcac62-7bef-43eb-91f0-927336a1714f" providerId="ADAL" clId="{C5C6EC8B-092A-4999-B5EE-A1C3BF508D8A}" dt="2022-11-29T10:45:03.187" v="8658" actId="1076"/>
          <ac:spMkLst>
            <pc:docMk/>
            <pc:sldMk cId="3176060108" sldId="9786"/>
            <ac:spMk id="41" creationId="{6350CAC7-5922-159E-78FB-8669A16DA4E6}"/>
          </ac:spMkLst>
        </pc:spChg>
        <pc:spChg chg="mod">
          <ac:chgData name="Macher, Andreas (DI FA CTR PLC PPM)" userId="f1dcac62-7bef-43eb-91f0-927336a1714f" providerId="ADAL" clId="{C5C6EC8B-092A-4999-B5EE-A1C3BF508D8A}" dt="2022-11-29T10:45:03.187" v="8658" actId="1076"/>
          <ac:spMkLst>
            <pc:docMk/>
            <pc:sldMk cId="3176060108" sldId="9786"/>
            <ac:spMk id="45" creationId="{6F5ABF31-B570-9272-F0FE-44484197CD20}"/>
          </ac:spMkLst>
        </pc:spChg>
        <pc:spChg chg="mod">
          <ac:chgData name="Macher, Andreas (DI FA CTR PLC PPM)" userId="f1dcac62-7bef-43eb-91f0-927336a1714f" providerId="ADAL" clId="{C5C6EC8B-092A-4999-B5EE-A1C3BF508D8A}" dt="2022-11-29T10:45:03.187" v="8658" actId="1076"/>
          <ac:spMkLst>
            <pc:docMk/>
            <pc:sldMk cId="3176060108" sldId="9786"/>
            <ac:spMk id="46" creationId="{EF15ACC4-E6D3-D447-6034-21032E722671}"/>
          </ac:spMkLst>
        </pc:spChg>
        <pc:spChg chg="add mod">
          <ac:chgData name="Macher, Andreas (DI FA CTR PLC PPM)" userId="f1dcac62-7bef-43eb-91f0-927336a1714f" providerId="ADAL" clId="{C5C6EC8B-092A-4999-B5EE-A1C3BF508D8A}" dt="2022-11-29T10:45:03.187" v="8658" actId="1076"/>
          <ac:spMkLst>
            <pc:docMk/>
            <pc:sldMk cId="3176060108" sldId="9786"/>
            <ac:spMk id="53" creationId="{EB59D2DE-D722-227E-53A8-4DA117C04398}"/>
          </ac:spMkLst>
        </pc:spChg>
        <pc:spChg chg="add mod">
          <ac:chgData name="Macher, Andreas (DI FA CTR PLC PPM)" userId="f1dcac62-7bef-43eb-91f0-927336a1714f" providerId="ADAL" clId="{C5C6EC8B-092A-4999-B5EE-A1C3BF508D8A}" dt="2022-11-29T10:45:03.187" v="8658" actId="1076"/>
          <ac:spMkLst>
            <pc:docMk/>
            <pc:sldMk cId="3176060108" sldId="9786"/>
            <ac:spMk id="55" creationId="{212C136A-B4B7-99C3-4AE0-968C470D2FA0}"/>
          </ac:spMkLst>
        </pc:spChg>
        <pc:spChg chg="mod">
          <ac:chgData name="Macher, Andreas (DI FA CTR PLC PPM)" userId="f1dcac62-7bef-43eb-91f0-927336a1714f" providerId="ADAL" clId="{C5C6EC8B-092A-4999-B5EE-A1C3BF508D8A}" dt="2022-08-15T14:23:06.111" v="767"/>
          <ac:spMkLst>
            <pc:docMk/>
            <pc:sldMk cId="3176060108" sldId="9786"/>
            <ac:spMk id="57" creationId="{DEAAC240-E8C7-56FF-9E6A-8D067F5D3521}"/>
          </ac:spMkLst>
        </pc:spChg>
        <pc:spChg chg="mod">
          <ac:chgData name="Macher, Andreas (DI FA CTR PLC PPM)" userId="f1dcac62-7bef-43eb-91f0-927336a1714f" providerId="ADAL" clId="{C5C6EC8B-092A-4999-B5EE-A1C3BF508D8A}" dt="2022-08-15T14:23:06.111" v="767"/>
          <ac:spMkLst>
            <pc:docMk/>
            <pc:sldMk cId="3176060108" sldId="9786"/>
            <ac:spMk id="58" creationId="{1DD0656B-D7FB-165D-1D0F-1EC29053F6F5}"/>
          </ac:spMkLst>
        </pc:spChg>
        <pc:spChg chg="add mod">
          <ac:chgData name="Macher, Andreas (DI FA CTR PLC PPM)" userId="f1dcac62-7bef-43eb-91f0-927336a1714f" providerId="ADAL" clId="{C5C6EC8B-092A-4999-B5EE-A1C3BF508D8A}" dt="2022-11-29T10:45:03.187" v="8658" actId="1076"/>
          <ac:spMkLst>
            <pc:docMk/>
            <pc:sldMk cId="3176060108" sldId="9786"/>
            <ac:spMk id="60" creationId="{DE7F9C97-2C1D-284F-7956-E9A245B9835B}"/>
          </ac:spMkLst>
        </pc:spChg>
        <pc:spChg chg="add mod">
          <ac:chgData name="Macher, Andreas (DI FA CTR PLC PPM)" userId="f1dcac62-7bef-43eb-91f0-927336a1714f" providerId="ADAL" clId="{C5C6EC8B-092A-4999-B5EE-A1C3BF508D8A}" dt="2022-11-29T10:45:03.187" v="8658" actId="1076"/>
          <ac:spMkLst>
            <pc:docMk/>
            <pc:sldMk cId="3176060108" sldId="9786"/>
            <ac:spMk id="61" creationId="{6B927A25-8A64-32F6-808E-DD2A402E1BEB}"/>
          </ac:spMkLst>
        </pc:spChg>
        <pc:spChg chg="add mod ord">
          <ac:chgData name="Macher, Andreas (DI FA CTR PLC PPM)" userId="f1dcac62-7bef-43eb-91f0-927336a1714f" providerId="ADAL" clId="{C5C6EC8B-092A-4999-B5EE-A1C3BF508D8A}" dt="2022-11-29T10:45:03.187" v="8658" actId="1076"/>
          <ac:spMkLst>
            <pc:docMk/>
            <pc:sldMk cId="3176060108" sldId="9786"/>
            <ac:spMk id="63" creationId="{00AB9CCC-B3F0-03E8-6133-8425424EC47A}"/>
          </ac:spMkLst>
        </pc:spChg>
        <pc:spChg chg="add del mod">
          <ac:chgData name="Macher, Andreas (DI FA CTR PLC PPM)" userId="f1dcac62-7bef-43eb-91f0-927336a1714f" providerId="ADAL" clId="{C5C6EC8B-092A-4999-B5EE-A1C3BF508D8A}" dt="2022-11-29T10:35:44.704" v="8321" actId="478"/>
          <ac:spMkLst>
            <pc:docMk/>
            <pc:sldMk cId="3176060108" sldId="9786"/>
            <ac:spMk id="69" creationId="{849AA3E0-1025-DB6D-7F4F-127CFE2C6182}"/>
          </ac:spMkLst>
        </pc:spChg>
        <pc:spChg chg="add del mod">
          <ac:chgData name="Macher, Andreas (DI FA CTR PLC PPM)" userId="f1dcac62-7bef-43eb-91f0-927336a1714f" providerId="ADAL" clId="{C5C6EC8B-092A-4999-B5EE-A1C3BF508D8A}" dt="2022-11-29T10:35:44.704" v="8321" actId="478"/>
          <ac:spMkLst>
            <pc:docMk/>
            <pc:sldMk cId="3176060108" sldId="9786"/>
            <ac:spMk id="70" creationId="{53D3EFD5-081D-BEA2-2657-AA83B1FD660A}"/>
          </ac:spMkLst>
        </pc:spChg>
        <pc:spChg chg="mod">
          <ac:chgData name="Macher, Andreas (DI FA CTR PLC PPM)" userId="f1dcac62-7bef-43eb-91f0-927336a1714f" providerId="ADAL" clId="{C5C6EC8B-092A-4999-B5EE-A1C3BF508D8A}" dt="2022-11-17T12:36:39.663" v="1464" actId="207"/>
          <ac:spMkLst>
            <pc:docMk/>
            <pc:sldMk cId="3176060108" sldId="9786"/>
            <ac:spMk id="74" creationId="{7DFBF477-24C3-F7AB-8B75-3E934DB4A306}"/>
          </ac:spMkLst>
        </pc:spChg>
        <pc:spChg chg="mod">
          <ac:chgData name="Macher, Andreas (DI FA CTR PLC PPM)" userId="f1dcac62-7bef-43eb-91f0-927336a1714f" providerId="ADAL" clId="{C5C6EC8B-092A-4999-B5EE-A1C3BF508D8A}" dt="2022-11-17T12:36:39.663" v="1464" actId="207"/>
          <ac:spMkLst>
            <pc:docMk/>
            <pc:sldMk cId="3176060108" sldId="9786"/>
            <ac:spMk id="75" creationId="{875ADEE0-FC5B-2EAF-5199-FE7A97A5D3DA}"/>
          </ac:spMkLst>
        </pc:spChg>
        <pc:spChg chg="add del mod">
          <ac:chgData name="Macher, Andreas (DI FA CTR PLC PPM)" userId="f1dcac62-7bef-43eb-91f0-927336a1714f" providerId="ADAL" clId="{C5C6EC8B-092A-4999-B5EE-A1C3BF508D8A}" dt="2022-11-29T10:35:44.704" v="8321" actId="478"/>
          <ac:spMkLst>
            <pc:docMk/>
            <pc:sldMk cId="3176060108" sldId="9786"/>
            <ac:spMk id="82" creationId="{8E6984DC-44BE-7D22-9D74-41E57EC67072}"/>
          </ac:spMkLst>
        </pc:spChg>
        <pc:spChg chg="add del mod">
          <ac:chgData name="Macher, Andreas (DI FA CTR PLC PPM)" userId="f1dcac62-7bef-43eb-91f0-927336a1714f" providerId="ADAL" clId="{C5C6EC8B-092A-4999-B5EE-A1C3BF508D8A}" dt="2022-08-15T14:27:24.866" v="878" actId="478"/>
          <ac:spMkLst>
            <pc:docMk/>
            <pc:sldMk cId="3176060108" sldId="9786"/>
            <ac:spMk id="84" creationId="{E51E4DD4-8DFC-AD53-DC98-9F46BB1E1F63}"/>
          </ac:spMkLst>
        </pc:spChg>
        <pc:spChg chg="add del mod">
          <ac:chgData name="Macher, Andreas (DI FA CTR PLC PPM)" userId="f1dcac62-7bef-43eb-91f0-927336a1714f" providerId="ADAL" clId="{C5C6EC8B-092A-4999-B5EE-A1C3BF508D8A}" dt="2022-11-29T10:35:44.704" v="8321" actId="478"/>
          <ac:spMkLst>
            <pc:docMk/>
            <pc:sldMk cId="3176060108" sldId="9786"/>
            <ac:spMk id="86" creationId="{40B24173-D0B9-3D04-4379-B294BEE848AE}"/>
          </ac:spMkLst>
        </pc:spChg>
        <pc:spChg chg="add del mod">
          <ac:chgData name="Macher, Andreas (DI FA CTR PLC PPM)" userId="f1dcac62-7bef-43eb-91f0-927336a1714f" providerId="ADAL" clId="{C5C6EC8B-092A-4999-B5EE-A1C3BF508D8A}" dt="2022-11-29T10:35:44.704" v="8321" actId="478"/>
          <ac:spMkLst>
            <pc:docMk/>
            <pc:sldMk cId="3176060108" sldId="9786"/>
            <ac:spMk id="87" creationId="{F546ED7F-4F59-B61F-C6BA-57B1AD298AB0}"/>
          </ac:spMkLst>
        </pc:spChg>
        <pc:spChg chg="add del mod">
          <ac:chgData name="Macher, Andreas (DI FA CTR PLC PPM)" userId="f1dcac62-7bef-43eb-91f0-927336a1714f" providerId="ADAL" clId="{C5C6EC8B-092A-4999-B5EE-A1C3BF508D8A}" dt="2022-11-29T10:35:44.704" v="8321" actId="478"/>
          <ac:spMkLst>
            <pc:docMk/>
            <pc:sldMk cId="3176060108" sldId="9786"/>
            <ac:spMk id="88" creationId="{D23C41CF-8B43-F4A8-C481-8E51C6F8DC54}"/>
          </ac:spMkLst>
        </pc:spChg>
        <pc:spChg chg="add del mod">
          <ac:chgData name="Macher, Andreas (DI FA CTR PLC PPM)" userId="f1dcac62-7bef-43eb-91f0-927336a1714f" providerId="ADAL" clId="{C5C6EC8B-092A-4999-B5EE-A1C3BF508D8A}" dt="2022-11-29T10:35:44.704" v="8321" actId="478"/>
          <ac:spMkLst>
            <pc:docMk/>
            <pc:sldMk cId="3176060108" sldId="9786"/>
            <ac:spMk id="89" creationId="{519B2BA0-9EDF-AAD5-DAB6-C3E7CBA36240}"/>
          </ac:spMkLst>
        </pc:spChg>
        <pc:spChg chg="mod">
          <ac:chgData name="Macher, Andreas (DI FA CTR PLC PPM)" userId="f1dcac62-7bef-43eb-91f0-927336a1714f" providerId="ADAL" clId="{C5C6EC8B-092A-4999-B5EE-A1C3BF508D8A}" dt="2022-11-17T12:37:04.550" v="1468" actId="207"/>
          <ac:spMkLst>
            <pc:docMk/>
            <pc:sldMk cId="3176060108" sldId="9786"/>
            <ac:spMk id="93" creationId="{9C46FCF5-7B73-E46A-05BA-DBDEB2DDEED3}"/>
          </ac:spMkLst>
        </pc:spChg>
        <pc:spChg chg="mod">
          <ac:chgData name="Macher, Andreas (DI FA CTR PLC PPM)" userId="f1dcac62-7bef-43eb-91f0-927336a1714f" providerId="ADAL" clId="{C5C6EC8B-092A-4999-B5EE-A1C3BF508D8A}" dt="2022-11-17T12:37:04.550" v="1468" actId="207"/>
          <ac:spMkLst>
            <pc:docMk/>
            <pc:sldMk cId="3176060108" sldId="9786"/>
            <ac:spMk id="94" creationId="{EDCC3FEF-F32E-2E21-2E66-A2CF6E9EDC65}"/>
          </ac:spMkLst>
        </pc:spChg>
        <pc:spChg chg="add del mod">
          <ac:chgData name="Macher, Andreas (DI FA CTR PLC PPM)" userId="f1dcac62-7bef-43eb-91f0-927336a1714f" providerId="ADAL" clId="{C5C6EC8B-092A-4999-B5EE-A1C3BF508D8A}" dt="2022-11-29T10:35:44.704" v="8321" actId="478"/>
          <ac:spMkLst>
            <pc:docMk/>
            <pc:sldMk cId="3176060108" sldId="9786"/>
            <ac:spMk id="101" creationId="{F805BE9F-1697-3890-119E-24FD423289CE}"/>
          </ac:spMkLst>
        </pc:spChg>
        <pc:spChg chg="add del mod">
          <ac:chgData name="Macher, Andreas (DI FA CTR PLC PPM)" userId="f1dcac62-7bef-43eb-91f0-927336a1714f" providerId="ADAL" clId="{C5C6EC8B-092A-4999-B5EE-A1C3BF508D8A}" dt="2022-08-15T14:27:31.759" v="879" actId="478"/>
          <ac:spMkLst>
            <pc:docMk/>
            <pc:sldMk cId="3176060108" sldId="9786"/>
            <ac:spMk id="103" creationId="{E4A8D803-F944-4064-8B1D-408C5C79178D}"/>
          </ac:spMkLst>
        </pc:spChg>
        <pc:spChg chg="add del mod">
          <ac:chgData name="Macher, Andreas (DI FA CTR PLC PPM)" userId="f1dcac62-7bef-43eb-91f0-927336a1714f" providerId="ADAL" clId="{C5C6EC8B-092A-4999-B5EE-A1C3BF508D8A}" dt="2022-11-29T10:35:44.704" v="8321" actId="478"/>
          <ac:spMkLst>
            <pc:docMk/>
            <pc:sldMk cId="3176060108" sldId="9786"/>
            <ac:spMk id="105" creationId="{0AF5E94E-A35C-93CE-C380-49B7AF6CCDA4}"/>
          </ac:spMkLst>
        </pc:spChg>
        <pc:spChg chg="add del mod">
          <ac:chgData name="Macher, Andreas (DI FA CTR PLC PPM)" userId="f1dcac62-7bef-43eb-91f0-927336a1714f" providerId="ADAL" clId="{C5C6EC8B-092A-4999-B5EE-A1C3BF508D8A}" dt="2022-11-29T10:35:44.704" v="8321" actId="478"/>
          <ac:spMkLst>
            <pc:docMk/>
            <pc:sldMk cId="3176060108" sldId="9786"/>
            <ac:spMk id="106" creationId="{61594736-D746-8745-6954-9122D090AFF8}"/>
          </ac:spMkLst>
        </pc:spChg>
        <pc:spChg chg="add del mod">
          <ac:chgData name="Macher, Andreas (DI FA CTR PLC PPM)" userId="f1dcac62-7bef-43eb-91f0-927336a1714f" providerId="ADAL" clId="{C5C6EC8B-092A-4999-B5EE-A1C3BF508D8A}" dt="2022-11-29T10:35:44.704" v="8321" actId="478"/>
          <ac:spMkLst>
            <pc:docMk/>
            <pc:sldMk cId="3176060108" sldId="9786"/>
            <ac:spMk id="107" creationId="{12CDAFA1-94AE-1E16-D4BD-4911D67FC310}"/>
          </ac:spMkLst>
        </pc:spChg>
        <pc:spChg chg="add del mod">
          <ac:chgData name="Macher, Andreas (DI FA CTR PLC PPM)" userId="f1dcac62-7bef-43eb-91f0-927336a1714f" providerId="ADAL" clId="{C5C6EC8B-092A-4999-B5EE-A1C3BF508D8A}" dt="2022-11-29T10:35:44.704" v="8321" actId="478"/>
          <ac:spMkLst>
            <pc:docMk/>
            <pc:sldMk cId="3176060108" sldId="9786"/>
            <ac:spMk id="108" creationId="{B2023092-D4A9-5C40-B476-736347561F6D}"/>
          </ac:spMkLst>
        </pc:spChg>
        <pc:spChg chg="add del mod">
          <ac:chgData name="Macher, Andreas (DI FA CTR PLC PPM)" userId="f1dcac62-7bef-43eb-91f0-927336a1714f" providerId="ADAL" clId="{C5C6EC8B-092A-4999-B5EE-A1C3BF508D8A}" dt="2022-08-15T14:27:36.366" v="880" actId="478"/>
          <ac:spMkLst>
            <pc:docMk/>
            <pc:sldMk cId="3176060108" sldId="9786"/>
            <ac:spMk id="109" creationId="{23D305C9-5C67-8A30-A28F-0E27C5AEF8A5}"/>
          </ac:spMkLst>
        </pc:spChg>
        <pc:spChg chg="add del mod">
          <ac:chgData name="Macher, Andreas (DI FA CTR PLC PPM)" userId="f1dcac62-7bef-43eb-91f0-927336a1714f" providerId="ADAL" clId="{C5C6EC8B-092A-4999-B5EE-A1C3BF508D8A}" dt="2022-11-29T10:35:44.704" v="8321" actId="478"/>
          <ac:spMkLst>
            <pc:docMk/>
            <pc:sldMk cId="3176060108" sldId="9786"/>
            <ac:spMk id="110" creationId="{4159941C-FEA9-D837-F034-AD9E499E3D7B}"/>
          </ac:spMkLst>
        </pc:spChg>
        <pc:spChg chg="add del mod ord">
          <ac:chgData name="Macher, Andreas (DI FA CTR PLC PPM)" userId="f1dcac62-7bef-43eb-91f0-927336a1714f" providerId="ADAL" clId="{C5C6EC8B-092A-4999-B5EE-A1C3BF508D8A}" dt="2022-11-17T13:24:22.274" v="2299" actId="478"/>
          <ac:spMkLst>
            <pc:docMk/>
            <pc:sldMk cId="3176060108" sldId="9786"/>
            <ac:spMk id="122" creationId="{A64B1F97-55AF-C330-DCA4-FC160EA41DE1}"/>
          </ac:spMkLst>
        </pc:spChg>
        <pc:spChg chg="add del mod">
          <ac:chgData name="Macher, Andreas (DI FA CTR PLC PPM)" userId="f1dcac62-7bef-43eb-91f0-927336a1714f" providerId="ADAL" clId="{C5C6EC8B-092A-4999-B5EE-A1C3BF508D8A}" dt="2022-11-29T10:35:44.704" v="8321" actId="478"/>
          <ac:spMkLst>
            <pc:docMk/>
            <pc:sldMk cId="3176060108" sldId="9786"/>
            <ac:spMk id="123" creationId="{9D680DD5-9D76-71ED-F67D-6DFB9949A4C4}"/>
          </ac:spMkLst>
        </pc:spChg>
        <pc:spChg chg="del">
          <ac:chgData name="Macher, Andreas (DI FA CTR PLC PPM)" userId="f1dcac62-7bef-43eb-91f0-927336a1714f" providerId="ADAL" clId="{C5C6EC8B-092A-4999-B5EE-A1C3BF508D8A}" dt="2022-11-17T12:34:59.879" v="1444" actId="478"/>
          <ac:spMkLst>
            <pc:docMk/>
            <pc:sldMk cId="3176060108" sldId="9786"/>
            <ac:spMk id="160" creationId="{2D80FEEB-5AF4-338B-36D5-B901A6B8ABA1}"/>
          </ac:spMkLst>
        </pc:spChg>
        <pc:spChg chg="mod">
          <ac:chgData name="Macher, Andreas (DI FA CTR PLC PPM)" userId="f1dcac62-7bef-43eb-91f0-927336a1714f" providerId="ADAL" clId="{C5C6EC8B-092A-4999-B5EE-A1C3BF508D8A}" dt="2022-11-29T10:45:03.187" v="8658" actId="1076"/>
          <ac:spMkLst>
            <pc:docMk/>
            <pc:sldMk cId="3176060108" sldId="9786"/>
            <ac:spMk id="247" creationId="{4058F77D-F556-64D3-0D9B-3C046D333A1D}"/>
          </ac:spMkLst>
        </pc:spChg>
        <pc:spChg chg="mod">
          <ac:chgData name="Macher, Andreas (DI FA CTR PLC PPM)" userId="f1dcac62-7bef-43eb-91f0-927336a1714f" providerId="ADAL" clId="{C5C6EC8B-092A-4999-B5EE-A1C3BF508D8A}" dt="2022-11-29T10:45:03.187" v="8658" actId="1076"/>
          <ac:spMkLst>
            <pc:docMk/>
            <pc:sldMk cId="3176060108" sldId="9786"/>
            <ac:spMk id="248" creationId="{862C1800-3D72-4632-EA5A-BF2C8BA5E706}"/>
          </ac:spMkLst>
        </pc:spChg>
        <pc:spChg chg="mod">
          <ac:chgData name="Macher, Andreas (DI FA CTR PLC PPM)" userId="f1dcac62-7bef-43eb-91f0-927336a1714f" providerId="ADAL" clId="{C5C6EC8B-092A-4999-B5EE-A1C3BF508D8A}" dt="2022-11-29T10:45:03.187" v="8658" actId="1076"/>
          <ac:spMkLst>
            <pc:docMk/>
            <pc:sldMk cId="3176060108" sldId="9786"/>
            <ac:spMk id="254" creationId="{B215A96E-1115-B502-FE53-4D6516B5E8C3}"/>
          </ac:spMkLst>
        </pc:spChg>
        <pc:spChg chg="mod">
          <ac:chgData name="Macher, Andreas (DI FA CTR PLC PPM)" userId="f1dcac62-7bef-43eb-91f0-927336a1714f" providerId="ADAL" clId="{C5C6EC8B-092A-4999-B5EE-A1C3BF508D8A}" dt="2022-11-29T10:45:03.187" v="8658" actId="1076"/>
          <ac:spMkLst>
            <pc:docMk/>
            <pc:sldMk cId="3176060108" sldId="9786"/>
            <ac:spMk id="255" creationId="{36DE6FED-3446-0068-03D6-9FD0B6B84782}"/>
          </ac:spMkLst>
        </pc:spChg>
        <pc:spChg chg="mod">
          <ac:chgData name="Macher, Andreas (DI FA CTR PLC PPM)" userId="f1dcac62-7bef-43eb-91f0-927336a1714f" providerId="ADAL" clId="{C5C6EC8B-092A-4999-B5EE-A1C3BF508D8A}" dt="2022-11-29T10:45:03.187" v="8658" actId="1076"/>
          <ac:spMkLst>
            <pc:docMk/>
            <pc:sldMk cId="3176060108" sldId="9786"/>
            <ac:spMk id="263" creationId="{26D9C2DF-5679-B805-7DD2-04CFD3040A9B}"/>
          </ac:spMkLst>
        </pc:spChg>
        <pc:spChg chg="del">
          <ac:chgData name="Macher, Andreas (DI FA CTR PLC PPM)" userId="f1dcac62-7bef-43eb-91f0-927336a1714f" providerId="ADAL" clId="{C5C6EC8B-092A-4999-B5EE-A1C3BF508D8A}" dt="2022-08-15T14:20:25.407" v="690" actId="478"/>
          <ac:spMkLst>
            <pc:docMk/>
            <pc:sldMk cId="3176060108" sldId="9786"/>
            <ac:spMk id="264" creationId="{0E5D10E9-273E-54F9-BD27-53E62D6298A3}"/>
          </ac:spMkLst>
        </pc:spChg>
        <pc:spChg chg="del">
          <ac:chgData name="Macher, Andreas (DI FA CTR PLC PPM)" userId="f1dcac62-7bef-43eb-91f0-927336a1714f" providerId="ADAL" clId="{C5C6EC8B-092A-4999-B5EE-A1C3BF508D8A}" dt="2022-08-15T14:20:16.076" v="687" actId="478"/>
          <ac:spMkLst>
            <pc:docMk/>
            <pc:sldMk cId="3176060108" sldId="9786"/>
            <ac:spMk id="269" creationId="{02957075-90ED-5FC2-6823-1D6AB324BA66}"/>
          </ac:spMkLst>
        </pc:spChg>
        <pc:spChg chg="mod">
          <ac:chgData name="Macher, Andreas (DI FA CTR PLC PPM)" userId="f1dcac62-7bef-43eb-91f0-927336a1714f" providerId="ADAL" clId="{C5C6EC8B-092A-4999-B5EE-A1C3BF508D8A}" dt="2022-11-29T10:45:03.187" v="8658" actId="1076"/>
          <ac:spMkLst>
            <pc:docMk/>
            <pc:sldMk cId="3176060108" sldId="9786"/>
            <ac:spMk id="270" creationId="{C7D56EBE-D5D9-FBAE-8796-9C821465260B}"/>
          </ac:spMkLst>
        </pc:spChg>
        <pc:grpChg chg="add mod">
          <ac:chgData name="Macher, Andreas (DI FA CTR PLC PPM)" userId="f1dcac62-7bef-43eb-91f0-927336a1714f" providerId="ADAL" clId="{C5C6EC8B-092A-4999-B5EE-A1C3BF508D8A}" dt="2022-11-29T10:45:03.187" v="8658" actId="1076"/>
          <ac:grpSpMkLst>
            <pc:docMk/>
            <pc:sldMk cId="3176060108" sldId="9786"/>
            <ac:grpSpMk id="42" creationId="{3FA49528-FC94-5C43-DB90-3A38985161DC}"/>
          </ac:grpSpMkLst>
        </pc:grpChg>
        <pc:grpChg chg="mod">
          <ac:chgData name="Macher, Andreas (DI FA CTR PLC PPM)" userId="f1dcac62-7bef-43eb-91f0-927336a1714f" providerId="ADAL" clId="{C5C6EC8B-092A-4999-B5EE-A1C3BF508D8A}" dt="2022-11-29T10:45:03.187" v="8658" actId="1076"/>
          <ac:grpSpMkLst>
            <pc:docMk/>
            <pc:sldMk cId="3176060108" sldId="9786"/>
            <ac:grpSpMk id="43" creationId="{08DA4F75-834F-4BAC-A6D6-A25AFC16B06B}"/>
          </ac:grpSpMkLst>
        </pc:grpChg>
        <pc:grpChg chg="mod">
          <ac:chgData name="Macher, Andreas (DI FA CTR PLC PPM)" userId="f1dcac62-7bef-43eb-91f0-927336a1714f" providerId="ADAL" clId="{C5C6EC8B-092A-4999-B5EE-A1C3BF508D8A}" dt="2022-11-29T10:45:03.187" v="8658" actId="1076"/>
          <ac:grpSpMkLst>
            <pc:docMk/>
            <pc:sldMk cId="3176060108" sldId="9786"/>
            <ac:grpSpMk id="44" creationId="{C0EB2102-6063-F838-F162-6FF959D9569F}"/>
          </ac:grpSpMkLst>
        </pc:grpChg>
        <pc:grpChg chg="add del mod">
          <ac:chgData name="Macher, Andreas (DI FA CTR PLC PPM)" userId="f1dcac62-7bef-43eb-91f0-927336a1714f" providerId="ADAL" clId="{C5C6EC8B-092A-4999-B5EE-A1C3BF508D8A}" dt="2022-08-15T14:26:39.786" v="865" actId="478"/>
          <ac:grpSpMkLst>
            <pc:docMk/>
            <pc:sldMk cId="3176060108" sldId="9786"/>
            <ac:grpSpMk id="56" creationId="{FBD3E079-562B-D1BE-23A5-E699BDAEABCB}"/>
          </ac:grpSpMkLst>
        </pc:grpChg>
        <pc:grpChg chg="add del mod">
          <ac:chgData name="Macher, Andreas (DI FA CTR PLC PPM)" userId="f1dcac62-7bef-43eb-91f0-927336a1714f" providerId="ADAL" clId="{C5C6EC8B-092A-4999-B5EE-A1C3BF508D8A}" dt="2022-11-29T10:35:44.704" v="8321" actId="478"/>
          <ac:grpSpMkLst>
            <pc:docMk/>
            <pc:sldMk cId="3176060108" sldId="9786"/>
            <ac:grpSpMk id="71" creationId="{9A41F442-A01F-6B71-65F1-5D4A7FFC697A}"/>
          </ac:grpSpMkLst>
        </pc:grpChg>
        <pc:grpChg chg="mod">
          <ac:chgData name="Macher, Andreas (DI FA CTR PLC PPM)" userId="f1dcac62-7bef-43eb-91f0-927336a1714f" providerId="ADAL" clId="{C5C6EC8B-092A-4999-B5EE-A1C3BF508D8A}" dt="2022-11-17T12:35:27.514" v="1449" actId="207"/>
          <ac:grpSpMkLst>
            <pc:docMk/>
            <pc:sldMk cId="3176060108" sldId="9786"/>
            <ac:grpSpMk id="72" creationId="{D6806F4F-6E4B-4EFD-45E9-E0B281BDE2C7}"/>
          </ac:grpSpMkLst>
        </pc:grpChg>
        <pc:grpChg chg="mod">
          <ac:chgData name="Macher, Andreas (DI FA CTR PLC PPM)" userId="f1dcac62-7bef-43eb-91f0-927336a1714f" providerId="ADAL" clId="{C5C6EC8B-092A-4999-B5EE-A1C3BF508D8A}" dt="2022-11-17T12:35:27.514" v="1449" actId="207"/>
          <ac:grpSpMkLst>
            <pc:docMk/>
            <pc:sldMk cId="3176060108" sldId="9786"/>
            <ac:grpSpMk id="73" creationId="{93209289-6A02-78DB-FDC3-8E087AA103EC}"/>
          </ac:grpSpMkLst>
        </pc:grpChg>
        <pc:grpChg chg="add del mod">
          <ac:chgData name="Macher, Andreas (DI FA CTR PLC PPM)" userId="f1dcac62-7bef-43eb-91f0-927336a1714f" providerId="ADAL" clId="{C5C6EC8B-092A-4999-B5EE-A1C3BF508D8A}" dt="2022-11-29T10:35:44.704" v="8321" actId="478"/>
          <ac:grpSpMkLst>
            <pc:docMk/>
            <pc:sldMk cId="3176060108" sldId="9786"/>
            <ac:grpSpMk id="90" creationId="{E906B88E-E613-A193-67C5-C2D87766A613}"/>
          </ac:grpSpMkLst>
        </pc:grpChg>
        <pc:grpChg chg="mod">
          <ac:chgData name="Macher, Andreas (DI FA CTR PLC PPM)" userId="f1dcac62-7bef-43eb-91f0-927336a1714f" providerId="ADAL" clId="{C5C6EC8B-092A-4999-B5EE-A1C3BF508D8A}" dt="2022-11-17T12:35:27.514" v="1449" actId="207"/>
          <ac:grpSpMkLst>
            <pc:docMk/>
            <pc:sldMk cId="3176060108" sldId="9786"/>
            <ac:grpSpMk id="91" creationId="{A65F3E7F-9400-6EFC-DB7F-13BFB04F7B5D}"/>
          </ac:grpSpMkLst>
        </pc:grpChg>
        <pc:grpChg chg="mod">
          <ac:chgData name="Macher, Andreas (DI FA CTR PLC PPM)" userId="f1dcac62-7bef-43eb-91f0-927336a1714f" providerId="ADAL" clId="{C5C6EC8B-092A-4999-B5EE-A1C3BF508D8A}" dt="2022-11-17T12:35:27.514" v="1449" actId="207"/>
          <ac:grpSpMkLst>
            <pc:docMk/>
            <pc:sldMk cId="3176060108" sldId="9786"/>
            <ac:grpSpMk id="92" creationId="{A3F59F98-76A2-40A4-F65D-8C99302AB2D8}"/>
          </ac:grpSpMkLst>
        </pc:grpChg>
        <pc:grpChg chg="del">
          <ac:chgData name="Macher, Andreas (DI FA CTR PLC PPM)" userId="f1dcac62-7bef-43eb-91f0-927336a1714f" providerId="ADAL" clId="{C5C6EC8B-092A-4999-B5EE-A1C3BF508D8A}" dt="2022-08-15T14:20:05.411" v="683" actId="478"/>
          <ac:grpSpMkLst>
            <pc:docMk/>
            <pc:sldMk cId="3176060108" sldId="9786"/>
            <ac:grpSpMk id="116" creationId="{BB6E87A8-C12D-521A-13C6-BCDD87C6F8D9}"/>
          </ac:grpSpMkLst>
        </pc:grpChg>
        <pc:grpChg chg="mod">
          <ac:chgData name="Macher, Andreas (DI FA CTR PLC PPM)" userId="f1dcac62-7bef-43eb-91f0-927336a1714f" providerId="ADAL" clId="{C5C6EC8B-092A-4999-B5EE-A1C3BF508D8A}" dt="2022-11-29T10:45:03.187" v="8658" actId="1076"/>
          <ac:grpSpMkLst>
            <pc:docMk/>
            <pc:sldMk cId="3176060108" sldId="9786"/>
            <ac:grpSpMk id="249" creationId="{CED7F32F-1344-778F-E1D1-BB175311AC5C}"/>
          </ac:grpSpMkLst>
        </pc:grpChg>
        <pc:grpChg chg="mod">
          <ac:chgData name="Macher, Andreas (DI FA CTR PLC PPM)" userId="f1dcac62-7bef-43eb-91f0-927336a1714f" providerId="ADAL" clId="{C5C6EC8B-092A-4999-B5EE-A1C3BF508D8A}" dt="2022-11-29T10:45:03.187" v="8658" actId="1076"/>
          <ac:grpSpMkLst>
            <pc:docMk/>
            <pc:sldMk cId="3176060108" sldId="9786"/>
            <ac:grpSpMk id="252" creationId="{54CE4811-6A01-FA74-D3DB-3115E8BC382C}"/>
          </ac:grpSpMkLst>
        </pc:grpChg>
        <pc:grpChg chg="mod">
          <ac:chgData name="Macher, Andreas (DI FA CTR PLC PPM)" userId="f1dcac62-7bef-43eb-91f0-927336a1714f" providerId="ADAL" clId="{C5C6EC8B-092A-4999-B5EE-A1C3BF508D8A}" dt="2022-11-29T10:45:03.187" v="8658" actId="1076"/>
          <ac:grpSpMkLst>
            <pc:docMk/>
            <pc:sldMk cId="3176060108" sldId="9786"/>
            <ac:grpSpMk id="253" creationId="{14F55F1B-B627-CF71-5A94-06B976CD0984}"/>
          </ac:grpSpMkLst>
        </pc:grpChg>
        <pc:grpChg chg="add del mod">
          <ac:chgData name="Macher, Andreas (DI FA CTR PLC PPM)" userId="f1dcac62-7bef-43eb-91f0-927336a1714f" providerId="ADAL" clId="{C5C6EC8B-092A-4999-B5EE-A1C3BF508D8A}" dt="2022-08-15T14:26:37.913" v="864" actId="478"/>
          <ac:grpSpMkLst>
            <pc:docMk/>
            <pc:sldMk cId="3176060108" sldId="9786"/>
            <ac:grpSpMk id="271" creationId="{E7B480D3-1E93-A0F0-1CEE-9153737A3CFF}"/>
          </ac:grpSpMkLst>
        </pc:grpChg>
        <pc:picChg chg="add mod">
          <ac:chgData name="Macher, Andreas (DI FA CTR PLC PPM)" userId="f1dcac62-7bef-43eb-91f0-927336a1714f" providerId="ADAL" clId="{C5C6EC8B-092A-4999-B5EE-A1C3BF508D8A}" dt="2022-11-29T10:45:03.187" v="8658" actId="1076"/>
          <ac:picMkLst>
            <pc:docMk/>
            <pc:sldMk cId="3176060108" sldId="9786"/>
            <ac:picMk id="15" creationId="{B3A8BBF1-EDDB-A877-8A62-8003F96292A6}"/>
          </ac:picMkLst>
        </pc:picChg>
        <pc:picChg chg="add mod">
          <ac:chgData name="Macher, Andreas (DI FA CTR PLC PPM)" userId="f1dcac62-7bef-43eb-91f0-927336a1714f" providerId="ADAL" clId="{C5C6EC8B-092A-4999-B5EE-A1C3BF508D8A}" dt="2022-11-29T10:45:03.187" v="8658" actId="1076"/>
          <ac:picMkLst>
            <pc:docMk/>
            <pc:sldMk cId="3176060108" sldId="9786"/>
            <ac:picMk id="17" creationId="{F8D56E0E-DF83-1011-ECED-91BB0FE3E898}"/>
          </ac:picMkLst>
        </pc:picChg>
        <pc:picChg chg="add mod">
          <ac:chgData name="Macher, Andreas (DI FA CTR PLC PPM)" userId="f1dcac62-7bef-43eb-91f0-927336a1714f" providerId="ADAL" clId="{C5C6EC8B-092A-4999-B5EE-A1C3BF508D8A}" dt="2022-11-29T10:45:03.187" v="8658" actId="1076"/>
          <ac:picMkLst>
            <pc:docMk/>
            <pc:sldMk cId="3176060108" sldId="9786"/>
            <ac:picMk id="18" creationId="{72B46525-3E9E-3971-2641-96EEF0B2E726}"/>
          </ac:picMkLst>
        </pc:picChg>
        <pc:picChg chg="add mod">
          <ac:chgData name="Macher, Andreas (DI FA CTR PLC PPM)" userId="f1dcac62-7bef-43eb-91f0-927336a1714f" providerId="ADAL" clId="{C5C6EC8B-092A-4999-B5EE-A1C3BF508D8A}" dt="2022-11-29T10:45:03.187" v="8658" actId="1076"/>
          <ac:picMkLst>
            <pc:docMk/>
            <pc:sldMk cId="3176060108" sldId="9786"/>
            <ac:picMk id="20" creationId="{B9C8F002-36E2-CCAF-C940-1A7E4C9B5075}"/>
          </ac:picMkLst>
        </pc:picChg>
        <pc:picChg chg="add mod">
          <ac:chgData name="Macher, Andreas (DI FA CTR PLC PPM)" userId="f1dcac62-7bef-43eb-91f0-927336a1714f" providerId="ADAL" clId="{C5C6EC8B-092A-4999-B5EE-A1C3BF508D8A}" dt="2022-11-29T10:45:03.187" v="8658" actId="1076"/>
          <ac:picMkLst>
            <pc:docMk/>
            <pc:sldMk cId="3176060108" sldId="9786"/>
            <ac:picMk id="22" creationId="{296FF5F2-074D-2572-A6C2-20C723348573}"/>
          </ac:picMkLst>
        </pc:picChg>
        <pc:picChg chg="mod">
          <ac:chgData name="Macher, Andreas (DI FA CTR PLC PPM)" userId="f1dcac62-7bef-43eb-91f0-927336a1714f" providerId="ADAL" clId="{C5C6EC8B-092A-4999-B5EE-A1C3BF508D8A}" dt="2022-11-29T10:45:03.187" v="8658" actId="1076"/>
          <ac:picMkLst>
            <pc:docMk/>
            <pc:sldMk cId="3176060108" sldId="9786"/>
            <ac:picMk id="47" creationId="{C813A50E-9A72-57AF-376A-E3BDED50366E}"/>
          </ac:picMkLst>
        </pc:picChg>
        <pc:picChg chg="mod">
          <ac:chgData name="Macher, Andreas (DI FA CTR PLC PPM)" userId="f1dcac62-7bef-43eb-91f0-927336a1714f" providerId="ADAL" clId="{C5C6EC8B-092A-4999-B5EE-A1C3BF508D8A}" dt="2022-11-29T10:45:03.187" v="8658" actId="1076"/>
          <ac:picMkLst>
            <pc:docMk/>
            <pc:sldMk cId="3176060108" sldId="9786"/>
            <ac:picMk id="48" creationId="{E560B8D3-0E60-E5DC-AD1B-0DA456958439}"/>
          </ac:picMkLst>
        </pc:picChg>
        <pc:picChg chg="mod">
          <ac:chgData name="Macher, Andreas (DI FA CTR PLC PPM)" userId="f1dcac62-7bef-43eb-91f0-927336a1714f" providerId="ADAL" clId="{C5C6EC8B-092A-4999-B5EE-A1C3BF508D8A}" dt="2022-11-29T10:45:03.187" v="8658" actId="1076"/>
          <ac:picMkLst>
            <pc:docMk/>
            <pc:sldMk cId="3176060108" sldId="9786"/>
            <ac:picMk id="49" creationId="{474966D1-828D-80DD-DEB0-D5A69D3F16D8}"/>
          </ac:picMkLst>
        </pc:picChg>
        <pc:picChg chg="mod">
          <ac:chgData name="Macher, Andreas (DI FA CTR PLC PPM)" userId="f1dcac62-7bef-43eb-91f0-927336a1714f" providerId="ADAL" clId="{C5C6EC8B-092A-4999-B5EE-A1C3BF508D8A}" dt="2022-11-29T10:45:03.187" v="8658" actId="1076"/>
          <ac:picMkLst>
            <pc:docMk/>
            <pc:sldMk cId="3176060108" sldId="9786"/>
            <ac:picMk id="50" creationId="{79C46305-7F04-4930-BC8B-A47D0A0B172F}"/>
          </ac:picMkLst>
        </pc:picChg>
        <pc:picChg chg="mod">
          <ac:chgData name="Macher, Andreas (DI FA CTR PLC PPM)" userId="f1dcac62-7bef-43eb-91f0-927336a1714f" providerId="ADAL" clId="{C5C6EC8B-092A-4999-B5EE-A1C3BF508D8A}" dt="2022-11-29T10:45:03.187" v="8658" actId="1076"/>
          <ac:picMkLst>
            <pc:docMk/>
            <pc:sldMk cId="3176060108" sldId="9786"/>
            <ac:picMk id="51" creationId="{25E13DF1-C599-9880-3F84-F117C34B720B}"/>
          </ac:picMkLst>
        </pc:picChg>
        <pc:picChg chg="mod">
          <ac:chgData name="Macher, Andreas (DI FA CTR PLC PPM)" userId="f1dcac62-7bef-43eb-91f0-927336a1714f" providerId="ADAL" clId="{C5C6EC8B-092A-4999-B5EE-A1C3BF508D8A}" dt="2022-11-29T10:45:03.187" v="8658" actId="1076"/>
          <ac:picMkLst>
            <pc:docMk/>
            <pc:sldMk cId="3176060108" sldId="9786"/>
            <ac:picMk id="52" creationId="{7B0B6A9A-47A8-26D9-3C6B-35F66D82D6E7}"/>
          </ac:picMkLst>
        </pc:picChg>
        <pc:picChg chg="add mod">
          <ac:chgData name="Macher, Andreas (DI FA CTR PLC PPM)" userId="f1dcac62-7bef-43eb-91f0-927336a1714f" providerId="ADAL" clId="{C5C6EC8B-092A-4999-B5EE-A1C3BF508D8A}" dt="2022-11-29T10:45:03.187" v="8658" actId="1076"/>
          <ac:picMkLst>
            <pc:docMk/>
            <pc:sldMk cId="3176060108" sldId="9786"/>
            <ac:picMk id="54" creationId="{8515E480-B739-7ACB-8C9D-DE37E324E47B}"/>
          </ac:picMkLst>
        </pc:picChg>
        <pc:picChg chg="add mod">
          <ac:chgData name="Macher, Andreas (DI FA CTR PLC PPM)" userId="f1dcac62-7bef-43eb-91f0-927336a1714f" providerId="ADAL" clId="{C5C6EC8B-092A-4999-B5EE-A1C3BF508D8A}" dt="2022-11-29T10:45:03.187" v="8658" actId="1076"/>
          <ac:picMkLst>
            <pc:docMk/>
            <pc:sldMk cId="3176060108" sldId="9786"/>
            <ac:picMk id="59" creationId="{7786CB75-1347-5623-503D-B358DE50A336}"/>
          </ac:picMkLst>
        </pc:picChg>
        <pc:picChg chg="mod">
          <ac:chgData name="Macher, Andreas (DI FA CTR PLC PPM)" userId="f1dcac62-7bef-43eb-91f0-927336a1714f" providerId="ADAL" clId="{C5C6EC8B-092A-4999-B5EE-A1C3BF508D8A}" dt="2022-11-17T12:35:27.514" v="1449" actId="207"/>
          <ac:picMkLst>
            <pc:docMk/>
            <pc:sldMk cId="3176060108" sldId="9786"/>
            <ac:picMk id="76" creationId="{AA88FE64-92FE-CB4C-7496-B6B3A27EDF5B}"/>
          </ac:picMkLst>
        </pc:picChg>
        <pc:picChg chg="mod">
          <ac:chgData name="Macher, Andreas (DI FA CTR PLC PPM)" userId="f1dcac62-7bef-43eb-91f0-927336a1714f" providerId="ADAL" clId="{C5C6EC8B-092A-4999-B5EE-A1C3BF508D8A}" dt="2022-11-17T12:35:27.514" v="1449" actId="207"/>
          <ac:picMkLst>
            <pc:docMk/>
            <pc:sldMk cId="3176060108" sldId="9786"/>
            <ac:picMk id="77" creationId="{A1AA576A-5BA1-1D95-0D15-B814040AAFDF}"/>
          </ac:picMkLst>
        </pc:picChg>
        <pc:picChg chg="mod">
          <ac:chgData name="Macher, Andreas (DI FA CTR PLC PPM)" userId="f1dcac62-7bef-43eb-91f0-927336a1714f" providerId="ADAL" clId="{C5C6EC8B-092A-4999-B5EE-A1C3BF508D8A}" dt="2022-11-17T12:35:27.514" v="1449" actId="207"/>
          <ac:picMkLst>
            <pc:docMk/>
            <pc:sldMk cId="3176060108" sldId="9786"/>
            <ac:picMk id="78" creationId="{2AA9FDE8-1925-33A6-F487-AD7946AFE987}"/>
          </ac:picMkLst>
        </pc:picChg>
        <pc:picChg chg="mod">
          <ac:chgData name="Macher, Andreas (DI FA CTR PLC PPM)" userId="f1dcac62-7bef-43eb-91f0-927336a1714f" providerId="ADAL" clId="{C5C6EC8B-092A-4999-B5EE-A1C3BF508D8A}" dt="2022-11-17T12:35:27.514" v="1449" actId="207"/>
          <ac:picMkLst>
            <pc:docMk/>
            <pc:sldMk cId="3176060108" sldId="9786"/>
            <ac:picMk id="79" creationId="{A792CAB2-13E7-1688-9FCE-0867A4678242}"/>
          </ac:picMkLst>
        </pc:picChg>
        <pc:picChg chg="mod">
          <ac:chgData name="Macher, Andreas (DI FA CTR PLC PPM)" userId="f1dcac62-7bef-43eb-91f0-927336a1714f" providerId="ADAL" clId="{C5C6EC8B-092A-4999-B5EE-A1C3BF508D8A}" dt="2022-11-17T12:35:27.514" v="1449" actId="207"/>
          <ac:picMkLst>
            <pc:docMk/>
            <pc:sldMk cId="3176060108" sldId="9786"/>
            <ac:picMk id="80" creationId="{B1E53956-D8FC-12DC-0B99-BF7871C22249}"/>
          </ac:picMkLst>
        </pc:picChg>
        <pc:picChg chg="mod">
          <ac:chgData name="Macher, Andreas (DI FA CTR PLC PPM)" userId="f1dcac62-7bef-43eb-91f0-927336a1714f" providerId="ADAL" clId="{C5C6EC8B-092A-4999-B5EE-A1C3BF508D8A}" dt="2022-11-17T12:35:27.514" v="1449" actId="207"/>
          <ac:picMkLst>
            <pc:docMk/>
            <pc:sldMk cId="3176060108" sldId="9786"/>
            <ac:picMk id="81" creationId="{7C86D15D-E0E7-C8C9-0205-91007AAEE554}"/>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83" creationId="{43A010A7-E8ED-18F9-B7A1-BD95BD984478}"/>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85" creationId="{1C4F1A5B-3EC2-0608-1799-3E05D9D6FF14}"/>
          </ac:picMkLst>
        </pc:picChg>
        <pc:picChg chg="mod">
          <ac:chgData name="Macher, Andreas (DI FA CTR PLC PPM)" userId="f1dcac62-7bef-43eb-91f0-927336a1714f" providerId="ADAL" clId="{C5C6EC8B-092A-4999-B5EE-A1C3BF508D8A}" dt="2022-11-17T12:35:27.514" v="1449" actId="207"/>
          <ac:picMkLst>
            <pc:docMk/>
            <pc:sldMk cId="3176060108" sldId="9786"/>
            <ac:picMk id="95" creationId="{D8E2738C-867D-198A-1944-F8CFD7D9A945}"/>
          </ac:picMkLst>
        </pc:picChg>
        <pc:picChg chg="mod">
          <ac:chgData name="Macher, Andreas (DI FA CTR PLC PPM)" userId="f1dcac62-7bef-43eb-91f0-927336a1714f" providerId="ADAL" clId="{C5C6EC8B-092A-4999-B5EE-A1C3BF508D8A}" dt="2022-11-17T12:35:27.514" v="1449" actId="207"/>
          <ac:picMkLst>
            <pc:docMk/>
            <pc:sldMk cId="3176060108" sldId="9786"/>
            <ac:picMk id="96" creationId="{8FD8675A-D6D0-78B4-DE0C-FD2AB218B495}"/>
          </ac:picMkLst>
        </pc:picChg>
        <pc:picChg chg="mod">
          <ac:chgData name="Macher, Andreas (DI FA CTR PLC PPM)" userId="f1dcac62-7bef-43eb-91f0-927336a1714f" providerId="ADAL" clId="{C5C6EC8B-092A-4999-B5EE-A1C3BF508D8A}" dt="2022-11-17T12:35:27.514" v="1449" actId="207"/>
          <ac:picMkLst>
            <pc:docMk/>
            <pc:sldMk cId="3176060108" sldId="9786"/>
            <ac:picMk id="97" creationId="{754203C1-CDB1-6EE7-6EB5-D2D7B93571C0}"/>
          </ac:picMkLst>
        </pc:picChg>
        <pc:picChg chg="mod">
          <ac:chgData name="Macher, Andreas (DI FA CTR PLC PPM)" userId="f1dcac62-7bef-43eb-91f0-927336a1714f" providerId="ADAL" clId="{C5C6EC8B-092A-4999-B5EE-A1C3BF508D8A}" dt="2022-11-17T12:35:27.514" v="1449" actId="207"/>
          <ac:picMkLst>
            <pc:docMk/>
            <pc:sldMk cId="3176060108" sldId="9786"/>
            <ac:picMk id="98" creationId="{527FE821-3773-3370-ED6A-490336D7EE2A}"/>
          </ac:picMkLst>
        </pc:picChg>
        <pc:picChg chg="mod">
          <ac:chgData name="Macher, Andreas (DI FA CTR PLC PPM)" userId="f1dcac62-7bef-43eb-91f0-927336a1714f" providerId="ADAL" clId="{C5C6EC8B-092A-4999-B5EE-A1C3BF508D8A}" dt="2022-11-17T12:35:27.514" v="1449" actId="207"/>
          <ac:picMkLst>
            <pc:docMk/>
            <pc:sldMk cId="3176060108" sldId="9786"/>
            <ac:picMk id="99" creationId="{62D1FFCC-000F-4441-7300-D594C61E9145}"/>
          </ac:picMkLst>
        </pc:picChg>
        <pc:picChg chg="mod">
          <ac:chgData name="Macher, Andreas (DI FA CTR PLC PPM)" userId="f1dcac62-7bef-43eb-91f0-927336a1714f" providerId="ADAL" clId="{C5C6EC8B-092A-4999-B5EE-A1C3BF508D8A}" dt="2022-11-17T12:35:27.514" v="1449" actId="207"/>
          <ac:picMkLst>
            <pc:docMk/>
            <pc:sldMk cId="3176060108" sldId="9786"/>
            <ac:picMk id="100" creationId="{93694936-1FE9-66B1-EA30-5E7D4C3EFF56}"/>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102" creationId="{7699E176-B2B8-530B-86F4-C538D363D778}"/>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104" creationId="{3FCFB8D4-97CD-100F-B104-2F5733BF3490}"/>
          </ac:picMkLst>
        </pc:picChg>
        <pc:picChg chg="mod">
          <ac:chgData name="Macher, Andreas (DI FA CTR PLC PPM)" userId="f1dcac62-7bef-43eb-91f0-927336a1714f" providerId="ADAL" clId="{C5C6EC8B-092A-4999-B5EE-A1C3BF508D8A}" dt="2022-11-29T10:45:03.187" v="8658" actId="1076"/>
          <ac:picMkLst>
            <pc:docMk/>
            <pc:sldMk cId="3176060108" sldId="9786"/>
            <ac:picMk id="121" creationId="{3F733E5A-F8ED-11FF-3E9F-22302ED7CC2E}"/>
          </ac:picMkLst>
        </pc:picChg>
        <pc:picChg chg="add mod">
          <ac:chgData name="Macher, Andreas (DI FA CTR PLC PPM)" userId="f1dcac62-7bef-43eb-91f0-927336a1714f" providerId="ADAL" clId="{C5C6EC8B-092A-4999-B5EE-A1C3BF508D8A}" dt="2022-11-29T10:45:03.187" v="8658" actId="1076"/>
          <ac:picMkLst>
            <pc:docMk/>
            <pc:sldMk cId="3176060108" sldId="9786"/>
            <ac:picMk id="124" creationId="{08DFCFF0-2C7C-B291-C088-FD5DE089763A}"/>
          </ac:picMkLst>
        </pc:picChg>
        <pc:picChg chg="add mod">
          <ac:chgData name="Macher, Andreas (DI FA CTR PLC PPM)" userId="f1dcac62-7bef-43eb-91f0-927336a1714f" providerId="ADAL" clId="{C5C6EC8B-092A-4999-B5EE-A1C3BF508D8A}" dt="2022-11-29T10:45:03.187" v="8658" actId="1076"/>
          <ac:picMkLst>
            <pc:docMk/>
            <pc:sldMk cId="3176060108" sldId="9786"/>
            <ac:picMk id="125" creationId="{A56DC32A-E293-6C07-6525-854BEDB50017}"/>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126" creationId="{C4C4E732-0F1E-863F-ED32-FE0B6CB8CE71}"/>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127" creationId="{66825265-CAA8-F92F-3699-5BF57FE2C35B}"/>
          </ac:picMkLst>
        </pc:picChg>
        <pc:picChg chg="add mod">
          <ac:chgData name="Macher, Andreas (DI FA CTR PLC PPM)" userId="f1dcac62-7bef-43eb-91f0-927336a1714f" providerId="ADAL" clId="{C5C6EC8B-092A-4999-B5EE-A1C3BF508D8A}" dt="2022-11-29T10:45:03.187" v="8658" actId="1076"/>
          <ac:picMkLst>
            <pc:docMk/>
            <pc:sldMk cId="3176060108" sldId="9786"/>
            <ac:picMk id="128" creationId="{C5BB4F6F-F3EC-7AEF-180D-B6D5D3571D4B}"/>
          </ac:picMkLst>
        </pc:picChg>
        <pc:picChg chg="add del mod">
          <ac:chgData name="Macher, Andreas (DI FA CTR PLC PPM)" userId="f1dcac62-7bef-43eb-91f0-927336a1714f" providerId="ADAL" clId="{C5C6EC8B-092A-4999-B5EE-A1C3BF508D8A}" dt="2022-11-29T10:40:02.031" v="8430" actId="478"/>
          <ac:picMkLst>
            <pc:docMk/>
            <pc:sldMk cId="3176060108" sldId="9786"/>
            <ac:picMk id="129" creationId="{8D7CB3CB-A9A8-012E-0DAE-49E0781EC48D}"/>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130" creationId="{4E99D868-55B9-4F57-CE0B-69FC04569B0F}"/>
          </ac:picMkLst>
        </pc:picChg>
        <pc:picChg chg="add del mod">
          <ac:chgData name="Macher, Andreas (DI FA CTR PLC PPM)" userId="f1dcac62-7bef-43eb-91f0-927336a1714f" providerId="ADAL" clId="{C5C6EC8B-092A-4999-B5EE-A1C3BF508D8A}" dt="2022-11-29T10:35:44.704" v="8321" actId="478"/>
          <ac:picMkLst>
            <pc:docMk/>
            <pc:sldMk cId="3176060108" sldId="9786"/>
            <ac:picMk id="131" creationId="{69D6505E-87AB-ECBE-5391-1368DA280C59}"/>
          </ac:picMkLst>
        </pc:picChg>
        <pc:picChg chg="mod">
          <ac:chgData name="Macher, Andreas (DI FA CTR PLC PPM)" userId="f1dcac62-7bef-43eb-91f0-927336a1714f" providerId="ADAL" clId="{C5C6EC8B-092A-4999-B5EE-A1C3BF508D8A}" dt="2022-11-29T10:45:03.187" v="8658" actId="1076"/>
          <ac:picMkLst>
            <pc:docMk/>
            <pc:sldMk cId="3176060108" sldId="9786"/>
            <ac:picMk id="257" creationId="{23ECA13F-BEA2-B92A-A87C-1E175E062215}"/>
          </ac:picMkLst>
        </pc:picChg>
        <pc:picChg chg="mod">
          <ac:chgData name="Macher, Andreas (DI FA CTR PLC PPM)" userId="f1dcac62-7bef-43eb-91f0-927336a1714f" providerId="ADAL" clId="{C5C6EC8B-092A-4999-B5EE-A1C3BF508D8A}" dt="2022-11-29T10:45:03.187" v="8658" actId="1076"/>
          <ac:picMkLst>
            <pc:docMk/>
            <pc:sldMk cId="3176060108" sldId="9786"/>
            <ac:picMk id="258" creationId="{CAF8257F-B446-5717-478F-1BD82FD2F64F}"/>
          </ac:picMkLst>
        </pc:picChg>
        <pc:picChg chg="mod">
          <ac:chgData name="Macher, Andreas (DI FA CTR PLC PPM)" userId="f1dcac62-7bef-43eb-91f0-927336a1714f" providerId="ADAL" clId="{C5C6EC8B-092A-4999-B5EE-A1C3BF508D8A}" dt="2022-11-29T10:45:03.187" v="8658" actId="1076"/>
          <ac:picMkLst>
            <pc:docMk/>
            <pc:sldMk cId="3176060108" sldId="9786"/>
            <ac:picMk id="259" creationId="{650BB2CB-8252-8549-4B35-4CD84B87E6E7}"/>
          </ac:picMkLst>
        </pc:picChg>
        <pc:picChg chg="mod">
          <ac:chgData name="Macher, Andreas (DI FA CTR PLC PPM)" userId="f1dcac62-7bef-43eb-91f0-927336a1714f" providerId="ADAL" clId="{C5C6EC8B-092A-4999-B5EE-A1C3BF508D8A}" dt="2022-11-29T10:45:03.187" v="8658" actId="1076"/>
          <ac:picMkLst>
            <pc:docMk/>
            <pc:sldMk cId="3176060108" sldId="9786"/>
            <ac:picMk id="260" creationId="{C107BD0C-3DCA-5BF8-D1C6-8894BB5C6110}"/>
          </ac:picMkLst>
        </pc:picChg>
        <pc:picChg chg="mod">
          <ac:chgData name="Macher, Andreas (DI FA CTR PLC PPM)" userId="f1dcac62-7bef-43eb-91f0-927336a1714f" providerId="ADAL" clId="{C5C6EC8B-092A-4999-B5EE-A1C3BF508D8A}" dt="2022-11-29T10:45:03.187" v="8658" actId="1076"/>
          <ac:picMkLst>
            <pc:docMk/>
            <pc:sldMk cId="3176060108" sldId="9786"/>
            <ac:picMk id="261" creationId="{296AD9A2-1303-BFEF-A464-4E8185E0D5F5}"/>
          </ac:picMkLst>
        </pc:picChg>
        <pc:picChg chg="mod">
          <ac:chgData name="Macher, Andreas (DI FA CTR PLC PPM)" userId="f1dcac62-7bef-43eb-91f0-927336a1714f" providerId="ADAL" clId="{C5C6EC8B-092A-4999-B5EE-A1C3BF508D8A}" dt="2022-11-29T10:45:03.187" v="8658" actId="1076"/>
          <ac:picMkLst>
            <pc:docMk/>
            <pc:sldMk cId="3176060108" sldId="9786"/>
            <ac:picMk id="262" creationId="{18FBBBC6-2A70-8DA4-3435-0121965FD333}"/>
          </ac:picMkLst>
        </pc:picChg>
        <pc:picChg chg="del">
          <ac:chgData name="Macher, Andreas (DI FA CTR PLC PPM)" userId="f1dcac62-7bef-43eb-91f0-927336a1714f" providerId="ADAL" clId="{C5C6EC8B-092A-4999-B5EE-A1C3BF508D8A}" dt="2022-08-15T14:20:23.584" v="689" actId="478"/>
          <ac:picMkLst>
            <pc:docMk/>
            <pc:sldMk cId="3176060108" sldId="9786"/>
            <ac:picMk id="266" creationId="{4DE8AAEF-6B1A-68BB-8CA1-38FAD343B32D}"/>
          </ac:picMkLst>
        </pc:picChg>
        <pc:picChg chg="mod">
          <ac:chgData name="Macher, Andreas (DI FA CTR PLC PPM)" userId="f1dcac62-7bef-43eb-91f0-927336a1714f" providerId="ADAL" clId="{C5C6EC8B-092A-4999-B5EE-A1C3BF508D8A}" dt="2022-11-29T10:45:03.187" v="8658" actId="1076"/>
          <ac:picMkLst>
            <pc:docMk/>
            <pc:sldMk cId="3176060108" sldId="9786"/>
            <ac:picMk id="267" creationId="{0D915113-0986-15BC-F0AA-B515757F13E7}"/>
          </ac:picMkLst>
        </pc:picChg>
        <pc:cxnChg chg="add del mod">
          <ac:chgData name="Macher, Andreas (DI FA CTR PLC PPM)" userId="f1dcac62-7bef-43eb-91f0-927336a1714f" providerId="ADAL" clId="{C5C6EC8B-092A-4999-B5EE-A1C3BF508D8A}" dt="2022-08-15T14:23:47.841" v="773" actId="478"/>
          <ac:cxnSpMkLst>
            <pc:docMk/>
            <pc:sldMk cId="3176060108" sldId="9786"/>
            <ac:cxnSpMk id="5" creationId="{EEAC15CC-D36C-E0BC-E9FF-3A2389859544}"/>
          </ac:cxnSpMkLst>
        </pc:cxnChg>
        <pc:cxnChg chg="add del mod">
          <ac:chgData name="Macher, Andreas (DI FA CTR PLC PPM)" userId="f1dcac62-7bef-43eb-91f0-927336a1714f" providerId="ADAL" clId="{C5C6EC8B-092A-4999-B5EE-A1C3BF508D8A}" dt="2022-11-17T13:11:08.543" v="2048" actId="478"/>
          <ac:cxnSpMkLst>
            <pc:docMk/>
            <pc:sldMk cId="3176060108" sldId="9786"/>
            <ac:cxnSpMk id="12" creationId="{8C3CBDFA-FA9E-203D-2436-EC91B703DE6E}"/>
          </ac:cxnSpMkLst>
        </pc:cxnChg>
        <pc:cxnChg chg="add del mod">
          <ac:chgData name="Macher, Andreas (DI FA CTR PLC PPM)" userId="f1dcac62-7bef-43eb-91f0-927336a1714f" providerId="ADAL" clId="{C5C6EC8B-092A-4999-B5EE-A1C3BF508D8A}" dt="2022-11-29T10:36:13.502" v="8322" actId="478"/>
          <ac:cxnSpMkLst>
            <pc:docMk/>
            <pc:sldMk cId="3176060108" sldId="9786"/>
            <ac:cxnSpMk id="13" creationId="{B7AFDA1F-5DB2-7777-CB9E-2EF2177501D8}"/>
          </ac:cxnSpMkLst>
        </pc:cxnChg>
        <pc:cxnChg chg="add del mod">
          <ac:chgData name="Macher, Andreas (DI FA CTR PLC PPM)" userId="f1dcac62-7bef-43eb-91f0-927336a1714f" providerId="ADAL" clId="{C5C6EC8B-092A-4999-B5EE-A1C3BF508D8A}" dt="2022-11-29T10:16:10.540" v="8158" actId="478"/>
          <ac:cxnSpMkLst>
            <pc:docMk/>
            <pc:sldMk cId="3176060108" sldId="9786"/>
            <ac:cxnSpMk id="16" creationId="{7C756BAF-ED3B-9B80-7695-97D7C2F7FD81}"/>
          </ac:cxnSpMkLst>
        </pc:cxnChg>
        <pc:cxnChg chg="add del mod">
          <ac:chgData name="Macher, Andreas (DI FA CTR PLC PPM)" userId="f1dcac62-7bef-43eb-91f0-927336a1714f" providerId="ADAL" clId="{C5C6EC8B-092A-4999-B5EE-A1C3BF508D8A}" dt="2022-08-15T14:25:03.524" v="790" actId="478"/>
          <ac:cxnSpMkLst>
            <pc:docMk/>
            <pc:sldMk cId="3176060108" sldId="9786"/>
            <ac:cxnSpMk id="62" creationId="{B547B1E8-28D9-7D51-5A20-1154C3C36B8E}"/>
          </ac:cxnSpMkLst>
        </pc:cxnChg>
        <pc:cxnChg chg="add del mod">
          <ac:chgData name="Macher, Andreas (DI FA CTR PLC PPM)" userId="f1dcac62-7bef-43eb-91f0-927336a1714f" providerId="ADAL" clId="{C5C6EC8B-092A-4999-B5EE-A1C3BF508D8A}" dt="2022-11-17T13:10:56.474" v="2044" actId="478"/>
          <ac:cxnSpMkLst>
            <pc:docMk/>
            <pc:sldMk cId="3176060108" sldId="9786"/>
            <ac:cxnSpMk id="113" creationId="{600DADCA-82A2-9CAD-9DB7-F922C73F05C0}"/>
          </ac:cxnSpMkLst>
        </pc:cxnChg>
      </pc:sldChg>
      <pc:sldChg chg="addSp delSp modSp del mod chgLayout">
        <pc:chgData name="Macher, Andreas (DI FA CTR PLC PPM)" userId="f1dcac62-7bef-43eb-91f0-927336a1714f" providerId="ADAL" clId="{C5C6EC8B-092A-4999-B5EE-A1C3BF508D8A}" dt="2022-11-29T09:43:24.526" v="7838" actId="47"/>
        <pc:sldMkLst>
          <pc:docMk/>
          <pc:sldMk cId="33594056" sldId="9787"/>
        </pc:sldMkLst>
        <pc:spChg chg="mod ord">
          <ac:chgData name="Macher, Andreas (DI FA CTR PLC PPM)" userId="f1dcac62-7bef-43eb-91f0-927336a1714f" providerId="ADAL" clId="{C5C6EC8B-092A-4999-B5EE-A1C3BF508D8A}" dt="2022-11-29T07:41:57.970" v="4937" actId="20577"/>
          <ac:spMkLst>
            <pc:docMk/>
            <pc:sldMk cId="33594056" sldId="9787"/>
            <ac:spMk id="2" creationId="{00000000-0000-0000-0000-000000000000}"/>
          </ac:spMkLst>
        </pc:spChg>
        <pc:spChg chg="add mod ord">
          <ac:chgData name="Macher, Andreas (DI FA CTR PLC PPM)" userId="f1dcac62-7bef-43eb-91f0-927336a1714f" providerId="ADAL" clId="{C5C6EC8B-092A-4999-B5EE-A1C3BF508D8A}" dt="2022-11-28T07:29:13.890" v="2535" actId="790"/>
          <ac:spMkLst>
            <pc:docMk/>
            <pc:sldMk cId="33594056" sldId="9787"/>
            <ac:spMk id="3" creationId="{D16262E0-71FF-F184-ADC4-69842004C0F5}"/>
          </ac:spMkLst>
        </pc:spChg>
        <pc:spChg chg="mod">
          <ac:chgData name="Macher, Andreas (DI FA CTR PLC PPM)" userId="f1dcac62-7bef-43eb-91f0-927336a1714f" providerId="ADAL" clId="{C5C6EC8B-092A-4999-B5EE-A1C3BF508D8A}" dt="2022-11-28T07:29:13.890" v="2535" actId="790"/>
          <ac:spMkLst>
            <pc:docMk/>
            <pc:sldMk cId="33594056" sldId="9787"/>
            <ac:spMk id="4" creationId="{D6EB2DB1-BFAD-283C-FCED-53D178966CF8}"/>
          </ac:spMkLst>
        </pc:spChg>
        <pc:spChg chg="add mod ord">
          <ac:chgData name="Macher, Andreas (DI FA CTR PLC PPM)" userId="f1dcac62-7bef-43eb-91f0-927336a1714f" providerId="ADAL" clId="{C5C6EC8B-092A-4999-B5EE-A1C3BF508D8A}" dt="2022-11-28T07:29:13.890" v="2535" actId="790"/>
          <ac:spMkLst>
            <pc:docMk/>
            <pc:sldMk cId="33594056" sldId="9787"/>
            <ac:spMk id="5" creationId="{D8CD577D-F615-094F-1FDD-B1EAAF983D2D}"/>
          </ac:spMkLst>
        </pc:spChg>
        <pc:spChg chg="mod ord">
          <ac:chgData name="Macher, Andreas (DI FA CTR PLC PPM)" userId="f1dcac62-7bef-43eb-91f0-927336a1714f" providerId="ADAL" clId="{C5C6EC8B-092A-4999-B5EE-A1C3BF508D8A}" dt="2022-11-28T07:29:13.890" v="2535" actId="790"/>
          <ac:spMkLst>
            <pc:docMk/>
            <pc:sldMk cId="33594056" sldId="9787"/>
            <ac:spMk id="6" creationId="{52486D80-3DF7-470D-823E-765DCE86C853}"/>
          </ac:spMkLst>
        </pc:spChg>
        <pc:spChg chg="mod">
          <ac:chgData name="Macher, Andreas (DI FA CTR PLC PPM)" userId="f1dcac62-7bef-43eb-91f0-927336a1714f" providerId="ADAL" clId="{C5C6EC8B-092A-4999-B5EE-A1C3BF508D8A}" dt="2022-11-28T07:29:13.890" v="2535" actId="790"/>
          <ac:spMkLst>
            <pc:docMk/>
            <pc:sldMk cId="33594056" sldId="9787"/>
            <ac:spMk id="8" creationId="{D70EC1EC-A084-2659-2A9F-3BBE28E026B6}"/>
          </ac:spMkLst>
        </pc:spChg>
        <pc:spChg chg="mod">
          <ac:chgData name="Macher, Andreas (DI FA CTR PLC PPM)" userId="f1dcac62-7bef-43eb-91f0-927336a1714f" providerId="ADAL" clId="{C5C6EC8B-092A-4999-B5EE-A1C3BF508D8A}" dt="2022-11-28T07:29:13.890" v="2535" actId="790"/>
          <ac:spMkLst>
            <pc:docMk/>
            <pc:sldMk cId="33594056" sldId="9787"/>
            <ac:spMk id="11" creationId="{7636A3BD-C49A-B221-61C5-74DDD870E52B}"/>
          </ac:spMkLst>
        </pc:spChg>
        <pc:spChg chg="mod">
          <ac:chgData name="Macher, Andreas (DI FA CTR PLC PPM)" userId="f1dcac62-7bef-43eb-91f0-927336a1714f" providerId="ADAL" clId="{C5C6EC8B-092A-4999-B5EE-A1C3BF508D8A}" dt="2022-11-28T07:29:13.890" v="2535" actId="790"/>
          <ac:spMkLst>
            <pc:docMk/>
            <pc:sldMk cId="33594056" sldId="9787"/>
            <ac:spMk id="12" creationId="{D3729042-19E0-EE8A-F95B-1F85E3AF7B0F}"/>
          </ac:spMkLst>
        </pc:spChg>
        <pc:spChg chg="add mod ord">
          <ac:chgData name="Macher, Andreas (DI FA CTR PLC PPM)" userId="f1dcac62-7bef-43eb-91f0-927336a1714f" providerId="ADAL" clId="{C5C6EC8B-092A-4999-B5EE-A1C3BF508D8A}" dt="2022-11-28T07:29:13.890" v="2535" actId="790"/>
          <ac:spMkLst>
            <pc:docMk/>
            <pc:sldMk cId="33594056" sldId="9787"/>
            <ac:spMk id="13" creationId="{146AB045-CE6D-2BF2-BCA8-6A8BEC22F40A}"/>
          </ac:spMkLst>
        </pc:spChg>
        <pc:spChg chg="add mod">
          <ac:chgData name="Macher, Andreas (DI FA CTR PLC PPM)" userId="f1dcac62-7bef-43eb-91f0-927336a1714f" providerId="ADAL" clId="{C5C6EC8B-092A-4999-B5EE-A1C3BF508D8A}" dt="2022-11-28T07:29:13.890" v="2535" actId="790"/>
          <ac:spMkLst>
            <pc:docMk/>
            <pc:sldMk cId="33594056" sldId="9787"/>
            <ac:spMk id="15" creationId="{A5FEAFF1-AA6E-A511-55E6-E98C847CCE7E}"/>
          </ac:spMkLst>
        </pc:spChg>
        <pc:spChg chg="add mod">
          <ac:chgData name="Macher, Andreas (DI FA CTR PLC PPM)" userId="f1dcac62-7bef-43eb-91f0-927336a1714f" providerId="ADAL" clId="{C5C6EC8B-092A-4999-B5EE-A1C3BF508D8A}" dt="2022-11-28T07:29:13.890" v="2535" actId="790"/>
          <ac:spMkLst>
            <pc:docMk/>
            <pc:sldMk cId="33594056" sldId="9787"/>
            <ac:spMk id="16" creationId="{B1F227CD-6ADD-37B3-E389-21E3F1956E11}"/>
          </ac:spMkLst>
        </pc:spChg>
        <pc:spChg chg="add del mod">
          <ac:chgData name="Macher, Andreas (DI FA CTR PLC PPM)" userId="f1dcac62-7bef-43eb-91f0-927336a1714f" providerId="ADAL" clId="{C5C6EC8B-092A-4999-B5EE-A1C3BF508D8A}" dt="2022-11-17T13:12:55.292" v="2056" actId="478"/>
          <ac:spMkLst>
            <pc:docMk/>
            <pc:sldMk cId="33594056" sldId="9787"/>
            <ac:spMk id="17" creationId="{6B4A7EDE-BCF2-64E7-E0C3-12C53DF80B9A}"/>
          </ac:spMkLst>
        </pc:spChg>
        <pc:spChg chg="add mod">
          <ac:chgData name="Macher, Andreas (DI FA CTR PLC PPM)" userId="f1dcac62-7bef-43eb-91f0-927336a1714f" providerId="ADAL" clId="{C5C6EC8B-092A-4999-B5EE-A1C3BF508D8A}" dt="2022-11-28T07:29:13.890" v="2535" actId="790"/>
          <ac:spMkLst>
            <pc:docMk/>
            <pc:sldMk cId="33594056" sldId="9787"/>
            <ac:spMk id="17" creationId="{8777F274-81B1-AD9D-7B72-3AA93D98F184}"/>
          </ac:spMkLst>
        </pc:spChg>
        <pc:spChg chg="del mod">
          <ac:chgData name="Macher, Andreas (DI FA CTR PLC PPM)" userId="f1dcac62-7bef-43eb-91f0-927336a1714f" providerId="ADAL" clId="{C5C6EC8B-092A-4999-B5EE-A1C3BF508D8A}" dt="2022-11-17T12:28:31.004" v="1354" actId="478"/>
          <ac:spMkLst>
            <pc:docMk/>
            <pc:sldMk cId="33594056" sldId="9787"/>
            <ac:spMk id="18" creationId="{873BDACC-76F8-C4DF-52DD-D8BFEF120947}"/>
          </ac:spMkLst>
        </pc:spChg>
        <pc:spChg chg="add mod">
          <ac:chgData name="Macher, Andreas (DI FA CTR PLC PPM)" userId="f1dcac62-7bef-43eb-91f0-927336a1714f" providerId="ADAL" clId="{C5C6EC8B-092A-4999-B5EE-A1C3BF508D8A}" dt="2022-11-28T07:29:13.890" v="2535" actId="790"/>
          <ac:spMkLst>
            <pc:docMk/>
            <pc:sldMk cId="33594056" sldId="9787"/>
            <ac:spMk id="18" creationId="{CD1F67A1-BE7E-69FC-2A57-9AFB1BECC77F}"/>
          </ac:spMkLst>
        </pc:spChg>
        <pc:spChg chg="add mod">
          <ac:chgData name="Macher, Andreas (DI FA CTR PLC PPM)" userId="f1dcac62-7bef-43eb-91f0-927336a1714f" providerId="ADAL" clId="{C5C6EC8B-092A-4999-B5EE-A1C3BF508D8A}" dt="2022-11-28T13:06:38.312" v="4143"/>
          <ac:spMkLst>
            <pc:docMk/>
            <pc:sldMk cId="33594056" sldId="9787"/>
            <ac:spMk id="19" creationId="{7BB572C2-16F2-31B7-3737-7B64280E0FAB}"/>
          </ac:spMkLst>
        </pc:spChg>
        <pc:spChg chg="add mod">
          <ac:chgData name="Macher, Andreas (DI FA CTR PLC PPM)" userId="f1dcac62-7bef-43eb-91f0-927336a1714f" providerId="ADAL" clId="{C5C6EC8B-092A-4999-B5EE-A1C3BF508D8A}" dt="2022-11-28T13:06:38.312" v="4143"/>
          <ac:spMkLst>
            <pc:docMk/>
            <pc:sldMk cId="33594056" sldId="9787"/>
            <ac:spMk id="20" creationId="{7D6FCD61-1739-8B70-8BB3-B957584391D4}"/>
          </ac:spMkLst>
        </pc:spChg>
        <pc:spChg chg="add mod">
          <ac:chgData name="Macher, Andreas (DI FA CTR PLC PPM)" userId="f1dcac62-7bef-43eb-91f0-927336a1714f" providerId="ADAL" clId="{C5C6EC8B-092A-4999-B5EE-A1C3BF508D8A}" dt="2022-11-28T13:06:38.312" v="4143"/>
          <ac:spMkLst>
            <pc:docMk/>
            <pc:sldMk cId="33594056" sldId="9787"/>
            <ac:spMk id="21" creationId="{7879D242-E00C-032C-FD04-83BA550DB275}"/>
          </ac:spMkLst>
        </pc:spChg>
        <pc:spChg chg="add mod">
          <ac:chgData name="Macher, Andreas (DI FA CTR PLC PPM)" userId="f1dcac62-7bef-43eb-91f0-927336a1714f" providerId="ADAL" clId="{C5C6EC8B-092A-4999-B5EE-A1C3BF508D8A}" dt="2022-11-28T13:06:38.312" v="4143"/>
          <ac:spMkLst>
            <pc:docMk/>
            <pc:sldMk cId="33594056" sldId="9787"/>
            <ac:spMk id="22" creationId="{1ABAC6FB-74C5-7B10-85E6-48D623440C60}"/>
          </ac:spMkLst>
        </pc:spChg>
        <pc:spChg chg="add mod">
          <ac:chgData name="Macher, Andreas (DI FA CTR PLC PPM)" userId="f1dcac62-7bef-43eb-91f0-927336a1714f" providerId="ADAL" clId="{C5C6EC8B-092A-4999-B5EE-A1C3BF508D8A}" dt="2022-11-28T13:06:38.312" v="4143"/>
          <ac:spMkLst>
            <pc:docMk/>
            <pc:sldMk cId="33594056" sldId="9787"/>
            <ac:spMk id="23" creationId="{3D86F4C8-305D-C6AE-5765-DE333714366C}"/>
          </ac:spMkLst>
        </pc:spChg>
        <pc:spChg chg="add mod">
          <ac:chgData name="Macher, Andreas (DI FA CTR PLC PPM)" userId="f1dcac62-7bef-43eb-91f0-927336a1714f" providerId="ADAL" clId="{C5C6EC8B-092A-4999-B5EE-A1C3BF508D8A}" dt="2022-11-28T13:06:38.312" v="4143"/>
          <ac:spMkLst>
            <pc:docMk/>
            <pc:sldMk cId="33594056" sldId="9787"/>
            <ac:spMk id="24" creationId="{1BF9C1E2-95A3-2DF9-9965-EB866BBFFFB0}"/>
          </ac:spMkLst>
        </pc:spChg>
        <pc:spChg chg="mod">
          <ac:chgData name="Macher, Andreas (DI FA CTR PLC PPM)" userId="f1dcac62-7bef-43eb-91f0-927336a1714f" providerId="ADAL" clId="{C5C6EC8B-092A-4999-B5EE-A1C3BF508D8A}" dt="2022-11-28T07:29:13.890" v="2535" actId="790"/>
          <ac:spMkLst>
            <pc:docMk/>
            <pc:sldMk cId="33594056" sldId="9787"/>
            <ac:spMk id="77" creationId="{B944B708-969F-8DA3-E3A6-DD07F1CB3E63}"/>
          </ac:spMkLst>
        </pc:spChg>
        <pc:spChg chg="mod">
          <ac:chgData name="Macher, Andreas (DI FA CTR PLC PPM)" userId="f1dcac62-7bef-43eb-91f0-927336a1714f" providerId="ADAL" clId="{C5C6EC8B-092A-4999-B5EE-A1C3BF508D8A}" dt="2022-11-28T07:29:13.890" v="2535" actId="790"/>
          <ac:spMkLst>
            <pc:docMk/>
            <pc:sldMk cId="33594056" sldId="9787"/>
            <ac:spMk id="83" creationId="{F015FE7E-5EBD-AED3-5A62-02E99FA23B48}"/>
          </ac:spMkLst>
        </pc:spChg>
        <pc:spChg chg="mod">
          <ac:chgData name="Macher, Andreas (DI FA CTR PLC PPM)" userId="f1dcac62-7bef-43eb-91f0-927336a1714f" providerId="ADAL" clId="{C5C6EC8B-092A-4999-B5EE-A1C3BF508D8A}" dt="2022-11-28T07:29:13.890" v="2535" actId="790"/>
          <ac:spMkLst>
            <pc:docMk/>
            <pc:sldMk cId="33594056" sldId="9787"/>
            <ac:spMk id="84" creationId="{F682633E-FA48-5344-3955-830742711C35}"/>
          </ac:spMkLst>
        </pc:spChg>
        <pc:spChg chg="mod">
          <ac:chgData name="Macher, Andreas (DI FA CTR PLC PPM)" userId="f1dcac62-7bef-43eb-91f0-927336a1714f" providerId="ADAL" clId="{C5C6EC8B-092A-4999-B5EE-A1C3BF508D8A}" dt="2022-11-28T07:29:13.890" v="2535" actId="790"/>
          <ac:spMkLst>
            <pc:docMk/>
            <pc:sldMk cId="33594056" sldId="9787"/>
            <ac:spMk id="86" creationId="{DD57848F-F8BA-7AC2-DEAC-984331B9F3DD}"/>
          </ac:spMkLst>
        </pc:spChg>
        <pc:spChg chg="mod">
          <ac:chgData name="Macher, Andreas (DI FA CTR PLC PPM)" userId="f1dcac62-7bef-43eb-91f0-927336a1714f" providerId="ADAL" clId="{C5C6EC8B-092A-4999-B5EE-A1C3BF508D8A}" dt="2022-11-28T07:29:13.890" v="2535" actId="790"/>
          <ac:spMkLst>
            <pc:docMk/>
            <pc:sldMk cId="33594056" sldId="9787"/>
            <ac:spMk id="89" creationId="{7DF1F7DB-FD5A-B05B-E87C-1043653D7244}"/>
          </ac:spMkLst>
        </pc:spChg>
        <pc:spChg chg="mod">
          <ac:chgData name="Macher, Andreas (DI FA CTR PLC PPM)" userId="f1dcac62-7bef-43eb-91f0-927336a1714f" providerId="ADAL" clId="{C5C6EC8B-092A-4999-B5EE-A1C3BF508D8A}" dt="2022-11-28T07:29:13.890" v="2535" actId="790"/>
          <ac:spMkLst>
            <pc:docMk/>
            <pc:sldMk cId="33594056" sldId="9787"/>
            <ac:spMk id="90" creationId="{3B5F7AC5-76BB-E472-8501-DD45CCBE41B1}"/>
          </ac:spMkLst>
        </pc:spChg>
        <pc:spChg chg="mod">
          <ac:chgData name="Macher, Andreas (DI FA CTR PLC PPM)" userId="f1dcac62-7bef-43eb-91f0-927336a1714f" providerId="ADAL" clId="{C5C6EC8B-092A-4999-B5EE-A1C3BF508D8A}" dt="2022-11-28T07:29:13.890" v="2535" actId="790"/>
          <ac:spMkLst>
            <pc:docMk/>
            <pc:sldMk cId="33594056" sldId="9787"/>
            <ac:spMk id="95" creationId="{126FA557-A787-30F2-7462-854AFC59E075}"/>
          </ac:spMkLst>
        </pc:spChg>
        <pc:spChg chg="mod">
          <ac:chgData name="Macher, Andreas (DI FA CTR PLC PPM)" userId="f1dcac62-7bef-43eb-91f0-927336a1714f" providerId="ADAL" clId="{C5C6EC8B-092A-4999-B5EE-A1C3BF508D8A}" dt="2022-11-28T12:22:57.334" v="3931" actId="108"/>
          <ac:spMkLst>
            <pc:docMk/>
            <pc:sldMk cId="33594056" sldId="9787"/>
            <ac:spMk id="122" creationId="{232F4B8C-AD91-11A9-0D4D-02088C050C88}"/>
          </ac:spMkLst>
        </pc:spChg>
        <pc:spChg chg="mod">
          <ac:chgData name="Macher, Andreas (DI FA CTR PLC PPM)" userId="f1dcac62-7bef-43eb-91f0-927336a1714f" providerId="ADAL" clId="{C5C6EC8B-092A-4999-B5EE-A1C3BF508D8A}" dt="2022-11-28T07:29:13.890" v="2535" actId="790"/>
          <ac:spMkLst>
            <pc:docMk/>
            <pc:sldMk cId="33594056" sldId="9787"/>
            <ac:spMk id="127" creationId="{9A604E30-BCC2-D054-3080-20A6F32857C9}"/>
          </ac:spMkLst>
        </pc:spChg>
        <pc:spChg chg="mod">
          <ac:chgData name="Macher, Andreas (DI FA CTR PLC PPM)" userId="f1dcac62-7bef-43eb-91f0-927336a1714f" providerId="ADAL" clId="{C5C6EC8B-092A-4999-B5EE-A1C3BF508D8A}" dt="2022-11-28T07:29:13.890" v="2535" actId="790"/>
          <ac:spMkLst>
            <pc:docMk/>
            <pc:sldMk cId="33594056" sldId="9787"/>
            <ac:spMk id="128" creationId="{46A491FB-C49F-F5CB-2A8A-BD614AA6D684}"/>
          </ac:spMkLst>
        </pc:spChg>
        <pc:spChg chg="mod">
          <ac:chgData name="Macher, Andreas (DI FA CTR PLC PPM)" userId="f1dcac62-7bef-43eb-91f0-927336a1714f" providerId="ADAL" clId="{C5C6EC8B-092A-4999-B5EE-A1C3BF508D8A}" dt="2022-11-28T12:26:03.848" v="4004" actId="108"/>
          <ac:spMkLst>
            <pc:docMk/>
            <pc:sldMk cId="33594056" sldId="9787"/>
            <ac:spMk id="153" creationId="{170FD330-ED6F-528E-7219-21CE0DA23994}"/>
          </ac:spMkLst>
        </pc:spChg>
        <pc:spChg chg="mod">
          <ac:chgData name="Macher, Andreas (DI FA CTR PLC PPM)" userId="f1dcac62-7bef-43eb-91f0-927336a1714f" providerId="ADAL" clId="{C5C6EC8B-092A-4999-B5EE-A1C3BF508D8A}" dt="2022-11-28T07:29:13.890" v="2535" actId="790"/>
          <ac:spMkLst>
            <pc:docMk/>
            <pc:sldMk cId="33594056" sldId="9787"/>
            <ac:spMk id="159" creationId="{6911F848-ACB0-5C61-F711-C5B83A6E4C3D}"/>
          </ac:spMkLst>
        </pc:spChg>
        <pc:spChg chg="del">
          <ac:chgData name="Macher, Andreas (DI FA CTR PLC PPM)" userId="f1dcac62-7bef-43eb-91f0-927336a1714f" providerId="ADAL" clId="{C5C6EC8B-092A-4999-B5EE-A1C3BF508D8A}" dt="2022-11-17T12:29:34.269" v="1355" actId="478"/>
          <ac:spMkLst>
            <pc:docMk/>
            <pc:sldMk cId="33594056" sldId="9787"/>
            <ac:spMk id="160" creationId="{2D80FEEB-5AF4-338B-36D5-B901A6B8ABA1}"/>
          </ac:spMkLst>
        </pc:spChg>
        <pc:spChg chg="mod">
          <ac:chgData name="Macher, Andreas (DI FA CTR PLC PPM)" userId="f1dcac62-7bef-43eb-91f0-927336a1714f" providerId="ADAL" clId="{C5C6EC8B-092A-4999-B5EE-A1C3BF508D8A}" dt="2022-11-28T07:29:13.890" v="2535" actId="790"/>
          <ac:spMkLst>
            <pc:docMk/>
            <pc:sldMk cId="33594056" sldId="9787"/>
            <ac:spMk id="185" creationId="{99C6E699-C572-DE49-D110-F3E028E48615}"/>
          </ac:spMkLst>
        </pc:spChg>
        <pc:spChg chg="mod">
          <ac:chgData name="Macher, Andreas (DI FA CTR PLC PPM)" userId="f1dcac62-7bef-43eb-91f0-927336a1714f" providerId="ADAL" clId="{C5C6EC8B-092A-4999-B5EE-A1C3BF508D8A}" dt="2022-11-28T07:29:13.890" v="2535" actId="790"/>
          <ac:spMkLst>
            <pc:docMk/>
            <pc:sldMk cId="33594056" sldId="9787"/>
            <ac:spMk id="188" creationId="{3A92E14C-F860-B0AC-7AB4-8C389A534006}"/>
          </ac:spMkLst>
        </pc:spChg>
        <pc:spChg chg="mod">
          <ac:chgData name="Macher, Andreas (DI FA CTR PLC PPM)" userId="f1dcac62-7bef-43eb-91f0-927336a1714f" providerId="ADAL" clId="{C5C6EC8B-092A-4999-B5EE-A1C3BF508D8A}" dt="2022-11-28T12:22:53.378" v="3928" actId="108"/>
          <ac:spMkLst>
            <pc:docMk/>
            <pc:sldMk cId="33594056" sldId="9787"/>
            <ac:spMk id="247" creationId="{4058F77D-F556-64D3-0D9B-3C046D333A1D}"/>
          </ac:spMkLst>
        </pc:spChg>
        <pc:spChg chg="mod">
          <ac:chgData name="Macher, Andreas (DI FA CTR PLC PPM)" userId="f1dcac62-7bef-43eb-91f0-927336a1714f" providerId="ADAL" clId="{C5C6EC8B-092A-4999-B5EE-A1C3BF508D8A}" dt="2022-11-28T12:22:55.946" v="3930" actId="108"/>
          <ac:spMkLst>
            <pc:docMk/>
            <pc:sldMk cId="33594056" sldId="9787"/>
            <ac:spMk id="248" creationId="{862C1800-3D72-4632-EA5A-BF2C8BA5E706}"/>
          </ac:spMkLst>
        </pc:spChg>
        <pc:spChg chg="mod">
          <ac:chgData name="Macher, Andreas (DI FA CTR PLC PPM)" userId="f1dcac62-7bef-43eb-91f0-927336a1714f" providerId="ADAL" clId="{C5C6EC8B-092A-4999-B5EE-A1C3BF508D8A}" dt="2022-11-28T07:29:13.890" v="2535" actId="790"/>
          <ac:spMkLst>
            <pc:docMk/>
            <pc:sldMk cId="33594056" sldId="9787"/>
            <ac:spMk id="254" creationId="{B215A96E-1115-B502-FE53-4D6516B5E8C3}"/>
          </ac:spMkLst>
        </pc:spChg>
        <pc:spChg chg="mod">
          <ac:chgData name="Macher, Andreas (DI FA CTR PLC PPM)" userId="f1dcac62-7bef-43eb-91f0-927336a1714f" providerId="ADAL" clId="{C5C6EC8B-092A-4999-B5EE-A1C3BF508D8A}" dt="2022-11-28T07:29:13.890" v="2535" actId="790"/>
          <ac:spMkLst>
            <pc:docMk/>
            <pc:sldMk cId="33594056" sldId="9787"/>
            <ac:spMk id="255" creationId="{36DE6FED-3446-0068-03D6-9FD0B6B84782}"/>
          </ac:spMkLst>
        </pc:spChg>
        <pc:spChg chg="mod">
          <ac:chgData name="Macher, Andreas (DI FA CTR PLC PPM)" userId="f1dcac62-7bef-43eb-91f0-927336a1714f" providerId="ADAL" clId="{C5C6EC8B-092A-4999-B5EE-A1C3BF508D8A}" dt="2022-11-28T12:22:54.508" v="3929" actId="108"/>
          <ac:spMkLst>
            <pc:docMk/>
            <pc:sldMk cId="33594056" sldId="9787"/>
            <ac:spMk id="263" creationId="{26D9C2DF-5679-B805-7DD2-04CFD3040A9B}"/>
          </ac:spMkLst>
        </pc:spChg>
        <pc:spChg chg="mod">
          <ac:chgData name="Macher, Andreas (DI FA CTR PLC PPM)" userId="f1dcac62-7bef-43eb-91f0-927336a1714f" providerId="ADAL" clId="{C5C6EC8B-092A-4999-B5EE-A1C3BF508D8A}" dt="2022-11-28T12:22:59.496" v="3932" actId="108"/>
          <ac:spMkLst>
            <pc:docMk/>
            <pc:sldMk cId="33594056" sldId="9787"/>
            <ac:spMk id="274" creationId="{B17D21DC-1285-8B08-DAE6-CCEE18248143}"/>
          </ac:spMkLst>
        </pc:spChg>
        <pc:spChg chg="mod">
          <ac:chgData name="Macher, Andreas (DI FA CTR PLC PPM)" userId="f1dcac62-7bef-43eb-91f0-927336a1714f" providerId="ADAL" clId="{C5C6EC8B-092A-4999-B5EE-A1C3BF508D8A}" dt="2022-11-28T12:23:05.017" v="3935" actId="1035"/>
          <ac:spMkLst>
            <pc:docMk/>
            <pc:sldMk cId="33594056" sldId="9787"/>
            <ac:spMk id="275" creationId="{4EF09A29-56A5-1D71-7C21-B2E26E57C3E2}"/>
          </ac:spMkLst>
        </pc:spChg>
        <pc:spChg chg="mod">
          <ac:chgData name="Macher, Andreas (DI FA CTR PLC PPM)" userId="f1dcac62-7bef-43eb-91f0-927336a1714f" providerId="ADAL" clId="{C5C6EC8B-092A-4999-B5EE-A1C3BF508D8A}" dt="2022-11-28T07:29:13.890" v="2535" actId="790"/>
          <ac:spMkLst>
            <pc:docMk/>
            <pc:sldMk cId="33594056" sldId="9787"/>
            <ac:spMk id="281" creationId="{E7D864F6-D177-8338-DDE6-42AD7AECEB6D}"/>
          </ac:spMkLst>
        </pc:spChg>
        <pc:spChg chg="mod">
          <ac:chgData name="Macher, Andreas (DI FA CTR PLC PPM)" userId="f1dcac62-7bef-43eb-91f0-927336a1714f" providerId="ADAL" clId="{C5C6EC8B-092A-4999-B5EE-A1C3BF508D8A}" dt="2022-11-28T12:23:00.615" v="3933" actId="108"/>
          <ac:spMkLst>
            <pc:docMk/>
            <pc:sldMk cId="33594056" sldId="9787"/>
            <ac:spMk id="283" creationId="{73FDA1B6-43E8-2766-102A-0540A688ED8D}"/>
          </ac:spMkLst>
        </pc:spChg>
        <pc:grpChg chg="mod">
          <ac:chgData name="Macher, Andreas (DI FA CTR PLC PPM)" userId="f1dcac62-7bef-43eb-91f0-927336a1714f" providerId="ADAL" clId="{C5C6EC8B-092A-4999-B5EE-A1C3BF508D8A}" dt="2022-11-17T12:27:41.885" v="1337" actId="207"/>
          <ac:grpSpMkLst>
            <pc:docMk/>
            <pc:sldMk cId="33594056" sldId="9787"/>
            <ac:grpSpMk id="124" creationId="{2ED7BC09-865A-A3E1-9EB3-8836C0020923}"/>
          </ac:grpSpMkLst>
        </pc:grpChg>
        <pc:grpChg chg="mod">
          <ac:chgData name="Macher, Andreas (DI FA CTR PLC PPM)" userId="f1dcac62-7bef-43eb-91f0-927336a1714f" providerId="ADAL" clId="{C5C6EC8B-092A-4999-B5EE-A1C3BF508D8A}" dt="2022-11-17T12:27:41.885" v="1337" actId="207"/>
          <ac:grpSpMkLst>
            <pc:docMk/>
            <pc:sldMk cId="33594056" sldId="9787"/>
            <ac:grpSpMk id="125" creationId="{22D9417E-22E8-C14E-CD5F-5019301672F1}"/>
          </ac:grpSpMkLst>
        </pc:grpChg>
        <pc:grpChg chg="mod">
          <ac:chgData name="Macher, Andreas (DI FA CTR PLC PPM)" userId="f1dcac62-7bef-43eb-91f0-927336a1714f" providerId="ADAL" clId="{C5C6EC8B-092A-4999-B5EE-A1C3BF508D8A}" dt="2022-11-17T12:27:41.885" v="1337" actId="207"/>
          <ac:grpSpMkLst>
            <pc:docMk/>
            <pc:sldMk cId="33594056" sldId="9787"/>
            <ac:grpSpMk id="126" creationId="{EE3AB5FB-7BA1-501A-AFCD-46893A666750}"/>
          </ac:grpSpMkLst>
        </pc:grpChg>
        <pc:grpChg chg="mod">
          <ac:chgData name="Macher, Andreas (DI FA CTR PLC PPM)" userId="f1dcac62-7bef-43eb-91f0-927336a1714f" providerId="ADAL" clId="{C5C6EC8B-092A-4999-B5EE-A1C3BF508D8A}" dt="2022-11-17T12:27:41.885" v="1337" actId="207"/>
          <ac:grpSpMkLst>
            <pc:docMk/>
            <pc:sldMk cId="33594056" sldId="9787"/>
            <ac:grpSpMk id="168" creationId="{CA3F1FA8-FE56-1F17-7540-54320543E01B}"/>
          </ac:grpSpMkLst>
        </pc:grpChg>
        <pc:grpChg chg="mod">
          <ac:chgData name="Macher, Andreas (DI FA CTR PLC PPM)" userId="f1dcac62-7bef-43eb-91f0-927336a1714f" providerId="ADAL" clId="{C5C6EC8B-092A-4999-B5EE-A1C3BF508D8A}" dt="2022-11-17T12:27:41.885" v="1337" actId="207"/>
          <ac:grpSpMkLst>
            <pc:docMk/>
            <pc:sldMk cId="33594056" sldId="9787"/>
            <ac:grpSpMk id="183" creationId="{3BE9BE44-3DC2-08E3-DF09-500F204C7567}"/>
          </ac:grpSpMkLst>
        </pc:grpChg>
        <pc:grpChg chg="mod">
          <ac:chgData name="Macher, Andreas (DI FA CTR PLC PPM)" userId="f1dcac62-7bef-43eb-91f0-927336a1714f" providerId="ADAL" clId="{C5C6EC8B-092A-4999-B5EE-A1C3BF508D8A}" dt="2022-11-17T12:27:41.885" v="1337" actId="207"/>
          <ac:grpSpMkLst>
            <pc:docMk/>
            <pc:sldMk cId="33594056" sldId="9787"/>
            <ac:grpSpMk id="184" creationId="{4C8F9462-B24E-1A20-B886-815003E0E6A1}"/>
          </ac:grpSpMkLst>
        </pc:grpChg>
        <pc:grpChg chg="mod">
          <ac:chgData name="Macher, Andreas (DI FA CTR PLC PPM)" userId="f1dcac62-7bef-43eb-91f0-927336a1714f" providerId="ADAL" clId="{C5C6EC8B-092A-4999-B5EE-A1C3BF508D8A}" dt="2022-11-17T12:27:41.885" v="1337" actId="207"/>
          <ac:grpSpMkLst>
            <pc:docMk/>
            <pc:sldMk cId="33594056" sldId="9787"/>
            <ac:grpSpMk id="249" creationId="{CED7F32F-1344-778F-E1D1-BB175311AC5C}"/>
          </ac:grpSpMkLst>
        </pc:grpChg>
        <pc:grpChg chg="mod">
          <ac:chgData name="Macher, Andreas (DI FA CTR PLC PPM)" userId="f1dcac62-7bef-43eb-91f0-927336a1714f" providerId="ADAL" clId="{C5C6EC8B-092A-4999-B5EE-A1C3BF508D8A}" dt="2022-11-17T12:27:41.885" v="1337" actId="207"/>
          <ac:grpSpMkLst>
            <pc:docMk/>
            <pc:sldMk cId="33594056" sldId="9787"/>
            <ac:grpSpMk id="252" creationId="{54CE4811-6A01-FA74-D3DB-3115E8BC382C}"/>
          </ac:grpSpMkLst>
        </pc:grpChg>
        <pc:grpChg chg="mod">
          <ac:chgData name="Macher, Andreas (DI FA CTR PLC PPM)" userId="f1dcac62-7bef-43eb-91f0-927336a1714f" providerId="ADAL" clId="{C5C6EC8B-092A-4999-B5EE-A1C3BF508D8A}" dt="2022-11-17T12:27:41.885" v="1337" actId="207"/>
          <ac:grpSpMkLst>
            <pc:docMk/>
            <pc:sldMk cId="33594056" sldId="9787"/>
            <ac:grpSpMk id="253" creationId="{14F55F1B-B627-CF71-5A94-06B976CD0984}"/>
          </ac:grpSpMkLst>
        </pc:grpChg>
        <pc:picChg chg="mod">
          <ac:chgData name="Macher, Andreas (DI FA CTR PLC PPM)" userId="f1dcac62-7bef-43eb-91f0-927336a1714f" providerId="ADAL" clId="{C5C6EC8B-092A-4999-B5EE-A1C3BF508D8A}" dt="2022-11-17T12:28:23.018" v="1353" actId="1035"/>
          <ac:picMkLst>
            <pc:docMk/>
            <pc:sldMk cId="33594056" sldId="9787"/>
            <ac:picMk id="91" creationId="{A4586FA6-8077-2305-3066-B4C042A234FE}"/>
          </ac:picMkLst>
        </pc:picChg>
        <pc:picChg chg="mod">
          <ac:chgData name="Macher, Andreas (DI FA CTR PLC PPM)" userId="f1dcac62-7bef-43eb-91f0-927336a1714f" providerId="ADAL" clId="{C5C6EC8B-092A-4999-B5EE-A1C3BF508D8A}" dt="2022-11-17T12:28:23.018" v="1353" actId="1035"/>
          <ac:picMkLst>
            <pc:docMk/>
            <pc:sldMk cId="33594056" sldId="9787"/>
            <ac:picMk id="92" creationId="{42EA4401-BAEE-475C-65F4-4F4D65CE9E7B}"/>
          </ac:picMkLst>
        </pc:picChg>
        <pc:picChg chg="mod">
          <ac:chgData name="Macher, Andreas (DI FA CTR PLC PPM)" userId="f1dcac62-7bef-43eb-91f0-927336a1714f" providerId="ADAL" clId="{C5C6EC8B-092A-4999-B5EE-A1C3BF508D8A}" dt="2022-11-17T12:28:23.018" v="1353" actId="1035"/>
          <ac:picMkLst>
            <pc:docMk/>
            <pc:sldMk cId="33594056" sldId="9787"/>
            <ac:picMk id="93" creationId="{CFB8EC83-0E4A-68FA-7B2D-9A03E26BC326}"/>
          </ac:picMkLst>
        </pc:picChg>
        <pc:picChg chg="mod">
          <ac:chgData name="Macher, Andreas (DI FA CTR PLC PPM)" userId="f1dcac62-7bef-43eb-91f0-927336a1714f" providerId="ADAL" clId="{C5C6EC8B-092A-4999-B5EE-A1C3BF508D8A}" dt="2022-11-17T12:28:23.018" v="1353" actId="1035"/>
          <ac:picMkLst>
            <pc:docMk/>
            <pc:sldMk cId="33594056" sldId="9787"/>
            <ac:picMk id="94" creationId="{125A5BA2-735F-1F76-876E-971F73CE962A}"/>
          </ac:picMkLst>
        </pc:picChg>
        <pc:picChg chg="mod">
          <ac:chgData name="Macher, Andreas (DI FA CTR PLC PPM)" userId="f1dcac62-7bef-43eb-91f0-927336a1714f" providerId="ADAL" clId="{C5C6EC8B-092A-4999-B5EE-A1C3BF508D8A}" dt="2022-11-17T12:28:23.018" v="1353" actId="1035"/>
          <ac:picMkLst>
            <pc:docMk/>
            <pc:sldMk cId="33594056" sldId="9787"/>
            <ac:picMk id="98" creationId="{426A2CFA-DB3E-5A3E-7A24-D459EA47322C}"/>
          </ac:picMkLst>
        </pc:picChg>
        <pc:picChg chg="mod">
          <ac:chgData name="Macher, Andreas (DI FA CTR PLC PPM)" userId="f1dcac62-7bef-43eb-91f0-927336a1714f" providerId="ADAL" clId="{C5C6EC8B-092A-4999-B5EE-A1C3BF508D8A}" dt="2022-11-17T12:28:23.018" v="1353" actId="1035"/>
          <ac:picMkLst>
            <pc:docMk/>
            <pc:sldMk cId="33594056" sldId="9787"/>
            <ac:picMk id="99" creationId="{4DB9D2CF-9E8D-64B9-F455-B481F405CDE3}"/>
          </ac:picMkLst>
        </pc:picChg>
        <pc:picChg chg="mod">
          <ac:chgData name="Macher, Andreas (DI FA CTR PLC PPM)" userId="f1dcac62-7bef-43eb-91f0-927336a1714f" providerId="ADAL" clId="{C5C6EC8B-092A-4999-B5EE-A1C3BF508D8A}" dt="2022-11-17T12:28:23.018" v="1353" actId="1035"/>
          <ac:picMkLst>
            <pc:docMk/>
            <pc:sldMk cId="33594056" sldId="9787"/>
            <ac:picMk id="100" creationId="{643B146F-3B2A-ADA2-03AA-B7DEDF231EA1}"/>
          </ac:picMkLst>
        </pc:picChg>
        <pc:picChg chg="mod">
          <ac:chgData name="Macher, Andreas (DI FA CTR PLC PPM)" userId="f1dcac62-7bef-43eb-91f0-927336a1714f" providerId="ADAL" clId="{C5C6EC8B-092A-4999-B5EE-A1C3BF508D8A}" dt="2022-11-17T12:28:23.018" v="1353" actId="1035"/>
          <ac:picMkLst>
            <pc:docMk/>
            <pc:sldMk cId="33594056" sldId="9787"/>
            <ac:picMk id="101" creationId="{A3D64234-FE3E-9CEA-2CC1-8EAF33BAB2B4}"/>
          </ac:picMkLst>
        </pc:picChg>
        <pc:picChg chg="mod">
          <ac:chgData name="Macher, Andreas (DI FA CTR PLC PPM)" userId="f1dcac62-7bef-43eb-91f0-927336a1714f" providerId="ADAL" clId="{C5C6EC8B-092A-4999-B5EE-A1C3BF508D8A}" dt="2022-11-17T12:27:41.885" v="1337" actId="207"/>
          <ac:picMkLst>
            <pc:docMk/>
            <pc:sldMk cId="33594056" sldId="9787"/>
            <ac:picMk id="129" creationId="{BAB059E2-CB47-8F4C-446E-3F6CF73C2847}"/>
          </ac:picMkLst>
        </pc:picChg>
        <pc:picChg chg="mod">
          <ac:chgData name="Macher, Andreas (DI FA CTR PLC PPM)" userId="f1dcac62-7bef-43eb-91f0-927336a1714f" providerId="ADAL" clId="{C5C6EC8B-092A-4999-B5EE-A1C3BF508D8A}" dt="2022-11-17T12:27:41.885" v="1337" actId="207"/>
          <ac:picMkLst>
            <pc:docMk/>
            <pc:sldMk cId="33594056" sldId="9787"/>
            <ac:picMk id="130" creationId="{75017966-DB5D-3339-4603-92A6897B7C69}"/>
          </ac:picMkLst>
        </pc:picChg>
        <pc:picChg chg="mod">
          <ac:chgData name="Macher, Andreas (DI FA CTR PLC PPM)" userId="f1dcac62-7bef-43eb-91f0-927336a1714f" providerId="ADAL" clId="{C5C6EC8B-092A-4999-B5EE-A1C3BF508D8A}" dt="2022-11-17T12:27:41.885" v="1337" actId="207"/>
          <ac:picMkLst>
            <pc:docMk/>
            <pc:sldMk cId="33594056" sldId="9787"/>
            <ac:picMk id="131" creationId="{77C0FBD8-54C3-7657-D449-DB12D6508EA9}"/>
          </ac:picMkLst>
        </pc:picChg>
        <pc:picChg chg="mod">
          <ac:chgData name="Macher, Andreas (DI FA CTR PLC PPM)" userId="f1dcac62-7bef-43eb-91f0-927336a1714f" providerId="ADAL" clId="{C5C6EC8B-092A-4999-B5EE-A1C3BF508D8A}" dt="2022-11-17T12:27:41.885" v="1337" actId="207"/>
          <ac:picMkLst>
            <pc:docMk/>
            <pc:sldMk cId="33594056" sldId="9787"/>
            <ac:picMk id="132" creationId="{85343F59-72E9-506F-61B6-3F654E1671CC}"/>
          </ac:picMkLst>
        </pc:picChg>
        <pc:picChg chg="mod">
          <ac:chgData name="Macher, Andreas (DI FA CTR PLC PPM)" userId="f1dcac62-7bef-43eb-91f0-927336a1714f" providerId="ADAL" clId="{C5C6EC8B-092A-4999-B5EE-A1C3BF508D8A}" dt="2022-11-17T12:27:41.885" v="1337" actId="207"/>
          <ac:picMkLst>
            <pc:docMk/>
            <pc:sldMk cId="33594056" sldId="9787"/>
            <ac:picMk id="133" creationId="{92F5548C-69AD-11DF-B68F-3252A624E2EC}"/>
          </ac:picMkLst>
        </pc:picChg>
        <pc:picChg chg="mod">
          <ac:chgData name="Macher, Andreas (DI FA CTR PLC PPM)" userId="f1dcac62-7bef-43eb-91f0-927336a1714f" providerId="ADAL" clId="{C5C6EC8B-092A-4999-B5EE-A1C3BF508D8A}" dt="2022-11-17T12:27:41.885" v="1337" actId="207"/>
          <ac:picMkLst>
            <pc:docMk/>
            <pc:sldMk cId="33594056" sldId="9787"/>
            <ac:picMk id="134" creationId="{3360F2A9-E391-3DCF-826C-E8403F2E41EE}"/>
          </ac:picMkLst>
        </pc:picChg>
        <pc:picChg chg="mod">
          <ac:chgData name="Macher, Andreas (DI FA CTR PLC PPM)" userId="f1dcac62-7bef-43eb-91f0-927336a1714f" providerId="ADAL" clId="{C5C6EC8B-092A-4999-B5EE-A1C3BF508D8A}" dt="2022-11-17T12:27:41.885" v="1337" actId="207"/>
          <ac:picMkLst>
            <pc:docMk/>
            <pc:sldMk cId="33594056" sldId="9787"/>
            <ac:picMk id="189" creationId="{717FB884-B157-7E1E-234E-BC8E07119888}"/>
          </ac:picMkLst>
        </pc:picChg>
        <pc:picChg chg="mod">
          <ac:chgData name="Macher, Andreas (DI FA CTR PLC PPM)" userId="f1dcac62-7bef-43eb-91f0-927336a1714f" providerId="ADAL" clId="{C5C6EC8B-092A-4999-B5EE-A1C3BF508D8A}" dt="2022-11-17T12:27:41.885" v="1337" actId="207"/>
          <ac:picMkLst>
            <pc:docMk/>
            <pc:sldMk cId="33594056" sldId="9787"/>
            <ac:picMk id="190" creationId="{B82DC44A-7E8E-5B7F-8DCB-649593862875}"/>
          </ac:picMkLst>
        </pc:picChg>
        <pc:picChg chg="mod">
          <ac:chgData name="Macher, Andreas (DI FA CTR PLC PPM)" userId="f1dcac62-7bef-43eb-91f0-927336a1714f" providerId="ADAL" clId="{C5C6EC8B-092A-4999-B5EE-A1C3BF508D8A}" dt="2022-11-17T12:27:41.885" v="1337" actId="207"/>
          <ac:picMkLst>
            <pc:docMk/>
            <pc:sldMk cId="33594056" sldId="9787"/>
            <ac:picMk id="191" creationId="{B01ADCFB-F629-B53B-BA36-305F0A9C7C8C}"/>
          </ac:picMkLst>
        </pc:picChg>
        <pc:picChg chg="mod">
          <ac:chgData name="Macher, Andreas (DI FA CTR PLC PPM)" userId="f1dcac62-7bef-43eb-91f0-927336a1714f" providerId="ADAL" clId="{C5C6EC8B-092A-4999-B5EE-A1C3BF508D8A}" dt="2022-11-17T12:27:41.885" v="1337" actId="207"/>
          <ac:picMkLst>
            <pc:docMk/>
            <pc:sldMk cId="33594056" sldId="9787"/>
            <ac:picMk id="192" creationId="{4A7A88BC-8726-4C45-6D38-A5867ED102FC}"/>
          </ac:picMkLst>
        </pc:picChg>
        <pc:picChg chg="mod">
          <ac:chgData name="Macher, Andreas (DI FA CTR PLC PPM)" userId="f1dcac62-7bef-43eb-91f0-927336a1714f" providerId="ADAL" clId="{C5C6EC8B-092A-4999-B5EE-A1C3BF508D8A}" dt="2022-11-17T12:27:41.885" v="1337" actId="207"/>
          <ac:picMkLst>
            <pc:docMk/>
            <pc:sldMk cId="33594056" sldId="9787"/>
            <ac:picMk id="193" creationId="{8F417D9A-A80A-1013-9F57-0141BE7B2847}"/>
          </ac:picMkLst>
        </pc:picChg>
        <pc:picChg chg="mod">
          <ac:chgData name="Macher, Andreas (DI FA CTR PLC PPM)" userId="f1dcac62-7bef-43eb-91f0-927336a1714f" providerId="ADAL" clId="{C5C6EC8B-092A-4999-B5EE-A1C3BF508D8A}" dt="2022-11-17T12:27:41.885" v="1337" actId="207"/>
          <ac:picMkLst>
            <pc:docMk/>
            <pc:sldMk cId="33594056" sldId="9787"/>
            <ac:picMk id="194" creationId="{8F799012-0D99-41FB-04E6-729498A9BEF0}"/>
          </ac:picMkLst>
        </pc:picChg>
        <pc:picChg chg="mod">
          <ac:chgData name="Macher, Andreas (DI FA CTR PLC PPM)" userId="f1dcac62-7bef-43eb-91f0-927336a1714f" providerId="ADAL" clId="{C5C6EC8B-092A-4999-B5EE-A1C3BF508D8A}" dt="2022-11-17T12:27:41.885" v="1337" actId="207"/>
          <ac:picMkLst>
            <pc:docMk/>
            <pc:sldMk cId="33594056" sldId="9787"/>
            <ac:picMk id="257" creationId="{23ECA13F-BEA2-B92A-A87C-1E175E062215}"/>
          </ac:picMkLst>
        </pc:picChg>
        <pc:picChg chg="mod">
          <ac:chgData name="Macher, Andreas (DI FA CTR PLC PPM)" userId="f1dcac62-7bef-43eb-91f0-927336a1714f" providerId="ADAL" clId="{C5C6EC8B-092A-4999-B5EE-A1C3BF508D8A}" dt="2022-11-17T12:27:41.885" v="1337" actId="207"/>
          <ac:picMkLst>
            <pc:docMk/>
            <pc:sldMk cId="33594056" sldId="9787"/>
            <ac:picMk id="258" creationId="{CAF8257F-B446-5717-478F-1BD82FD2F64F}"/>
          </ac:picMkLst>
        </pc:picChg>
        <pc:picChg chg="mod">
          <ac:chgData name="Macher, Andreas (DI FA CTR PLC PPM)" userId="f1dcac62-7bef-43eb-91f0-927336a1714f" providerId="ADAL" clId="{C5C6EC8B-092A-4999-B5EE-A1C3BF508D8A}" dt="2022-11-17T12:27:41.885" v="1337" actId="207"/>
          <ac:picMkLst>
            <pc:docMk/>
            <pc:sldMk cId="33594056" sldId="9787"/>
            <ac:picMk id="259" creationId="{650BB2CB-8252-8549-4B35-4CD84B87E6E7}"/>
          </ac:picMkLst>
        </pc:picChg>
        <pc:picChg chg="mod">
          <ac:chgData name="Macher, Andreas (DI FA CTR PLC PPM)" userId="f1dcac62-7bef-43eb-91f0-927336a1714f" providerId="ADAL" clId="{C5C6EC8B-092A-4999-B5EE-A1C3BF508D8A}" dt="2022-11-17T12:27:41.885" v="1337" actId="207"/>
          <ac:picMkLst>
            <pc:docMk/>
            <pc:sldMk cId="33594056" sldId="9787"/>
            <ac:picMk id="260" creationId="{C107BD0C-3DCA-5BF8-D1C6-8894BB5C6110}"/>
          </ac:picMkLst>
        </pc:picChg>
        <pc:picChg chg="mod">
          <ac:chgData name="Macher, Andreas (DI FA CTR PLC PPM)" userId="f1dcac62-7bef-43eb-91f0-927336a1714f" providerId="ADAL" clId="{C5C6EC8B-092A-4999-B5EE-A1C3BF508D8A}" dt="2022-11-17T12:27:41.885" v="1337" actId="207"/>
          <ac:picMkLst>
            <pc:docMk/>
            <pc:sldMk cId="33594056" sldId="9787"/>
            <ac:picMk id="261" creationId="{296AD9A2-1303-BFEF-A464-4E8185E0D5F5}"/>
          </ac:picMkLst>
        </pc:picChg>
        <pc:picChg chg="mod">
          <ac:chgData name="Macher, Andreas (DI FA CTR PLC PPM)" userId="f1dcac62-7bef-43eb-91f0-927336a1714f" providerId="ADAL" clId="{C5C6EC8B-092A-4999-B5EE-A1C3BF508D8A}" dt="2022-11-17T12:27:41.885" v="1337" actId="207"/>
          <ac:picMkLst>
            <pc:docMk/>
            <pc:sldMk cId="33594056" sldId="9787"/>
            <ac:picMk id="262" creationId="{18FBBBC6-2A70-8DA4-3435-0121965FD333}"/>
          </ac:picMkLst>
        </pc:picChg>
        <pc:cxnChg chg="mod">
          <ac:chgData name="Macher, Andreas (DI FA CTR PLC PPM)" userId="f1dcac62-7bef-43eb-91f0-927336a1714f" providerId="ADAL" clId="{C5C6EC8B-092A-4999-B5EE-A1C3BF508D8A}" dt="2022-11-17T12:28:23.018" v="1353" actId="1035"/>
          <ac:cxnSpMkLst>
            <pc:docMk/>
            <pc:sldMk cId="33594056" sldId="9787"/>
            <ac:cxnSpMk id="106" creationId="{14E810BB-CFA7-2FE6-3A61-5EEF8B1A0E82}"/>
          </ac:cxnSpMkLst>
        </pc:cxnChg>
        <pc:cxnChg chg="mod">
          <ac:chgData name="Macher, Andreas (DI FA CTR PLC PPM)" userId="f1dcac62-7bef-43eb-91f0-927336a1714f" providerId="ADAL" clId="{C5C6EC8B-092A-4999-B5EE-A1C3BF508D8A}" dt="2022-11-17T12:28:23.018" v="1353" actId="1035"/>
          <ac:cxnSpMkLst>
            <pc:docMk/>
            <pc:sldMk cId="33594056" sldId="9787"/>
            <ac:cxnSpMk id="108" creationId="{B9528F73-9C29-2B18-9EE6-94B0B2C2454A}"/>
          </ac:cxnSpMkLst>
        </pc:cxnChg>
      </pc:sldChg>
      <pc:sldChg chg="addSp delSp modSp mod ord chgLayout">
        <pc:chgData name="Macher, Andreas (DI FA CTR PLC PPM)" userId="f1dcac62-7bef-43eb-91f0-927336a1714f" providerId="ADAL" clId="{C5C6EC8B-092A-4999-B5EE-A1C3BF508D8A}" dt="2022-11-29T16:14:13.793" v="9251"/>
        <pc:sldMkLst>
          <pc:docMk/>
          <pc:sldMk cId="1616284151" sldId="9788"/>
        </pc:sldMkLst>
        <pc:spChg chg="mod ord">
          <ac:chgData name="Macher, Andreas (DI FA CTR PLC PPM)" userId="f1dcac62-7bef-43eb-91f0-927336a1714f" providerId="ADAL" clId="{C5C6EC8B-092A-4999-B5EE-A1C3BF508D8A}" dt="2022-11-29T16:14:13.793" v="9251"/>
          <ac:spMkLst>
            <pc:docMk/>
            <pc:sldMk cId="1616284151" sldId="9788"/>
            <ac:spMk id="2" creationId="{00000000-0000-0000-0000-000000000000}"/>
          </ac:spMkLst>
        </pc:spChg>
        <pc:spChg chg="mod">
          <ac:chgData name="Macher, Andreas (DI FA CTR PLC PPM)" userId="f1dcac62-7bef-43eb-91f0-927336a1714f" providerId="ADAL" clId="{C5C6EC8B-092A-4999-B5EE-A1C3BF508D8A}" dt="2022-11-29T09:48:42.803" v="7879" actId="1037"/>
          <ac:spMkLst>
            <pc:docMk/>
            <pc:sldMk cId="1616284151" sldId="9788"/>
            <ac:spMk id="3" creationId="{FF3F7F0A-0A9C-B15C-2B85-7A6BDD577926}"/>
          </ac:spMkLst>
        </pc:spChg>
        <pc:spChg chg="del mod">
          <ac:chgData name="Macher, Andreas (DI FA CTR PLC PPM)" userId="f1dcac62-7bef-43eb-91f0-927336a1714f" providerId="ADAL" clId="{C5C6EC8B-092A-4999-B5EE-A1C3BF508D8A}" dt="2022-11-29T09:45:02.548" v="7839" actId="478"/>
          <ac:spMkLst>
            <pc:docMk/>
            <pc:sldMk cId="1616284151" sldId="9788"/>
            <ac:spMk id="4" creationId="{D6EB2DB1-BFAD-283C-FCED-53D178966CF8}"/>
          </ac:spMkLst>
        </pc:spChg>
        <pc:spChg chg="del mod">
          <ac:chgData name="Macher, Andreas (DI FA CTR PLC PPM)" userId="f1dcac62-7bef-43eb-91f0-927336a1714f" providerId="ADAL" clId="{C5C6EC8B-092A-4999-B5EE-A1C3BF508D8A}" dt="2022-11-29T09:45:02.548" v="7839" actId="478"/>
          <ac:spMkLst>
            <pc:docMk/>
            <pc:sldMk cId="1616284151" sldId="9788"/>
            <ac:spMk id="5" creationId="{34B91110-E525-CDA8-2EE2-F597F001D543}"/>
          </ac:spMkLst>
        </pc:spChg>
        <pc:spChg chg="mod ord">
          <ac:chgData name="Macher, Andreas (DI FA CTR PLC PPM)" userId="f1dcac62-7bef-43eb-91f0-927336a1714f" providerId="ADAL" clId="{C5C6EC8B-092A-4999-B5EE-A1C3BF508D8A}" dt="2022-11-29T16:10:05.146" v="9210"/>
          <ac:spMkLst>
            <pc:docMk/>
            <pc:sldMk cId="1616284151" sldId="9788"/>
            <ac:spMk id="6" creationId="{52486D80-3DF7-470D-823E-765DCE86C853}"/>
          </ac:spMkLst>
        </pc:spChg>
        <pc:spChg chg="add mod ord">
          <ac:chgData name="Macher, Andreas (DI FA CTR PLC PPM)" userId="f1dcac62-7bef-43eb-91f0-927336a1714f" providerId="ADAL" clId="{C5C6EC8B-092A-4999-B5EE-A1C3BF508D8A}" dt="2022-11-29T09:46:00.129" v="7843" actId="1076"/>
          <ac:spMkLst>
            <pc:docMk/>
            <pc:sldMk cId="1616284151" sldId="9788"/>
            <ac:spMk id="7" creationId="{5198179F-FD01-0143-6E13-75405C8755D1}"/>
          </ac:spMkLst>
        </pc:spChg>
        <pc:spChg chg="add del mod ord">
          <ac:chgData name="Macher, Andreas (DI FA CTR PLC PPM)" userId="f1dcac62-7bef-43eb-91f0-927336a1714f" providerId="ADAL" clId="{C5C6EC8B-092A-4999-B5EE-A1C3BF508D8A}" dt="2022-11-29T09:45:02.548" v="7839" actId="478"/>
          <ac:spMkLst>
            <pc:docMk/>
            <pc:sldMk cId="1616284151" sldId="9788"/>
            <ac:spMk id="8" creationId="{D0042CBF-BD75-BF2E-BC1A-A5441A51BC42}"/>
          </ac:spMkLst>
        </pc:spChg>
        <pc:spChg chg="add del mod">
          <ac:chgData name="Macher, Andreas (DI FA CTR PLC PPM)" userId="f1dcac62-7bef-43eb-91f0-927336a1714f" providerId="ADAL" clId="{C5C6EC8B-092A-4999-B5EE-A1C3BF508D8A}" dt="2022-11-29T09:45:02.548" v="7839" actId="478"/>
          <ac:spMkLst>
            <pc:docMk/>
            <pc:sldMk cId="1616284151" sldId="9788"/>
            <ac:spMk id="10" creationId="{4E3BDADC-14DC-EE54-D44C-9B592080BD5F}"/>
          </ac:spMkLst>
        </pc:spChg>
        <pc:spChg chg="add del mod">
          <ac:chgData name="Macher, Andreas (DI FA CTR PLC PPM)" userId="f1dcac62-7bef-43eb-91f0-927336a1714f" providerId="ADAL" clId="{C5C6EC8B-092A-4999-B5EE-A1C3BF508D8A}" dt="2022-11-28T13:05:42.505" v="4133" actId="478"/>
          <ac:spMkLst>
            <pc:docMk/>
            <pc:sldMk cId="1616284151" sldId="9788"/>
            <ac:spMk id="11" creationId="{09FCD616-5304-6F3C-F122-5D39E48DC317}"/>
          </ac:spMkLst>
        </pc:spChg>
        <pc:spChg chg="add del mod">
          <ac:chgData name="Macher, Andreas (DI FA CTR PLC PPM)" userId="f1dcac62-7bef-43eb-91f0-927336a1714f" providerId="ADAL" clId="{C5C6EC8B-092A-4999-B5EE-A1C3BF508D8A}" dt="2022-11-29T09:46:09.465" v="7845" actId="478"/>
          <ac:spMkLst>
            <pc:docMk/>
            <pc:sldMk cId="1616284151" sldId="9788"/>
            <ac:spMk id="11" creationId="{894303CA-FBD1-198D-D899-C60EC20E22C1}"/>
          </ac:spMkLst>
        </pc:spChg>
        <pc:spChg chg="add del mod">
          <ac:chgData name="Macher, Andreas (DI FA CTR PLC PPM)" userId="f1dcac62-7bef-43eb-91f0-927336a1714f" providerId="ADAL" clId="{C5C6EC8B-092A-4999-B5EE-A1C3BF508D8A}" dt="2022-11-28T13:05:42.505" v="4133" actId="478"/>
          <ac:spMkLst>
            <pc:docMk/>
            <pc:sldMk cId="1616284151" sldId="9788"/>
            <ac:spMk id="12" creationId="{1B2D3211-C557-5582-4B25-3A42A5D1B22C}"/>
          </ac:spMkLst>
        </pc:spChg>
        <pc:spChg chg="add del mod">
          <ac:chgData name="Macher, Andreas (DI FA CTR PLC PPM)" userId="f1dcac62-7bef-43eb-91f0-927336a1714f" providerId="ADAL" clId="{C5C6EC8B-092A-4999-B5EE-A1C3BF508D8A}" dt="2022-11-29T09:45:02.548" v="7839" actId="478"/>
          <ac:spMkLst>
            <pc:docMk/>
            <pc:sldMk cId="1616284151" sldId="9788"/>
            <ac:spMk id="13" creationId="{9F7A9191-FD3D-8DF4-39A5-445864807EFF}"/>
          </ac:spMkLst>
        </pc:spChg>
        <pc:spChg chg="add del mod">
          <ac:chgData name="Macher, Andreas (DI FA CTR PLC PPM)" userId="f1dcac62-7bef-43eb-91f0-927336a1714f" providerId="ADAL" clId="{C5C6EC8B-092A-4999-B5EE-A1C3BF508D8A}" dt="2022-11-29T09:45:02.548" v="7839" actId="478"/>
          <ac:spMkLst>
            <pc:docMk/>
            <pc:sldMk cId="1616284151" sldId="9788"/>
            <ac:spMk id="14" creationId="{72C57AA2-ECCD-5628-9222-ADB33C8DF323}"/>
          </ac:spMkLst>
        </pc:spChg>
        <pc:spChg chg="add mod">
          <ac:chgData name="Macher, Andreas (DI FA CTR PLC PPM)" userId="f1dcac62-7bef-43eb-91f0-927336a1714f" providerId="ADAL" clId="{C5C6EC8B-092A-4999-B5EE-A1C3BF508D8A}" dt="2022-11-29T09:48:42.803" v="7879" actId="1037"/>
          <ac:spMkLst>
            <pc:docMk/>
            <pc:sldMk cId="1616284151" sldId="9788"/>
            <ac:spMk id="15" creationId="{3BEFE0BC-84AB-4F5F-C0FC-78E50502F6ED}"/>
          </ac:spMkLst>
        </pc:spChg>
        <pc:spChg chg="add mod">
          <ac:chgData name="Macher, Andreas (DI FA CTR PLC PPM)" userId="f1dcac62-7bef-43eb-91f0-927336a1714f" providerId="ADAL" clId="{C5C6EC8B-092A-4999-B5EE-A1C3BF508D8A}" dt="2022-11-29T09:48:42.803" v="7879" actId="1037"/>
          <ac:spMkLst>
            <pc:docMk/>
            <pc:sldMk cId="1616284151" sldId="9788"/>
            <ac:spMk id="16" creationId="{85453691-35A4-F002-DFA1-696FEDE61F0F}"/>
          </ac:spMkLst>
        </pc:spChg>
        <pc:spChg chg="add del mod">
          <ac:chgData name="Macher, Andreas (DI FA CTR PLC PPM)" userId="f1dcac62-7bef-43eb-91f0-927336a1714f" providerId="ADAL" clId="{C5C6EC8B-092A-4999-B5EE-A1C3BF508D8A}" dt="2022-11-28T13:07:01.574" v="4196" actId="478"/>
          <ac:spMkLst>
            <pc:docMk/>
            <pc:sldMk cId="1616284151" sldId="9788"/>
            <ac:spMk id="17" creationId="{AB681249-7AC4-F937-ACD5-FADCE0870C18}"/>
          </ac:spMkLst>
        </pc:spChg>
        <pc:spChg chg="add del mod">
          <ac:chgData name="Macher, Andreas (DI FA CTR PLC PPM)" userId="f1dcac62-7bef-43eb-91f0-927336a1714f" providerId="ADAL" clId="{C5C6EC8B-092A-4999-B5EE-A1C3BF508D8A}" dt="2022-11-28T13:07:01.574" v="4196" actId="478"/>
          <ac:spMkLst>
            <pc:docMk/>
            <pc:sldMk cId="1616284151" sldId="9788"/>
            <ac:spMk id="18" creationId="{6ED356E8-9F14-A196-226C-6F681E891F1F}"/>
          </ac:spMkLst>
        </pc:spChg>
        <pc:spChg chg="add mod">
          <ac:chgData name="Macher, Andreas (DI FA CTR PLC PPM)" userId="f1dcac62-7bef-43eb-91f0-927336a1714f" providerId="ADAL" clId="{C5C6EC8B-092A-4999-B5EE-A1C3BF508D8A}" dt="2022-11-29T09:51:11.588" v="7970" actId="6549"/>
          <ac:spMkLst>
            <pc:docMk/>
            <pc:sldMk cId="1616284151" sldId="9788"/>
            <ac:spMk id="20" creationId="{7D8AF7B3-C78A-2FAA-0E72-9F4DA18F3359}"/>
          </ac:spMkLst>
        </pc:spChg>
        <pc:spChg chg="mod">
          <ac:chgData name="Macher, Andreas (DI FA CTR PLC PPM)" userId="f1dcac62-7bef-43eb-91f0-927336a1714f" providerId="ADAL" clId="{C5C6EC8B-092A-4999-B5EE-A1C3BF508D8A}" dt="2022-11-28T07:29:23.632" v="2536" actId="790"/>
          <ac:spMkLst>
            <pc:docMk/>
            <pc:sldMk cId="1616284151" sldId="9788"/>
            <ac:spMk id="86" creationId="{0F2BA996-DE2F-931F-3AE7-3F0B931C8590}"/>
          </ac:spMkLst>
        </pc:spChg>
        <pc:spChg chg="mod">
          <ac:chgData name="Macher, Andreas (DI FA CTR PLC PPM)" userId="f1dcac62-7bef-43eb-91f0-927336a1714f" providerId="ADAL" clId="{C5C6EC8B-092A-4999-B5EE-A1C3BF508D8A}" dt="2022-11-28T07:29:23.632" v="2536" actId="790"/>
          <ac:spMkLst>
            <pc:docMk/>
            <pc:sldMk cId="1616284151" sldId="9788"/>
            <ac:spMk id="87" creationId="{74E17C02-BCC1-014B-6043-4EFF30DF216D}"/>
          </ac:spMkLst>
        </pc:spChg>
        <pc:spChg chg="mod">
          <ac:chgData name="Macher, Andreas (DI FA CTR PLC PPM)" userId="f1dcac62-7bef-43eb-91f0-927336a1714f" providerId="ADAL" clId="{C5C6EC8B-092A-4999-B5EE-A1C3BF508D8A}" dt="2022-11-29T09:48:42.803" v="7879" actId="1037"/>
          <ac:spMkLst>
            <pc:docMk/>
            <pc:sldMk cId="1616284151" sldId="9788"/>
            <ac:spMk id="103" creationId="{802A6FDB-265E-54C4-A2A3-1FA453F26583}"/>
          </ac:spMkLst>
        </pc:spChg>
        <pc:spChg chg="mod">
          <ac:chgData name="Macher, Andreas (DI FA CTR PLC PPM)" userId="f1dcac62-7bef-43eb-91f0-927336a1714f" providerId="ADAL" clId="{C5C6EC8B-092A-4999-B5EE-A1C3BF508D8A}" dt="2022-11-29T09:48:42.803" v="7879" actId="1037"/>
          <ac:spMkLst>
            <pc:docMk/>
            <pc:sldMk cId="1616284151" sldId="9788"/>
            <ac:spMk id="104" creationId="{5ADEF9D8-E4FF-E31F-2625-DEFE92F61BFA}"/>
          </ac:spMkLst>
        </pc:spChg>
        <pc:spChg chg="mod">
          <ac:chgData name="Macher, Andreas (DI FA CTR PLC PPM)" userId="f1dcac62-7bef-43eb-91f0-927336a1714f" providerId="ADAL" clId="{C5C6EC8B-092A-4999-B5EE-A1C3BF508D8A}" dt="2022-11-29T09:48:42.803" v="7879" actId="1037"/>
          <ac:spMkLst>
            <pc:docMk/>
            <pc:sldMk cId="1616284151" sldId="9788"/>
            <ac:spMk id="106" creationId="{0972201A-7062-CAA8-BD3C-612733740866}"/>
          </ac:spMkLst>
        </pc:spChg>
        <pc:spChg chg="mod">
          <ac:chgData name="Macher, Andreas (DI FA CTR PLC PPM)" userId="f1dcac62-7bef-43eb-91f0-927336a1714f" providerId="ADAL" clId="{C5C6EC8B-092A-4999-B5EE-A1C3BF508D8A}" dt="2022-11-29T09:48:42.803" v="7879" actId="1037"/>
          <ac:spMkLst>
            <pc:docMk/>
            <pc:sldMk cId="1616284151" sldId="9788"/>
            <ac:spMk id="107" creationId="{6B47E5A1-7261-8947-9D36-57F2DF667E08}"/>
          </ac:spMkLst>
        </pc:spChg>
        <pc:spChg chg="mod">
          <ac:chgData name="Macher, Andreas (DI FA CTR PLC PPM)" userId="f1dcac62-7bef-43eb-91f0-927336a1714f" providerId="ADAL" clId="{C5C6EC8B-092A-4999-B5EE-A1C3BF508D8A}" dt="2022-11-29T09:48:42.803" v="7879" actId="1037"/>
          <ac:spMkLst>
            <pc:docMk/>
            <pc:sldMk cId="1616284151" sldId="9788"/>
            <ac:spMk id="109" creationId="{8DD40DBE-AC9D-AC54-F3DB-399EE7AFC2EE}"/>
          </ac:spMkLst>
        </pc:spChg>
        <pc:spChg chg="mod">
          <ac:chgData name="Macher, Andreas (DI FA CTR PLC PPM)" userId="f1dcac62-7bef-43eb-91f0-927336a1714f" providerId="ADAL" clId="{C5C6EC8B-092A-4999-B5EE-A1C3BF508D8A}" dt="2022-11-29T09:48:42.803" v="7879" actId="1037"/>
          <ac:spMkLst>
            <pc:docMk/>
            <pc:sldMk cId="1616284151" sldId="9788"/>
            <ac:spMk id="110" creationId="{0B509371-F4A7-6C67-102A-126D17B36837}"/>
          </ac:spMkLst>
        </pc:spChg>
        <pc:spChg chg="mod">
          <ac:chgData name="Macher, Andreas (DI FA CTR PLC PPM)" userId="f1dcac62-7bef-43eb-91f0-927336a1714f" providerId="ADAL" clId="{C5C6EC8B-092A-4999-B5EE-A1C3BF508D8A}" dt="2022-11-29T09:48:42.803" v="7879" actId="1037"/>
          <ac:spMkLst>
            <pc:docMk/>
            <pc:sldMk cId="1616284151" sldId="9788"/>
            <ac:spMk id="122" creationId="{232F4B8C-AD91-11A9-0D4D-02088C050C88}"/>
          </ac:spMkLst>
        </pc:spChg>
        <pc:spChg chg="mod">
          <ac:chgData name="Macher, Andreas (DI FA CTR PLC PPM)" userId="f1dcac62-7bef-43eb-91f0-927336a1714f" providerId="ADAL" clId="{C5C6EC8B-092A-4999-B5EE-A1C3BF508D8A}" dt="2022-11-29T09:48:42.803" v="7879" actId="1037"/>
          <ac:spMkLst>
            <pc:docMk/>
            <pc:sldMk cId="1616284151" sldId="9788"/>
            <ac:spMk id="123" creationId="{D0E67438-1981-AB10-F6DD-937CE3484ED3}"/>
          </ac:spMkLst>
        </pc:spChg>
        <pc:spChg chg="mod">
          <ac:chgData name="Macher, Andreas (DI FA CTR PLC PPM)" userId="f1dcac62-7bef-43eb-91f0-927336a1714f" providerId="ADAL" clId="{C5C6EC8B-092A-4999-B5EE-A1C3BF508D8A}" dt="2022-11-29T09:48:42.803" v="7879" actId="1037"/>
          <ac:spMkLst>
            <pc:docMk/>
            <pc:sldMk cId="1616284151" sldId="9788"/>
            <ac:spMk id="127" creationId="{9A604E30-BCC2-D054-3080-20A6F32857C9}"/>
          </ac:spMkLst>
        </pc:spChg>
        <pc:spChg chg="mod">
          <ac:chgData name="Macher, Andreas (DI FA CTR PLC PPM)" userId="f1dcac62-7bef-43eb-91f0-927336a1714f" providerId="ADAL" clId="{C5C6EC8B-092A-4999-B5EE-A1C3BF508D8A}" dt="2022-11-29T09:48:42.803" v="7879" actId="1037"/>
          <ac:spMkLst>
            <pc:docMk/>
            <pc:sldMk cId="1616284151" sldId="9788"/>
            <ac:spMk id="128" creationId="{46A491FB-C49F-F5CB-2A8A-BD614AA6D684}"/>
          </ac:spMkLst>
        </pc:spChg>
        <pc:spChg chg="mod">
          <ac:chgData name="Macher, Andreas (DI FA CTR PLC PPM)" userId="f1dcac62-7bef-43eb-91f0-927336a1714f" providerId="ADAL" clId="{C5C6EC8B-092A-4999-B5EE-A1C3BF508D8A}" dt="2022-11-29T09:48:42.803" v="7879" actId="1037"/>
          <ac:spMkLst>
            <pc:docMk/>
            <pc:sldMk cId="1616284151" sldId="9788"/>
            <ac:spMk id="142" creationId="{1B6764AE-925F-A4C1-9ACD-7DA0F609B11F}"/>
          </ac:spMkLst>
        </pc:spChg>
        <pc:spChg chg="mod">
          <ac:chgData name="Macher, Andreas (DI FA CTR PLC PPM)" userId="f1dcac62-7bef-43eb-91f0-927336a1714f" providerId="ADAL" clId="{C5C6EC8B-092A-4999-B5EE-A1C3BF508D8A}" dt="2022-11-29T09:48:42.803" v="7879" actId="1037"/>
          <ac:spMkLst>
            <pc:docMk/>
            <pc:sldMk cId="1616284151" sldId="9788"/>
            <ac:spMk id="143" creationId="{0007F270-1BA0-E9C2-DE13-103DE1D0FD45}"/>
          </ac:spMkLst>
        </pc:spChg>
        <pc:spChg chg="mod">
          <ac:chgData name="Macher, Andreas (DI FA CTR PLC PPM)" userId="f1dcac62-7bef-43eb-91f0-927336a1714f" providerId="ADAL" clId="{C5C6EC8B-092A-4999-B5EE-A1C3BF508D8A}" dt="2022-11-29T09:48:42.803" v="7879" actId="1037"/>
          <ac:spMkLst>
            <pc:docMk/>
            <pc:sldMk cId="1616284151" sldId="9788"/>
            <ac:spMk id="153" creationId="{170FD330-ED6F-528E-7219-21CE0DA23994}"/>
          </ac:spMkLst>
        </pc:spChg>
        <pc:spChg chg="mod">
          <ac:chgData name="Macher, Andreas (DI FA CTR PLC PPM)" userId="f1dcac62-7bef-43eb-91f0-927336a1714f" providerId="ADAL" clId="{C5C6EC8B-092A-4999-B5EE-A1C3BF508D8A}" dt="2022-11-29T09:48:42.803" v="7879" actId="1037"/>
          <ac:spMkLst>
            <pc:docMk/>
            <pc:sldMk cId="1616284151" sldId="9788"/>
            <ac:spMk id="157" creationId="{39D28DED-9354-326B-E733-B21ED687B944}"/>
          </ac:spMkLst>
        </pc:spChg>
        <pc:spChg chg="mod">
          <ac:chgData name="Macher, Andreas (DI FA CTR PLC PPM)" userId="f1dcac62-7bef-43eb-91f0-927336a1714f" providerId="ADAL" clId="{C5C6EC8B-092A-4999-B5EE-A1C3BF508D8A}" dt="2022-11-29T09:48:42.803" v="7879" actId="1037"/>
          <ac:spMkLst>
            <pc:docMk/>
            <pc:sldMk cId="1616284151" sldId="9788"/>
            <ac:spMk id="158" creationId="{B46D628B-8D3A-6555-2DB5-578636130223}"/>
          </ac:spMkLst>
        </pc:spChg>
        <pc:spChg chg="del mod">
          <ac:chgData name="Macher, Andreas (DI FA CTR PLC PPM)" userId="f1dcac62-7bef-43eb-91f0-927336a1714f" providerId="ADAL" clId="{C5C6EC8B-092A-4999-B5EE-A1C3BF508D8A}" dt="2022-11-29T09:46:04.065" v="7844" actId="478"/>
          <ac:spMkLst>
            <pc:docMk/>
            <pc:sldMk cId="1616284151" sldId="9788"/>
            <ac:spMk id="159" creationId="{6911F848-ACB0-5C61-F711-C5B83A6E4C3D}"/>
          </ac:spMkLst>
        </pc:spChg>
        <pc:spChg chg="del">
          <ac:chgData name="Macher, Andreas (DI FA CTR PLC PPM)" userId="f1dcac62-7bef-43eb-91f0-927336a1714f" providerId="ADAL" clId="{C5C6EC8B-092A-4999-B5EE-A1C3BF508D8A}" dt="2022-11-17T12:30:30.404" v="1402" actId="478"/>
          <ac:spMkLst>
            <pc:docMk/>
            <pc:sldMk cId="1616284151" sldId="9788"/>
            <ac:spMk id="160" creationId="{2D80FEEB-5AF4-338B-36D5-B901A6B8ABA1}"/>
          </ac:spMkLst>
        </pc:spChg>
        <pc:spChg chg="del mod">
          <ac:chgData name="Macher, Andreas (DI FA CTR PLC PPM)" userId="f1dcac62-7bef-43eb-91f0-927336a1714f" providerId="ADAL" clId="{C5C6EC8B-092A-4999-B5EE-A1C3BF508D8A}" dt="2022-11-29T09:45:02.548" v="7839" actId="478"/>
          <ac:spMkLst>
            <pc:docMk/>
            <pc:sldMk cId="1616284151" sldId="9788"/>
            <ac:spMk id="247" creationId="{4058F77D-F556-64D3-0D9B-3C046D333A1D}"/>
          </ac:spMkLst>
        </pc:spChg>
        <pc:spChg chg="del mod">
          <ac:chgData name="Macher, Andreas (DI FA CTR PLC PPM)" userId="f1dcac62-7bef-43eb-91f0-927336a1714f" providerId="ADAL" clId="{C5C6EC8B-092A-4999-B5EE-A1C3BF508D8A}" dt="2022-11-29T09:45:02.548" v="7839" actId="478"/>
          <ac:spMkLst>
            <pc:docMk/>
            <pc:sldMk cId="1616284151" sldId="9788"/>
            <ac:spMk id="248" creationId="{862C1800-3D72-4632-EA5A-BF2C8BA5E706}"/>
          </ac:spMkLst>
        </pc:spChg>
        <pc:spChg chg="mod">
          <ac:chgData name="Macher, Andreas (DI FA CTR PLC PPM)" userId="f1dcac62-7bef-43eb-91f0-927336a1714f" providerId="ADAL" clId="{C5C6EC8B-092A-4999-B5EE-A1C3BF508D8A}" dt="2022-11-28T07:29:23.632" v="2536" actId="790"/>
          <ac:spMkLst>
            <pc:docMk/>
            <pc:sldMk cId="1616284151" sldId="9788"/>
            <ac:spMk id="254" creationId="{B215A96E-1115-B502-FE53-4D6516B5E8C3}"/>
          </ac:spMkLst>
        </pc:spChg>
        <pc:spChg chg="mod">
          <ac:chgData name="Macher, Andreas (DI FA CTR PLC PPM)" userId="f1dcac62-7bef-43eb-91f0-927336a1714f" providerId="ADAL" clId="{C5C6EC8B-092A-4999-B5EE-A1C3BF508D8A}" dt="2022-11-28T07:29:23.632" v="2536" actId="790"/>
          <ac:spMkLst>
            <pc:docMk/>
            <pc:sldMk cId="1616284151" sldId="9788"/>
            <ac:spMk id="255" creationId="{36DE6FED-3446-0068-03D6-9FD0B6B84782}"/>
          </ac:spMkLst>
        </pc:spChg>
        <pc:spChg chg="del mod">
          <ac:chgData name="Macher, Andreas (DI FA CTR PLC PPM)" userId="f1dcac62-7bef-43eb-91f0-927336a1714f" providerId="ADAL" clId="{C5C6EC8B-092A-4999-B5EE-A1C3BF508D8A}" dt="2022-11-29T09:45:02.548" v="7839" actId="478"/>
          <ac:spMkLst>
            <pc:docMk/>
            <pc:sldMk cId="1616284151" sldId="9788"/>
            <ac:spMk id="263" creationId="{26D9C2DF-5679-B805-7DD2-04CFD3040A9B}"/>
          </ac:spMkLst>
        </pc:spChg>
        <pc:spChg chg="del mod">
          <ac:chgData name="Macher, Andreas (DI FA CTR PLC PPM)" userId="f1dcac62-7bef-43eb-91f0-927336a1714f" providerId="ADAL" clId="{C5C6EC8B-092A-4999-B5EE-A1C3BF508D8A}" dt="2022-11-29T09:45:02.548" v="7839" actId="478"/>
          <ac:spMkLst>
            <pc:docMk/>
            <pc:sldMk cId="1616284151" sldId="9788"/>
            <ac:spMk id="270" creationId="{C7D56EBE-D5D9-FBAE-8796-9C821465260B}"/>
          </ac:spMkLst>
        </pc:spChg>
        <pc:spChg chg="mod">
          <ac:chgData name="Macher, Andreas (DI FA CTR PLC PPM)" userId="f1dcac62-7bef-43eb-91f0-927336a1714f" providerId="ADAL" clId="{C5C6EC8B-092A-4999-B5EE-A1C3BF508D8A}" dt="2022-11-28T07:29:23.632" v="2536" actId="790"/>
          <ac:spMkLst>
            <pc:docMk/>
            <pc:sldMk cId="1616284151" sldId="9788"/>
            <ac:spMk id="272" creationId="{811EEB8E-3762-F0D7-70BB-E5C1242A585B}"/>
          </ac:spMkLst>
        </pc:spChg>
        <pc:spChg chg="mod">
          <ac:chgData name="Macher, Andreas (DI FA CTR PLC PPM)" userId="f1dcac62-7bef-43eb-91f0-927336a1714f" providerId="ADAL" clId="{C5C6EC8B-092A-4999-B5EE-A1C3BF508D8A}" dt="2022-11-28T07:29:23.632" v="2536" actId="790"/>
          <ac:spMkLst>
            <pc:docMk/>
            <pc:sldMk cId="1616284151" sldId="9788"/>
            <ac:spMk id="273" creationId="{FCB7B8E6-B4CD-F9CA-1B61-618474442902}"/>
          </ac:spMkLst>
        </pc:spChg>
        <pc:grpChg chg="del mod">
          <ac:chgData name="Macher, Andreas (DI FA CTR PLC PPM)" userId="f1dcac62-7bef-43eb-91f0-927336a1714f" providerId="ADAL" clId="{C5C6EC8B-092A-4999-B5EE-A1C3BF508D8A}" dt="2022-11-29T09:45:02.548" v="7839" actId="478"/>
          <ac:grpSpMkLst>
            <pc:docMk/>
            <pc:sldMk cId="1616284151" sldId="9788"/>
            <ac:grpSpMk id="75" creationId="{F9833A45-3709-66FA-61DA-C0F74A0C33BD}"/>
          </ac:grpSpMkLst>
        </pc:grpChg>
        <pc:grpChg chg="del mod">
          <ac:chgData name="Macher, Andreas (DI FA CTR PLC PPM)" userId="f1dcac62-7bef-43eb-91f0-927336a1714f" providerId="ADAL" clId="{C5C6EC8B-092A-4999-B5EE-A1C3BF508D8A}" dt="2022-11-29T09:45:02.548" v="7839" actId="478"/>
          <ac:grpSpMkLst>
            <pc:docMk/>
            <pc:sldMk cId="1616284151" sldId="9788"/>
            <ac:grpSpMk id="85" creationId="{CA79F126-D485-E9A1-0075-BD59856B4911}"/>
          </ac:grpSpMkLst>
        </pc:grpChg>
        <pc:grpChg chg="mod">
          <ac:chgData name="Macher, Andreas (DI FA CTR PLC PPM)" userId="f1dcac62-7bef-43eb-91f0-927336a1714f" providerId="ADAL" clId="{C5C6EC8B-092A-4999-B5EE-A1C3BF508D8A}" dt="2022-11-29T09:48:42.803" v="7879" actId="1037"/>
          <ac:grpSpMkLst>
            <pc:docMk/>
            <pc:sldMk cId="1616284151" sldId="9788"/>
            <ac:grpSpMk id="88" creationId="{A4A9A1DF-B35B-ECE9-B7D4-B901EE4C518A}"/>
          </ac:grpSpMkLst>
        </pc:grpChg>
        <pc:grpChg chg="mod">
          <ac:chgData name="Macher, Andreas (DI FA CTR PLC PPM)" userId="f1dcac62-7bef-43eb-91f0-927336a1714f" providerId="ADAL" clId="{C5C6EC8B-092A-4999-B5EE-A1C3BF508D8A}" dt="2022-11-29T09:48:42.803" v="7879" actId="1037"/>
          <ac:grpSpMkLst>
            <pc:docMk/>
            <pc:sldMk cId="1616284151" sldId="9788"/>
            <ac:grpSpMk id="95" creationId="{F0345C8A-D41A-9D5F-5C06-AA3939FFCBD3}"/>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05" creationId="{93D1ABFB-FD38-F7E3-CDA7-11F2783A0350}"/>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08" creationId="{9D6C61E4-9F91-CC10-6C7C-2901AEC1FA61}"/>
          </ac:grpSpMkLst>
        </pc:grpChg>
        <pc:grpChg chg="del mod">
          <ac:chgData name="Macher, Andreas (DI FA CTR PLC PPM)" userId="f1dcac62-7bef-43eb-91f0-927336a1714f" providerId="ADAL" clId="{C5C6EC8B-092A-4999-B5EE-A1C3BF508D8A}" dt="2022-11-29T09:45:02.548" v="7839" actId="478"/>
          <ac:grpSpMkLst>
            <pc:docMk/>
            <pc:sldMk cId="1616284151" sldId="9788"/>
            <ac:grpSpMk id="116" creationId="{BB6E87A8-C12D-521A-13C6-BCDD87C6F8D9}"/>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24" creationId="{2ED7BC09-865A-A3E1-9EB3-8836C0020923}"/>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25" creationId="{22D9417E-22E8-C14E-CD5F-5019301672F1}"/>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26" creationId="{EE3AB5FB-7BA1-501A-AFCD-46893A666750}"/>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41" creationId="{27F4565A-045F-AD43-B095-945BD062F8AF}"/>
          </ac:grpSpMkLst>
        </pc:grpChg>
        <pc:grpChg chg="mod">
          <ac:chgData name="Macher, Andreas (DI FA CTR PLC PPM)" userId="f1dcac62-7bef-43eb-91f0-927336a1714f" providerId="ADAL" clId="{C5C6EC8B-092A-4999-B5EE-A1C3BF508D8A}" dt="2022-11-29T09:48:42.803" v="7879" actId="1037"/>
          <ac:grpSpMkLst>
            <pc:docMk/>
            <pc:sldMk cId="1616284151" sldId="9788"/>
            <ac:grpSpMk id="154" creationId="{F3A26EBC-CC4E-8145-4A89-4AD0005FD4AE}"/>
          </ac:grpSpMkLst>
        </pc:grpChg>
        <pc:grpChg chg="del mod">
          <ac:chgData name="Macher, Andreas (DI FA CTR PLC PPM)" userId="f1dcac62-7bef-43eb-91f0-927336a1714f" providerId="ADAL" clId="{C5C6EC8B-092A-4999-B5EE-A1C3BF508D8A}" dt="2022-11-29T09:45:02.548" v="7839" actId="478"/>
          <ac:grpSpMkLst>
            <pc:docMk/>
            <pc:sldMk cId="1616284151" sldId="9788"/>
            <ac:grpSpMk id="249" creationId="{CED7F32F-1344-778F-E1D1-BB175311AC5C}"/>
          </ac:grpSpMkLst>
        </pc:grpChg>
        <pc:grpChg chg="mod">
          <ac:chgData name="Macher, Andreas (DI FA CTR PLC PPM)" userId="f1dcac62-7bef-43eb-91f0-927336a1714f" providerId="ADAL" clId="{C5C6EC8B-092A-4999-B5EE-A1C3BF508D8A}" dt="2022-11-17T12:29:59.851" v="1398" actId="207"/>
          <ac:grpSpMkLst>
            <pc:docMk/>
            <pc:sldMk cId="1616284151" sldId="9788"/>
            <ac:grpSpMk id="252" creationId="{54CE4811-6A01-FA74-D3DB-3115E8BC382C}"/>
          </ac:grpSpMkLst>
        </pc:grpChg>
        <pc:grpChg chg="mod">
          <ac:chgData name="Macher, Andreas (DI FA CTR PLC PPM)" userId="f1dcac62-7bef-43eb-91f0-927336a1714f" providerId="ADAL" clId="{C5C6EC8B-092A-4999-B5EE-A1C3BF508D8A}" dt="2022-11-17T12:29:59.851" v="1398" actId="207"/>
          <ac:grpSpMkLst>
            <pc:docMk/>
            <pc:sldMk cId="1616284151" sldId="9788"/>
            <ac:grpSpMk id="253" creationId="{14F55F1B-B627-CF71-5A94-06B976CD0984}"/>
          </ac:grpSpMkLst>
        </pc:grpChg>
        <pc:grpChg chg="del mod">
          <ac:chgData name="Macher, Andreas (DI FA CTR PLC PPM)" userId="f1dcac62-7bef-43eb-91f0-927336a1714f" providerId="ADAL" clId="{C5C6EC8B-092A-4999-B5EE-A1C3BF508D8A}" dt="2022-11-29T09:45:02.548" v="7839" actId="478"/>
          <ac:grpSpMkLst>
            <pc:docMk/>
            <pc:sldMk cId="1616284151" sldId="9788"/>
            <ac:grpSpMk id="271" creationId="{E7B480D3-1E93-A0F0-1CEE-9153737A3CFF}"/>
          </ac:grpSpMkLst>
        </pc:grpChg>
        <pc:picChg chg="mod">
          <ac:chgData name="Macher, Andreas (DI FA CTR PLC PPM)" userId="f1dcac62-7bef-43eb-91f0-927336a1714f" providerId="ADAL" clId="{C5C6EC8B-092A-4999-B5EE-A1C3BF508D8A}" dt="2022-11-28T12:22:34.777" v="3922" actId="108"/>
          <ac:picMkLst>
            <pc:docMk/>
            <pc:sldMk cId="1616284151" sldId="9788"/>
            <ac:picMk id="78" creationId="{4ACDF431-093A-E8C0-A9BD-8591D85E8F05}"/>
          </ac:picMkLst>
        </pc:picChg>
        <pc:picChg chg="mod">
          <ac:chgData name="Macher, Andreas (DI FA CTR PLC PPM)" userId="f1dcac62-7bef-43eb-91f0-927336a1714f" providerId="ADAL" clId="{C5C6EC8B-092A-4999-B5EE-A1C3BF508D8A}" dt="2022-11-28T12:22:34.777" v="3922" actId="108"/>
          <ac:picMkLst>
            <pc:docMk/>
            <pc:sldMk cId="1616284151" sldId="9788"/>
            <ac:picMk id="79" creationId="{89925682-C9D1-956F-0FD3-4949FD201A61}"/>
          </ac:picMkLst>
        </pc:picChg>
        <pc:picChg chg="mod">
          <ac:chgData name="Macher, Andreas (DI FA CTR PLC PPM)" userId="f1dcac62-7bef-43eb-91f0-927336a1714f" providerId="ADAL" clId="{C5C6EC8B-092A-4999-B5EE-A1C3BF508D8A}" dt="2022-11-28T12:22:34.777" v="3922" actId="108"/>
          <ac:picMkLst>
            <pc:docMk/>
            <pc:sldMk cId="1616284151" sldId="9788"/>
            <ac:picMk id="80" creationId="{41CF1EE3-1DAC-D617-A1E6-ADEF54E19705}"/>
          </ac:picMkLst>
        </pc:picChg>
        <pc:picChg chg="mod">
          <ac:chgData name="Macher, Andreas (DI FA CTR PLC PPM)" userId="f1dcac62-7bef-43eb-91f0-927336a1714f" providerId="ADAL" clId="{C5C6EC8B-092A-4999-B5EE-A1C3BF508D8A}" dt="2022-11-28T12:22:34.777" v="3922" actId="108"/>
          <ac:picMkLst>
            <pc:docMk/>
            <pc:sldMk cId="1616284151" sldId="9788"/>
            <ac:picMk id="81" creationId="{2615A2D3-116B-D4CF-1CFA-16040179AF50}"/>
          </ac:picMkLst>
        </pc:picChg>
        <pc:picChg chg="del mod">
          <ac:chgData name="Macher, Andreas (DI FA CTR PLC PPM)" userId="f1dcac62-7bef-43eb-91f0-927336a1714f" providerId="ADAL" clId="{C5C6EC8B-092A-4999-B5EE-A1C3BF508D8A}" dt="2022-11-29T09:45:02.548" v="7839" actId="478"/>
          <ac:picMkLst>
            <pc:docMk/>
            <pc:sldMk cId="1616284151" sldId="9788"/>
            <ac:picMk id="82" creationId="{958345E2-972A-B30C-30F9-5E55C8CA907F}"/>
          </ac:picMkLst>
        </pc:picChg>
        <pc:picChg chg="del mod">
          <ac:chgData name="Macher, Andreas (DI FA CTR PLC PPM)" userId="f1dcac62-7bef-43eb-91f0-927336a1714f" providerId="ADAL" clId="{C5C6EC8B-092A-4999-B5EE-A1C3BF508D8A}" dt="2022-11-29T09:45:02.548" v="7839" actId="478"/>
          <ac:picMkLst>
            <pc:docMk/>
            <pc:sldMk cId="1616284151" sldId="9788"/>
            <ac:picMk id="83" creationId="{EDE810B1-71F1-1C92-0596-A81D5ADBAF8A}"/>
          </ac:picMkLst>
        </pc:picChg>
        <pc:picChg chg="mod">
          <ac:chgData name="Macher, Andreas (DI FA CTR PLC PPM)" userId="f1dcac62-7bef-43eb-91f0-927336a1714f" providerId="ADAL" clId="{C5C6EC8B-092A-4999-B5EE-A1C3BF508D8A}" dt="2022-11-29T09:48:42.803" v="7879" actId="1037"/>
          <ac:picMkLst>
            <pc:docMk/>
            <pc:sldMk cId="1616284151" sldId="9788"/>
            <ac:picMk id="91" creationId="{C135A355-06A7-CF81-29C9-E50943FBFEB6}"/>
          </ac:picMkLst>
        </pc:picChg>
        <pc:picChg chg="mod">
          <ac:chgData name="Macher, Andreas (DI FA CTR PLC PPM)" userId="f1dcac62-7bef-43eb-91f0-927336a1714f" providerId="ADAL" clId="{C5C6EC8B-092A-4999-B5EE-A1C3BF508D8A}" dt="2022-11-29T09:48:42.803" v="7879" actId="1037"/>
          <ac:picMkLst>
            <pc:docMk/>
            <pc:sldMk cId="1616284151" sldId="9788"/>
            <ac:picMk id="92" creationId="{E04E0329-8148-18D6-C420-3C3BA3DE8E93}"/>
          </ac:picMkLst>
        </pc:picChg>
        <pc:picChg chg="mod">
          <ac:chgData name="Macher, Andreas (DI FA CTR PLC PPM)" userId="f1dcac62-7bef-43eb-91f0-927336a1714f" providerId="ADAL" clId="{C5C6EC8B-092A-4999-B5EE-A1C3BF508D8A}" dt="2022-11-29T09:48:42.803" v="7879" actId="1037"/>
          <ac:picMkLst>
            <pc:docMk/>
            <pc:sldMk cId="1616284151" sldId="9788"/>
            <ac:picMk id="93" creationId="{B4561099-A31B-C4AF-02D6-D89298D1E6FF}"/>
          </ac:picMkLst>
        </pc:picChg>
        <pc:picChg chg="mod">
          <ac:chgData name="Macher, Andreas (DI FA CTR PLC PPM)" userId="f1dcac62-7bef-43eb-91f0-927336a1714f" providerId="ADAL" clId="{C5C6EC8B-092A-4999-B5EE-A1C3BF508D8A}" dt="2022-11-29T09:48:42.803" v="7879" actId="1037"/>
          <ac:picMkLst>
            <pc:docMk/>
            <pc:sldMk cId="1616284151" sldId="9788"/>
            <ac:picMk id="94" creationId="{7085670D-817B-E8B5-4E88-26F043E73904}"/>
          </ac:picMkLst>
        </pc:picChg>
        <pc:picChg chg="mod">
          <ac:chgData name="Macher, Andreas (DI FA CTR PLC PPM)" userId="f1dcac62-7bef-43eb-91f0-927336a1714f" providerId="ADAL" clId="{C5C6EC8B-092A-4999-B5EE-A1C3BF508D8A}" dt="2022-11-29T09:48:42.803" v="7879" actId="1037"/>
          <ac:picMkLst>
            <pc:docMk/>
            <pc:sldMk cId="1616284151" sldId="9788"/>
            <ac:picMk id="98" creationId="{4FBD6A03-5F0F-EF7D-C3AE-8AF0C39E2A06}"/>
          </ac:picMkLst>
        </pc:picChg>
        <pc:picChg chg="mod">
          <ac:chgData name="Macher, Andreas (DI FA CTR PLC PPM)" userId="f1dcac62-7bef-43eb-91f0-927336a1714f" providerId="ADAL" clId="{C5C6EC8B-092A-4999-B5EE-A1C3BF508D8A}" dt="2022-11-29T09:48:42.803" v="7879" actId="1037"/>
          <ac:picMkLst>
            <pc:docMk/>
            <pc:sldMk cId="1616284151" sldId="9788"/>
            <ac:picMk id="99" creationId="{BE8B6CD3-16A5-0725-50B2-7A31928E3412}"/>
          </ac:picMkLst>
        </pc:picChg>
        <pc:picChg chg="mod">
          <ac:chgData name="Macher, Andreas (DI FA CTR PLC PPM)" userId="f1dcac62-7bef-43eb-91f0-927336a1714f" providerId="ADAL" clId="{C5C6EC8B-092A-4999-B5EE-A1C3BF508D8A}" dt="2022-11-29T09:48:42.803" v="7879" actId="1037"/>
          <ac:picMkLst>
            <pc:docMk/>
            <pc:sldMk cId="1616284151" sldId="9788"/>
            <ac:picMk id="100" creationId="{33CD391B-9024-653C-5E87-69EB2269B30B}"/>
          </ac:picMkLst>
        </pc:picChg>
        <pc:picChg chg="mod">
          <ac:chgData name="Macher, Andreas (DI FA CTR PLC PPM)" userId="f1dcac62-7bef-43eb-91f0-927336a1714f" providerId="ADAL" clId="{C5C6EC8B-092A-4999-B5EE-A1C3BF508D8A}" dt="2022-11-29T09:48:42.803" v="7879" actId="1037"/>
          <ac:picMkLst>
            <pc:docMk/>
            <pc:sldMk cId="1616284151" sldId="9788"/>
            <ac:picMk id="101" creationId="{04CBF2BA-1E36-D1B9-0537-4C814D57CBDE}"/>
          </ac:picMkLst>
        </pc:picChg>
        <pc:picChg chg="mod">
          <ac:chgData name="Macher, Andreas (DI FA CTR PLC PPM)" userId="f1dcac62-7bef-43eb-91f0-927336a1714f" providerId="ADAL" clId="{C5C6EC8B-092A-4999-B5EE-A1C3BF508D8A}" dt="2022-11-29T09:48:42.803" v="7879" actId="1037"/>
          <ac:picMkLst>
            <pc:docMk/>
            <pc:sldMk cId="1616284151" sldId="9788"/>
            <ac:picMk id="102" creationId="{3D1D842D-1451-54EA-4134-9ACD6A8CE5C1}"/>
          </ac:picMkLst>
        </pc:picChg>
        <pc:picChg chg="mod">
          <ac:chgData name="Macher, Andreas (DI FA CTR PLC PPM)" userId="f1dcac62-7bef-43eb-91f0-927336a1714f" providerId="ADAL" clId="{C5C6EC8B-092A-4999-B5EE-A1C3BF508D8A}" dt="2022-11-29T09:48:42.803" v="7879" actId="1037"/>
          <ac:picMkLst>
            <pc:docMk/>
            <pc:sldMk cId="1616284151" sldId="9788"/>
            <ac:picMk id="129" creationId="{BAB059E2-CB47-8F4C-446E-3F6CF73C2847}"/>
          </ac:picMkLst>
        </pc:picChg>
        <pc:picChg chg="mod">
          <ac:chgData name="Macher, Andreas (DI FA CTR PLC PPM)" userId="f1dcac62-7bef-43eb-91f0-927336a1714f" providerId="ADAL" clId="{C5C6EC8B-092A-4999-B5EE-A1C3BF508D8A}" dt="2022-11-29T09:48:42.803" v="7879" actId="1037"/>
          <ac:picMkLst>
            <pc:docMk/>
            <pc:sldMk cId="1616284151" sldId="9788"/>
            <ac:picMk id="130" creationId="{75017966-DB5D-3339-4603-92A6897B7C69}"/>
          </ac:picMkLst>
        </pc:picChg>
        <pc:picChg chg="mod">
          <ac:chgData name="Macher, Andreas (DI FA CTR PLC PPM)" userId="f1dcac62-7bef-43eb-91f0-927336a1714f" providerId="ADAL" clId="{C5C6EC8B-092A-4999-B5EE-A1C3BF508D8A}" dt="2022-11-29T09:48:42.803" v="7879" actId="1037"/>
          <ac:picMkLst>
            <pc:docMk/>
            <pc:sldMk cId="1616284151" sldId="9788"/>
            <ac:picMk id="131" creationId="{77C0FBD8-54C3-7657-D449-DB12D6508EA9}"/>
          </ac:picMkLst>
        </pc:picChg>
        <pc:picChg chg="mod">
          <ac:chgData name="Macher, Andreas (DI FA CTR PLC PPM)" userId="f1dcac62-7bef-43eb-91f0-927336a1714f" providerId="ADAL" clId="{C5C6EC8B-092A-4999-B5EE-A1C3BF508D8A}" dt="2022-11-29T09:48:42.803" v="7879" actId="1037"/>
          <ac:picMkLst>
            <pc:docMk/>
            <pc:sldMk cId="1616284151" sldId="9788"/>
            <ac:picMk id="132" creationId="{85343F59-72E9-506F-61B6-3F654E1671CC}"/>
          </ac:picMkLst>
        </pc:picChg>
        <pc:picChg chg="mod">
          <ac:chgData name="Macher, Andreas (DI FA CTR PLC PPM)" userId="f1dcac62-7bef-43eb-91f0-927336a1714f" providerId="ADAL" clId="{C5C6EC8B-092A-4999-B5EE-A1C3BF508D8A}" dt="2022-11-29T09:48:42.803" v="7879" actId="1037"/>
          <ac:picMkLst>
            <pc:docMk/>
            <pc:sldMk cId="1616284151" sldId="9788"/>
            <ac:picMk id="133" creationId="{92F5548C-69AD-11DF-B68F-3252A624E2EC}"/>
          </ac:picMkLst>
        </pc:picChg>
        <pc:picChg chg="mod">
          <ac:chgData name="Macher, Andreas (DI FA CTR PLC PPM)" userId="f1dcac62-7bef-43eb-91f0-927336a1714f" providerId="ADAL" clId="{C5C6EC8B-092A-4999-B5EE-A1C3BF508D8A}" dt="2022-11-29T09:48:42.803" v="7879" actId="1037"/>
          <ac:picMkLst>
            <pc:docMk/>
            <pc:sldMk cId="1616284151" sldId="9788"/>
            <ac:picMk id="134" creationId="{3360F2A9-E391-3DCF-826C-E8403F2E41EE}"/>
          </ac:picMkLst>
        </pc:picChg>
        <pc:picChg chg="mod">
          <ac:chgData name="Macher, Andreas (DI FA CTR PLC PPM)" userId="f1dcac62-7bef-43eb-91f0-927336a1714f" providerId="ADAL" clId="{C5C6EC8B-092A-4999-B5EE-A1C3BF508D8A}" dt="2022-11-29T09:48:42.803" v="7879" actId="1037"/>
          <ac:picMkLst>
            <pc:docMk/>
            <pc:sldMk cId="1616284151" sldId="9788"/>
            <ac:picMk id="150" creationId="{292AE3D1-9766-D2EC-D30F-A67ECD2E301D}"/>
          </ac:picMkLst>
        </pc:picChg>
        <pc:picChg chg="mod">
          <ac:chgData name="Macher, Andreas (DI FA CTR PLC PPM)" userId="f1dcac62-7bef-43eb-91f0-927336a1714f" providerId="ADAL" clId="{C5C6EC8B-092A-4999-B5EE-A1C3BF508D8A}" dt="2022-11-29T09:48:42.803" v="7879" actId="1037"/>
          <ac:picMkLst>
            <pc:docMk/>
            <pc:sldMk cId="1616284151" sldId="9788"/>
            <ac:picMk id="151" creationId="{2B178381-A1C4-AD04-5B8B-6F3EA1A909F7}"/>
          </ac:picMkLst>
        </pc:picChg>
        <pc:picChg chg="mod">
          <ac:chgData name="Macher, Andreas (DI FA CTR PLC PPM)" userId="f1dcac62-7bef-43eb-91f0-927336a1714f" providerId="ADAL" clId="{C5C6EC8B-092A-4999-B5EE-A1C3BF508D8A}" dt="2022-11-17T12:29:59.851" v="1398" actId="207"/>
          <ac:picMkLst>
            <pc:docMk/>
            <pc:sldMk cId="1616284151" sldId="9788"/>
            <ac:picMk id="257" creationId="{23ECA13F-BEA2-B92A-A87C-1E175E062215}"/>
          </ac:picMkLst>
        </pc:picChg>
        <pc:picChg chg="mod">
          <ac:chgData name="Macher, Andreas (DI FA CTR PLC PPM)" userId="f1dcac62-7bef-43eb-91f0-927336a1714f" providerId="ADAL" clId="{C5C6EC8B-092A-4999-B5EE-A1C3BF508D8A}" dt="2022-11-17T12:29:59.851" v="1398" actId="207"/>
          <ac:picMkLst>
            <pc:docMk/>
            <pc:sldMk cId="1616284151" sldId="9788"/>
            <ac:picMk id="258" creationId="{CAF8257F-B446-5717-478F-1BD82FD2F64F}"/>
          </ac:picMkLst>
        </pc:picChg>
        <pc:picChg chg="mod">
          <ac:chgData name="Macher, Andreas (DI FA CTR PLC PPM)" userId="f1dcac62-7bef-43eb-91f0-927336a1714f" providerId="ADAL" clId="{C5C6EC8B-092A-4999-B5EE-A1C3BF508D8A}" dt="2022-11-17T12:29:59.851" v="1398" actId="207"/>
          <ac:picMkLst>
            <pc:docMk/>
            <pc:sldMk cId="1616284151" sldId="9788"/>
            <ac:picMk id="259" creationId="{650BB2CB-8252-8549-4B35-4CD84B87E6E7}"/>
          </ac:picMkLst>
        </pc:picChg>
        <pc:picChg chg="mod">
          <ac:chgData name="Macher, Andreas (DI FA CTR PLC PPM)" userId="f1dcac62-7bef-43eb-91f0-927336a1714f" providerId="ADAL" clId="{C5C6EC8B-092A-4999-B5EE-A1C3BF508D8A}" dt="2022-11-17T12:29:59.851" v="1398" actId="207"/>
          <ac:picMkLst>
            <pc:docMk/>
            <pc:sldMk cId="1616284151" sldId="9788"/>
            <ac:picMk id="260" creationId="{C107BD0C-3DCA-5BF8-D1C6-8894BB5C6110}"/>
          </ac:picMkLst>
        </pc:picChg>
        <pc:picChg chg="mod">
          <ac:chgData name="Macher, Andreas (DI FA CTR PLC PPM)" userId="f1dcac62-7bef-43eb-91f0-927336a1714f" providerId="ADAL" clId="{C5C6EC8B-092A-4999-B5EE-A1C3BF508D8A}" dt="2022-11-17T12:29:59.851" v="1398" actId="207"/>
          <ac:picMkLst>
            <pc:docMk/>
            <pc:sldMk cId="1616284151" sldId="9788"/>
            <ac:picMk id="261" creationId="{296AD9A2-1303-BFEF-A464-4E8185E0D5F5}"/>
          </ac:picMkLst>
        </pc:picChg>
        <pc:picChg chg="mod">
          <ac:chgData name="Macher, Andreas (DI FA CTR PLC PPM)" userId="f1dcac62-7bef-43eb-91f0-927336a1714f" providerId="ADAL" clId="{C5C6EC8B-092A-4999-B5EE-A1C3BF508D8A}" dt="2022-11-17T12:29:59.851" v="1398" actId="207"/>
          <ac:picMkLst>
            <pc:docMk/>
            <pc:sldMk cId="1616284151" sldId="9788"/>
            <ac:picMk id="262" creationId="{18FBBBC6-2A70-8DA4-3435-0121965FD333}"/>
          </ac:picMkLst>
        </pc:picChg>
        <pc:picChg chg="del mod">
          <ac:chgData name="Macher, Andreas (DI FA CTR PLC PPM)" userId="f1dcac62-7bef-43eb-91f0-927336a1714f" providerId="ADAL" clId="{C5C6EC8B-092A-4999-B5EE-A1C3BF508D8A}" dt="2022-11-29T09:45:02.548" v="7839" actId="478"/>
          <ac:picMkLst>
            <pc:docMk/>
            <pc:sldMk cId="1616284151" sldId="9788"/>
            <ac:picMk id="267" creationId="{0D915113-0986-15BC-F0AA-B515757F13E7}"/>
          </ac:picMkLst>
        </pc:picChg>
        <pc:cxnChg chg="add del mod">
          <ac:chgData name="Macher, Andreas (DI FA CTR PLC PPM)" userId="f1dcac62-7bef-43eb-91f0-927336a1714f" providerId="ADAL" clId="{C5C6EC8B-092A-4999-B5EE-A1C3BF508D8A}" dt="2022-11-29T09:48:18.562" v="7866"/>
          <ac:cxnSpMkLst>
            <pc:docMk/>
            <pc:sldMk cId="1616284151" sldId="9788"/>
            <ac:cxnSpMk id="12" creationId="{4CA4F13D-BBE7-D77E-CE43-DF5AD04D6CEF}"/>
          </ac:cxnSpMkLst>
        </pc:cxnChg>
        <pc:cxnChg chg="add del mod">
          <ac:chgData name="Macher, Andreas (DI FA CTR PLC PPM)" userId="f1dcac62-7bef-43eb-91f0-927336a1714f" providerId="ADAL" clId="{C5C6EC8B-092A-4999-B5EE-A1C3BF508D8A}" dt="2022-11-29T09:48:18.562" v="7866"/>
          <ac:cxnSpMkLst>
            <pc:docMk/>
            <pc:sldMk cId="1616284151" sldId="9788"/>
            <ac:cxnSpMk id="17" creationId="{3EE97E7D-C430-BB0E-234D-EDA922C7F998}"/>
          </ac:cxnSpMkLst>
        </pc:cxnChg>
        <pc:cxnChg chg="add del mod">
          <ac:chgData name="Macher, Andreas (DI FA CTR PLC PPM)" userId="f1dcac62-7bef-43eb-91f0-927336a1714f" providerId="ADAL" clId="{C5C6EC8B-092A-4999-B5EE-A1C3BF508D8A}" dt="2022-11-29T09:48:35.089" v="7878" actId="478"/>
          <ac:cxnSpMkLst>
            <pc:docMk/>
            <pc:sldMk cId="1616284151" sldId="9788"/>
            <ac:cxnSpMk id="18" creationId="{A22383D9-3AE4-CF09-EC65-E0BABAB42FBF}"/>
          </ac:cxnSpMkLst>
        </pc:cxnChg>
        <pc:cxnChg chg="add del mod">
          <ac:chgData name="Macher, Andreas (DI FA CTR PLC PPM)" userId="f1dcac62-7bef-43eb-91f0-927336a1714f" providerId="ADAL" clId="{C5C6EC8B-092A-4999-B5EE-A1C3BF508D8A}" dt="2022-11-29T09:48:32.059" v="7877" actId="21"/>
          <ac:cxnSpMkLst>
            <pc:docMk/>
            <pc:sldMk cId="1616284151" sldId="9788"/>
            <ac:cxnSpMk id="19" creationId="{BDB08416-6A5D-6F15-B923-A701711685A9}"/>
          </ac:cxnSpMkLst>
        </pc:cxnChg>
        <pc:cxnChg chg="mod">
          <ac:chgData name="Macher, Andreas (DI FA CTR PLC PPM)" userId="f1dcac62-7bef-43eb-91f0-927336a1714f" providerId="ADAL" clId="{C5C6EC8B-092A-4999-B5EE-A1C3BF508D8A}" dt="2022-11-29T09:48:42.803" v="7879" actId="1037"/>
          <ac:cxnSpMkLst>
            <pc:docMk/>
            <pc:sldMk cId="1616284151" sldId="9788"/>
            <ac:cxnSpMk id="89" creationId="{A5227D47-71DE-1877-D004-2A5DB95025A6}"/>
          </ac:cxnSpMkLst>
        </pc:cxnChg>
        <pc:cxnChg chg="mod">
          <ac:chgData name="Macher, Andreas (DI FA CTR PLC PPM)" userId="f1dcac62-7bef-43eb-91f0-927336a1714f" providerId="ADAL" clId="{C5C6EC8B-092A-4999-B5EE-A1C3BF508D8A}" dt="2022-11-29T09:48:42.803" v="7879" actId="1037"/>
          <ac:cxnSpMkLst>
            <pc:docMk/>
            <pc:sldMk cId="1616284151" sldId="9788"/>
            <ac:cxnSpMk id="90" creationId="{26AA277C-A2C8-E1A2-640F-B8A004EC7F02}"/>
          </ac:cxnSpMkLst>
        </pc:cxnChg>
        <pc:cxnChg chg="mod">
          <ac:chgData name="Macher, Andreas (DI FA CTR PLC PPM)" userId="f1dcac62-7bef-43eb-91f0-927336a1714f" providerId="ADAL" clId="{C5C6EC8B-092A-4999-B5EE-A1C3BF508D8A}" dt="2022-11-29T09:48:42.803" v="7879" actId="1037"/>
          <ac:cxnSpMkLst>
            <pc:docMk/>
            <pc:sldMk cId="1616284151" sldId="9788"/>
            <ac:cxnSpMk id="96" creationId="{F1F5871B-3C11-A840-EFF0-24AEE076D624}"/>
          </ac:cxnSpMkLst>
        </pc:cxnChg>
        <pc:cxnChg chg="mod">
          <ac:chgData name="Macher, Andreas (DI FA CTR PLC PPM)" userId="f1dcac62-7bef-43eb-91f0-927336a1714f" providerId="ADAL" clId="{C5C6EC8B-092A-4999-B5EE-A1C3BF508D8A}" dt="2022-11-29T09:48:42.803" v="7879" actId="1037"/>
          <ac:cxnSpMkLst>
            <pc:docMk/>
            <pc:sldMk cId="1616284151" sldId="9788"/>
            <ac:cxnSpMk id="97" creationId="{6ACBD49B-D509-F948-8C52-AA73DC4C6CA9}"/>
          </ac:cxnSpMkLst>
        </pc:cxnChg>
      </pc:sldChg>
      <pc:sldChg chg="addSp delSp modSp mod chgLayout">
        <pc:chgData name="Macher, Andreas (DI FA CTR PLC PPM)" userId="f1dcac62-7bef-43eb-91f0-927336a1714f" providerId="ADAL" clId="{C5C6EC8B-092A-4999-B5EE-A1C3BF508D8A}" dt="2022-11-30T11:25:29.911" v="9729" actId="790"/>
        <pc:sldMkLst>
          <pc:docMk/>
          <pc:sldMk cId="1880931230" sldId="9789"/>
        </pc:sldMkLst>
        <pc:spChg chg="mod ord">
          <ac:chgData name="Macher, Andreas (DI FA CTR PLC PPM)" userId="f1dcac62-7bef-43eb-91f0-927336a1714f" providerId="ADAL" clId="{C5C6EC8B-092A-4999-B5EE-A1C3BF508D8A}" dt="2022-11-29T10:33:45.550" v="8268"/>
          <ac:spMkLst>
            <pc:docMk/>
            <pc:sldMk cId="1880931230" sldId="9789"/>
            <ac:spMk id="2" creationId="{00000000-0000-0000-0000-000000000000}"/>
          </ac:spMkLst>
        </pc:spChg>
        <pc:spChg chg="add mod ord">
          <ac:chgData name="Macher, Andreas (DI FA CTR PLC PPM)" userId="f1dcac62-7bef-43eb-91f0-927336a1714f" providerId="ADAL" clId="{C5C6EC8B-092A-4999-B5EE-A1C3BF508D8A}" dt="2022-11-28T11:25:18.993" v="3486" actId="1076"/>
          <ac:spMkLst>
            <pc:docMk/>
            <pc:sldMk cId="1880931230" sldId="9789"/>
            <ac:spMk id="3" creationId="{26C05F49-3BB6-61D2-793B-C64B6FA6D45C}"/>
          </ac:spMkLst>
        </pc:spChg>
        <pc:spChg chg="add mod ord">
          <ac:chgData name="Macher, Andreas (DI FA CTR PLC PPM)" userId="f1dcac62-7bef-43eb-91f0-927336a1714f" providerId="ADAL" clId="{C5C6EC8B-092A-4999-B5EE-A1C3BF508D8A}" dt="2022-11-28T11:25:18.993" v="3486" actId="1076"/>
          <ac:spMkLst>
            <pc:docMk/>
            <pc:sldMk cId="1880931230" sldId="9789"/>
            <ac:spMk id="4" creationId="{0A2E4951-FCDB-B893-25F0-E25DFFFF9BF3}"/>
          </ac:spMkLst>
        </pc:spChg>
        <pc:spChg chg="mod ord">
          <ac:chgData name="Macher, Andreas (DI FA CTR PLC PPM)" userId="f1dcac62-7bef-43eb-91f0-927336a1714f" providerId="ADAL" clId="{C5C6EC8B-092A-4999-B5EE-A1C3BF508D8A}" dt="2022-11-30T11:25:29.911" v="9729" actId="790"/>
          <ac:spMkLst>
            <pc:docMk/>
            <pc:sldMk cId="1880931230" sldId="9789"/>
            <ac:spMk id="6" creationId="{52486D80-3DF7-470D-823E-765DCE86C853}"/>
          </ac:spMkLst>
        </pc:spChg>
        <pc:spChg chg="add mod">
          <ac:chgData name="Macher, Andreas (DI FA CTR PLC PPM)" userId="f1dcac62-7bef-43eb-91f0-927336a1714f" providerId="ADAL" clId="{C5C6EC8B-092A-4999-B5EE-A1C3BF508D8A}" dt="2022-11-28T11:25:18.993" v="3486" actId="1076"/>
          <ac:spMkLst>
            <pc:docMk/>
            <pc:sldMk cId="1880931230" sldId="9789"/>
            <ac:spMk id="7" creationId="{559EF71C-65E8-F057-059E-46CD37039627}"/>
          </ac:spMkLst>
        </pc:spChg>
        <pc:spChg chg="add mod">
          <ac:chgData name="Macher, Andreas (DI FA CTR PLC PPM)" userId="f1dcac62-7bef-43eb-91f0-927336a1714f" providerId="ADAL" clId="{C5C6EC8B-092A-4999-B5EE-A1C3BF508D8A}" dt="2022-11-28T11:25:18.993" v="3486" actId="1076"/>
          <ac:spMkLst>
            <pc:docMk/>
            <pc:sldMk cId="1880931230" sldId="9789"/>
            <ac:spMk id="8" creationId="{8247DC71-98AD-7A1E-4FEA-05DFD3A55624}"/>
          </ac:spMkLst>
        </pc:spChg>
        <pc:spChg chg="mod">
          <ac:chgData name="Macher, Andreas (DI FA CTR PLC PPM)" userId="f1dcac62-7bef-43eb-91f0-927336a1714f" providerId="ADAL" clId="{C5C6EC8B-092A-4999-B5EE-A1C3BF508D8A}" dt="2022-11-28T11:25:18.993" v="3486" actId="1076"/>
          <ac:spMkLst>
            <pc:docMk/>
            <pc:sldMk cId="1880931230" sldId="9789"/>
            <ac:spMk id="10" creationId="{24DF2E70-0482-ED61-5BDE-72ECF6C46F6A}"/>
          </ac:spMkLst>
        </pc:spChg>
        <pc:spChg chg="del mod">
          <ac:chgData name="Macher, Andreas (DI FA CTR PLC PPM)" userId="f1dcac62-7bef-43eb-91f0-927336a1714f" providerId="ADAL" clId="{C5C6EC8B-092A-4999-B5EE-A1C3BF508D8A}" dt="2022-11-28T11:24:46.407" v="3481" actId="478"/>
          <ac:spMkLst>
            <pc:docMk/>
            <pc:sldMk cId="1880931230" sldId="9789"/>
            <ac:spMk id="11" creationId="{4F5C7018-FD6D-1A4E-409B-3A9D95CC35F7}"/>
          </ac:spMkLst>
        </pc:spChg>
        <pc:spChg chg="add mod">
          <ac:chgData name="Macher, Andreas (DI FA CTR PLC PPM)" userId="f1dcac62-7bef-43eb-91f0-927336a1714f" providerId="ADAL" clId="{C5C6EC8B-092A-4999-B5EE-A1C3BF508D8A}" dt="2022-11-28T11:25:18.993" v="3486" actId="1076"/>
          <ac:spMkLst>
            <pc:docMk/>
            <pc:sldMk cId="1880931230" sldId="9789"/>
            <ac:spMk id="12" creationId="{D03177F2-0586-516A-E3B1-271FF500309B}"/>
          </ac:spMkLst>
        </pc:spChg>
        <pc:spChg chg="add mod">
          <ac:chgData name="Macher, Andreas (DI FA CTR PLC PPM)" userId="f1dcac62-7bef-43eb-91f0-927336a1714f" providerId="ADAL" clId="{C5C6EC8B-092A-4999-B5EE-A1C3BF508D8A}" dt="2022-11-28T11:25:18.993" v="3486" actId="1076"/>
          <ac:spMkLst>
            <pc:docMk/>
            <pc:sldMk cId="1880931230" sldId="9789"/>
            <ac:spMk id="13" creationId="{E3FAC2D3-B0D6-09A7-CDA2-3AD3E11E738D}"/>
          </ac:spMkLst>
        </pc:spChg>
        <pc:spChg chg="add del mod">
          <ac:chgData name="Macher, Andreas (DI FA CTR PLC PPM)" userId="f1dcac62-7bef-43eb-91f0-927336a1714f" providerId="ADAL" clId="{C5C6EC8B-092A-4999-B5EE-A1C3BF508D8A}" dt="2022-11-28T07:35:57.449" v="2691" actId="478"/>
          <ac:spMkLst>
            <pc:docMk/>
            <pc:sldMk cId="1880931230" sldId="9789"/>
            <ac:spMk id="14" creationId="{A7DD5035-8889-C0AC-BBFB-E5765B3F2518}"/>
          </ac:spMkLst>
        </pc:spChg>
        <pc:spChg chg="add mod">
          <ac:chgData name="Macher, Andreas (DI FA CTR PLC PPM)" userId="f1dcac62-7bef-43eb-91f0-927336a1714f" providerId="ADAL" clId="{C5C6EC8B-092A-4999-B5EE-A1C3BF508D8A}" dt="2022-11-28T11:25:18.993" v="3486" actId="1076"/>
          <ac:spMkLst>
            <pc:docMk/>
            <pc:sldMk cId="1880931230" sldId="9789"/>
            <ac:spMk id="15" creationId="{E7197B96-A81C-CCE3-E21C-6BA962925222}"/>
          </ac:spMkLst>
        </pc:spChg>
        <pc:spChg chg="add mod">
          <ac:chgData name="Macher, Andreas (DI FA CTR PLC PPM)" userId="f1dcac62-7bef-43eb-91f0-927336a1714f" providerId="ADAL" clId="{C5C6EC8B-092A-4999-B5EE-A1C3BF508D8A}" dt="2022-11-28T11:25:18.993" v="3486" actId="1076"/>
          <ac:spMkLst>
            <pc:docMk/>
            <pc:sldMk cId="1880931230" sldId="9789"/>
            <ac:spMk id="16" creationId="{B0588F18-8F4F-B7DF-0065-2371A2901B18}"/>
          </ac:spMkLst>
        </pc:spChg>
        <pc:spChg chg="add mod">
          <ac:chgData name="Macher, Andreas (DI FA CTR PLC PPM)" userId="f1dcac62-7bef-43eb-91f0-927336a1714f" providerId="ADAL" clId="{C5C6EC8B-092A-4999-B5EE-A1C3BF508D8A}" dt="2022-11-28T11:25:18.993" v="3486" actId="1076"/>
          <ac:spMkLst>
            <pc:docMk/>
            <pc:sldMk cId="1880931230" sldId="9789"/>
            <ac:spMk id="17" creationId="{7404D203-BEF9-C70C-FC0F-0DFAA9B013FD}"/>
          </ac:spMkLst>
        </pc:spChg>
        <pc:spChg chg="add mod">
          <ac:chgData name="Macher, Andreas (DI FA CTR PLC PPM)" userId="f1dcac62-7bef-43eb-91f0-927336a1714f" providerId="ADAL" clId="{C5C6EC8B-092A-4999-B5EE-A1C3BF508D8A}" dt="2022-11-28T12:24:41.621" v="3978" actId="108"/>
          <ac:spMkLst>
            <pc:docMk/>
            <pc:sldMk cId="1880931230" sldId="9789"/>
            <ac:spMk id="18" creationId="{BF547AA5-F1B1-9AA3-A8E6-7D2E37E21B4F}"/>
          </ac:spMkLst>
        </pc:spChg>
        <pc:spChg chg="add mod">
          <ac:chgData name="Macher, Andreas (DI FA CTR PLC PPM)" userId="f1dcac62-7bef-43eb-91f0-927336a1714f" providerId="ADAL" clId="{C5C6EC8B-092A-4999-B5EE-A1C3BF508D8A}" dt="2022-11-28T12:27:24.935" v="4011" actId="108"/>
          <ac:spMkLst>
            <pc:docMk/>
            <pc:sldMk cId="1880931230" sldId="9789"/>
            <ac:spMk id="19" creationId="{076E86EE-00CC-D526-E5CC-9831FD5B9E44}"/>
          </ac:spMkLst>
        </pc:spChg>
        <pc:spChg chg="add del mod">
          <ac:chgData name="Macher, Andreas (DI FA CTR PLC PPM)" userId="f1dcac62-7bef-43eb-91f0-927336a1714f" providerId="ADAL" clId="{C5C6EC8B-092A-4999-B5EE-A1C3BF508D8A}" dt="2022-11-28T07:39:20.356" v="2777"/>
          <ac:spMkLst>
            <pc:docMk/>
            <pc:sldMk cId="1880931230" sldId="9789"/>
            <ac:spMk id="20" creationId="{30AAB5DA-312B-1AF5-C919-E8D31F0919FC}"/>
          </ac:spMkLst>
        </pc:spChg>
        <pc:spChg chg="add mod">
          <ac:chgData name="Macher, Andreas (DI FA CTR PLC PPM)" userId="f1dcac62-7bef-43eb-91f0-927336a1714f" providerId="ADAL" clId="{C5C6EC8B-092A-4999-B5EE-A1C3BF508D8A}" dt="2022-11-28T12:24:59.905" v="3987" actId="108"/>
          <ac:spMkLst>
            <pc:docMk/>
            <pc:sldMk cId="1880931230" sldId="9789"/>
            <ac:spMk id="21" creationId="{35113AE1-AC13-9CB3-982B-B0F620AB4E71}"/>
          </ac:spMkLst>
        </pc:spChg>
        <pc:spChg chg="add mod">
          <ac:chgData name="Macher, Andreas (DI FA CTR PLC PPM)" userId="f1dcac62-7bef-43eb-91f0-927336a1714f" providerId="ADAL" clId="{C5C6EC8B-092A-4999-B5EE-A1C3BF508D8A}" dt="2022-11-28T12:27:28.838" v="4013" actId="108"/>
          <ac:spMkLst>
            <pc:docMk/>
            <pc:sldMk cId="1880931230" sldId="9789"/>
            <ac:spMk id="22" creationId="{77E85EBD-2470-EE63-9E16-4F52AD019F5E}"/>
          </ac:spMkLst>
        </pc:spChg>
        <pc:spChg chg="add mod">
          <ac:chgData name="Macher, Andreas (DI FA CTR PLC PPM)" userId="f1dcac62-7bef-43eb-91f0-927336a1714f" providerId="ADAL" clId="{C5C6EC8B-092A-4999-B5EE-A1C3BF508D8A}" dt="2022-11-28T11:25:18.993" v="3486" actId="1076"/>
          <ac:spMkLst>
            <pc:docMk/>
            <pc:sldMk cId="1880931230" sldId="9789"/>
            <ac:spMk id="23" creationId="{A49C36E5-8B68-8101-9F8A-89DAE840BF05}"/>
          </ac:spMkLst>
        </pc:spChg>
        <pc:spChg chg="add mod">
          <ac:chgData name="Macher, Andreas (DI FA CTR PLC PPM)" userId="f1dcac62-7bef-43eb-91f0-927336a1714f" providerId="ADAL" clId="{C5C6EC8B-092A-4999-B5EE-A1C3BF508D8A}" dt="2022-11-28T11:25:18.993" v="3486" actId="1076"/>
          <ac:spMkLst>
            <pc:docMk/>
            <pc:sldMk cId="1880931230" sldId="9789"/>
            <ac:spMk id="24" creationId="{64184224-E8FB-C39B-E0E2-D31A19751D42}"/>
          </ac:spMkLst>
        </pc:spChg>
        <pc:spChg chg="add mod">
          <ac:chgData name="Macher, Andreas (DI FA CTR PLC PPM)" userId="f1dcac62-7bef-43eb-91f0-927336a1714f" providerId="ADAL" clId="{C5C6EC8B-092A-4999-B5EE-A1C3BF508D8A}" dt="2022-11-28T11:25:18.993" v="3486" actId="1076"/>
          <ac:spMkLst>
            <pc:docMk/>
            <pc:sldMk cId="1880931230" sldId="9789"/>
            <ac:spMk id="25" creationId="{FC6D74A9-DA08-6B3A-9020-11E2BD666F0D}"/>
          </ac:spMkLst>
        </pc:spChg>
        <pc:spChg chg="add mod">
          <ac:chgData name="Macher, Andreas (DI FA CTR PLC PPM)" userId="f1dcac62-7bef-43eb-91f0-927336a1714f" providerId="ADAL" clId="{C5C6EC8B-092A-4999-B5EE-A1C3BF508D8A}" dt="2022-11-28T11:25:18.993" v="3486" actId="1076"/>
          <ac:spMkLst>
            <pc:docMk/>
            <pc:sldMk cId="1880931230" sldId="9789"/>
            <ac:spMk id="26" creationId="{EA46D196-3D42-D772-6345-18CA6FC1E1FA}"/>
          </ac:spMkLst>
        </pc:spChg>
        <pc:spChg chg="add mod">
          <ac:chgData name="Macher, Andreas (DI FA CTR PLC PPM)" userId="f1dcac62-7bef-43eb-91f0-927336a1714f" providerId="ADAL" clId="{C5C6EC8B-092A-4999-B5EE-A1C3BF508D8A}" dt="2022-11-28T11:25:18.993" v="3486" actId="1076"/>
          <ac:spMkLst>
            <pc:docMk/>
            <pc:sldMk cId="1880931230" sldId="9789"/>
            <ac:spMk id="27" creationId="{ABBE780F-873F-4F44-D275-16CE43E40C55}"/>
          </ac:spMkLst>
        </pc:spChg>
        <pc:spChg chg="add mod">
          <ac:chgData name="Macher, Andreas (DI FA CTR PLC PPM)" userId="f1dcac62-7bef-43eb-91f0-927336a1714f" providerId="ADAL" clId="{C5C6EC8B-092A-4999-B5EE-A1C3BF508D8A}" dt="2022-11-28T11:25:18.993" v="3486" actId="1076"/>
          <ac:spMkLst>
            <pc:docMk/>
            <pc:sldMk cId="1880931230" sldId="9789"/>
            <ac:spMk id="28" creationId="{B39DE10D-8AAC-4350-9D51-A18A1DCE1A3F}"/>
          </ac:spMkLst>
        </pc:spChg>
        <pc:spChg chg="add del mod">
          <ac:chgData name="Macher, Andreas (DI FA CTR PLC PPM)" userId="f1dcac62-7bef-43eb-91f0-927336a1714f" providerId="ADAL" clId="{C5C6EC8B-092A-4999-B5EE-A1C3BF508D8A}" dt="2022-11-28T07:32:08.540" v="2599" actId="478"/>
          <ac:spMkLst>
            <pc:docMk/>
            <pc:sldMk cId="1880931230" sldId="9789"/>
            <ac:spMk id="56" creationId="{578A4E19-8177-C3DD-CE83-51840334EAD0}"/>
          </ac:spMkLst>
        </pc:spChg>
        <pc:spChg chg="add mod">
          <ac:chgData name="Macher, Andreas (DI FA CTR PLC PPM)" userId="f1dcac62-7bef-43eb-91f0-927336a1714f" providerId="ADAL" clId="{C5C6EC8B-092A-4999-B5EE-A1C3BF508D8A}" dt="2022-11-28T12:17:02.214" v="3806" actId="1076"/>
          <ac:spMkLst>
            <pc:docMk/>
            <pc:sldMk cId="1880931230" sldId="9789"/>
            <ac:spMk id="68" creationId="{D7F15299-0A5A-B2FB-8958-8F06D4D2DF15}"/>
          </ac:spMkLst>
        </pc:spChg>
        <pc:spChg chg="add mod">
          <ac:chgData name="Macher, Andreas (DI FA CTR PLC PPM)" userId="f1dcac62-7bef-43eb-91f0-927336a1714f" providerId="ADAL" clId="{C5C6EC8B-092A-4999-B5EE-A1C3BF508D8A}" dt="2022-11-28T11:27:06.467" v="3603" actId="14100"/>
          <ac:spMkLst>
            <pc:docMk/>
            <pc:sldMk cId="1880931230" sldId="9789"/>
            <ac:spMk id="69" creationId="{4DCC8D48-E40B-5024-6633-FC8DAFCDDD9E}"/>
          </ac:spMkLst>
        </pc:spChg>
        <pc:spChg chg="add del mod">
          <ac:chgData name="Macher, Andreas (DI FA CTR PLC PPM)" userId="f1dcac62-7bef-43eb-91f0-927336a1714f" providerId="ADAL" clId="{C5C6EC8B-092A-4999-B5EE-A1C3BF508D8A}" dt="2022-11-28T13:05:50.525" v="4136" actId="478"/>
          <ac:spMkLst>
            <pc:docMk/>
            <pc:sldMk cId="1880931230" sldId="9789"/>
            <ac:spMk id="70" creationId="{DFC50A0E-ECC1-7CD0-2BAA-A28D510A3735}"/>
          </ac:spMkLst>
        </pc:spChg>
        <pc:spChg chg="add del mod">
          <ac:chgData name="Macher, Andreas (DI FA CTR PLC PPM)" userId="f1dcac62-7bef-43eb-91f0-927336a1714f" providerId="ADAL" clId="{C5C6EC8B-092A-4999-B5EE-A1C3BF508D8A}" dt="2022-11-28T13:05:50.525" v="4136" actId="478"/>
          <ac:spMkLst>
            <pc:docMk/>
            <pc:sldMk cId="1880931230" sldId="9789"/>
            <ac:spMk id="71" creationId="{8B7FAB20-DA86-95C0-7DCF-B70765F82878}"/>
          </ac:spMkLst>
        </pc:spChg>
        <pc:spChg chg="add mod">
          <ac:chgData name="Macher, Andreas (DI FA CTR PLC PPM)" userId="f1dcac62-7bef-43eb-91f0-927336a1714f" providerId="ADAL" clId="{C5C6EC8B-092A-4999-B5EE-A1C3BF508D8A}" dt="2022-11-28T13:07:22.664" v="4216" actId="1076"/>
          <ac:spMkLst>
            <pc:docMk/>
            <pc:sldMk cId="1880931230" sldId="9789"/>
            <ac:spMk id="72" creationId="{04AE074B-E019-A57D-B58A-E834410258C5}"/>
          </ac:spMkLst>
        </pc:spChg>
        <pc:spChg chg="add mod">
          <ac:chgData name="Macher, Andreas (DI FA CTR PLC PPM)" userId="f1dcac62-7bef-43eb-91f0-927336a1714f" providerId="ADAL" clId="{C5C6EC8B-092A-4999-B5EE-A1C3BF508D8A}" dt="2022-11-28T13:07:31.749" v="4219" actId="1038"/>
          <ac:spMkLst>
            <pc:docMk/>
            <pc:sldMk cId="1880931230" sldId="9789"/>
            <ac:spMk id="73" creationId="{B7FE7EE3-EE96-223F-A02F-221824169D44}"/>
          </ac:spMkLst>
        </pc:spChg>
        <pc:spChg chg="add mod">
          <ac:chgData name="Macher, Andreas (DI FA CTR PLC PPM)" userId="f1dcac62-7bef-43eb-91f0-927336a1714f" providerId="ADAL" clId="{C5C6EC8B-092A-4999-B5EE-A1C3BF508D8A}" dt="2022-11-28T13:07:52.288" v="4264" actId="1036"/>
          <ac:spMkLst>
            <pc:docMk/>
            <pc:sldMk cId="1880931230" sldId="9789"/>
            <ac:spMk id="74" creationId="{3192E162-0EA6-226E-152F-BA843E0A09CF}"/>
          </ac:spMkLst>
        </pc:spChg>
        <pc:spChg chg="del mod">
          <ac:chgData name="Macher, Andreas (DI FA CTR PLC PPM)" userId="f1dcac62-7bef-43eb-91f0-927336a1714f" providerId="ADAL" clId="{C5C6EC8B-092A-4999-B5EE-A1C3BF508D8A}" dt="2022-11-28T07:38:08.870" v="2764" actId="478"/>
          <ac:spMkLst>
            <pc:docMk/>
            <pc:sldMk cId="1880931230" sldId="9789"/>
            <ac:spMk id="75" creationId="{03458D24-716D-10DD-FC76-99CD7FDC8CFF}"/>
          </ac:spMkLst>
        </pc:spChg>
        <pc:spChg chg="add mod">
          <ac:chgData name="Macher, Andreas (DI FA CTR PLC PPM)" userId="f1dcac62-7bef-43eb-91f0-927336a1714f" providerId="ADAL" clId="{C5C6EC8B-092A-4999-B5EE-A1C3BF508D8A}" dt="2022-11-28T13:07:48.057" v="4262" actId="1035"/>
          <ac:spMkLst>
            <pc:docMk/>
            <pc:sldMk cId="1880931230" sldId="9789"/>
            <ac:spMk id="75" creationId="{8B58C33E-5DCE-7594-164F-66A372892EC5}"/>
          </ac:spMkLst>
        </pc:spChg>
        <pc:spChg chg="del mod">
          <ac:chgData name="Macher, Andreas (DI FA CTR PLC PPM)" userId="f1dcac62-7bef-43eb-91f0-927336a1714f" providerId="ADAL" clId="{C5C6EC8B-092A-4999-B5EE-A1C3BF508D8A}" dt="2022-11-28T07:38:10.376" v="2765" actId="478"/>
          <ac:spMkLst>
            <pc:docMk/>
            <pc:sldMk cId="1880931230" sldId="9789"/>
            <ac:spMk id="76" creationId="{0D229E13-E0B7-1D01-E6E1-0B324B78B55E}"/>
          </ac:spMkLst>
        </pc:spChg>
        <pc:spChg chg="add del mod">
          <ac:chgData name="Macher, Andreas (DI FA CTR PLC PPM)" userId="f1dcac62-7bef-43eb-91f0-927336a1714f" providerId="ADAL" clId="{C5C6EC8B-092A-4999-B5EE-A1C3BF508D8A}" dt="2022-11-28T13:07:28.528" v="4217" actId="478"/>
          <ac:spMkLst>
            <pc:docMk/>
            <pc:sldMk cId="1880931230" sldId="9789"/>
            <ac:spMk id="76" creationId="{24F7500B-5C7B-2979-A883-E0F10C67A15B}"/>
          </ac:spMkLst>
        </pc:spChg>
        <pc:spChg chg="mod">
          <ac:chgData name="Macher, Andreas (DI FA CTR PLC PPM)" userId="f1dcac62-7bef-43eb-91f0-927336a1714f" providerId="ADAL" clId="{C5C6EC8B-092A-4999-B5EE-A1C3BF508D8A}" dt="2022-11-28T12:26:48.788" v="4007" actId="165"/>
          <ac:spMkLst>
            <pc:docMk/>
            <pc:sldMk cId="1880931230" sldId="9789"/>
            <ac:spMk id="80" creationId="{881BCC85-3151-7AEC-5DE5-AB7D3928B36D}"/>
          </ac:spMkLst>
        </pc:spChg>
        <pc:spChg chg="mod">
          <ac:chgData name="Macher, Andreas (DI FA CTR PLC PPM)" userId="f1dcac62-7bef-43eb-91f0-927336a1714f" providerId="ADAL" clId="{C5C6EC8B-092A-4999-B5EE-A1C3BF508D8A}" dt="2022-11-28T12:26:48.788" v="4007" actId="165"/>
          <ac:spMkLst>
            <pc:docMk/>
            <pc:sldMk cId="1880931230" sldId="9789"/>
            <ac:spMk id="81" creationId="{200BA3AF-3C04-C1BE-4E08-66E064C4E7A1}"/>
          </ac:spMkLst>
        </pc:spChg>
        <pc:spChg chg="add del mod">
          <ac:chgData name="Macher, Andreas (DI FA CTR PLC PPM)" userId="f1dcac62-7bef-43eb-91f0-927336a1714f" providerId="ADAL" clId="{C5C6EC8B-092A-4999-B5EE-A1C3BF508D8A}" dt="2022-11-28T13:07:28.528" v="4217" actId="478"/>
          <ac:spMkLst>
            <pc:docMk/>
            <pc:sldMk cId="1880931230" sldId="9789"/>
            <ac:spMk id="88" creationId="{2B7B98F2-3983-03B8-1A40-8DAF355B44DA}"/>
          </ac:spMkLst>
        </pc:spChg>
        <pc:spChg chg="mod topLvl">
          <ac:chgData name="Macher, Andreas (DI FA CTR PLC PPM)" userId="f1dcac62-7bef-43eb-91f0-927336a1714f" providerId="ADAL" clId="{C5C6EC8B-092A-4999-B5EE-A1C3BF508D8A}" dt="2022-11-28T12:26:57.580" v="4009" actId="108"/>
          <ac:spMkLst>
            <pc:docMk/>
            <pc:sldMk cId="1880931230" sldId="9789"/>
            <ac:spMk id="91" creationId="{ECF5A1F4-981D-F15B-0CC4-BA1D8731C5CD}"/>
          </ac:spMkLst>
        </pc:spChg>
        <pc:spChg chg="mod topLvl">
          <ac:chgData name="Macher, Andreas (DI FA CTR PLC PPM)" userId="f1dcac62-7bef-43eb-91f0-927336a1714f" providerId="ADAL" clId="{C5C6EC8B-092A-4999-B5EE-A1C3BF508D8A}" dt="2022-11-28T12:27:26.772" v="4012" actId="108"/>
          <ac:spMkLst>
            <pc:docMk/>
            <pc:sldMk cId="1880931230" sldId="9789"/>
            <ac:spMk id="92" creationId="{656F0330-EEC7-E8C0-24D2-5BE0246D6F8D}"/>
          </ac:spMkLst>
        </pc:spChg>
        <pc:spChg chg="mod topLvl">
          <ac:chgData name="Macher, Andreas (DI FA CTR PLC PPM)" userId="f1dcac62-7bef-43eb-91f0-927336a1714f" providerId="ADAL" clId="{C5C6EC8B-092A-4999-B5EE-A1C3BF508D8A}" dt="2022-11-28T12:26:48.788" v="4007" actId="165"/>
          <ac:spMkLst>
            <pc:docMk/>
            <pc:sldMk cId="1880931230" sldId="9789"/>
            <ac:spMk id="98" creationId="{36292B79-EB0E-B51D-C1F9-564C106CF7E1}"/>
          </ac:spMkLst>
        </pc:spChg>
        <pc:spChg chg="del mod">
          <ac:chgData name="Macher, Andreas (DI FA CTR PLC PPM)" userId="f1dcac62-7bef-43eb-91f0-927336a1714f" providerId="ADAL" clId="{C5C6EC8B-092A-4999-B5EE-A1C3BF508D8A}" dt="2022-11-28T07:40:59.639" v="2790" actId="478"/>
          <ac:spMkLst>
            <pc:docMk/>
            <pc:sldMk cId="1880931230" sldId="9789"/>
            <ac:spMk id="146" creationId="{74777EDE-82B5-55E2-391C-ED12251FEF13}"/>
          </ac:spMkLst>
        </pc:spChg>
        <pc:spChg chg="del mod">
          <ac:chgData name="Macher, Andreas (DI FA CTR PLC PPM)" userId="f1dcac62-7bef-43eb-91f0-927336a1714f" providerId="ADAL" clId="{C5C6EC8B-092A-4999-B5EE-A1C3BF508D8A}" dt="2022-11-28T07:40:59.639" v="2790" actId="478"/>
          <ac:spMkLst>
            <pc:docMk/>
            <pc:sldMk cId="1880931230" sldId="9789"/>
            <ac:spMk id="147" creationId="{4935EFF4-142D-60D1-BE52-7FF61916A52E}"/>
          </ac:spMkLst>
        </pc:spChg>
        <pc:spChg chg="mod topLvl">
          <ac:chgData name="Macher, Andreas (DI FA CTR PLC PPM)" userId="f1dcac62-7bef-43eb-91f0-927336a1714f" providerId="ADAL" clId="{C5C6EC8B-092A-4999-B5EE-A1C3BF508D8A}" dt="2022-11-28T12:26:59.734" v="4010" actId="108"/>
          <ac:spMkLst>
            <pc:docMk/>
            <pc:sldMk cId="1880931230" sldId="9789"/>
            <ac:spMk id="149" creationId="{4B66C96B-ACE9-1F5A-8C45-E59B1AD732C9}"/>
          </ac:spMkLst>
        </pc:spChg>
        <pc:spChg chg="mod topLvl">
          <ac:chgData name="Macher, Andreas (DI FA CTR PLC PPM)" userId="f1dcac62-7bef-43eb-91f0-927336a1714f" providerId="ADAL" clId="{C5C6EC8B-092A-4999-B5EE-A1C3BF508D8A}" dt="2022-11-28T12:27:30.214" v="4014" actId="108"/>
          <ac:spMkLst>
            <pc:docMk/>
            <pc:sldMk cId="1880931230" sldId="9789"/>
            <ac:spMk id="152" creationId="{BA735696-EC07-6D7D-7762-62E9181DB302}"/>
          </ac:spMkLst>
        </pc:spChg>
        <pc:spChg chg="del">
          <ac:chgData name="Macher, Andreas (DI FA CTR PLC PPM)" userId="f1dcac62-7bef-43eb-91f0-927336a1714f" providerId="ADAL" clId="{C5C6EC8B-092A-4999-B5EE-A1C3BF508D8A}" dt="2022-11-17T12:31:02.928" v="1405" actId="478"/>
          <ac:spMkLst>
            <pc:docMk/>
            <pc:sldMk cId="1880931230" sldId="9789"/>
            <ac:spMk id="160" creationId="{2D80FEEB-5AF4-338B-36D5-B901A6B8ABA1}"/>
          </ac:spMkLst>
        </pc:spChg>
        <pc:spChg chg="mod topLvl">
          <ac:chgData name="Macher, Andreas (DI FA CTR PLC PPM)" userId="f1dcac62-7bef-43eb-91f0-927336a1714f" providerId="ADAL" clId="{C5C6EC8B-092A-4999-B5EE-A1C3BF508D8A}" dt="2022-11-28T12:26:52.794" v="4008" actId="165"/>
          <ac:spMkLst>
            <pc:docMk/>
            <pc:sldMk cId="1880931230" sldId="9789"/>
            <ac:spMk id="161" creationId="{3F9D3819-8FB7-3703-8C5A-C6C491F68F33}"/>
          </ac:spMkLst>
        </pc:spChg>
        <pc:spChg chg="mod">
          <ac:chgData name="Macher, Andreas (DI FA CTR PLC PPM)" userId="f1dcac62-7bef-43eb-91f0-927336a1714f" providerId="ADAL" clId="{C5C6EC8B-092A-4999-B5EE-A1C3BF508D8A}" dt="2022-11-28T12:26:52.794" v="4008" actId="165"/>
          <ac:spMkLst>
            <pc:docMk/>
            <pc:sldMk cId="1880931230" sldId="9789"/>
            <ac:spMk id="165" creationId="{FE9D6E6A-EE49-2E26-8E41-2B19C2566E5F}"/>
          </ac:spMkLst>
        </pc:spChg>
        <pc:spChg chg="mod">
          <ac:chgData name="Macher, Andreas (DI FA CTR PLC PPM)" userId="f1dcac62-7bef-43eb-91f0-927336a1714f" providerId="ADAL" clId="{C5C6EC8B-092A-4999-B5EE-A1C3BF508D8A}" dt="2022-11-28T12:26:52.794" v="4008" actId="165"/>
          <ac:spMkLst>
            <pc:docMk/>
            <pc:sldMk cId="1880931230" sldId="9789"/>
            <ac:spMk id="166" creationId="{208D1EC9-4477-8245-A4A8-F9C757D0491B}"/>
          </ac:spMkLst>
        </pc:spChg>
        <pc:spChg chg="mod">
          <ac:chgData name="Macher, Andreas (DI FA CTR PLC PPM)" userId="f1dcac62-7bef-43eb-91f0-927336a1714f" providerId="ADAL" clId="{C5C6EC8B-092A-4999-B5EE-A1C3BF508D8A}" dt="2022-11-28T11:25:18.993" v="3486" actId="1076"/>
          <ac:spMkLst>
            <pc:docMk/>
            <pc:sldMk cId="1880931230" sldId="9789"/>
            <ac:spMk id="175" creationId="{632F61C3-DFAF-3C76-A9F1-FE1747CE4319}"/>
          </ac:spMkLst>
        </pc:spChg>
        <pc:spChg chg="mod ord">
          <ac:chgData name="Macher, Andreas (DI FA CTR PLC PPM)" userId="f1dcac62-7bef-43eb-91f0-927336a1714f" providerId="ADAL" clId="{C5C6EC8B-092A-4999-B5EE-A1C3BF508D8A}" dt="2022-11-28T11:25:18.993" v="3486" actId="1076"/>
          <ac:spMkLst>
            <pc:docMk/>
            <pc:sldMk cId="1880931230" sldId="9789"/>
            <ac:spMk id="176" creationId="{5FE1BF5A-E432-5CE7-9A98-07400283528D}"/>
          </ac:spMkLst>
        </pc:spChg>
        <pc:grpChg chg="del mod">
          <ac:chgData name="Macher, Andreas (DI FA CTR PLC PPM)" userId="f1dcac62-7bef-43eb-91f0-927336a1714f" providerId="ADAL" clId="{C5C6EC8B-092A-4999-B5EE-A1C3BF508D8A}" dt="2022-11-28T12:26:48.788" v="4007" actId="165"/>
          <ac:grpSpMkLst>
            <pc:docMk/>
            <pc:sldMk cId="1880931230" sldId="9789"/>
            <ac:grpSpMk id="5" creationId="{AC760AB0-B291-22F2-AE50-105CF8D2F699}"/>
          </ac:grpSpMkLst>
        </pc:grpChg>
        <pc:grpChg chg="add del mod">
          <ac:chgData name="Macher, Andreas (DI FA CTR PLC PPM)" userId="f1dcac62-7bef-43eb-91f0-927336a1714f" providerId="ADAL" clId="{C5C6EC8B-092A-4999-B5EE-A1C3BF508D8A}" dt="2022-11-28T10:55:16.732" v="2835" actId="165"/>
          <ac:grpSpMkLst>
            <pc:docMk/>
            <pc:sldMk cId="1880931230" sldId="9789"/>
            <ac:grpSpMk id="14" creationId="{3A0437E9-D1B7-C870-4669-4463E0B865C0}"/>
          </ac:grpSpMkLst>
        </pc:grpChg>
        <pc:grpChg chg="mod topLvl">
          <ac:chgData name="Macher, Andreas (DI FA CTR PLC PPM)" userId="f1dcac62-7bef-43eb-91f0-927336a1714f" providerId="ADAL" clId="{C5C6EC8B-092A-4999-B5EE-A1C3BF508D8A}" dt="2022-11-28T12:26:48.788" v="4007" actId="165"/>
          <ac:grpSpMkLst>
            <pc:docMk/>
            <pc:sldMk cId="1880931230" sldId="9789"/>
            <ac:grpSpMk id="77" creationId="{2CF5516F-F6CB-D9AF-CF71-74F03D33C6BA}"/>
          </ac:grpSpMkLst>
        </pc:grpChg>
        <pc:grpChg chg="mod">
          <ac:chgData name="Macher, Andreas (DI FA CTR PLC PPM)" userId="f1dcac62-7bef-43eb-91f0-927336a1714f" providerId="ADAL" clId="{C5C6EC8B-092A-4999-B5EE-A1C3BF508D8A}" dt="2022-11-28T12:26:48.788" v="4007" actId="165"/>
          <ac:grpSpMkLst>
            <pc:docMk/>
            <pc:sldMk cId="1880931230" sldId="9789"/>
            <ac:grpSpMk id="78" creationId="{D22154DF-92A7-590B-268B-AD87F01E3EEA}"/>
          </ac:grpSpMkLst>
        </pc:grpChg>
        <pc:grpChg chg="mod">
          <ac:chgData name="Macher, Andreas (DI FA CTR PLC PPM)" userId="f1dcac62-7bef-43eb-91f0-927336a1714f" providerId="ADAL" clId="{C5C6EC8B-092A-4999-B5EE-A1C3BF508D8A}" dt="2022-11-28T12:26:48.788" v="4007" actId="165"/>
          <ac:grpSpMkLst>
            <pc:docMk/>
            <pc:sldMk cId="1880931230" sldId="9789"/>
            <ac:grpSpMk id="79" creationId="{25D17CBA-C973-3F38-B9C7-0ED1699002DE}"/>
          </ac:grpSpMkLst>
        </pc:grpChg>
        <pc:grpChg chg="del mod">
          <ac:chgData name="Macher, Andreas (DI FA CTR PLC PPM)" userId="f1dcac62-7bef-43eb-91f0-927336a1714f" providerId="ADAL" clId="{C5C6EC8B-092A-4999-B5EE-A1C3BF508D8A}" dt="2022-11-28T12:26:52.794" v="4008" actId="165"/>
          <ac:grpSpMkLst>
            <pc:docMk/>
            <pc:sldMk cId="1880931230" sldId="9789"/>
            <ac:grpSpMk id="145" creationId="{3244C2E5-065B-34C2-AD84-1B2C6E20DF41}"/>
          </ac:grpSpMkLst>
        </pc:grpChg>
        <pc:grpChg chg="mod topLvl">
          <ac:chgData name="Macher, Andreas (DI FA CTR PLC PPM)" userId="f1dcac62-7bef-43eb-91f0-927336a1714f" providerId="ADAL" clId="{C5C6EC8B-092A-4999-B5EE-A1C3BF508D8A}" dt="2022-11-28T12:26:52.794" v="4008" actId="165"/>
          <ac:grpSpMkLst>
            <pc:docMk/>
            <pc:sldMk cId="1880931230" sldId="9789"/>
            <ac:grpSpMk id="148" creationId="{F4B3B7FD-6E1D-20B7-741A-D95899F4A9A2}"/>
          </ac:grpSpMkLst>
        </pc:grpChg>
        <pc:grpChg chg="mod">
          <ac:chgData name="Macher, Andreas (DI FA CTR PLC PPM)" userId="f1dcac62-7bef-43eb-91f0-927336a1714f" providerId="ADAL" clId="{C5C6EC8B-092A-4999-B5EE-A1C3BF508D8A}" dt="2022-11-28T12:26:52.794" v="4008" actId="165"/>
          <ac:grpSpMkLst>
            <pc:docMk/>
            <pc:sldMk cId="1880931230" sldId="9789"/>
            <ac:grpSpMk id="163" creationId="{FD46BA1E-C6D0-5D09-847B-6A7DD720AF85}"/>
          </ac:grpSpMkLst>
        </pc:grpChg>
        <pc:grpChg chg="mod">
          <ac:chgData name="Macher, Andreas (DI FA CTR PLC PPM)" userId="f1dcac62-7bef-43eb-91f0-927336a1714f" providerId="ADAL" clId="{C5C6EC8B-092A-4999-B5EE-A1C3BF508D8A}" dt="2022-11-28T12:26:52.794" v="4008" actId="165"/>
          <ac:grpSpMkLst>
            <pc:docMk/>
            <pc:sldMk cId="1880931230" sldId="9789"/>
            <ac:grpSpMk id="164" creationId="{3DEBC44F-A245-C3FF-6EA4-5B633015118A}"/>
          </ac:grpSpMkLst>
        </pc:grpChg>
        <pc:picChg chg="mod topLvl">
          <ac:chgData name="Macher, Andreas (DI FA CTR PLC PPM)" userId="f1dcac62-7bef-43eb-91f0-927336a1714f" providerId="ADAL" clId="{C5C6EC8B-092A-4999-B5EE-A1C3BF508D8A}" dt="2022-11-28T11:25:18.993" v="3486" actId="1076"/>
          <ac:picMkLst>
            <pc:docMk/>
            <pc:sldMk cId="1880931230" sldId="9789"/>
            <ac:picMk id="30" creationId="{F9CA9E63-96C5-ED07-FE29-DB0C9EA9232B}"/>
          </ac:picMkLst>
        </pc:picChg>
        <pc:picChg chg="mod topLvl">
          <ac:chgData name="Macher, Andreas (DI FA CTR PLC PPM)" userId="f1dcac62-7bef-43eb-91f0-927336a1714f" providerId="ADAL" clId="{C5C6EC8B-092A-4999-B5EE-A1C3BF508D8A}" dt="2022-11-28T11:25:18.993" v="3486" actId="1076"/>
          <ac:picMkLst>
            <pc:docMk/>
            <pc:sldMk cId="1880931230" sldId="9789"/>
            <ac:picMk id="31" creationId="{72869F5A-9C89-5D35-163D-EA324B39178A}"/>
          </ac:picMkLst>
        </pc:picChg>
        <pc:picChg chg="del mod topLvl">
          <ac:chgData name="Macher, Andreas (DI FA CTR PLC PPM)" userId="f1dcac62-7bef-43eb-91f0-927336a1714f" providerId="ADAL" clId="{C5C6EC8B-092A-4999-B5EE-A1C3BF508D8A}" dt="2022-11-28T10:55:19.899" v="2836" actId="478"/>
          <ac:picMkLst>
            <pc:docMk/>
            <pc:sldMk cId="1880931230" sldId="9789"/>
            <ac:picMk id="64" creationId="{2B003746-6242-4404-B5D4-285F6F3939EE}"/>
          </ac:picMkLst>
        </pc:picChg>
        <pc:picChg chg="del mod topLvl">
          <ac:chgData name="Macher, Andreas (DI FA CTR PLC PPM)" userId="f1dcac62-7bef-43eb-91f0-927336a1714f" providerId="ADAL" clId="{C5C6EC8B-092A-4999-B5EE-A1C3BF508D8A}" dt="2022-11-28T10:55:21.001" v="2837" actId="478"/>
          <ac:picMkLst>
            <pc:docMk/>
            <pc:sldMk cId="1880931230" sldId="9789"/>
            <ac:picMk id="65" creationId="{7E97F7BB-7784-B951-9FDA-CCB478A9AB8A}"/>
          </ac:picMkLst>
        </pc:picChg>
        <pc:picChg chg="add mod">
          <ac:chgData name="Macher, Andreas (DI FA CTR PLC PPM)" userId="f1dcac62-7bef-43eb-91f0-927336a1714f" providerId="ADAL" clId="{C5C6EC8B-092A-4999-B5EE-A1C3BF508D8A}" dt="2022-11-28T11:25:18.993" v="3486" actId="1076"/>
          <ac:picMkLst>
            <pc:docMk/>
            <pc:sldMk cId="1880931230" sldId="9789"/>
            <ac:picMk id="66" creationId="{0429099A-A0F2-276E-AA70-01B73003E031}"/>
          </ac:picMkLst>
        </pc:picChg>
        <pc:picChg chg="add mod">
          <ac:chgData name="Macher, Andreas (DI FA CTR PLC PPM)" userId="f1dcac62-7bef-43eb-91f0-927336a1714f" providerId="ADAL" clId="{C5C6EC8B-092A-4999-B5EE-A1C3BF508D8A}" dt="2022-11-28T11:25:18.993" v="3486" actId="1076"/>
          <ac:picMkLst>
            <pc:docMk/>
            <pc:sldMk cId="1880931230" sldId="9789"/>
            <ac:picMk id="67" creationId="{B5F9AD7A-71A0-9302-8C26-9F1E936A7FDA}"/>
          </ac:picMkLst>
        </pc:picChg>
        <pc:picChg chg="mod">
          <ac:chgData name="Macher, Andreas (DI FA CTR PLC PPM)" userId="f1dcac62-7bef-43eb-91f0-927336a1714f" providerId="ADAL" clId="{C5C6EC8B-092A-4999-B5EE-A1C3BF508D8A}" dt="2022-11-28T12:26:48.788" v="4007" actId="165"/>
          <ac:picMkLst>
            <pc:docMk/>
            <pc:sldMk cId="1880931230" sldId="9789"/>
            <ac:picMk id="82" creationId="{806187BE-0092-8097-1E44-31710223B764}"/>
          </ac:picMkLst>
        </pc:picChg>
        <pc:picChg chg="mod">
          <ac:chgData name="Macher, Andreas (DI FA CTR PLC PPM)" userId="f1dcac62-7bef-43eb-91f0-927336a1714f" providerId="ADAL" clId="{C5C6EC8B-092A-4999-B5EE-A1C3BF508D8A}" dt="2022-11-28T12:26:48.788" v="4007" actId="165"/>
          <ac:picMkLst>
            <pc:docMk/>
            <pc:sldMk cId="1880931230" sldId="9789"/>
            <ac:picMk id="83" creationId="{323E0EC6-503A-A39C-FFCB-A3C3CDB19DCC}"/>
          </ac:picMkLst>
        </pc:picChg>
        <pc:picChg chg="mod">
          <ac:chgData name="Macher, Andreas (DI FA CTR PLC PPM)" userId="f1dcac62-7bef-43eb-91f0-927336a1714f" providerId="ADAL" clId="{C5C6EC8B-092A-4999-B5EE-A1C3BF508D8A}" dt="2022-11-28T12:26:48.788" v="4007" actId="165"/>
          <ac:picMkLst>
            <pc:docMk/>
            <pc:sldMk cId="1880931230" sldId="9789"/>
            <ac:picMk id="84" creationId="{39C35CC4-E0B5-B963-A675-9D9F66D5567A}"/>
          </ac:picMkLst>
        </pc:picChg>
        <pc:picChg chg="mod">
          <ac:chgData name="Macher, Andreas (DI FA CTR PLC PPM)" userId="f1dcac62-7bef-43eb-91f0-927336a1714f" providerId="ADAL" clId="{C5C6EC8B-092A-4999-B5EE-A1C3BF508D8A}" dt="2022-11-28T12:26:48.788" v="4007" actId="165"/>
          <ac:picMkLst>
            <pc:docMk/>
            <pc:sldMk cId="1880931230" sldId="9789"/>
            <ac:picMk id="85" creationId="{21FA8B4C-4060-358B-492A-9FDFDCEC47C6}"/>
          </ac:picMkLst>
        </pc:picChg>
        <pc:picChg chg="mod">
          <ac:chgData name="Macher, Andreas (DI FA CTR PLC PPM)" userId="f1dcac62-7bef-43eb-91f0-927336a1714f" providerId="ADAL" clId="{C5C6EC8B-092A-4999-B5EE-A1C3BF508D8A}" dt="2022-11-28T12:26:48.788" v="4007" actId="165"/>
          <ac:picMkLst>
            <pc:docMk/>
            <pc:sldMk cId="1880931230" sldId="9789"/>
            <ac:picMk id="86" creationId="{6792B934-3114-A5C0-3BB4-CCEDEC92526E}"/>
          </ac:picMkLst>
        </pc:picChg>
        <pc:picChg chg="mod ord">
          <ac:chgData name="Macher, Andreas (DI FA CTR PLC PPM)" userId="f1dcac62-7bef-43eb-91f0-927336a1714f" providerId="ADAL" clId="{C5C6EC8B-092A-4999-B5EE-A1C3BF508D8A}" dt="2022-11-28T12:26:48.788" v="4007" actId="165"/>
          <ac:picMkLst>
            <pc:docMk/>
            <pc:sldMk cId="1880931230" sldId="9789"/>
            <ac:picMk id="87" creationId="{7CBBBFC0-16B8-CE8A-8CBB-CA6236EEBF05}"/>
          </ac:picMkLst>
        </pc:picChg>
        <pc:picChg chg="del mod">
          <ac:chgData name="Macher, Andreas (DI FA CTR PLC PPM)" userId="f1dcac62-7bef-43eb-91f0-927336a1714f" providerId="ADAL" clId="{C5C6EC8B-092A-4999-B5EE-A1C3BF508D8A}" dt="2022-11-28T07:36:32.822" v="2699" actId="478"/>
          <ac:picMkLst>
            <pc:docMk/>
            <pc:sldMk cId="1880931230" sldId="9789"/>
            <ac:picMk id="93" creationId="{020C8D67-19E9-80E7-5F34-2617E7A07686}"/>
          </ac:picMkLst>
        </pc:picChg>
        <pc:picChg chg="mod ord topLvl">
          <ac:chgData name="Macher, Andreas (DI FA CTR PLC PPM)" userId="f1dcac62-7bef-43eb-91f0-927336a1714f" providerId="ADAL" clId="{C5C6EC8B-092A-4999-B5EE-A1C3BF508D8A}" dt="2022-11-28T12:26:48.788" v="4007" actId="165"/>
          <ac:picMkLst>
            <pc:docMk/>
            <pc:sldMk cId="1880931230" sldId="9789"/>
            <ac:picMk id="97" creationId="{00EE2839-2121-1DBB-8649-9FDC22B3F374}"/>
          </ac:picMkLst>
        </pc:picChg>
        <pc:picChg chg="del mod">
          <ac:chgData name="Macher, Andreas (DI FA CTR PLC PPM)" userId="f1dcac62-7bef-43eb-91f0-927336a1714f" providerId="ADAL" clId="{C5C6EC8B-092A-4999-B5EE-A1C3BF508D8A}" dt="2022-11-28T10:55:51.714" v="2849" actId="478"/>
          <ac:picMkLst>
            <pc:docMk/>
            <pc:sldMk cId="1880931230" sldId="9789"/>
            <ac:picMk id="99" creationId="{F35B6CD7-D1DE-C7C1-9116-15BEDFDCDB35}"/>
          </ac:picMkLst>
        </pc:picChg>
        <pc:picChg chg="del mod">
          <ac:chgData name="Macher, Andreas (DI FA CTR PLC PPM)" userId="f1dcac62-7bef-43eb-91f0-927336a1714f" providerId="ADAL" clId="{C5C6EC8B-092A-4999-B5EE-A1C3BF508D8A}" dt="2022-11-28T10:55:24.211" v="2840" actId="478"/>
          <ac:picMkLst>
            <pc:docMk/>
            <pc:sldMk cId="1880931230" sldId="9789"/>
            <ac:picMk id="144" creationId="{DE7CC6C8-D548-67D9-5710-804086ABB31F}"/>
          </ac:picMkLst>
        </pc:picChg>
        <pc:picChg chg="mod ord topLvl">
          <ac:chgData name="Macher, Andreas (DI FA CTR PLC PPM)" userId="f1dcac62-7bef-43eb-91f0-927336a1714f" providerId="ADAL" clId="{C5C6EC8B-092A-4999-B5EE-A1C3BF508D8A}" dt="2022-11-28T12:26:52.794" v="4008" actId="165"/>
          <ac:picMkLst>
            <pc:docMk/>
            <pc:sldMk cId="1880931230" sldId="9789"/>
            <ac:picMk id="155" creationId="{D9A1AAC8-4BF1-3D99-552F-E15367C541BE}"/>
          </ac:picMkLst>
        </pc:picChg>
        <pc:picChg chg="del">
          <ac:chgData name="Macher, Andreas (DI FA CTR PLC PPM)" userId="f1dcac62-7bef-43eb-91f0-927336a1714f" providerId="ADAL" clId="{C5C6EC8B-092A-4999-B5EE-A1C3BF508D8A}" dt="2022-11-28T07:40:45.082" v="2787" actId="478"/>
          <ac:picMkLst>
            <pc:docMk/>
            <pc:sldMk cId="1880931230" sldId="9789"/>
            <ac:picMk id="156" creationId="{D2E0CD54-4BB2-E81F-2F34-E5ABB0A09C6C}"/>
          </ac:picMkLst>
        </pc:picChg>
        <pc:picChg chg="del mod">
          <ac:chgData name="Macher, Andreas (DI FA CTR PLC PPM)" userId="f1dcac62-7bef-43eb-91f0-927336a1714f" providerId="ADAL" clId="{C5C6EC8B-092A-4999-B5EE-A1C3BF508D8A}" dt="2022-11-28T10:56:48.305" v="2871" actId="478"/>
          <ac:picMkLst>
            <pc:docMk/>
            <pc:sldMk cId="1880931230" sldId="9789"/>
            <ac:picMk id="162" creationId="{9E223731-5ACF-CEA1-AED2-06F89A0837A4}"/>
          </ac:picMkLst>
        </pc:picChg>
        <pc:picChg chg="mod">
          <ac:chgData name="Macher, Andreas (DI FA CTR PLC PPM)" userId="f1dcac62-7bef-43eb-91f0-927336a1714f" providerId="ADAL" clId="{C5C6EC8B-092A-4999-B5EE-A1C3BF508D8A}" dt="2022-11-28T12:26:52.794" v="4008" actId="165"/>
          <ac:picMkLst>
            <pc:docMk/>
            <pc:sldMk cId="1880931230" sldId="9789"/>
            <ac:picMk id="167" creationId="{B7B894B0-1F47-999D-83FE-494EB5673B29}"/>
          </ac:picMkLst>
        </pc:picChg>
        <pc:picChg chg="mod">
          <ac:chgData name="Macher, Andreas (DI FA CTR PLC PPM)" userId="f1dcac62-7bef-43eb-91f0-927336a1714f" providerId="ADAL" clId="{C5C6EC8B-092A-4999-B5EE-A1C3BF508D8A}" dt="2022-11-28T12:26:52.794" v="4008" actId="165"/>
          <ac:picMkLst>
            <pc:docMk/>
            <pc:sldMk cId="1880931230" sldId="9789"/>
            <ac:picMk id="169" creationId="{C9E01BF3-5DB7-A897-6F5D-DAB5C9C0850E}"/>
          </ac:picMkLst>
        </pc:picChg>
        <pc:picChg chg="mod">
          <ac:chgData name="Macher, Andreas (DI FA CTR PLC PPM)" userId="f1dcac62-7bef-43eb-91f0-927336a1714f" providerId="ADAL" clId="{C5C6EC8B-092A-4999-B5EE-A1C3BF508D8A}" dt="2022-11-28T12:26:52.794" v="4008" actId="165"/>
          <ac:picMkLst>
            <pc:docMk/>
            <pc:sldMk cId="1880931230" sldId="9789"/>
            <ac:picMk id="170" creationId="{C976D1BC-DDAF-E39C-7C76-362CC29BB0BF}"/>
          </ac:picMkLst>
        </pc:picChg>
        <pc:picChg chg="mod">
          <ac:chgData name="Macher, Andreas (DI FA CTR PLC PPM)" userId="f1dcac62-7bef-43eb-91f0-927336a1714f" providerId="ADAL" clId="{C5C6EC8B-092A-4999-B5EE-A1C3BF508D8A}" dt="2022-11-28T12:26:52.794" v="4008" actId="165"/>
          <ac:picMkLst>
            <pc:docMk/>
            <pc:sldMk cId="1880931230" sldId="9789"/>
            <ac:picMk id="171" creationId="{EF3485BD-5878-4469-9F2D-0F57B661B222}"/>
          </ac:picMkLst>
        </pc:picChg>
        <pc:picChg chg="mod">
          <ac:chgData name="Macher, Andreas (DI FA CTR PLC PPM)" userId="f1dcac62-7bef-43eb-91f0-927336a1714f" providerId="ADAL" clId="{C5C6EC8B-092A-4999-B5EE-A1C3BF508D8A}" dt="2022-11-28T12:26:52.794" v="4008" actId="165"/>
          <ac:picMkLst>
            <pc:docMk/>
            <pc:sldMk cId="1880931230" sldId="9789"/>
            <ac:picMk id="172" creationId="{22E8B433-09A1-A177-2660-37C0A469E9D9}"/>
          </ac:picMkLst>
        </pc:picChg>
        <pc:picChg chg="mod">
          <ac:chgData name="Macher, Andreas (DI FA CTR PLC PPM)" userId="f1dcac62-7bef-43eb-91f0-927336a1714f" providerId="ADAL" clId="{C5C6EC8B-092A-4999-B5EE-A1C3BF508D8A}" dt="2022-11-28T12:26:52.794" v="4008" actId="165"/>
          <ac:picMkLst>
            <pc:docMk/>
            <pc:sldMk cId="1880931230" sldId="9789"/>
            <ac:picMk id="173" creationId="{AC0B6A61-7D7D-6D09-3FA1-44283BCAE215}"/>
          </ac:picMkLst>
        </pc:picChg>
        <pc:picChg chg="del mod">
          <ac:chgData name="Macher, Andreas (DI FA CTR PLC PPM)" userId="f1dcac62-7bef-43eb-91f0-927336a1714f" providerId="ADAL" clId="{C5C6EC8B-092A-4999-B5EE-A1C3BF508D8A}" dt="2022-11-28T10:56:44.276" v="2870" actId="478"/>
          <ac:picMkLst>
            <pc:docMk/>
            <pc:sldMk cId="1880931230" sldId="9789"/>
            <ac:picMk id="174" creationId="{924FE7F8-87B8-D7E4-818F-D03605CA8456}"/>
          </ac:picMkLst>
        </pc:picChg>
        <pc:picChg chg="mod">
          <ac:chgData name="Macher, Andreas (DI FA CTR PLC PPM)" userId="f1dcac62-7bef-43eb-91f0-927336a1714f" providerId="ADAL" clId="{C5C6EC8B-092A-4999-B5EE-A1C3BF508D8A}" dt="2022-11-28T11:25:18.993" v="3486" actId="1076"/>
          <ac:picMkLst>
            <pc:docMk/>
            <pc:sldMk cId="1880931230" sldId="9789"/>
            <ac:picMk id="177" creationId="{F4999406-FB32-B5CF-8D6D-69EBB453E615}"/>
          </ac:picMkLst>
        </pc:picChg>
        <pc:picChg chg="del">
          <ac:chgData name="Macher, Andreas (DI FA CTR PLC PPM)" userId="f1dcac62-7bef-43eb-91f0-927336a1714f" providerId="ADAL" clId="{C5C6EC8B-092A-4999-B5EE-A1C3BF508D8A}" dt="2022-11-28T07:40:41.702" v="2786" actId="478"/>
          <ac:picMkLst>
            <pc:docMk/>
            <pc:sldMk cId="1880931230" sldId="9789"/>
            <ac:picMk id="178" creationId="{1ADEE528-7E90-3E6B-F888-1A68265F69A0}"/>
          </ac:picMkLst>
        </pc:picChg>
        <pc:picChg chg="mod">
          <ac:chgData name="Macher, Andreas (DI FA CTR PLC PPM)" userId="f1dcac62-7bef-43eb-91f0-927336a1714f" providerId="ADAL" clId="{C5C6EC8B-092A-4999-B5EE-A1C3BF508D8A}" dt="2022-11-28T11:25:18.993" v="3486" actId="1076"/>
          <ac:picMkLst>
            <pc:docMk/>
            <pc:sldMk cId="1880931230" sldId="9789"/>
            <ac:picMk id="179" creationId="{BF79AA47-1BFC-430F-5C8F-BF03E34E8E7B}"/>
          </ac:picMkLst>
        </pc:picChg>
        <pc:cxnChg chg="del mod topLvl">
          <ac:chgData name="Macher, Andreas (DI FA CTR PLC PPM)" userId="f1dcac62-7bef-43eb-91f0-927336a1714f" providerId="ADAL" clId="{C5C6EC8B-092A-4999-B5EE-A1C3BF508D8A}" dt="2022-11-28T10:55:22.685" v="2839" actId="478"/>
          <ac:cxnSpMkLst>
            <pc:docMk/>
            <pc:sldMk cId="1880931230" sldId="9789"/>
            <ac:cxnSpMk id="20" creationId="{553311DD-AEEA-20DC-FDFA-6EAD2FFFA28A}"/>
          </ac:cxnSpMkLst>
        </pc:cxnChg>
        <pc:cxnChg chg="del mod topLvl">
          <ac:chgData name="Macher, Andreas (DI FA CTR PLC PPM)" userId="f1dcac62-7bef-43eb-91f0-927336a1714f" providerId="ADAL" clId="{C5C6EC8B-092A-4999-B5EE-A1C3BF508D8A}" dt="2022-11-28T10:55:22.043" v="2838" actId="478"/>
          <ac:cxnSpMkLst>
            <pc:docMk/>
            <pc:sldMk cId="1880931230" sldId="9789"/>
            <ac:cxnSpMk id="29" creationId="{0D0780EF-0BE4-AFAF-C843-837634390644}"/>
          </ac:cxnSpMkLst>
        </pc:cxnChg>
      </pc:sldChg>
      <pc:sldChg chg="addSp delSp modSp add del mod">
        <pc:chgData name="Macher, Andreas (DI FA CTR PLC PPM)" userId="f1dcac62-7bef-43eb-91f0-927336a1714f" providerId="ADAL" clId="{C5C6EC8B-092A-4999-B5EE-A1C3BF508D8A}" dt="2022-08-15T13:55:12.459" v="567" actId="47"/>
        <pc:sldMkLst>
          <pc:docMk/>
          <pc:sldMk cId="3201472925" sldId="9790"/>
        </pc:sldMkLst>
        <pc:spChg chg="add del mod ord">
          <ac:chgData name="Macher, Andreas (DI FA CTR PLC PPM)" userId="f1dcac62-7bef-43eb-91f0-927336a1714f" providerId="ADAL" clId="{C5C6EC8B-092A-4999-B5EE-A1C3BF508D8A}" dt="2022-08-15T13:33:41.783" v="262" actId="478"/>
          <ac:spMkLst>
            <pc:docMk/>
            <pc:sldMk cId="3201472925" sldId="9790"/>
            <ac:spMk id="8" creationId="{A65D66E7-82D3-ACB9-CDCB-E3524E94A5F1}"/>
          </ac:spMkLst>
        </pc:spChg>
        <pc:spChg chg="add mod">
          <ac:chgData name="Macher, Andreas (DI FA CTR PLC PPM)" userId="f1dcac62-7bef-43eb-91f0-927336a1714f" providerId="ADAL" clId="{C5C6EC8B-092A-4999-B5EE-A1C3BF508D8A}" dt="2022-08-15T13:31:25.717" v="252" actId="1582"/>
          <ac:spMkLst>
            <pc:docMk/>
            <pc:sldMk cId="3201472925" sldId="9790"/>
            <ac:spMk id="10" creationId="{C757C5A2-900E-5A52-91C8-89185421AC39}"/>
          </ac:spMkLst>
        </pc:spChg>
        <pc:spChg chg="mod">
          <ac:chgData name="Macher, Andreas (DI FA CTR PLC PPM)" userId="f1dcac62-7bef-43eb-91f0-927336a1714f" providerId="ADAL" clId="{C5C6EC8B-092A-4999-B5EE-A1C3BF508D8A}" dt="2022-08-15T07:57:05.974" v="7" actId="1076"/>
          <ac:spMkLst>
            <pc:docMk/>
            <pc:sldMk cId="3201472925" sldId="9790"/>
            <ac:spMk id="11" creationId="{4F5C7018-FD6D-1A4E-409B-3A9D95CC35F7}"/>
          </ac:spMkLst>
        </pc:spChg>
        <pc:spChg chg="add mod">
          <ac:chgData name="Macher, Andreas (DI FA CTR PLC PPM)" userId="f1dcac62-7bef-43eb-91f0-927336a1714f" providerId="ADAL" clId="{C5C6EC8B-092A-4999-B5EE-A1C3BF508D8A}" dt="2022-08-15T13:31:25.717" v="252" actId="1582"/>
          <ac:spMkLst>
            <pc:docMk/>
            <pc:sldMk cId="3201472925" sldId="9790"/>
            <ac:spMk id="18" creationId="{D68C93AA-AD02-21DF-CA11-7E2CCAD0C42B}"/>
          </ac:spMkLst>
        </pc:spChg>
        <pc:spChg chg="add mod">
          <ac:chgData name="Macher, Andreas (DI FA CTR PLC PPM)" userId="f1dcac62-7bef-43eb-91f0-927336a1714f" providerId="ADAL" clId="{C5C6EC8B-092A-4999-B5EE-A1C3BF508D8A}" dt="2022-08-15T13:32:48.354" v="257" actId="14100"/>
          <ac:spMkLst>
            <pc:docMk/>
            <pc:sldMk cId="3201472925" sldId="9790"/>
            <ac:spMk id="19" creationId="{E2A23F09-DF0F-A929-E698-967FA472C9A7}"/>
          </ac:spMkLst>
        </pc:spChg>
        <pc:spChg chg="add mod">
          <ac:chgData name="Macher, Andreas (DI FA CTR PLC PPM)" userId="f1dcac62-7bef-43eb-91f0-927336a1714f" providerId="ADAL" clId="{C5C6EC8B-092A-4999-B5EE-A1C3BF508D8A}" dt="2022-08-15T13:32:58.033" v="259" actId="1076"/>
          <ac:spMkLst>
            <pc:docMk/>
            <pc:sldMk cId="3201472925" sldId="9790"/>
            <ac:spMk id="40" creationId="{A345380A-7813-07EA-10E7-E3016EFF75E8}"/>
          </ac:spMkLst>
        </pc:spChg>
        <pc:picChg chg="add mod">
          <ac:chgData name="Macher, Andreas (DI FA CTR PLC PPM)" userId="f1dcac62-7bef-43eb-91f0-927336a1714f" providerId="ADAL" clId="{C5C6EC8B-092A-4999-B5EE-A1C3BF508D8A}" dt="2022-08-15T11:20:10.239" v="227" actId="1076"/>
          <ac:picMkLst>
            <pc:docMk/>
            <pc:sldMk cId="3201472925" sldId="9790"/>
            <ac:picMk id="4" creationId="{9DF53D65-E6E2-ED9F-DD47-AE87530BD304}"/>
          </ac:picMkLst>
        </pc:picChg>
        <pc:picChg chg="add mod">
          <ac:chgData name="Macher, Andreas (DI FA CTR PLC PPM)" userId="f1dcac62-7bef-43eb-91f0-927336a1714f" providerId="ADAL" clId="{C5C6EC8B-092A-4999-B5EE-A1C3BF508D8A}" dt="2022-08-15T13:29:50.156" v="245" actId="1076"/>
          <ac:picMkLst>
            <pc:docMk/>
            <pc:sldMk cId="3201472925" sldId="9790"/>
            <ac:picMk id="7" creationId="{F5A0A176-2FA6-56C9-7C33-9BA7D3496183}"/>
          </ac:picMkLst>
        </pc:picChg>
        <pc:picChg chg="add del mod">
          <ac:chgData name="Macher, Andreas (DI FA CTR PLC PPM)" userId="f1dcac62-7bef-43eb-91f0-927336a1714f" providerId="ADAL" clId="{C5C6EC8B-092A-4999-B5EE-A1C3BF508D8A}" dt="2022-08-15T13:34:26.133" v="265" actId="21"/>
          <ac:picMkLst>
            <pc:docMk/>
            <pc:sldMk cId="3201472925" sldId="9790"/>
            <ac:picMk id="21" creationId="{80C16813-D425-33A8-501E-7174D7F169F9}"/>
          </ac:picMkLst>
        </pc:picChg>
        <pc:cxnChg chg="add mod">
          <ac:chgData name="Macher, Andreas (DI FA CTR PLC PPM)" userId="f1dcac62-7bef-43eb-91f0-927336a1714f" providerId="ADAL" clId="{C5C6EC8B-092A-4999-B5EE-A1C3BF508D8A}" dt="2022-08-15T13:31:25.717" v="252" actId="1582"/>
          <ac:cxnSpMkLst>
            <pc:docMk/>
            <pc:sldMk cId="3201472925" sldId="9790"/>
            <ac:cxnSpMk id="13" creationId="{479E16A2-BFBE-7B8B-0500-60BAF52C9A2D}"/>
          </ac:cxnSpMkLst>
        </pc:cxnChg>
        <pc:cxnChg chg="add mod">
          <ac:chgData name="Macher, Andreas (DI FA CTR PLC PPM)" userId="f1dcac62-7bef-43eb-91f0-927336a1714f" providerId="ADAL" clId="{C5C6EC8B-092A-4999-B5EE-A1C3BF508D8A}" dt="2022-08-15T13:31:25.717" v="252" actId="1582"/>
          <ac:cxnSpMkLst>
            <pc:docMk/>
            <pc:sldMk cId="3201472925" sldId="9790"/>
            <ac:cxnSpMk id="15" creationId="{16DBFEC1-3017-E77F-FA36-97B343214185}"/>
          </ac:cxnSpMkLst>
        </pc:cxnChg>
        <pc:cxnChg chg="add mod">
          <ac:chgData name="Macher, Andreas (DI FA CTR PLC PPM)" userId="f1dcac62-7bef-43eb-91f0-927336a1714f" providerId="ADAL" clId="{C5C6EC8B-092A-4999-B5EE-A1C3BF508D8A}" dt="2022-08-15T13:31:25.717" v="252" actId="1582"/>
          <ac:cxnSpMkLst>
            <pc:docMk/>
            <pc:sldMk cId="3201472925" sldId="9790"/>
            <ac:cxnSpMk id="17" creationId="{D327FE39-1490-E9F1-0CAF-1E47413D3728}"/>
          </ac:cxnSpMkLst>
        </pc:cxnChg>
      </pc:sldChg>
      <pc:sldChg chg="addSp delSp modSp add del mod chgLayout">
        <pc:chgData name="Macher, Andreas (DI FA CTR PLC PPM)" userId="f1dcac62-7bef-43eb-91f0-927336a1714f" providerId="ADAL" clId="{C5C6EC8B-092A-4999-B5EE-A1C3BF508D8A}" dt="2022-11-29T10:05:44.416" v="8155" actId="47"/>
        <pc:sldMkLst>
          <pc:docMk/>
          <pc:sldMk cId="2219493215" sldId="9791"/>
        </pc:sldMkLst>
        <pc:spChg chg="mod ord">
          <ac:chgData name="Macher, Andreas (DI FA CTR PLC PPM)" userId="f1dcac62-7bef-43eb-91f0-927336a1714f" providerId="ADAL" clId="{C5C6EC8B-092A-4999-B5EE-A1C3BF508D8A}" dt="2022-11-29T07:32:51.750" v="4871" actId="20577"/>
          <ac:spMkLst>
            <pc:docMk/>
            <pc:sldMk cId="2219493215" sldId="9791"/>
            <ac:spMk id="2" creationId="{00000000-0000-0000-0000-000000000000}"/>
          </ac:spMkLst>
        </pc:spChg>
        <pc:spChg chg="add mod ord">
          <ac:chgData name="Macher, Andreas (DI FA CTR PLC PPM)" userId="f1dcac62-7bef-43eb-91f0-927336a1714f" providerId="ADAL" clId="{C5C6EC8B-092A-4999-B5EE-A1C3BF508D8A}" dt="2022-11-28T07:21:50.774" v="2440" actId="1076"/>
          <ac:spMkLst>
            <pc:docMk/>
            <pc:sldMk cId="2219493215" sldId="9791"/>
            <ac:spMk id="3" creationId="{B9801254-DE74-CF03-E89B-86D38324AD77}"/>
          </ac:spMkLst>
        </pc:spChg>
        <pc:spChg chg="add mod">
          <ac:chgData name="Macher, Andreas (DI FA CTR PLC PPM)" userId="f1dcac62-7bef-43eb-91f0-927336a1714f" providerId="ADAL" clId="{C5C6EC8B-092A-4999-B5EE-A1C3BF508D8A}" dt="2022-11-28T13:05:02.527" v="4125" actId="1076"/>
          <ac:spMkLst>
            <pc:docMk/>
            <pc:sldMk cId="2219493215" sldId="9791"/>
            <ac:spMk id="4" creationId="{41EB71FC-078A-5264-D06A-9966BAFCA016}"/>
          </ac:spMkLst>
        </pc:spChg>
        <pc:spChg chg="add del mod">
          <ac:chgData name="Macher, Andreas (DI FA CTR PLC PPM)" userId="f1dcac62-7bef-43eb-91f0-927336a1714f" providerId="ADAL" clId="{C5C6EC8B-092A-4999-B5EE-A1C3BF508D8A}" dt="2022-11-28T07:21:35.371" v="2430"/>
          <ac:spMkLst>
            <pc:docMk/>
            <pc:sldMk cId="2219493215" sldId="9791"/>
            <ac:spMk id="4" creationId="{7F4A8288-6A1A-4B66-9DBC-D2F2957A26DA}"/>
          </ac:spMkLst>
        </pc:spChg>
        <pc:spChg chg="add mod">
          <ac:chgData name="Macher, Andreas (DI FA CTR PLC PPM)" userId="f1dcac62-7bef-43eb-91f0-927336a1714f" providerId="ADAL" clId="{C5C6EC8B-092A-4999-B5EE-A1C3BF508D8A}" dt="2022-11-28T13:05:00.285" v="4124" actId="1076"/>
          <ac:spMkLst>
            <pc:docMk/>
            <pc:sldMk cId="2219493215" sldId="9791"/>
            <ac:spMk id="5" creationId="{55FC6C3A-1B1D-7064-0450-051DF2113BA1}"/>
          </ac:spMkLst>
        </pc:spChg>
        <pc:spChg chg="add del mod">
          <ac:chgData name="Macher, Andreas (DI FA CTR PLC PPM)" userId="f1dcac62-7bef-43eb-91f0-927336a1714f" providerId="ADAL" clId="{C5C6EC8B-092A-4999-B5EE-A1C3BF508D8A}" dt="2022-11-28T07:21:35.371" v="2430"/>
          <ac:spMkLst>
            <pc:docMk/>
            <pc:sldMk cId="2219493215" sldId="9791"/>
            <ac:spMk id="5" creationId="{EE4BDE02-029B-5C75-78BB-6499D53A329A}"/>
          </ac:spMkLst>
        </pc:spChg>
        <pc:spChg chg="mod ord">
          <ac:chgData name="Macher, Andreas (DI FA CTR PLC PPM)" userId="f1dcac62-7bef-43eb-91f0-927336a1714f" providerId="ADAL" clId="{C5C6EC8B-092A-4999-B5EE-A1C3BF508D8A}" dt="2022-11-28T07:13:03.667" v="2316"/>
          <ac:spMkLst>
            <pc:docMk/>
            <pc:sldMk cId="2219493215" sldId="9791"/>
            <ac:spMk id="6" creationId="{52486D80-3DF7-470D-823E-765DCE86C853}"/>
          </ac:spMkLst>
        </pc:spChg>
        <pc:spChg chg="add mod">
          <ac:chgData name="Macher, Andreas (DI FA CTR PLC PPM)" userId="f1dcac62-7bef-43eb-91f0-927336a1714f" providerId="ADAL" clId="{C5C6EC8B-092A-4999-B5EE-A1C3BF508D8A}" dt="2022-11-29T07:32:59.837" v="4874" actId="6549"/>
          <ac:spMkLst>
            <pc:docMk/>
            <pc:sldMk cId="2219493215" sldId="9791"/>
            <ac:spMk id="7" creationId="{1DF852C8-903D-2F1E-A3DD-B79EE611D63C}"/>
          </ac:spMkLst>
        </pc:spChg>
        <pc:spChg chg="add del mod">
          <ac:chgData name="Macher, Andreas (DI FA CTR PLC PPM)" userId="f1dcac62-7bef-43eb-91f0-927336a1714f" providerId="ADAL" clId="{C5C6EC8B-092A-4999-B5EE-A1C3BF508D8A}" dt="2022-11-28T07:21:35.371" v="2430"/>
          <ac:spMkLst>
            <pc:docMk/>
            <pc:sldMk cId="2219493215" sldId="9791"/>
            <ac:spMk id="7" creationId="{25160F80-43C7-CE68-CFDD-2ECBC204C7CA}"/>
          </ac:spMkLst>
        </pc:spChg>
        <pc:spChg chg="add del mod">
          <ac:chgData name="Macher, Andreas (DI FA CTR PLC PPM)" userId="f1dcac62-7bef-43eb-91f0-927336a1714f" providerId="ADAL" clId="{C5C6EC8B-092A-4999-B5EE-A1C3BF508D8A}" dt="2022-11-28T07:21:35.371" v="2430"/>
          <ac:spMkLst>
            <pc:docMk/>
            <pc:sldMk cId="2219493215" sldId="9791"/>
            <ac:spMk id="8" creationId="{C6CE0B22-C9F7-C4ED-F940-8BB22B02318E}"/>
          </ac:spMkLst>
        </pc:spChg>
        <pc:spChg chg="add del mod">
          <ac:chgData name="Macher, Andreas (DI FA CTR PLC PPM)" userId="f1dcac62-7bef-43eb-91f0-927336a1714f" providerId="ADAL" clId="{C5C6EC8B-092A-4999-B5EE-A1C3BF508D8A}" dt="2022-11-28T07:21:35.371" v="2430"/>
          <ac:spMkLst>
            <pc:docMk/>
            <pc:sldMk cId="2219493215" sldId="9791"/>
            <ac:spMk id="11" creationId="{4CE1A2E4-E02F-3FB6-3694-ABBB26536A20}"/>
          </ac:spMkLst>
        </pc:spChg>
        <pc:spChg chg="add del mod">
          <ac:chgData name="Macher, Andreas (DI FA CTR PLC PPM)" userId="f1dcac62-7bef-43eb-91f0-927336a1714f" providerId="ADAL" clId="{C5C6EC8B-092A-4999-B5EE-A1C3BF508D8A}" dt="2022-11-28T07:21:35.371" v="2430"/>
          <ac:spMkLst>
            <pc:docMk/>
            <pc:sldMk cId="2219493215" sldId="9791"/>
            <ac:spMk id="12" creationId="{4A31CDE1-67BF-3487-54BC-36CF3128E2C4}"/>
          </ac:spMkLst>
        </pc:spChg>
        <pc:spChg chg="del">
          <ac:chgData name="Macher, Andreas (DI FA CTR PLC PPM)" userId="f1dcac62-7bef-43eb-91f0-927336a1714f" providerId="ADAL" clId="{C5C6EC8B-092A-4999-B5EE-A1C3BF508D8A}" dt="2022-08-15T10:12:30.136" v="11" actId="478"/>
          <ac:spMkLst>
            <pc:docMk/>
            <pc:sldMk cId="2219493215" sldId="9791"/>
            <ac:spMk id="13" creationId="{1B045889-8054-D743-CEF7-227859B875E2}"/>
          </ac:spMkLst>
        </pc:spChg>
        <pc:spChg chg="add del mod">
          <ac:chgData name="Macher, Andreas (DI FA CTR PLC PPM)" userId="f1dcac62-7bef-43eb-91f0-927336a1714f" providerId="ADAL" clId="{C5C6EC8B-092A-4999-B5EE-A1C3BF508D8A}" dt="2022-11-28T07:21:35.371" v="2430"/>
          <ac:spMkLst>
            <pc:docMk/>
            <pc:sldMk cId="2219493215" sldId="9791"/>
            <ac:spMk id="13" creationId="{BF7CC5A3-3574-E550-5DAE-B0267AC758C8}"/>
          </ac:spMkLst>
        </pc:spChg>
        <pc:spChg chg="add del mod">
          <ac:chgData name="Macher, Andreas (DI FA CTR PLC PPM)" userId="f1dcac62-7bef-43eb-91f0-927336a1714f" providerId="ADAL" clId="{C5C6EC8B-092A-4999-B5EE-A1C3BF508D8A}" dt="2022-11-28T07:21:35.371" v="2430"/>
          <ac:spMkLst>
            <pc:docMk/>
            <pc:sldMk cId="2219493215" sldId="9791"/>
            <ac:spMk id="14" creationId="{E9DD0377-B0F5-24B3-E9C4-5A6CBD839078}"/>
          </ac:spMkLst>
        </pc:spChg>
        <pc:spChg chg="add del mod">
          <ac:chgData name="Macher, Andreas (DI FA CTR PLC PPM)" userId="f1dcac62-7bef-43eb-91f0-927336a1714f" providerId="ADAL" clId="{C5C6EC8B-092A-4999-B5EE-A1C3BF508D8A}" dt="2022-11-28T07:21:35.371" v="2430"/>
          <ac:spMkLst>
            <pc:docMk/>
            <pc:sldMk cId="2219493215" sldId="9791"/>
            <ac:spMk id="15" creationId="{F80E16ED-397C-BBAE-D81B-BBA125B91179}"/>
          </ac:spMkLst>
        </pc:spChg>
        <pc:spChg chg="add del mod">
          <ac:chgData name="Macher, Andreas (DI FA CTR PLC PPM)" userId="f1dcac62-7bef-43eb-91f0-927336a1714f" providerId="ADAL" clId="{C5C6EC8B-092A-4999-B5EE-A1C3BF508D8A}" dt="2022-11-28T07:21:35.371" v="2430"/>
          <ac:spMkLst>
            <pc:docMk/>
            <pc:sldMk cId="2219493215" sldId="9791"/>
            <ac:spMk id="17" creationId="{D8B0209A-84CC-1A7E-2489-270AB8E9561A}"/>
          </ac:spMkLst>
        </pc:spChg>
        <pc:spChg chg="add del mod">
          <ac:chgData name="Macher, Andreas (DI FA CTR PLC PPM)" userId="f1dcac62-7bef-43eb-91f0-927336a1714f" providerId="ADAL" clId="{C5C6EC8B-092A-4999-B5EE-A1C3BF508D8A}" dt="2022-11-28T07:21:35.371" v="2430"/>
          <ac:spMkLst>
            <pc:docMk/>
            <pc:sldMk cId="2219493215" sldId="9791"/>
            <ac:spMk id="19" creationId="{DB1EA3CB-BB9C-1418-AA1C-448F8C6CF82A}"/>
          </ac:spMkLst>
        </pc:spChg>
        <pc:spChg chg="add del mod">
          <ac:chgData name="Macher, Andreas (DI FA CTR PLC PPM)" userId="f1dcac62-7bef-43eb-91f0-927336a1714f" providerId="ADAL" clId="{C5C6EC8B-092A-4999-B5EE-A1C3BF508D8A}" dt="2022-11-28T07:21:35.371" v="2430"/>
          <ac:spMkLst>
            <pc:docMk/>
            <pc:sldMk cId="2219493215" sldId="9791"/>
            <ac:spMk id="20" creationId="{5D3C2F9C-FE65-40E8-81CD-920FC1F72CAD}"/>
          </ac:spMkLst>
        </pc:spChg>
        <pc:spChg chg="add del mod">
          <ac:chgData name="Macher, Andreas (DI FA CTR PLC PPM)" userId="f1dcac62-7bef-43eb-91f0-927336a1714f" providerId="ADAL" clId="{C5C6EC8B-092A-4999-B5EE-A1C3BF508D8A}" dt="2022-11-28T07:21:35.371" v="2430"/>
          <ac:spMkLst>
            <pc:docMk/>
            <pc:sldMk cId="2219493215" sldId="9791"/>
            <ac:spMk id="21" creationId="{0079691F-5155-5247-7382-FD86B2C9B7A0}"/>
          </ac:spMkLst>
        </pc:spChg>
        <pc:spChg chg="add mod">
          <ac:chgData name="Macher, Andreas (DI FA CTR PLC PPM)" userId="f1dcac62-7bef-43eb-91f0-927336a1714f" providerId="ADAL" clId="{C5C6EC8B-092A-4999-B5EE-A1C3BF508D8A}" dt="2022-11-28T12:23:55.921" v="3960" actId="108"/>
          <ac:spMkLst>
            <pc:docMk/>
            <pc:sldMk cId="2219493215" sldId="9791"/>
            <ac:spMk id="22" creationId="{15DCD632-DC5D-E0CC-952B-78549D8DD677}"/>
          </ac:spMkLst>
        </pc:spChg>
        <pc:spChg chg="mod">
          <ac:chgData name="Macher, Andreas (DI FA CTR PLC PPM)" userId="f1dcac62-7bef-43eb-91f0-927336a1714f" providerId="ADAL" clId="{C5C6EC8B-092A-4999-B5EE-A1C3BF508D8A}" dt="2022-11-29T07:31:33.676" v="4842"/>
          <ac:spMkLst>
            <pc:docMk/>
            <pc:sldMk cId="2219493215" sldId="9791"/>
            <ac:spMk id="23" creationId="{AC65D4B8-B8E2-4E03-BCFD-965AC16EB98E}"/>
          </ac:spMkLst>
        </pc:spChg>
        <pc:spChg chg="del">
          <ac:chgData name="Macher, Andreas (DI FA CTR PLC PPM)" userId="f1dcac62-7bef-43eb-91f0-927336a1714f" providerId="ADAL" clId="{C5C6EC8B-092A-4999-B5EE-A1C3BF508D8A}" dt="2022-08-15T10:12:30.136" v="11" actId="478"/>
          <ac:spMkLst>
            <pc:docMk/>
            <pc:sldMk cId="2219493215" sldId="9791"/>
            <ac:spMk id="24" creationId="{4391C8F4-4C69-4AA8-8607-DC4045211468}"/>
          </ac:spMkLst>
        </pc:spChg>
        <pc:spChg chg="add mod">
          <ac:chgData name="Macher, Andreas (DI FA CTR PLC PPM)" userId="f1dcac62-7bef-43eb-91f0-927336a1714f" providerId="ADAL" clId="{C5C6EC8B-092A-4999-B5EE-A1C3BF508D8A}" dt="2022-11-28T07:21:47.479" v="2438"/>
          <ac:spMkLst>
            <pc:docMk/>
            <pc:sldMk cId="2219493215" sldId="9791"/>
            <ac:spMk id="24" creationId="{FCDA6409-17A2-8DEC-8DC6-43C6808ECF9C}"/>
          </ac:spMkLst>
        </pc:spChg>
        <pc:spChg chg="add mod ord">
          <ac:chgData name="Macher, Andreas (DI FA CTR PLC PPM)" userId="f1dcac62-7bef-43eb-91f0-927336a1714f" providerId="ADAL" clId="{C5C6EC8B-092A-4999-B5EE-A1C3BF508D8A}" dt="2022-11-28T07:22:52.297" v="2471" actId="166"/>
          <ac:spMkLst>
            <pc:docMk/>
            <pc:sldMk cId="2219493215" sldId="9791"/>
            <ac:spMk id="25" creationId="{DCB5AA99-F1B0-C1CC-3E40-67D451EFDBD7}"/>
          </ac:spMkLst>
        </pc:spChg>
        <pc:spChg chg="add mod ord">
          <ac:chgData name="Macher, Andreas (DI FA CTR PLC PPM)" userId="f1dcac62-7bef-43eb-91f0-927336a1714f" providerId="ADAL" clId="{C5C6EC8B-092A-4999-B5EE-A1C3BF508D8A}" dt="2022-11-28T07:22:55.924" v="2472" actId="166"/>
          <ac:spMkLst>
            <pc:docMk/>
            <pc:sldMk cId="2219493215" sldId="9791"/>
            <ac:spMk id="26" creationId="{ADAB20CC-51A7-FE2A-BB65-05919948E322}"/>
          </ac:spMkLst>
        </pc:spChg>
        <pc:spChg chg="add mod">
          <ac:chgData name="Macher, Andreas (DI FA CTR PLC PPM)" userId="f1dcac62-7bef-43eb-91f0-927336a1714f" providerId="ADAL" clId="{C5C6EC8B-092A-4999-B5EE-A1C3BF508D8A}" dt="2022-11-28T07:21:47.479" v="2438"/>
          <ac:spMkLst>
            <pc:docMk/>
            <pc:sldMk cId="2219493215" sldId="9791"/>
            <ac:spMk id="28" creationId="{15239CA0-4D23-C5D0-BD33-63D33818CB4B}"/>
          </ac:spMkLst>
        </pc:spChg>
        <pc:spChg chg="add mod">
          <ac:chgData name="Macher, Andreas (DI FA CTR PLC PPM)" userId="f1dcac62-7bef-43eb-91f0-927336a1714f" providerId="ADAL" clId="{C5C6EC8B-092A-4999-B5EE-A1C3BF508D8A}" dt="2022-11-28T07:21:47.479" v="2438"/>
          <ac:spMkLst>
            <pc:docMk/>
            <pc:sldMk cId="2219493215" sldId="9791"/>
            <ac:spMk id="29" creationId="{AFA6379B-449D-ECF9-AF07-57828B5CF3BF}"/>
          </ac:spMkLst>
        </pc:spChg>
        <pc:spChg chg="add mod">
          <ac:chgData name="Macher, Andreas (DI FA CTR PLC PPM)" userId="f1dcac62-7bef-43eb-91f0-927336a1714f" providerId="ADAL" clId="{C5C6EC8B-092A-4999-B5EE-A1C3BF508D8A}" dt="2022-11-28T07:21:47.479" v="2438"/>
          <ac:spMkLst>
            <pc:docMk/>
            <pc:sldMk cId="2219493215" sldId="9791"/>
            <ac:spMk id="30" creationId="{FA3BE8BD-1BE1-2B9C-F0D1-32D90B5C25B6}"/>
          </ac:spMkLst>
        </pc:spChg>
        <pc:spChg chg="add mod">
          <ac:chgData name="Macher, Andreas (DI FA CTR PLC PPM)" userId="f1dcac62-7bef-43eb-91f0-927336a1714f" providerId="ADAL" clId="{C5C6EC8B-092A-4999-B5EE-A1C3BF508D8A}" dt="2022-11-28T07:21:47.479" v="2438"/>
          <ac:spMkLst>
            <pc:docMk/>
            <pc:sldMk cId="2219493215" sldId="9791"/>
            <ac:spMk id="31" creationId="{B0B822A9-70B4-4640-DC15-51E5353A8B71}"/>
          </ac:spMkLst>
        </pc:spChg>
        <pc:spChg chg="add mod">
          <ac:chgData name="Macher, Andreas (DI FA CTR PLC PPM)" userId="f1dcac62-7bef-43eb-91f0-927336a1714f" providerId="ADAL" clId="{C5C6EC8B-092A-4999-B5EE-A1C3BF508D8A}" dt="2022-11-28T07:21:47.479" v="2438"/>
          <ac:spMkLst>
            <pc:docMk/>
            <pc:sldMk cId="2219493215" sldId="9791"/>
            <ac:spMk id="32" creationId="{2DD686EA-4636-B011-A556-DCC9C9F10A33}"/>
          </ac:spMkLst>
        </pc:spChg>
        <pc:spChg chg="del mod">
          <ac:chgData name="Macher, Andreas (DI FA CTR PLC PPM)" userId="f1dcac62-7bef-43eb-91f0-927336a1714f" providerId="ADAL" clId="{C5C6EC8B-092A-4999-B5EE-A1C3BF508D8A}" dt="2022-11-29T07:30:06.361" v="4766" actId="478"/>
          <ac:spMkLst>
            <pc:docMk/>
            <pc:sldMk cId="2219493215" sldId="9791"/>
            <ac:spMk id="33" creationId="{50255018-8CB7-4824-BA4D-FEFB0A6AFB66}"/>
          </ac:spMkLst>
        </pc:spChg>
        <pc:spChg chg="add del mod">
          <ac:chgData name="Macher, Andreas (DI FA CTR PLC PPM)" userId="f1dcac62-7bef-43eb-91f0-927336a1714f" providerId="ADAL" clId="{C5C6EC8B-092A-4999-B5EE-A1C3BF508D8A}" dt="2022-11-28T07:21:56.694" v="2441" actId="478"/>
          <ac:spMkLst>
            <pc:docMk/>
            <pc:sldMk cId="2219493215" sldId="9791"/>
            <ac:spMk id="35" creationId="{A0027B24-DFB8-67CB-A473-6C694A182D15}"/>
          </ac:spMkLst>
        </pc:spChg>
        <pc:spChg chg="add del mod">
          <ac:chgData name="Macher, Andreas (DI FA CTR PLC PPM)" userId="f1dcac62-7bef-43eb-91f0-927336a1714f" providerId="ADAL" clId="{C5C6EC8B-092A-4999-B5EE-A1C3BF508D8A}" dt="2022-11-28T07:21:56.694" v="2441" actId="478"/>
          <ac:spMkLst>
            <pc:docMk/>
            <pc:sldMk cId="2219493215" sldId="9791"/>
            <ac:spMk id="37" creationId="{87EE0660-0795-C1D6-4F3A-118BC1145361}"/>
          </ac:spMkLst>
        </pc:spChg>
        <pc:spChg chg="add mod">
          <ac:chgData name="Macher, Andreas (DI FA CTR PLC PPM)" userId="f1dcac62-7bef-43eb-91f0-927336a1714f" providerId="ADAL" clId="{C5C6EC8B-092A-4999-B5EE-A1C3BF508D8A}" dt="2022-11-28T07:21:47.479" v="2438"/>
          <ac:spMkLst>
            <pc:docMk/>
            <pc:sldMk cId="2219493215" sldId="9791"/>
            <ac:spMk id="38" creationId="{D5FD99B0-25B8-C58B-8AA6-B4C3AB074203}"/>
          </ac:spMkLst>
        </pc:spChg>
        <pc:spChg chg="add mod">
          <ac:chgData name="Macher, Andreas (DI FA CTR PLC PPM)" userId="f1dcac62-7bef-43eb-91f0-927336a1714f" providerId="ADAL" clId="{C5C6EC8B-092A-4999-B5EE-A1C3BF508D8A}" dt="2022-11-28T07:21:47.479" v="2438"/>
          <ac:spMkLst>
            <pc:docMk/>
            <pc:sldMk cId="2219493215" sldId="9791"/>
            <ac:spMk id="39" creationId="{71B9828B-4722-76C5-0A34-1EF8516A1B4C}"/>
          </ac:spMkLst>
        </pc:spChg>
        <pc:spChg chg="del">
          <ac:chgData name="Macher, Andreas (DI FA CTR PLC PPM)" userId="f1dcac62-7bef-43eb-91f0-927336a1714f" providerId="ADAL" clId="{C5C6EC8B-092A-4999-B5EE-A1C3BF508D8A}" dt="2022-08-15T10:12:30.136" v="11" actId="478"/>
          <ac:spMkLst>
            <pc:docMk/>
            <pc:sldMk cId="2219493215" sldId="9791"/>
            <ac:spMk id="55" creationId="{00000000-0000-0000-0000-000000000000}"/>
          </ac:spMkLst>
        </pc:spChg>
        <pc:spChg chg="del">
          <ac:chgData name="Macher, Andreas (DI FA CTR PLC PPM)" userId="f1dcac62-7bef-43eb-91f0-927336a1714f" providerId="ADAL" clId="{C5C6EC8B-092A-4999-B5EE-A1C3BF508D8A}" dt="2022-08-15T10:12:30.136" v="11" actId="478"/>
          <ac:spMkLst>
            <pc:docMk/>
            <pc:sldMk cId="2219493215" sldId="9791"/>
            <ac:spMk id="56" creationId="{00000000-0000-0000-0000-000000000000}"/>
          </ac:spMkLst>
        </pc:spChg>
        <pc:spChg chg="del">
          <ac:chgData name="Macher, Andreas (DI FA CTR PLC PPM)" userId="f1dcac62-7bef-43eb-91f0-927336a1714f" providerId="ADAL" clId="{C5C6EC8B-092A-4999-B5EE-A1C3BF508D8A}" dt="2022-08-15T10:12:30.136" v="11" actId="478"/>
          <ac:spMkLst>
            <pc:docMk/>
            <pc:sldMk cId="2219493215" sldId="9791"/>
            <ac:spMk id="66" creationId="{00000000-0000-0000-0000-000000000000}"/>
          </ac:spMkLst>
        </pc:spChg>
        <pc:spChg chg="del">
          <ac:chgData name="Macher, Andreas (DI FA CTR PLC PPM)" userId="f1dcac62-7bef-43eb-91f0-927336a1714f" providerId="ADAL" clId="{C5C6EC8B-092A-4999-B5EE-A1C3BF508D8A}" dt="2022-08-15T10:12:30.136" v="11" actId="478"/>
          <ac:spMkLst>
            <pc:docMk/>
            <pc:sldMk cId="2219493215" sldId="9791"/>
            <ac:spMk id="79" creationId="{874A421D-E9B8-4F72-AB3A-71FEB4702665}"/>
          </ac:spMkLst>
        </pc:spChg>
        <pc:spChg chg="del">
          <ac:chgData name="Macher, Andreas (DI FA CTR PLC PPM)" userId="f1dcac62-7bef-43eb-91f0-927336a1714f" providerId="ADAL" clId="{C5C6EC8B-092A-4999-B5EE-A1C3BF508D8A}" dt="2022-08-15T10:12:30.136" v="11" actId="478"/>
          <ac:spMkLst>
            <pc:docMk/>
            <pc:sldMk cId="2219493215" sldId="9791"/>
            <ac:spMk id="80" creationId="{9768DBB1-827C-49EB-808D-C4455E1A34B5}"/>
          </ac:spMkLst>
        </pc:spChg>
        <pc:spChg chg="del">
          <ac:chgData name="Macher, Andreas (DI FA CTR PLC PPM)" userId="f1dcac62-7bef-43eb-91f0-927336a1714f" providerId="ADAL" clId="{C5C6EC8B-092A-4999-B5EE-A1C3BF508D8A}" dt="2022-08-15T10:12:30.136" v="11" actId="478"/>
          <ac:spMkLst>
            <pc:docMk/>
            <pc:sldMk cId="2219493215" sldId="9791"/>
            <ac:spMk id="92" creationId="{2541A486-7956-4ED9-91E8-B081AA95F159}"/>
          </ac:spMkLst>
        </pc:spChg>
        <pc:spChg chg="del">
          <ac:chgData name="Macher, Andreas (DI FA CTR PLC PPM)" userId="f1dcac62-7bef-43eb-91f0-927336a1714f" providerId="ADAL" clId="{C5C6EC8B-092A-4999-B5EE-A1C3BF508D8A}" dt="2022-08-15T10:12:30.136" v="11" actId="478"/>
          <ac:spMkLst>
            <pc:docMk/>
            <pc:sldMk cId="2219493215" sldId="9791"/>
            <ac:spMk id="94" creationId="{097AC3E8-6E67-4395-D2A2-F14C8BA0E264}"/>
          </ac:spMkLst>
        </pc:spChg>
        <pc:spChg chg="add del">
          <ac:chgData name="Macher, Andreas (DI FA CTR PLC PPM)" userId="f1dcac62-7bef-43eb-91f0-927336a1714f" providerId="ADAL" clId="{C5C6EC8B-092A-4999-B5EE-A1C3BF508D8A}" dt="2022-11-28T07:21:39.167" v="2433" actId="478"/>
          <ac:spMkLst>
            <pc:docMk/>
            <pc:sldMk cId="2219493215" sldId="9791"/>
            <ac:spMk id="97" creationId="{7E4E1D5F-015E-7B1F-B275-92F3E08ECAF5}"/>
          </ac:spMkLst>
        </pc:spChg>
        <pc:spChg chg="add del mod">
          <ac:chgData name="Macher, Andreas (DI FA CTR PLC PPM)" userId="f1dcac62-7bef-43eb-91f0-927336a1714f" providerId="ADAL" clId="{C5C6EC8B-092A-4999-B5EE-A1C3BF508D8A}" dt="2022-11-28T07:21:39.167" v="2433" actId="478"/>
          <ac:spMkLst>
            <pc:docMk/>
            <pc:sldMk cId="2219493215" sldId="9791"/>
            <ac:spMk id="98" creationId="{90F8A039-3C3F-63B4-0612-8E6D97686938}"/>
          </ac:spMkLst>
        </pc:spChg>
        <pc:spChg chg="del">
          <ac:chgData name="Macher, Andreas (DI FA CTR PLC PPM)" userId="f1dcac62-7bef-43eb-91f0-927336a1714f" providerId="ADAL" clId="{C5C6EC8B-092A-4999-B5EE-A1C3BF508D8A}" dt="2022-08-15T10:12:30.136" v="11" actId="478"/>
          <ac:spMkLst>
            <pc:docMk/>
            <pc:sldMk cId="2219493215" sldId="9791"/>
            <ac:spMk id="99" creationId="{15F2162B-7F5E-94C2-C9CB-C54C34AEB10E}"/>
          </ac:spMkLst>
        </pc:spChg>
        <pc:spChg chg="del">
          <ac:chgData name="Macher, Andreas (DI FA CTR PLC PPM)" userId="f1dcac62-7bef-43eb-91f0-927336a1714f" providerId="ADAL" clId="{C5C6EC8B-092A-4999-B5EE-A1C3BF508D8A}" dt="2022-08-15T10:12:30.136" v="11" actId="478"/>
          <ac:spMkLst>
            <pc:docMk/>
            <pc:sldMk cId="2219493215" sldId="9791"/>
            <ac:spMk id="100" creationId="{D362E664-A09D-4C33-A4CB-CD79BBCD5769}"/>
          </ac:spMkLst>
        </pc:spChg>
        <pc:spChg chg="del">
          <ac:chgData name="Macher, Andreas (DI FA CTR PLC PPM)" userId="f1dcac62-7bef-43eb-91f0-927336a1714f" providerId="ADAL" clId="{C5C6EC8B-092A-4999-B5EE-A1C3BF508D8A}" dt="2022-08-15T10:12:30.136" v="11" actId="478"/>
          <ac:spMkLst>
            <pc:docMk/>
            <pc:sldMk cId="2219493215" sldId="9791"/>
            <ac:spMk id="101" creationId="{00000000-0000-0000-0000-000000000000}"/>
          </ac:spMkLst>
        </pc:spChg>
        <pc:spChg chg="del">
          <ac:chgData name="Macher, Andreas (DI FA CTR PLC PPM)" userId="f1dcac62-7bef-43eb-91f0-927336a1714f" providerId="ADAL" clId="{C5C6EC8B-092A-4999-B5EE-A1C3BF508D8A}" dt="2022-08-15T10:12:30.136" v="11" actId="478"/>
          <ac:spMkLst>
            <pc:docMk/>
            <pc:sldMk cId="2219493215" sldId="9791"/>
            <ac:spMk id="102" creationId="{00000000-0000-0000-0000-000000000000}"/>
          </ac:spMkLst>
        </pc:spChg>
        <pc:spChg chg="add del mod">
          <ac:chgData name="Macher, Andreas (DI FA CTR PLC PPM)" userId="f1dcac62-7bef-43eb-91f0-927336a1714f" providerId="ADAL" clId="{C5C6EC8B-092A-4999-B5EE-A1C3BF508D8A}" dt="2022-11-28T07:21:39.167" v="2433" actId="478"/>
          <ac:spMkLst>
            <pc:docMk/>
            <pc:sldMk cId="2219493215" sldId="9791"/>
            <ac:spMk id="103" creationId="{47F7289E-4C85-1647-5C29-55EB3A80BBB6}"/>
          </ac:spMkLst>
        </pc:spChg>
        <pc:spChg chg="add del">
          <ac:chgData name="Macher, Andreas (DI FA CTR PLC PPM)" userId="f1dcac62-7bef-43eb-91f0-927336a1714f" providerId="ADAL" clId="{C5C6EC8B-092A-4999-B5EE-A1C3BF508D8A}" dt="2022-11-28T07:21:39.167" v="2433" actId="478"/>
          <ac:spMkLst>
            <pc:docMk/>
            <pc:sldMk cId="2219493215" sldId="9791"/>
            <ac:spMk id="104" creationId="{666C7063-5E11-3655-137D-0EFE3559E1A2}"/>
          </ac:spMkLst>
        </pc:spChg>
        <pc:spChg chg="add del">
          <ac:chgData name="Macher, Andreas (DI FA CTR PLC PPM)" userId="f1dcac62-7bef-43eb-91f0-927336a1714f" providerId="ADAL" clId="{C5C6EC8B-092A-4999-B5EE-A1C3BF508D8A}" dt="2022-11-28T07:21:39.167" v="2433" actId="478"/>
          <ac:spMkLst>
            <pc:docMk/>
            <pc:sldMk cId="2219493215" sldId="9791"/>
            <ac:spMk id="105" creationId="{FF0E2337-2E93-B8A5-527C-B94193BFBB99}"/>
          </ac:spMkLst>
        </pc:spChg>
        <pc:spChg chg="add del">
          <ac:chgData name="Macher, Andreas (DI FA CTR PLC PPM)" userId="f1dcac62-7bef-43eb-91f0-927336a1714f" providerId="ADAL" clId="{C5C6EC8B-092A-4999-B5EE-A1C3BF508D8A}" dt="2022-11-28T07:21:39.167" v="2433" actId="478"/>
          <ac:spMkLst>
            <pc:docMk/>
            <pc:sldMk cId="2219493215" sldId="9791"/>
            <ac:spMk id="122" creationId="{4E6C54B3-2368-35E1-D876-F6C6D80FD999}"/>
          </ac:spMkLst>
        </pc:spChg>
        <pc:spChg chg="mod">
          <ac:chgData name="Macher, Andreas (DI FA CTR PLC PPM)" userId="f1dcac62-7bef-43eb-91f0-927336a1714f" providerId="ADAL" clId="{C5C6EC8B-092A-4999-B5EE-A1C3BF508D8A}" dt="2022-11-17T12:23:10.330" v="1298" actId="207"/>
          <ac:spMkLst>
            <pc:docMk/>
            <pc:sldMk cId="2219493215" sldId="9791"/>
            <ac:spMk id="125" creationId="{9CCDFA5F-52B6-9BDC-1D23-82BE99D6AD23}"/>
          </ac:spMkLst>
        </pc:spChg>
        <pc:spChg chg="mod">
          <ac:chgData name="Macher, Andreas (DI FA CTR PLC PPM)" userId="f1dcac62-7bef-43eb-91f0-927336a1714f" providerId="ADAL" clId="{C5C6EC8B-092A-4999-B5EE-A1C3BF508D8A}" dt="2022-11-17T12:23:10.330" v="1298" actId="207"/>
          <ac:spMkLst>
            <pc:docMk/>
            <pc:sldMk cId="2219493215" sldId="9791"/>
            <ac:spMk id="126" creationId="{BB8C3C3D-2675-6C21-5547-8D0EF75EA9C6}"/>
          </ac:spMkLst>
        </pc:spChg>
        <pc:spChg chg="add del mod">
          <ac:chgData name="Macher, Andreas (DI FA CTR PLC PPM)" userId="f1dcac62-7bef-43eb-91f0-927336a1714f" providerId="ADAL" clId="{C5C6EC8B-092A-4999-B5EE-A1C3BF508D8A}" dt="2022-11-28T07:21:39.167" v="2433" actId="478"/>
          <ac:spMkLst>
            <pc:docMk/>
            <pc:sldMk cId="2219493215" sldId="9791"/>
            <ac:spMk id="128" creationId="{19698964-C315-9207-5D66-1B3EEF96262A}"/>
          </ac:spMkLst>
        </pc:spChg>
        <pc:spChg chg="mod">
          <ac:chgData name="Macher, Andreas (DI FA CTR PLC PPM)" userId="f1dcac62-7bef-43eb-91f0-927336a1714f" providerId="ADAL" clId="{C5C6EC8B-092A-4999-B5EE-A1C3BF508D8A}" dt="2022-11-17T12:23:10.330" v="1298" actId="207"/>
          <ac:spMkLst>
            <pc:docMk/>
            <pc:sldMk cId="2219493215" sldId="9791"/>
            <ac:spMk id="130" creationId="{4A9E1C25-C051-2E69-7ABD-39D6D0C356EB}"/>
          </ac:spMkLst>
        </pc:spChg>
        <pc:spChg chg="mod">
          <ac:chgData name="Macher, Andreas (DI FA CTR PLC PPM)" userId="f1dcac62-7bef-43eb-91f0-927336a1714f" providerId="ADAL" clId="{C5C6EC8B-092A-4999-B5EE-A1C3BF508D8A}" dt="2022-11-17T13:09:12.228" v="2024" actId="207"/>
          <ac:spMkLst>
            <pc:docMk/>
            <pc:sldMk cId="2219493215" sldId="9791"/>
            <ac:spMk id="138" creationId="{855C27A5-2CCC-2FED-D833-385FBE55ABD1}"/>
          </ac:spMkLst>
        </pc:spChg>
        <pc:spChg chg="add del">
          <ac:chgData name="Macher, Andreas (DI FA CTR PLC PPM)" userId="f1dcac62-7bef-43eb-91f0-927336a1714f" providerId="ADAL" clId="{C5C6EC8B-092A-4999-B5EE-A1C3BF508D8A}" dt="2022-11-28T07:21:39.167" v="2433" actId="478"/>
          <ac:spMkLst>
            <pc:docMk/>
            <pc:sldMk cId="2219493215" sldId="9791"/>
            <ac:spMk id="145" creationId="{3FD4A738-B813-01E2-B083-4E0D63DF1994}"/>
          </ac:spMkLst>
        </pc:spChg>
        <pc:spChg chg="add del">
          <ac:chgData name="Macher, Andreas (DI FA CTR PLC PPM)" userId="f1dcac62-7bef-43eb-91f0-927336a1714f" providerId="ADAL" clId="{C5C6EC8B-092A-4999-B5EE-A1C3BF508D8A}" dt="2022-11-28T07:21:39.167" v="2433" actId="478"/>
          <ac:spMkLst>
            <pc:docMk/>
            <pc:sldMk cId="2219493215" sldId="9791"/>
            <ac:spMk id="146" creationId="{C0D6A251-2369-A55E-C9FD-991BFFF9BD05}"/>
          </ac:spMkLst>
        </pc:spChg>
        <pc:spChg chg="add del">
          <ac:chgData name="Macher, Andreas (DI FA CTR PLC PPM)" userId="f1dcac62-7bef-43eb-91f0-927336a1714f" providerId="ADAL" clId="{C5C6EC8B-092A-4999-B5EE-A1C3BF508D8A}" dt="2022-11-28T07:21:39.167" v="2433" actId="478"/>
          <ac:spMkLst>
            <pc:docMk/>
            <pc:sldMk cId="2219493215" sldId="9791"/>
            <ac:spMk id="147" creationId="{639699F1-9038-AD90-91D0-0ED3B77EC4F0}"/>
          </ac:spMkLst>
        </pc:spChg>
        <pc:spChg chg="add del">
          <ac:chgData name="Macher, Andreas (DI FA CTR PLC PPM)" userId="f1dcac62-7bef-43eb-91f0-927336a1714f" providerId="ADAL" clId="{C5C6EC8B-092A-4999-B5EE-A1C3BF508D8A}" dt="2022-11-28T07:21:39.167" v="2433" actId="478"/>
          <ac:spMkLst>
            <pc:docMk/>
            <pc:sldMk cId="2219493215" sldId="9791"/>
            <ac:spMk id="148" creationId="{61D7BB6E-E82C-81CD-B361-FEA63C708535}"/>
          </ac:spMkLst>
        </pc:spChg>
        <pc:spChg chg="del">
          <ac:chgData name="Macher, Andreas (DI FA CTR PLC PPM)" userId="f1dcac62-7bef-43eb-91f0-927336a1714f" providerId="ADAL" clId="{C5C6EC8B-092A-4999-B5EE-A1C3BF508D8A}" dt="2022-08-15T10:12:30.136" v="11" actId="478"/>
          <ac:spMkLst>
            <pc:docMk/>
            <pc:sldMk cId="2219493215" sldId="9791"/>
            <ac:spMk id="159" creationId="{EA792AA5-9201-9D5A-7B45-423E6F5BA1B2}"/>
          </ac:spMkLst>
        </pc:spChg>
        <pc:spChg chg="del">
          <ac:chgData name="Macher, Andreas (DI FA CTR PLC PPM)" userId="f1dcac62-7bef-43eb-91f0-927336a1714f" providerId="ADAL" clId="{C5C6EC8B-092A-4999-B5EE-A1C3BF508D8A}" dt="2022-11-17T12:21:59.549" v="1286" actId="478"/>
          <ac:spMkLst>
            <pc:docMk/>
            <pc:sldMk cId="2219493215" sldId="9791"/>
            <ac:spMk id="160" creationId="{2D80FEEB-5AF4-338B-36D5-B901A6B8ABA1}"/>
          </ac:spMkLst>
        </pc:spChg>
        <pc:grpChg chg="del">
          <ac:chgData name="Macher, Andreas (DI FA CTR PLC PPM)" userId="f1dcac62-7bef-43eb-91f0-927336a1714f" providerId="ADAL" clId="{C5C6EC8B-092A-4999-B5EE-A1C3BF508D8A}" dt="2022-08-15T10:12:30.136" v="11" actId="478"/>
          <ac:grpSpMkLst>
            <pc:docMk/>
            <pc:sldMk cId="2219493215" sldId="9791"/>
            <ac:grpSpMk id="7" creationId="{89926E2A-F5A5-4264-9024-0F9FB3B950C0}"/>
          </ac:grpSpMkLst>
        </pc:grpChg>
        <pc:grpChg chg="del">
          <ac:chgData name="Macher, Andreas (DI FA CTR PLC PPM)" userId="f1dcac62-7bef-43eb-91f0-927336a1714f" providerId="ADAL" clId="{C5C6EC8B-092A-4999-B5EE-A1C3BF508D8A}" dt="2022-08-15T10:12:30.136" v="11" actId="478"/>
          <ac:grpSpMkLst>
            <pc:docMk/>
            <pc:sldMk cId="2219493215" sldId="9791"/>
            <ac:grpSpMk id="114" creationId="{16A5A8A4-A184-4137-8D75-BD1C59616E65}"/>
          </ac:grpSpMkLst>
        </pc:grpChg>
        <pc:grpChg chg="mod">
          <ac:chgData name="Macher, Andreas (DI FA CTR PLC PPM)" userId="f1dcac62-7bef-43eb-91f0-927336a1714f" providerId="ADAL" clId="{C5C6EC8B-092A-4999-B5EE-A1C3BF508D8A}" dt="2022-11-28T07:22:48.469" v="2470" actId="166"/>
          <ac:grpSpMkLst>
            <pc:docMk/>
            <pc:sldMk cId="2219493215" sldId="9791"/>
            <ac:grpSpMk id="131" creationId="{4C3E727E-D62E-BB63-81F6-7612F6EBEBFB}"/>
          </ac:grpSpMkLst>
        </pc:grpChg>
        <pc:grpChg chg="mod ord">
          <ac:chgData name="Macher, Andreas (DI FA CTR PLC PPM)" userId="f1dcac62-7bef-43eb-91f0-927336a1714f" providerId="ADAL" clId="{C5C6EC8B-092A-4999-B5EE-A1C3BF508D8A}" dt="2022-11-28T07:22:57.751" v="2473" actId="166"/>
          <ac:grpSpMkLst>
            <pc:docMk/>
            <pc:sldMk cId="2219493215" sldId="9791"/>
            <ac:grpSpMk id="149" creationId="{BF1163C9-FDE6-D355-6A4C-FF2262C11B77}"/>
          </ac:grpSpMkLst>
        </pc:grpChg>
        <pc:picChg chg="add del mod">
          <ac:chgData name="Macher, Andreas (DI FA CTR PLC PPM)" userId="f1dcac62-7bef-43eb-91f0-927336a1714f" providerId="ADAL" clId="{C5C6EC8B-092A-4999-B5EE-A1C3BF508D8A}" dt="2022-11-28T07:21:35.371" v="2430"/>
          <ac:picMkLst>
            <pc:docMk/>
            <pc:sldMk cId="2219493215" sldId="9791"/>
            <ac:picMk id="16" creationId="{2899BCC4-DC79-9240-E794-C5F53EF5BCCF}"/>
          </ac:picMkLst>
        </pc:picChg>
        <pc:picChg chg="add del mod">
          <ac:chgData name="Macher, Andreas (DI FA CTR PLC PPM)" userId="f1dcac62-7bef-43eb-91f0-927336a1714f" providerId="ADAL" clId="{C5C6EC8B-092A-4999-B5EE-A1C3BF508D8A}" dt="2022-11-28T07:21:56.694" v="2441" actId="478"/>
          <ac:picMkLst>
            <pc:docMk/>
            <pc:sldMk cId="2219493215" sldId="9791"/>
            <ac:picMk id="34" creationId="{1477E886-5C2D-1FE6-DE87-6B07023AE4CE}"/>
          </ac:picMkLst>
        </pc:picChg>
        <pc:picChg chg="del">
          <ac:chgData name="Macher, Andreas (DI FA CTR PLC PPM)" userId="f1dcac62-7bef-43eb-91f0-927336a1714f" providerId="ADAL" clId="{C5C6EC8B-092A-4999-B5EE-A1C3BF508D8A}" dt="2022-08-15T10:12:30.136" v="11" actId="478"/>
          <ac:picMkLst>
            <pc:docMk/>
            <pc:sldMk cId="2219493215" sldId="9791"/>
            <ac:picMk id="76" creationId="{25C49F5D-CEC3-4A09-8C59-A26E7C986EA1}"/>
          </ac:picMkLst>
        </pc:picChg>
        <pc:picChg chg="del">
          <ac:chgData name="Macher, Andreas (DI FA CTR PLC PPM)" userId="f1dcac62-7bef-43eb-91f0-927336a1714f" providerId="ADAL" clId="{C5C6EC8B-092A-4999-B5EE-A1C3BF508D8A}" dt="2022-08-15T10:12:30.136" v="11" actId="478"/>
          <ac:picMkLst>
            <pc:docMk/>
            <pc:sldMk cId="2219493215" sldId="9791"/>
            <ac:picMk id="120" creationId="{6BB968FB-F383-4B7A-97DC-0CB70CD4044E}"/>
          </ac:picMkLst>
        </pc:picChg>
        <pc:picChg chg="mod ord">
          <ac:chgData name="Macher, Andreas (DI FA CTR PLC PPM)" userId="f1dcac62-7bef-43eb-91f0-927336a1714f" providerId="ADAL" clId="{C5C6EC8B-092A-4999-B5EE-A1C3BF508D8A}" dt="2022-11-28T07:23:02.373" v="2475" actId="166"/>
          <ac:picMkLst>
            <pc:docMk/>
            <pc:sldMk cId="2219493215" sldId="9791"/>
            <ac:picMk id="129" creationId="{2B8BB2C5-7879-1195-224E-2DF74084CB70}"/>
          </ac:picMkLst>
        </pc:picChg>
        <pc:picChg chg="mod ord">
          <ac:chgData name="Macher, Andreas (DI FA CTR PLC PPM)" userId="f1dcac62-7bef-43eb-91f0-927336a1714f" providerId="ADAL" clId="{C5C6EC8B-092A-4999-B5EE-A1C3BF508D8A}" dt="2022-11-28T07:23:00.425" v="2474" actId="166"/>
          <ac:picMkLst>
            <pc:docMk/>
            <pc:sldMk cId="2219493215" sldId="9791"/>
            <ac:picMk id="154" creationId="{529EC11A-00F2-769B-1657-8D0C0FB1E761}"/>
          </ac:picMkLst>
        </pc:picChg>
        <pc:cxnChg chg="del">
          <ac:chgData name="Macher, Andreas (DI FA CTR PLC PPM)" userId="f1dcac62-7bef-43eb-91f0-927336a1714f" providerId="ADAL" clId="{C5C6EC8B-092A-4999-B5EE-A1C3BF508D8A}" dt="2022-08-15T10:12:30.136" v="11" actId="478"/>
          <ac:cxnSpMkLst>
            <pc:docMk/>
            <pc:sldMk cId="2219493215" sldId="9791"/>
            <ac:cxnSpMk id="5" creationId="{9021FCF2-CEA8-7585-0DA2-9137169EB80A}"/>
          </ac:cxnSpMkLst>
        </pc:cxnChg>
        <pc:cxnChg chg="add del mod">
          <ac:chgData name="Macher, Andreas (DI FA CTR PLC PPM)" userId="f1dcac62-7bef-43eb-91f0-927336a1714f" providerId="ADAL" clId="{C5C6EC8B-092A-4999-B5EE-A1C3BF508D8A}" dt="2022-11-28T07:21:35.371" v="2430"/>
          <ac:cxnSpMkLst>
            <pc:docMk/>
            <pc:sldMk cId="2219493215" sldId="9791"/>
            <ac:cxnSpMk id="10" creationId="{BDD7C0FD-F323-D97A-BFF4-065496774B9D}"/>
          </ac:cxnSpMkLst>
        </pc:cxnChg>
        <pc:cxnChg chg="add del mod">
          <ac:chgData name="Macher, Andreas (DI FA CTR PLC PPM)" userId="f1dcac62-7bef-43eb-91f0-927336a1714f" providerId="ADAL" clId="{C5C6EC8B-092A-4999-B5EE-A1C3BF508D8A}" dt="2022-11-28T07:21:35.371" v="2430"/>
          <ac:cxnSpMkLst>
            <pc:docMk/>
            <pc:sldMk cId="2219493215" sldId="9791"/>
            <ac:cxnSpMk id="18" creationId="{4092A62A-9E11-3924-741A-231182ECB8C7}"/>
          </ac:cxnSpMkLst>
        </pc:cxnChg>
        <pc:cxnChg chg="del">
          <ac:chgData name="Macher, Andreas (DI FA CTR PLC PPM)" userId="f1dcac62-7bef-43eb-91f0-927336a1714f" providerId="ADAL" clId="{C5C6EC8B-092A-4999-B5EE-A1C3BF508D8A}" dt="2022-08-15T10:12:30.136" v="11" actId="478"/>
          <ac:cxnSpMkLst>
            <pc:docMk/>
            <pc:sldMk cId="2219493215" sldId="9791"/>
            <ac:cxnSpMk id="25" creationId="{01332141-D8B7-4541-9113-87F60117E2DB}"/>
          </ac:cxnSpMkLst>
        </pc:cxnChg>
        <pc:cxnChg chg="add mod">
          <ac:chgData name="Macher, Andreas (DI FA CTR PLC PPM)" userId="f1dcac62-7bef-43eb-91f0-927336a1714f" providerId="ADAL" clId="{C5C6EC8B-092A-4999-B5EE-A1C3BF508D8A}" dt="2022-11-28T12:24:03.733" v="3965" actId="108"/>
          <ac:cxnSpMkLst>
            <pc:docMk/>
            <pc:sldMk cId="2219493215" sldId="9791"/>
            <ac:cxnSpMk id="27" creationId="{49842882-D4C3-51DA-8C4B-E6A759DC5303}"/>
          </ac:cxnSpMkLst>
        </pc:cxnChg>
        <pc:cxnChg chg="add del mod">
          <ac:chgData name="Macher, Andreas (DI FA CTR PLC PPM)" userId="f1dcac62-7bef-43eb-91f0-927336a1714f" providerId="ADAL" clId="{C5C6EC8B-092A-4999-B5EE-A1C3BF508D8A}" dt="2022-11-28T07:21:56.694" v="2441" actId="478"/>
          <ac:cxnSpMkLst>
            <pc:docMk/>
            <pc:sldMk cId="2219493215" sldId="9791"/>
            <ac:cxnSpMk id="36" creationId="{8CD50020-004C-C27B-8FBF-E5ECB24C5FCB}"/>
          </ac:cxnSpMkLst>
        </pc:cxnChg>
        <pc:cxnChg chg="add mod">
          <ac:chgData name="Macher, Andreas (DI FA CTR PLC PPM)" userId="f1dcac62-7bef-43eb-91f0-927336a1714f" providerId="ADAL" clId="{C5C6EC8B-092A-4999-B5EE-A1C3BF508D8A}" dt="2022-11-28T12:24:06.153" v="3966" actId="108"/>
          <ac:cxnSpMkLst>
            <pc:docMk/>
            <pc:sldMk cId="2219493215" sldId="9791"/>
            <ac:cxnSpMk id="40" creationId="{DA12630A-3EF2-1A6A-FE5C-BBEAAC39F94F}"/>
          </ac:cxnSpMkLst>
        </pc:cxnChg>
        <pc:cxnChg chg="add mod">
          <ac:chgData name="Macher, Andreas (DI FA CTR PLC PPM)" userId="f1dcac62-7bef-43eb-91f0-927336a1714f" providerId="ADAL" clId="{C5C6EC8B-092A-4999-B5EE-A1C3BF508D8A}" dt="2022-11-28T12:24:08.036" v="3967" actId="108"/>
          <ac:cxnSpMkLst>
            <pc:docMk/>
            <pc:sldMk cId="2219493215" sldId="9791"/>
            <ac:cxnSpMk id="41" creationId="{323769B0-68B5-A4A1-5398-77794B324DCF}"/>
          </ac:cxnSpMkLst>
        </pc:cxnChg>
        <pc:cxnChg chg="add mod">
          <ac:chgData name="Macher, Andreas (DI FA CTR PLC PPM)" userId="f1dcac62-7bef-43eb-91f0-927336a1714f" providerId="ADAL" clId="{C5C6EC8B-092A-4999-B5EE-A1C3BF508D8A}" dt="2022-11-28T12:23:58.097" v="3961" actId="108"/>
          <ac:cxnSpMkLst>
            <pc:docMk/>
            <pc:sldMk cId="2219493215" sldId="9791"/>
            <ac:cxnSpMk id="42" creationId="{268E38DD-6166-EA46-2852-8CACB046CF08}"/>
          </ac:cxnSpMkLst>
        </pc:cxnChg>
        <pc:cxnChg chg="add mod">
          <ac:chgData name="Macher, Andreas (DI FA CTR PLC PPM)" userId="f1dcac62-7bef-43eb-91f0-927336a1714f" providerId="ADAL" clId="{C5C6EC8B-092A-4999-B5EE-A1C3BF508D8A}" dt="2022-11-28T12:23:59.481" v="3962" actId="108"/>
          <ac:cxnSpMkLst>
            <pc:docMk/>
            <pc:sldMk cId="2219493215" sldId="9791"/>
            <ac:cxnSpMk id="43" creationId="{3C25D92A-9948-2B49-412A-CDB66BB1EDA7}"/>
          </ac:cxnSpMkLst>
        </pc:cxnChg>
        <pc:cxnChg chg="add mod">
          <ac:chgData name="Macher, Andreas (DI FA CTR PLC PPM)" userId="f1dcac62-7bef-43eb-91f0-927336a1714f" providerId="ADAL" clId="{C5C6EC8B-092A-4999-B5EE-A1C3BF508D8A}" dt="2022-11-28T12:24:01.857" v="3964" actId="108"/>
          <ac:cxnSpMkLst>
            <pc:docMk/>
            <pc:sldMk cId="2219493215" sldId="9791"/>
            <ac:cxnSpMk id="44" creationId="{B6EA53C0-1392-999F-A73C-8CC63AFDBDDC}"/>
          </ac:cxnSpMkLst>
        </pc:cxnChg>
        <pc:cxnChg chg="add mod">
          <ac:chgData name="Macher, Andreas (DI FA CTR PLC PPM)" userId="f1dcac62-7bef-43eb-91f0-927336a1714f" providerId="ADAL" clId="{C5C6EC8B-092A-4999-B5EE-A1C3BF508D8A}" dt="2022-11-28T12:24:00.723" v="3963" actId="108"/>
          <ac:cxnSpMkLst>
            <pc:docMk/>
            <pc:sldMk cId="2219493215" sldId="9791"/>
            <ac:cxnSpMk id="45" creationId="{68399E7B-CFB3-B755-47BE-0C955C9134E6}"/>
          </ac:cxnSpMkLst>
        </pc:cxnChg>
        <pc:cxnChg chg="del">
          <ac:chgData name="Macher, Andreas (DI FA CTR PLC PPM)" userId="f1dcac62-7bef-43eb-91f0-927336a1714f" providerId="ADAL" clId="{C5C6EC8B-092A-4999-B5EE-A1C3BF508D8A}" dt="2022-08-15T10:12:30.136" v="11" actId="478"/>
          <ac:cxnSpMkLst>
            <pc:docMk/>
            <pc:sldMk cId="2219493215" sldId="9791"/>
            <ac:cxnSpMk id="52" creationId="{00000000-0000-0000-0000-000000000000}"/>
          </ac:cxnSpMkLst>
        </pc:cxnChg>
        <pc:cxnChg chg="del">
          <ac:chgData name="Macher, Andreas (DI FA CTR PLC PPM)" userId="f1dcac62-7bef-43eb-91f0-927336a1714f" providerId="ADAL" clId="{C5C6EC8B-092A-4999-B5EE-A1C3BF508D8A}" dt="2022-08-15T10:12:30.136" v="11" actId="478"/>
          <ac:cxnSpMkLst>
            <pc:docMk/>
            <pc:sldMk cId="2219493215" sldId="9791"/>
            <ac:cxnSpMk id="53" creationId="{00000000-0000-0000-0000-000000000000}"/>
          </ac:cxnSpMkLst>
        </pc:cxnChg>
        <pc:cxnChg chg="del">
          <ac:chgData name="Macher, Andreas (DI FA CTR PLC PPM)" userId="f1dcac62-7bef-43eb-91f0-927336a1714f" providerId="ADAL" clId="{C5C6EC8B-092A-4999-B5EE-A1C3BF508D8A}" dt="2022-08-15T10:12:30.136" v="11" actId="478"/>
          <ac:cxnSpMkLst>
            <pc:docMk/>
            <pc:sldMk cId="2219493215" sldId="9791"/>
            <ac:cxnSpMk id="64" creationId="{00000000-0000-0000-0000-000000000000}"/>
          </ac:cxnSpMkLst>
        </pc:cxnChg>
        <pc:cxnChg chg="del">
          <ac:chgData name="Macher, Andreas (DI FA CTR PLC PPM)" userId="f1dcac62-7bef-43eb-91f0-927336a1714f" providerId="ADAL" clId="{C5C6EC8B-092A-4999-B5EE-A1C3BF508D8A}" dt="2022-08-15T10:12:30.136" v="11" actId="478"/>
          <ac:cxnSpMkLst>
            <pc:docMk/>
            <pc:sldMk cId="2219493215" sldId="9791"/>
            <ac:cxnSpMk id="67" creationId="{00000000-0000-0000-0000-000000000000}"/>
          </ac:cxnSpMkLst>
        </pc:cxnChg>
        <pc:cxnChg chg="del">
          <ac:chgData name="Macher, Andreas (DI FA CTR PLC PPM)" userId="f1dcac62-7bef-43eb-91f0-927336a1714f" providerId="ADAL" clId="{C5C6EC8B-092A-4999-B5EE-A1C3BF508D8A}" dt="2022-08-15T10:12:30.136" v="11" actId="478"/>
          <ac:cxnSpMkLst>
            <pc:docMk/>
            <pc:sldMk cId="2219493215" sldId="9791"/>
            <ac:cxnSpMk id="78" creationId="{4797C9BE-0046-456B-A91B-EEA7B6DABEDA}"/>
          </ac:cxnSpMkLst>
        </pc:cxnChg>
        <pc:cxnChg chg="add del mod">
          <ac:chgData name="Macher, Andreas (DI FA CTR PLC PPM)" userId="f1dcac62-7bef-43eb-91f0-927336a1714f" providerId="ADAL" clId="{C5C6EC8B-092A-4999-B5EE-A1C3BF508D8A}" dt="2022-11-28T07:21:39.167" v="2433" actId="478"/>
          <ac:cxnSpMkLst>
            <pc:docMk/>
            <pc:sldMk cId="2219493215" sldId="9791"/>
            <ac:cxnSpMk id="95" creationId="{EA07EE95-766E-BB61-B8E3-D6CDB3EBECAC}"/>
          </ac:cxnSpMkLst>
        </pc:cxnChg>
        <pc:cxnChg chg="add del mod">
          <ac:chgData name="Macher, Andreas (DI FA CTR PLC PPM)" userId="f1dcac62-7bef-43eb-91f0-927336a1714f" providerId="ADAL" clId="{C5C6EC8B-092A-4999-B5EE-A1C3BF508D8A}" dt="2022-11-28T07:21:43.149" v="2434" actId="478"/>
          <ac:cxnSpMkLst>
            <pc:docMk/>
            <pc:sldMk cId="2219493215" sldId="9791"/>
            <ac:cxnSpMk id="96" creationId="{156A2185-AC05-9B81-34F7-19AFCDECB9FA}"/>
          </ac:cxnSpMkLst>
        </pc:cxnChg>
        <pc:cxnChg chg="add del">
          <ac:chgData name="Macher, Andreas (DI FA CTR PLC PPM)" userId="f1dcac62-7bef-43eb-91f0-927336a1714f" providerId="ADAL" clId="{C5C6EC8B-092A-4999-B5EE-A1C3BF508D8A}" dt="2022-11-28T07:21:44.214" v="2435" actId="478"/>
          <ac:cxnSpMkLst>
            <pc:docMk/>
            <pc:sldMk cId="2219493215" sldId="9791"/>
            <ac:cxnSpMk id="106" creationId="{981A8351-0773-8F42-7A7C-7BCDFE8CE912}"/>
          </ac:cxnSpMkLst>
        </pc:cxnChg>
        <pc:cxnChg chg="add del">
          <ac:chgData name="Macher, Andreas (DI FA CTR PLC PPM)" userId="f1dcac62-7bef-43eb-91f0-927336a1714f" providerId="ADAL" clId="{C5C6EC8B-092A-4999-B5EE-A1C3BF508D8A}" dt="2022-11-28T07:21:45.051" v="2436" actId="478"/>
          <ac:cxnSpMkLst>
            <pc:docMk/>
            <pc:sldMk cId="2219493215" sldId="9791"/>
            <ac:cxnSpMk id="121" creationId="{857F9F97-B114-A6E8-A5EC-5F20F62CCF0E}"/>
          </ac:cxnSpMkLst>
        </pc:cxnChg>
        <pc:cxnChg chg="add del">
          <ac:chgData name="Macher, Andreas (DI FA CTR PLC PPM)" userId="f1dcac62-7bef-43eb-91f0-927336a1714f" providerId="ADAL" clId="{C5C6EC8B-092A-4999-B5EE-A1C3BF508D8A}" dt="2022-11-28T07:21:46.004" v="2437" actId="478"/>
          <ac:cxnSpMkLst>
            <pc:docMk/>
            <pc:sldMk cId="2219493215" sldId="9791"/>
            <ac:cxnSpMk id="123" creationId="{EBCC80E8-BC2E-D75E-022D-49B447F959F4}"/>
          </ac:cxnSpMkLst>
        </pc:cxnChg>
        <pc:cxnChg chg="add del">
          <ac:chgData name="Macher, Andreas (DI FA CTR PLC PPM)" userId="f1dcac62-7bef-43eb-91f0-927336a1714f" providerId="ADAL" clId="{C5C6EC8B-092A-4999-B5EE-A1C3BF508D8A}" dt="2022-11-28T07:21:39.167" v="2433" actId="478"/>
          <ac:cxnSpMkLst>
            <pc:docMk/>
            <pc:sldMk cId="2219493215" sldId="9791"/>
            <ac:cxnSpMk id="124" creationId="{EB981E40-81CF-B0C4-2378-093A796148A4}"/>
          </ac:cxnSpMkLst>
        </pc:cxnChg>
        <pc:cxnChg chg="add del mod">
          <ac:chgData name="Macher, Andreas (DI FA CTR PLC PPM)" userId="f1dcac62-7bef-43eb-91f0-927336a1714f" providerId="ADAL" clId="{C5C6EC8B-092A-4999-B5EE-A1C3BF508D8A}" dt="2022-11-28T07:21:39.167" v="2433" actId="478"/>
          <ac:cxnSpMkLst>
            <pc:docMk/>
            <pc:sldMk cId="2219493215" sldId="9791"/>
            <ac:cxnSpMk id="127" creationId="{F491082C-86B9-CF0D-FCBC-E06A18BF21C7}"/>
          </ac:cxnSpMkLst>
        </pc:cxnChg>
      </pc:sldChg>
      <pc:sldChg chg="addSp delSp modSp add del mod ord chgLayout">
        <pc:chgData name="Macher, Andreas (DI FA CTR PLC PPM)" userId="f1dcac62-7bef-43eb-91f0-927336a1714f" providerId="ADAL" clId="{C5C6EC8B-092A-4999-B5EE-A1C3BF508D8A}" dt="2022-11-28T12:14:23.782" v="3768" actId="47"/>
        <pc:sldMkLst>
          <pc:docMk/>
          <pc:sldMk cId="4027198274" sldId="9792"/>
        </pc:sldMkLst>
        <pc:spChg chg="mod ord">
          <ac:chgData name="Macher, Andreas (DI FA CTR PLC PPM)" userId="f1dcac62-7bef-43eb-91f0-927336a1714f" providerId="ADAL" clId="{C5C6EC8B-092A-4999-B5EE-A1C3BF508D8A}" dt="2022-11-28T11:31:25.202" v="3730" actId="6549"/>
          <ac:spMkLst>
            <pc:docMk/>
            <pc:sldMk cId="4027198274" sldId="9792"/>
            <ac:spMk id="2" creationId="{00000000-0000-0000-0000-000000000000}"/>
          </ac:spMkLst>
        </pc:spChg>
        <pc:spChg chg="add mod ord">
          <ac:chgData name="Macher, Andreas (DI FA CTR PLC PPM)" userId="f1dcac62-7bef-43eb-91f0-927336a1714f" providerId="ADAL" clId="{C5C6EC8B-092A-4999-B5EE-A1C3BF508D8A}" dt="2022-11-17T12:33:46.529" v="1437" actId="14100"/>
          <ac:spMkLst>
            <pc:docMk/>
            <pc:sldMk cId="4027198274" sldId="9792"/>
            <ac:spMk id="3" creationId="{6FD35265-4CDB-61E6-9136-38B8983CB518}"/>
          </ac:spMkLst>
        </pc:spChg>
        <pc:spChg chg="mod ord">
          <ac:chgData name="Macher, Andreas (DI FA CTR PLC PPM)" userId="f1dcac62-7bef-43eb-91f0-927336a1714f" providerId="ADAL" clId="{C5C6EC8B-092A-4999-B5EE-A1C3BF508D8A}" dt="2022-11-28T07:13:03.667" v="2316"/>
          <ac:spMkLst>
            <pc:docMk/>
            <pc:sldMk cId="4027198274" sldId="9792"/>
            <ac:spMk id="6" creationId="{52486D80-3DF7-470D-823E-765DCE86C853}"/>
          </ac:spMkLst>
        </pc:spChg>
        <pc:spChg chg="del">
          <ac:chgData name="Macher, Andreas (DI FA CTR PLC PPM)" userId="f1dcac62-7bef-43eb-91f0-927336a1714f" providerId="ADAL" clId="{C5C6EC8B-092A-4999-B5EE-A1C3BF508D8A}" dt="2022-08-15T13:25:55.283" v="229" actId="478"/>
          <ac:spMkLst>
            <pc:docMk/>
            <pc:sldMk cId="4027198274" sldId="9792"/>
            <ac:spMk id="11" creationId="{4F5C7018-FD6D-1A4E-409B-3A9D95CC35F7}"/>
          </ac:spMkLst>
        </pc:spChg>
        <pc:spChg chg="add mod">
          <ac:chgData name="Macher, Andreas (DI FA CTR PLC PPM)" userId="f1dcac62-7bef-43eb-91f0-927336a1714f" providerId="ADAL" clId="{C5C6EC8B-092A-4999-B5EE-A1C3BF508D8A}" dt="2022-11-17T12:33:54.099" v="1438" actId="207"/>
          <ac:spMkLst>
            <pc:docMk/>
            <pc:sldMk cId="4027198274" sldId="9792"/>
            <ac:spMk id="13" creationId="{315767CB-90F5-E4B9-A473-98093E4447B5}"/>
          </ac:spMkLst>
        </pc:spChg>
        <pc:spChg chg="add del">
          <ac:chgData name="Macher, Andreas (DI FA CTR PLC PPM)" userId="f1dcac62-7bef-43eb-91f0-927336a1714f" providerId="ADAL" clId="{C5C6EC8B-092A-4999-B5EE-A1C3BF508D8A}" dt="2022-08-15T13:43:06.671" v="360" actId="478"/>
          <ac:spMkLst>
            <pc:docMk/>
            <pc:sldMk cId="4027198274" sldId="9792"/>
            <ac:spMk id="14" creationId="{7EECE700-96CD-1BC3-2A3B-93E8D534A88D}"/>
          </ac:spMkLst>
        </pc:spChg>
        <pc:spChg chg="add del mod">
          <ac:chgData name="Macher, Andreas (DI FA CTR PLC PPM)" userId="f1dcac62-7bef-43eb-91f0-927336a1714f" providerId="ADAL" clId="{C5C6EC8B-092A-4999-B5EE-A1C3BF508D8A}" dt="2022-08-15T13:44:07.629" v="370" actId="478"/>
          <ac:spMkLst>
            <pc:docMk/>
            <pc:sldMk cId="4027198274" sldId="9792"/>
            <ac:spMk id="15" creationId="{93AAB1A6-A6F1-FCD3-A53D-9CB103F7D562}"/>
          </ac:spMkLst>
        </pc:spChg>
        <pc:spChg chg="add del mod">
          <ac:chgData name="Macher, Andreas (DI FA CTR PLC PPM)" userId="f1dcac62-7bef-43eb-91f0-927336a1714f" providerId="ADAL" clId="{C5C6EC8B-092A-4999-B5EE-A1C3BF508D8A}" dt="2022-08-15T13:45:46.658" v="443" actId="478"/>
          <ac:spMkLst>
            <pc:docMk/>
            <pc:sldMk cId="4027198274" sldId="9792"/>
            <ac:spMk id="16" creationId="{91D152B3-23D6-CC7F-EC44-EB9DD60AFF90}"/>
          </ac:spMkLst>
        </pc:spChg>
        <pc:spChg chg="add del">
          <ac:chgData name="Macher, Andreas (DI FA CTR PLC PPM)" userId="f1dcac62-7bef-43eb-91f0-927336a1714f" providerId="ADAL" clId="{C5C6EC8B-092A-4999-B5EE-A1C3BF508D8A}" dt="2022-08-15T13:46:28.161" v="447" actId="478"/>
          <ac:spMkLst>
            <pc:docMk/>
            <pc:sldMk cId="4027198274" sldId="9792"/>
            <ac:spMk id="17" creationId="{BF985C67-8FD1-59E0-2A09-35A38BD65E9C}"/>
          </ac:spMkLst>
        </pc:spChg>
        <pc:spChg chg="add mod">
          <ac:chgData name="Macher, Andreas (DI FA CTR PLC PPM)" userId="f1dcac62-7bef-43eb-91f0-927336a1714f" providerId="ADAL" clId="{C5C6EC8B-092A-4999-B5EE-A1C3BF508D8A}" dt="2022-11-17T12:33:54.099" v="1438" actId="207"/>
          <ac:spMkLst>
            <pc:docMk/>
            <pc:sldMk cId="4027198274" sldId="9792"/>
            <ac:spMk id="18" creationId="{A0090BF1-B338-85E6-C403-BC9C0F449AE4}"/>
          </ac:spMkLst>
        </pc:spChg>
        <pc:spChg chg="add mod">
          <ac:chgData name="Macher, Andreas (DI FA CTR PLC PPM)" userId="f1dcac62-7bef-43eb-91f0-927336a1714f" providerId="ADAL" clId="{C5C6EC8B-092A-4999-B5EE-A1C3BF508D8A}" dt="2022-08-15T14:14:33.230" v="646" actId="14100"/>
          <ac:spMkLst>
            <pc:docMk/>
            <pc:sldMk cId="4027198274" sldId="9792"/>
            <ac:spMk id="25" creationId="{5E7347E1-43F3-87DF-86F3-0F7430EE3B02}"/>
          </ac:spMkLst>
        </pc:spChg>
        <pc:spChg chg="add mod">
          <ac:chgData name="Macher, Andreas (DI FA CTR PLC PPM)" userId="f1dcac62-7bef-43eb-91f0-927336a1714f" providerId="ADAL" clId="{C5C6EC8B-092A-4999-B5EE-A1C3BF508D8A}" dt="2022-11-17T12:34:11.775" v="1440" actId="20577"/>
          <ac:spMkLst>
            <pc:docMk/>
            <pc:sldMk cId="4027198274" sldId="9792"/>
            <ac:spMk id="37" creationId="{11BEA0BE-8540-FBB8-BDEC-A6E0B6FDD98B}"/>
          </ac:spMkLst>
        </pc:spChg>
        <pc:spChg chg="add mod">
          <ac:chgData name="Macher, Andreas (DI FA CTR PLC PPM)" userId="f1dcac62-7bef-43eb-91f0-927336a1714f" providerId="ADAL" clId="{C5C6EC8B-092A-4999-B5EE-A1C3BF508D8A}" dt="2022-11-17T12:33:54.099" v="1438" actId="207"/>
          <ac:spMkLst>
            <pc:docMk/>
            <pc:sldMk cId="4027198274" sldId="9792"/>
            <ac:spMk id="43" creationId="{3B420D73-63B6-40C3-71D0-7F7D64111299}"/>
          </ac:spMkLst>
        </pc:spChg>
        <pc:spChg chg="mod">
          <ac:chgData name="Macher, Andreas (DI FA CTR PLC PPM)" userId="f1dcac62-7bef-43eb-91f0-927336a1714f" providerId="ADAL" clId="{C5C6EC8B-092A-4999-B5EE-A1C3BF508D8A}" dt="2022-11-17T12:33:54.099" v="1438" actId="207"/>
          <ac:spMkLst>
            <pc:docMk/>
            <pc:sldMk cId="4027198274" sldId="9792"/>
            <ac:spMk id="45" creationId="{5A0BD684-6721-CF43-0630-0E6F1729E55E}"/>
          </ac:spMkLst>
        </pc:spChg>
        <pc:spChg chg="mod">
          <ac:chgData name="Macher, Andreas (DI FA CTR PLC PPM)" userId="f1dcac62-7bef-43eb-91f0-927336a1714f" providerId="ADAL" clId="{C5C6EC8B-092A-4999-B5EE-A1C3BF508D8A}" dt="2022-11-17T12:33:54.099" v="1438" actId="207"/>
          <ac:spMkLst>
            <pc:docMk/>
            <pc:sldMk cId="4027198274" sldId="9792"/>
            <ac:spMk id="46" creationId="{B087A7E6-00C4-B32F-8540-745E9DEFB648}"/>
          </ac:spMkLst>
        </pc:spChg>
        <pc:spChg chg="add mod">
          <ac:chgData name="Macher, Andreas (DI FA CTR PLC PPM)" userId="f1dcac62-7bef-43eb-91f0-927336a1714f" providerId="ADAL" clId="{C5C6EC8B-092A-4999-B5EE-A1C3BF508D8A}" dt="2022-11-17T12:33:54.099" v="1438" actId="207"/>
          <ac:spMkLst>
            <pc:docMk/>
            <pc:sldMk cId="4027198274" sldId="9792"/>
            <ac:spMk id="49" creationId="{078D1A99-E23C-A572-969A-A34FAEF87BCE}"/>
          </ac:spMkLst>
        </pc:spChg>
        <pc:spChg chg="add mod">
          <ac:chgData name="Macher, Andreas (DI FA CTR PLC PPM)" userId="f1dcac62-7bef-43eb-91f0-927336a1714f" providerId="ADAL" clId="{C5C6EC8B-092A-4999-B5EE-A1C3BF508D8A}" dt="2022-08-15T14:09:25.001" v="572" actId="1076"/>
          <ac:spMkLst>
            <pc:docMk/>
            <pc:sldMk cId="4027198274" sldId="9792"/>
            <ac:spMk id="51" creationId="{963744B7-F4ED-032C-5C62-2A85441138F2}"/>
          </ac:spMkLst>
        </pc:spChg>
        <pc:spChg chg="add mod">
          <ac:chgData name="Macher, Andreas (DI FA CTR PLC PPM)" userId="f1dcac62-7bef-43eb-91f0-927336a1714f" providerId="ADAL" clId="{C5C6EC8B-092A-4999-B5EE-A1C3BF508D8A}" dt="2022-08-15T14:14:52.328" v="658" actId="14100"/>
          <ac:spMkLst>
            <pc:docMk/>
            <pc:sldMk cId="4027198274" sldId="9792"/>
            <ac:spMk id="59" creationId="{B5CEBC2D-5C92-8343-F42E-86F62FFD6DF0}"/>
          </ac:spMkLst>
        </pc:spChg>
        <pc:spChg chg="add mod">
          <ac:chgData name="Macher, Andreas (DI FA CTR PLC PPM)" userId="f1dcac62-7bef-43eb-91f0-927336a1714f" providerId="ADAL" clId="{C5C6EC8B-092A-4999-B5EE-A1C3BF508D8A}" dt="2022-08-15T14:15:07.984" v="675" actId="20577"/>
          <ac:spMkLst>
            <pc:docMk/>
            <pc:sldMk cId="4027198274" sldId="9792"/>
            <ac:spMk id="60" creationId="{E2E0DB51-C544-E356-FD6F-90DCB7E1777C}"/>
          </ac:spMkLst>
        </pc:spChg>
        <pc:spChg chg="add mod">
          <ac:chgData name="Macher, Andreas (DI FA CTR PLC PPM)" userId="f1dcac62-7bef-43eb-91f0-927336a1714f" providerId="ADAL" clId="{C5C6EC8B-092A-4999-B5EE-A1C3BF508D8A}" dt="2022-08-15T14:15:29.238" v="682" actId="14100"/>
          <ac:spMkLst>
            <pc:docMk/>
            <pc:sldMk cId="4027198274" sldId="9792"/>
            <ac:spMk id="61" creationId="{B04FA4C5-FC12-C5F9-5B1C-649CAA0E9EDB}"/>
          </ac:spMkLst>
        </pc:spChg>
        <pc:spChg chg="mod topLvl">
          <ac:chgData name="Macher, Andreas (DI FA CTR PLC PPM)" userId="f1dcac62-7bef-43eb-91f0-927336a1714f" providerId="ADAL" clId="{C5C6EC8B-092A-4999-B5EE-A1C3BF508D8A}" dt="2022-11-17T12:33:54.099" v="1438" actId="207"/>
          <ac:spMkLst>
            <pc:docMk/>
            <pc:sldMk cId="4027198274" sldId="9792"/>
            <ac:spMk id="75" creationId="{03458D24-716D-10DD-FC76-99CD7FDC8CFF}"/>
          </ac:spMkLst>
        </pc:spChg>
        <pc:spChg chg="mod topLvl">
          <ac:chgData name="Macher, Andreas (DI FA CTR PLC PPM)" userId="f1dcac62-7bef-43eb-91f0-927336a1714f" providerId="ADAL" clId="{C5C6EC8B-092A-4999-B5EE-A1C3BF508D8A}" dt="2022-11-17T12:33:54.099" v="1438" actId="207"/>
          <ac:spMkLst>
            <pc:docMk/>
            <pc:sldMk cId="4027198274" sldId="9792"/>
            <ac:spMk id="76" creationId="{0D229E13-E0B7-1D01-E6E1-0B324B78B55E}"/>
          </ac:spMkLst>
        </pc:spChg>
        <pc:spChg chg="mod">
          <ac:chgData name="Macher, Andreas (DI FA CTR PLC PPM)" userId="f1dcac62-7bef-43eb-91f0-927336a1714f" providerId="ADAL" clId="{C5C6EC8B-092A-4999-B5EE-A1C3BF508D8A}" dt="2022-11-17T12:34:06.419" v="1439" actId="207"/>
          <ac:spMkLst>
            <pc:docMk/>
            <pc:sldMk cId="4027198274" sldId="9792"/>
            <ac:spMk id="80" creationId="{881BCC85-3151-7AEC-5DE5-AB7D3928B36D}"/>
          </ac:spMkLst>
        </pc:spChg>
        <pc:spChg chg="mod">
          <ac:chgData name="Macher, Andreas (DI FA CTR PLC PPM)" userId="f1dcac62-7bef-43eb-91f0-927336a1714f" providerId="ADAL" clId="{C5C6EC8B-092A-4999-B5EE-A1C3BF508D8A}" dt="2022-11-17T12:34:06.419" v="1439" actId="207"/>
          <ac:spMkLst>
            <pc:docMk/>
            <pc:sldMk cId="4027198274" sldId="9792"/>
            <ac:spMk id="81" creationId="{200BA3AF-3C04-C1BE-4E08-66E064C4E7A1}"/>
          </ac:spMkLst>
        </pc:spChg>
        <pc:spChg chg="del mod topLvl">
          <ac:chgData name="Macher, Andreas (DI FA CTR PLC PPM)" userId="f1dcac62-7bef-43eb-91f0-927336a1714f" providerId="ADAL" clId="{C5C6EC8B-092A-4999-B5EE-A1C3BF508D8A}" dt="2022-08-15T13:26:11.812" v="231" actId="478"/>
          <ac:spMkLst>
            <pc:docMk/>
            <pc:sldMk cId="4027198274" sldId="9792"/>
            <ac:spMk id="91" creationId="{ECF5A1F4-981D-F15B-0CC4-BA1D8731C5CD}"/>
          </ac:spMkLst>
        </pc:spChg>
        <pc:spChg chg="del mod topLvl">
          <ac:chgData name="Macher, Andreas (DI FA CTR PLC PPM)" userId="f1dcac62-7bef-43eb-91f0-927336a1714f" providerId="ADAL" clId="{C5C6EC8B-092A-4999-B5EE-A1C3BF508D8A}" dt="2022-08-15T13:26:14.704" v="232" actId="478"/>
          <ac:spMkLst>
            <pc:docMk/>
            <pc:sldMk cId="4027198274" sldId="9792"/>
            <ac:spMk id="92" creationId="{656F0330-EEC7-E8C0-24D2-5BE0246D6F8D}"/>
          </ac:spMkLst>
        </pc:spChg>
        <pc:spChg chg="mod topLvl">
          <ac:chgData name="Macher, Andreas (DI FA CTR PLC PPM)" userId="f1dcac62-7bef-43eb-91f0-927336a1714f" providerId="ADAL" clId="{C5C6EC8B-092A-4999-B5EE-A1C3BF508D8A}" dt="2022-11-17T12:33:54.099" v="1438" actId="207"/>
          <ac:spMkLst>
            <pc:docMk/>
            <pc:sldMk cId="4027198274" sldId="9792"/>
            <ac:spMk id="98" creationId="{36292B79-EB0E-B51D-C1F9-564C106CF7E1}"/>
          </ac:spMkLst>
        </pc:spChg>
        <pc:spChg chg="del">
          <ac:chgData name="Macher, Andreas (DI FA CTR PLC PPM)" userId="f1dcac62-7bef-43eb-91f0-927336a1714f" providerId="ADAL" clId="{C5C6EC8B-092A-4999-B5EE-A1C3BF508D8A}" dt="2022-11-17T12:33:25.903" v="1434" actId="478"/>
          <ac:spMkLst>
            <pc:docMk/>
            <pc:sldMk cId="4027198274" sldId="9792"/>
            <ac:spMk id="160" creationId="{2D80FEEB-5AF4-338B-36D5-B901A6B8ABA1}"/>
          </ac:spMkLst>
        </pc:spChg>
        <pc:grpChg chg="del">
          <ac:chgData name="Macher, Andreas (DI FA CTR PLC PPM)" userId="f1dcac62-7bef-43eb-91f0-927336a1714f" providerId="ADAL" clId="{C5C6EC8B-092A-4999-B5EE-A1C3BF508D8A}" dt="2022-08-15T13:26:08.986" v="230" actId="165"/>
          <ac:grpSpMkLst>
            <pc:docMk/>
            <pc:sldMk cId="4027198274" sldId="9792"/>
            <ac:grpSpMk id="5" creationId="{AC760AB0-B291-22F2-AE50-105CF8D2F699}"/>
          </ac:grpSpMkLst>
        </pc:grpChg>
        <pc:grpChg chg="add mod">
          <ac:chgData name="Macher, Andreas (DI FA CTR PLC PPM)" userId="f1dcac62-7bef-43eb-91f0-927336a1714f" providerId="ADAL" clId="{C5C6EC8B-092A-4999-B5EE-A1C3BF508D8A}" dt="2022-08-15T13:45:28.103" v="392" actId="1076"/>
          <ac:grpSpMkLst>
            <pc:docMk/>
            <pc:sldMk cId="4027198274" sldId="9792"/>
            <ac:grpSpMk id="44" creationId="{B0F1D69E-74FD-EEAB-945A-0364304D5A62}"/>
          </ac:grpSpMkLst>
        </pc:grpChg>
        <pc:grpChg chg="mod topLvl">
          <ac:chgData name="Macher, Andreas (DI FA CTR PLC PPM)" userId="f1dcac62-7bef-43eb-91f0-927336a1714f" providerId="ADAL" clId="{C5C6EC8B-092A-4999-B5EE-A1C3BF508D8A}" dt="2022-11-17T12:34:06.419" v="1439" actId="207"/>
          <ac:grpSpMkLst>
            <pc:docMk/>
            <pc:sldMk cId="4027198274" sldId="9792"/>
            <ac:grpSpMk id="77" creationId="{2CF5516F-F6CB-D9AF-CF71-74F03D33C6BA}"/>
          </ac:grpSpMkLst>
        </pc:grpChg>
        <pc:grpChg chg="mod">
          <ac:chgData name="Macher, Andreas (DI FA CTR PLC PPM)" userId="f1dcac62-7bef-43eb-91f0-927336a1714f" providerId="ADAL" clId="{C5C6EC8B-092A-4999-B5EE-A1C3BF508D8A}" dt="2022-11-17T12:34:06.419" v="1439" actId="207"/>
          <ac:grpSpMkLst>
            <pc:docMk/>
            <pc:sldMk cId="4027198274" sldId="9792"/>
            <ac:grpSpMk id="78" creationId="{D22154DF-92A7-590B-268B-AD87F01E3EEA}"/>
          </ac:grpSpMkLst>
        </pc:grpChg>
        <pc:grpChg chg="mod">
          <ac:chgData name="Macher, Andreas (DI FA CTR PLC PPM)" userId="f1dcac62-7bef-43eb-91f0-927336a1714f" providerId="ADAL" clId="{C5C6EC8B-092A-4999-B5EE-A1C3BF508D8A}" dt="2022-11-17T12:34:06.419" v="1439" actId="207"/>
          <ac:grpSpMkLst>
            <pc:docMk/>
            <pc:sldMk cId="4027198274" sldId="9792"/>
            <ac:grpSpMk id="79" creationId="{25D17CBA-C973-3F38-B9C7-0ED1699002DE}"/>
          </ac:grpSpMkLst>
        </pc:grpChg>
        <pc:picChg chg="del mod">
          <ac:chgData name="Macher, Andreas (DI FA CTR PLC PPM)" userId="f1dcac62-7bef-43eb-91f0-927336a1714f" providerId="ADAL" clId="{C5C6EC8B-092A-4999-B5EE-A1C3BF508D8A}" dt="2022-08-15T13:49:13.166" v="512" actId="478"/>
          <ac:picMkLst>
            <pc:docMk/>
            <pc:sldMk cId="4027198274" sldId="9792"/>
            <ac:picMk id="4" creationId="{9DF53D65-E6E2-ED9F-DD47-AE87530BD304}"/>
          </ac:picMkLst>
        </pc:picChg>
        <pc:picChg chg="add mod">
          <ac:chgData name="Macher, Andreas (DI FA CTR PLC PPM)" userId="f1dcac62-7bef-43eb-91f0-927336a1714f" providerId="ADAL" clId="{C5C6EC8B-092A-4999-B5EE-A1C3BF508D8A}" dt="2022-08-15T13:40:00.866" v="305" actId="1038"/>
          <ac:picMkLst>
            <pc:docMk/>
            <pc:sldMk cId="4027198274" sldId="9792"/>
            <ac:picMk id="7" creationId="{1C054166-56EE-1B3B-FCC1-935284F6967B}"/>
          </ac:picMkLst>
        </pc:picChg>
        <pc:picChg chg="add del mod">
          <ac:chgData name="Macher, Andreas (DI FA CTR PLC PPM)" userId="f1dcac62-7bef-43eb-91f0-927336a1714f" providerId="ADAL" clId="{C5C6EC8B-092A-4999-B5EE-A1C3BF508D8A}" dt="2022-08-15T14:09:35.027" v="575" actId="478"/>
          <ac:picMkLst>
            <pc:docMk/>
            <pc:sldMk cId="4027198274" sldId="9792"/>
            <ac:picMk id="20" creationId="{68D4711A-46A7-213B-F5F7-1EB1E08594E2}"/>
          </ac:picMkLst>
        </pc:picChg>
        <pc:picChg chg="add del mod">
          <ac:chgData name="Macher, Andreas (DI FA CTR PLC PPM)" userId="f1dcac62-7bef-43eb-91f0-927336a1714f" providerId="ADAL" clId="{C5C6EC8B-092A-4999-B5EE-A1C3BF508D8A}" dt="2022-08-15T14:12:56.350" v="579" actId="478"/>
          <ac:picMkLst>
            <pc:docMk/>
            <pc:sldMk cId="4027198274" sldId="9792"/>
            <ac:picMk id="22" creationId="{C60FBF4E-2038-7D94-3C1B-18D17D462042}"/>
          </ac:picMkLst>
        </pc:picChg>
        <pc:picChg chg="add mod">
          <ac:chgData name="Macher, Andreas (DI FA CTR PLC PPM)" userId="f1dcac62-7bef-43eb-91f0-927336a1714f" providerId="ADAL" clId="{C5C6EC8B-092A-4999-B5EE-A1C3BF508D8A}" dt="2022-08-15T14:13:02.791" v="583" actId="1076"/>
          <ac:picMkLst>
            <pc:docMk/>
            <pc:sldMk cId="4027198274" sldId="9792"/>
            <ac:picMk id="24" creationId="{97EB47E6-9798-99F1-16B7-45D9B95A3FE9}"/>
          </ac:picMkLst>
        </pc:picChg>
        <pc:picChg chg="add del mod">
          <ac:chgData name="Macher, Andreas (DI FA CTR PLC PPM)" userId="f1dcac62-7bef-43eb-91f0-927336a1714f" providerId="ADAL" clId="{C5C6EC8B-092A-4999-B5EE-A1C3BF508D8A}" dt="2022-08-15T13:37:38.818" v="275" actId="478"/>
          <ac:picMkLst>
            <pc:docMk/>
            <pc:sldMk cId="4027198274" sldId="9792"/>
            <ac:picMk id="28" creationId="{7443F1EF-F061-4E41-B1CA-473EF2253FEC}"/>
          </ac:picMkLst>
        </pc:picChg>
        <pc:picChg chg="add del mod">
          <ac:chgData name="Macher, Andreas (DI FA CTR PLC PPM)" userId="f1dcac62-7bef-43eb-91f0-927336a1714f" providerId="ADAL" clId="{C5C6EC8B-092A-4999-B5EE-A1C3BF508D8A}" dt="2022-08-15T13:39:08.873" v="294" actId="478"/>
          <ac:picMkLst>
            <pc:docMk/>
            <pc:sldMk cId="4027198274" sldId="9792"/>
            <ac:picMk id="33" creationId="{0A22AFC5-9503-2428-3930-76D337DE5586}"/>
          </ac:picMkLst>
        </pc:picChg>
        <pc:picChg chg="add del mod">
          <ac:chgData name="Macher, Andreas (DI FA CTR PLC PPM)" userId="f1dcac62-7bef-43eb-91f0-927336a1714f" providerId="ADAL" clId="{C5C6EC8B-092A-4999-B5EE-A1C3BF508D8A}" dt="2022-08-15T13:48:21.769" v="506" actId="478"/>
          <ac:picMkLst>
            <pc:docMk/>
            <pc:sldMk cId="4027198274" sldId="9792"/>
            <ac:picMk id="38" creationId="{BCCA1AB2-489C-B016-02E7-47950D4D9253}"/>
          </ac:picMkLst>
        </pc:picChg>
        <pc:picChg chg="add mod">
          <ac:chgData name="Macher, Andreas (DI FA CTR PLC PPM)" userId="f1dcac62-7bef-43eb-91f0-927336a1714f" providerId="ADAL" clId="{C5C6EC8B-092A-4999-B5EE-A1C3BF508D8A}" dt="2022-11-17T12:34:06.419" v="1439" actId="207"/>
          <ac:picMkLst>
            <pc:docMk/>
            <pc:sldMk cId="4027198274" sldId="9792"/>
            <ac:picMk id="39" creationId="{409BF636-7185-9C25-ECA4-6AE5664C14BC}"/>
          </ac:picMkLst>
        </pc:picChg>
        <pc:picChg chg="add mod">
          <ac:chgData name="Macher, Andreas (DI FA CTR PLC PPM)" userId="f1dcac62-7bef-43eb-91f0-927336a1714f" providerId="ADAL" clId="{C5C6EC8B-092A-4999-B5EE-A1C3BF508D8A}" dt="2022-11-17T12:34:06.419" v="1439" actId="207"/>
          <ac:picMkLst>
            <pc:docMk/>
            <pc:sldMk cId="4027198274" sldId="9792"/>
            <ac:picMk id="50" creationId="{54FCD0E3-1A6A-364F-6E68-27E97478B99C}"/>
          </ac:picMkLst>
        </pc:picChg>
        <pc:picChg chg="del">
          <ac:chgData name="Macher, Andreas (DI FA CTR PLC PPM)" userId="f1dcac62-7bef-43eb-91f0-927336a1714f" providerId="ADAL" clId="{C5C6EC8B-092A-4999-B5EE-A1C3BF508D8A}" dt="2022-08-15T13:46:57.280" v="452" actId="478"/>
          <ac:picMkLst>
            <pc:docMk/>
            <pc:sldMk cId="4027198274" sldId="9792"/>
            <ac:picMk id="55" creationId="{054CE9CE-7062-777F-E52D-E34ADF32227E}"/>
          </ac:picMkLst>
        </pc:picChg>
        <pc:picChg chg="mod">
          <ac:chgData name="Macher, Andreas (DI FA CTR PLC PPM)" userId="f1dcac62-7bef-43eb-91f0-927336a1714f" providerId="ADAL" clId="{C5C6EC8B-092A-4999-B5EE-A1C3BF508D8A}" dt="2022-11-17T12:34:06.419" v="1439" actId="207"/>
          <ac:picMkLst>
            <pc:docMk/>
            <pc:sldMk cId="4027198274" sldId="9792"/>
            <ac:picMk id="82" creationId="{806187BE-0092-8097-1E44-31710223B764}"/>
          </ac:picMkLst>
        </pc:picChg>
        <pc:picChg chg="mod">
          <ac:chgData name="Macher, Andreas (DI FA CTR PLC PPM)" userId="f1dcac62-7bef-43eb-91f0-927336a1714f" providerId="ADAL" clId="{C5C6EC8B-092A-4999-B5EE-A1C3BF508D8A}" dt="2022-11-17T12:34:06.419" v="1439" actId="207"/>
          <ac:picMkLst>
            <pc:docMk/>
            <pc:sldMk cId="4027198274" sldId="9792"/>
            <ac:picMk id="83" creationId="{323E0EC6-503A-A39C-FFCB-A3C3CDB19DCC}"/>
          </ac:picMkLst>
        </pc:picChg>
        <pc:picChg chg="mod">
          <ac:chgData name="Macher, Andreas (DI FA CTR PLC PPM)" userId="f1dcac62-7bef-43eb-91f0-927336a1714f" providerId="ADAL" clId="{C5C6EC8B-092A-4999-B5EE-A1C3BF508D8A}" dt="2022-11-17T12:34:06.419" v="1439" actId="207"/>
          <ac:picMkLst>
            <pc:docMk/>
            <pc:sldMk cId="4027198274" sldId="9792"/>
            <ac:picMk id="84" creationId="{39C35CC4-E0B5-B963-A675-9D9F66D5567A}"/>
          </ac:picMkLst>
        </pc:picChg>
        <pc:picChg chg="mod">
          <ac:chgData name="Macher, Andreas (DI FA CTR PLC PPM)" userId="f1dcac62-7bef-43eb-91f0-927336a1714f" providerId="ADAL" clId="{C5C6EC8B-092A-4999-B5EE-A1C3BF508D8A}" dt="2022-11-17T12:34:06.419" v="1439" actId="207"/>
          <ac:picMkLst>
            <pc:docMk/>
            <pc:sldMk cId="4027198274" sldId="9792"/>
            <ac:picMk id="85" creationId="{21FA8B4C-4060-358B-492A-9FDFDCEC47C6}"/>
          </ac:picMkLst>
        </pc:picChg>
        <pc:picChg chg="mod">
          <ac:chgData name="Macher, Andreas (DI FA CTR PLC PPM)" userId="f1dcac62-7bef-43eb-91f0-927336a1714f" providerId="ADAL" clId="{C5C6EC8B-092A-4999-B5EE-A1C3BF508D8A}" dt="2022-11-17T12:34:06.419" v="1439" actId="207"/>
          <ac:picMkLst>
            <pc:docMk/>
            <pc:sldMk cId="4027198274" sldId="9792"/>
            <ac:picMk id="86" creationId="{6792B934-3114-A5C0-3BB4-CCEDEC92526E}"/>
          </ac:picMkLst>
        </pc:picChg>
        <pc:picChg chg="mod">
          <ac:chgData name="Macher, Andreas (DI FA CTR PLC PPM)" userId="f1dcac62-7bef-43eb-91f0-927336a1714f" providerId="ADAL" clId="{C5C6EC8B-092A-4999-B5EE-A1C3BF508D8A}" dt="2022-11-17T12:34:06.419" v="1439" actId="207"/>
          <ac:picMkLst>
            <pc:docMk/>
            <pc:sldMk cId="4027198274" sldId="9792"/>
            <ac:picMk id="87" creationId="{7CBBBFC0-16B8-CE8A-8CBB-CA6236EEBF05}"/>
          </ac:picMkLst>
        </pc:picChg>
        <pc:picChg chg="del mod topLvl">
          <ac:chgData name="Macher, Andreas (DI FA CTR PLC PPM)" userId="f1dcac62-7bef-43eb-91f0-927336a1714f" providerId="ADAL" clId="{C5C6EC8B-092A-4999-B5EE-A1C3BF508D8A}" dt="2022-08-15T13:39:54.360" v="303" actId="478"/>
          <ac:picMkLst>
            <pc:docMk/>
            <pc:sldMk cId="4027198274" sldId="9792"/>
            <ac:picMk id="93" creationId="{020C8D67-19E9-80E7-5F34-2617E7A07686}"/>
          </ac:picMkLst>
        </pc:picChg>
        <pc:picChg chg="mod topLvl">
          <ac:chgData name="Macher, Andreas (DI FA CTR PLC PPM)" userId="f1dcac62-7bef-43eb-91f0-927336a1714f" providerId="ADAL" clId="{C5C6EC8B-092A-4999-B5EE-A1C3BF508D8A}" dt="2022-08-15T13:26:08.986" v="230" actId="165"/>
          <ac:picMkLst>
            <pc:docMk/>
            <pc:sldMk cId="4027198274" sldId="9792"/>
            <ac:picMk id="97" creationId="{00EE2839-2121-1DBB-8649-9FDC22B3F374}"/>
          </ac:picMkLst>
        </pc:picChg>
        <pc:cxnChg chg="add mod">
          <ac:chgData name="Macher, Andreas (DI FA CTR PLC PPM)" userId="f1dcac62-7bef-43eb-91f0-927336a1714f" providerId="ADAL" clId="{C5C6EC8B-092A-4999-B5EE-A1C3BF508D8A}" dt="2022-08-15T13:38:54.592" v="282" actId="167"/>
          <ac:cxnSpMkLst>
            <pc:docMk/>
            <pc:sldMk cId="4027198274" sldId="9792"/>
            <ac:cxnSpMk id="10" creationId="{83BD0A7C-8FE5-0F93-D2EE-656A7F9DA19B}"/>
          </ac:cxnSpMkLst>
        </pc:cxnChg>
        <pc:cxnChg chg="add mod">
          <ac:chgData name="Macher, Andreas (DI FA CTR PLC PPM)" userId="f1dcac62-7bef-43eb-91f0-927336a1714f" providerId="ADAL" clId="{C5C6EC8B-092A-4999-B5EE-A1C3BF508D8A}" dt="2022-08-15T13:39:30.652" v="301" actId="14100"/>
          <ac:cxnSpMkLst>
            <pc:docMk/>
            <pc:sldMk cId="4027198274" sldId="9792"/>
            <ac:cxnSpMk id="34" creationId="{FD1563C8-1DAB-934D-00D2-6CA0A979AC5F}"/>
          </ac:cxnSpMkLst>
        </pc:cxnChg>
      </pc:sldChg>
      <pc:sldChg chg="modSp add del">
        <pc:chgData name="Macher, Andreas (DI FA CTR PLC PPM)" userId="f1dcac62-7bef-43eb-91f0-927336a1714f" providerId="ADAL" clId="{C5C6EC8B-092A-4999-B5EE-A1C3BF508D8A}" dt="2022-11-28T12:11:51.305" v="3731" actId="2696"/>
        <pc:sldMkLst>
          <pc:docMk/>
          <pc:sldMk cId="860732200" sldId="9805"/>
        </pc:sldMkLst>
        <pc:spChg chg="mod">
          <ac:chgData name="Macher, Andreas (DI FA CTR PLC PPM)" userId="f1dcac62-7bef-43eb-91f0-927336a1714f" providerId="ADAL" clId="{C5C6EC8B-092A-4999-B5EE-A1C3BF508D8A}" dt="2022-11-28T07:13:03.667" v="2316"/>
          <ac:spMkLst>
            <pc:docMk/>
            <pc:sldMk cId="860732200" sldId="9805"/>
            <ac:spMk id="3" creationId="{5B29ED0E-BD37-60C9-B59B-A2601008EAE3}"/>
          </ac:spMkLst>
        </pc:spChg>
      </pc:sldChg>
      <pc:sldChg chg="addSp modSp add mod">
        <pc:chgData name="Macher, Andreas (DI FA CTR PLC PPM)" userId="f1dcac62-7bef-43eb-91f0-927336a1714f" providerId="ADAL" clId="{C5C6EC8B-092A-4999-B5EE-A1C3BF508D8A}" dt="2022-11-30T11:25:14.002" v="9727" actId="790"/>
        <pc:sldMkLst>
          <pc:docMk/>
          <pc:sldMk cId="1392358963" sldId="9805"/>
        </pc:sldMkLst>
        <pc:spChg chg="mod">
          <ac:chgData name="Macher, Andreas (DI FA CTR PLC PPM)" userId="f1dcac62-7bef-43eb-91f0-927336a1714f" providerId="ADAL" clId="{C5C6EC8B-092A-4999-B5EE-A1C3BF508D8A}" dt="2022-11-29T10:33:32.720" v="8266"/>
          <ac:spMkLst>
            <pc:docMk/>
            <pc:sldMk cId="1392358963" sldId="9805"/>
            <ac:spMk id="2" creationId="{63DF9877-DD35-6969-BEA5-BA03ACDEB10B}"/>
          </ac:spMkLst>
        </pc:spChg>
        <pc:spChg chg="mod">
          <ac:chgData name="Macher, Andreas (DI FA CTR PLC PPM)" userId="f1dcac62-7bef-43eb-91f0-927336a1714f" providerId="ADAL" clId="{C5C6EC8B-092A-4999-B5EE-A1C3BF508D8A}" dt="2022-11-30T11:25:14.002" v="9727" actId="790"/>
          <ac:spMkLst>
            <pc:docMk/>
            <pc:sldMk cId="1392358963" sldId="9805"/>
            <ac:spMk id="3" creationId="{5B29ED0E-BD37-60C9-B59B-A2601008EAE3}"/>
          </ac:spMkLst>
        </pc:spChg>
        <pc:spChg chg="mod">
          <ac:chgData name="Macher, Andreas (DI FA CTR PLC PPM)" userId="f1dcac62-7bef-43eb-91f0-927336a1714f" providerId="ADAL" clId="{C5C6EC8B-092A-4999-B5EE-A1C3BF508D8A}" dt="2022-11-28T12:19:30.814" v="3831" actId="693"/>
          <ac:spMkLst>
            <pc:docMk/>
            <pc:sldMk cId="1392358963" sldId="9805"/>
            <ac:spMk id="5" creationId="{5B510664-3D23-B629-3D23-B67ACB7780DB}"/>
          </ac:spMkLst>
        </pc:spChg>
        <pc:spChg chg="ord">
          <ac:chgData name="Macher, Andreas (DI FA CTR PLC PPM)" userId="f1dcac62-7bef-43eb-91f0-927336a1714f" providerId="ADAL" clId="{C5C6EC8B-092A-4999-B5EE-A1C3BF508D8A}" dt="2022-11-28T12:20:19.221" v="3861" actId="167"/>
          <ac:spMkLst>
            <pc:docMk/>
            <pc:sldMk cId="1392358963" sldId="9805"/>
            <ac:spMk id="87" creationId="{1D1CDBEA-CFED-985C-3CB1-FDB4F892BB6B}"/>
          </ac:spMkLst>
        </pc:spChg>
        <pc:spChg chg="mod">
          <ac:chgData name="Macher, Andreas (DI FA CTR PLC PPM)" userId="f1dcac62-7bef-43eb-91f0-927336a1714f" providerId="ADAL" clId="{C5C6EC8B-092A-4999-B5EE-A1C3BF508D8A}" dt="2022-11-30T10:09:50.894" v="9442" actId="20577"/>
          <ac:spMkLst>
            <pc:docMk/>
            <pc:sldMk cId="1392358963" sldId="9805"/>
            <ac:spMk id="93" creationId="{91BE891F-AC93-365F-4BF6-85912C341C01}"/>
          </ac:spMkLst>
        </pc:spChg>
        <pc:cxnChg chg="mod">
          <ac:chgData name="Macher, Andreas (DI FA CTR PLC PPM)" userId="f1dcac62-7bef-43eb-91f0-927336a1714f" providerId="ADAL" clId="{C5C6EC8B-092A-4999-B5EE-A1C3BF508D8A}" dt="2022-11-28T12:19:44.029" v="3833" actId="108"/>
          <ac:cxnSpMkLst>
            <pc:docMk/>
            <pc:sldMk cId="1392358963" sldId="9805"/>
            <ac:cxnSpMk id="10" creationId="{613FBF91-6566-3973-17A5-0C6C04C85937}"/>
          </ac:cxnSpMkLst>
        </pc:cxnChg>
        <pc:cxnChg chg="mod">
          <ac:chgData name="Macher, Andreas (DI FA CTR PLC PPM)" userId="f1dcac62-7bef-43eb-91f0-927336a1714f" providerId="ADAL" clId="{C5C6EC8B-092A-4999-B5EE-A1C3BF508D8A}" dt="2022-11-28T12:19:36.427" v="3832" actId="108"/>
          <ac:cxnSpMkLst>
            <pc:docMk/>
            <pc:sldMk cId="1392358963" sldId="9805"/>
            <ac:cxnSpMk id="19" creationId="{9DA0152B-3C8D-BF1C-CEA1-E766BD6ECA35}"/>
          </ac:cxnSpMkLst>
        </pc:cxnChg>
        <pc:cxnChg chg="mod">
          <ac:chgData name="Macher, Andreas (DI FA CTR PLC PPM)" userId="f1dcac62-7bef-43eb-91f0-927336a1714f" providerId="ADAL" clId="{C5C6EC8B-092A-4999-B5EE-A1C3BF508D8A}" dt="2022-11-28T12:19:47.066" v="3835" actId="108"/>
          <ac:cxnSpMkLst>
            <pc:docMk/>
            <pc:sldMk cId="1392358963" sldId="9805"/>
            <ac:cxnSpMk id="37" creationId="{B01B2906-333D-CEAD-06E5-E4F9A6BC35F7}"/>
          </ac:cxnSpMkLst>
        </pc:cxnChg>
        <pc:cxnChg chg="mod">
          <ac:chgData name="Macher, Andreas (DI FA CTR PLC PPM)" userId="f1dcac62-7bef-43eb-91f0-927336a1714f" providerId="ADAL" clId="{C5C6EC8B-092A-4999-B5EE-A1C3BF508D8A}" dt="2022-11-28T12:20:35.306" v="3871" actId="1037"/>
          <ac:cxnSpMkLst>
            <pc:docMk/>
            <pc:sldMk cId="1392358963" sldId="9805"/>
            <ac:cxnSpMk id="42" creationId="{C9124833-0D34-2147-C6DF-87CE7454C3DE}"/>
          </ac:cxnSpMkLst>
        </pc:cxnChg>
        <pc:cxnChg chg="add mod">
          <ac:chgData name="Macher, Andreas (DI FA CTR PLC PPM)" userId="f1dcac62-7bef-43eb-91f0-927336a1714f" providerId="ADAL" clId="{C5C6EC8B-092A-4999-B5EE-A1C3BF508D8A}" dt="2022-11-28T12:20:39.004" v="3876" actId="1038"/>
          <ac:cxnSpMkLst>
            <pc:docMk/>
            <pc:sldMk cId="1392358963" sldId="9805"/>
            <ac:cxnSpMk id="50" creationId="{57BCB23C-972B-CD9F-DE0A-A1FCFE712480}"/>
          </ac:cxnSpMkLst>
        </pc:cxnChg>
        <pc:cxnChg chg="add mod">
          <ac:chgData name="Macher, Andreas (DI FA CTR PLC PPM)" userId="f1dcac62-7bef-43eb-91f0-927336a1714f" providerId="ADAL" clId="{C5C6EC8B-092A-4999-B5EE-A1C3BF508D8A}" dt="2022-11-28T12:21:03.082" v="3912" actId="1036"/>
          <ac:cxnSpMkLst>
            <pc:docMk/>
            <pc:sldMk cId="1392358963" sldId="9805"/>
            <ac:cxnSpMk id="51" creationId="{4F1DDE34-CDCF-ACBA-B3A7-4FC17360F6B4}"/>
          </ac:cxnSpMkLst>
        </pc:cxnChg>
        <pc:cxnChg chg="mod">
          <ac:chgData name="Macher, Andreas (DI FA CTR PLC PPM)" userId="f1dcac62-7bef-43eb-91f0-927336a1714f" providerId="ADAL" clId="{C5C6EC8B-092A-4999-B5EE-A1C3BF508D8A}" dt="2022-11-28T12:19:45.569" v="3834" actId="108"/>
          <ac:cxnSpMkLst>
            <pc:docMk/>
            <pc:sldMk cId="1392358963" sldId="9805"/>
            <ac:cxnSpMk id="69" creationId="{973D586D-8AAE-869C-9EDF-EF493B5D69FE}"/>
          </ac:cxnSpMkLst>
        </pc:cxnChg>
      </pc:sldChg>
      <pc:sldChg chg="modSp add del">
        <pc:chgData name="Macher, Andreas (DI FA CTR PLC PPM)" userId="f1dcac62-7bef-43eb-91f0-927336a1714f" providerId="ADAL" clId="{C5C6EC8B-092A-4999-B5EE-A1C3BF508D8A}" dt="2022-11-28T12:11:51.305" v="3731" actId="2696"/>
        <pc:sldMkLst>
          <pc:docMk/>
          <pc:sldMk cId="414608196" sldId="9806"/>
        </pc:sldMkLst>
        <pc:spChg chg="mod">
          <ac:chgData name="Macher, Andreas (DI FA CTR PLC PPM)" userId="f1dcac62-7bef-43eb-91f0-927336a1714f" providerId="ADAL" clId="{C5C6EC8B-092A-4999-B5EE-A1C3BF508D8A}" dt="2022-11-28T07:13:03.667" v="2316"/>
          <ac:spMkLst>
            <pc:docMk/>
            <pc:sldMk cId="414608196" sldId="9806"/>
            <ac:spMk id="3" creationId="{5B29ED0E-BD37-60C9-B59B-A2601008EAE3}"/>
          </ac:spMkLst>
        </pc:spChg>
      </pc:sldChg>
      <pc:sldChg chg="addSp modSp add mod">
        <pc:chgData name="Macher, Andreas (DI FA CTR PLC PPM)" userId="f1dcac62-7bef-43eb-91f0-927336a1714f" providerId="ADAL" clId="{C5C6EC8B-092A-4999-B5EE-A1C3BF508D8A}" dt="2022-11-30T11:25:21.622" v="9728" actId="790"/>
        <pc:sldMkLst>
          <pc:docMk/>
          <pc:sldMk cId="3309115475" sldId="9806"/>
        </pc:sldMkLst>
        <pc:spChg chg="mod">
          <ac:chgData name="Macher, Andreas (DI FA CTR PLC PPM)" userId="f1dcac62-7bef-43eb-91f0-927336a1714f" providerId="ADAL" clId="{C5C6EC8B-092A-4999-B5EE-A1C3BF508D8A}" dt="2022-11-29T10:33:38.726" v="8267"/>
          <ac:spMkLst>
            <pc:docMk/>
            <pc:sldMk cId="3309115475" sldId="9806"/>
            <ac:spMk id="2" creationId="{63DF9877-DD35-6969-BEA5-BA03ACDEB10B}"/>
          </ac:spMkLst>
        </pc:spChg>
        <pc:spChg chg="mod">
          <ac:chgData name="Macher, Andreas (DI FA CTR PLC PPM)" userId="f1dcac62-7bef-43eb-91f0-927336a1714f" providerId="ADAL" clId="{C5C6EC8B-092A-4999-B5EE-A1C3BF508D8A}" dt="2022-11-30T11:25:21.622" v="9728" actId="790"/>
          <ac:spMkLst>
            <pc:docMk/>
            <pc:sldMk cId="3309115475" sldId="9806"/>
            <ac:spMk id="3" creationId="{5B29ED0E-BD37-60C9-B59B-A2601008EAE3}"/>
          </ac:spMkLst>
        </pc:spChg>
        <pc:spChg chg="add mod">
          <ac:chgData name="Macher, Andreas (DI FA CTR PLC PPM)" userId="f1dcac62-7bef-43eb-91f0-927336a1714f" providerId="ADAL" clId="{C5C6EC8B-092A-4999-B5EE-A1C3BF508D8A}" dt="2022-11-28T13:02:11.035" v="4086" actId="1037"/>
          <ac:spMkLst>
            <pc:docMk/>
            <pc:sldMk cId="3309115475" sldId="9806"/>
            <ac:spMk id="4" creationId="{E7748927-B06F-183C-44DF-DFEDE28BF2A9}"/>
          </ac:spMkLst>
        </pc:spChg>
        <pc:spChg chg="mod">
          <ac:chgData name="Macher, Andreas (DI FA CTR PLC PPM)" userId="f1dcac62-7bef-43eb-91f0-927336a1714f" providerId="ADAL" clId="{C5C6EC8B-092A-4999-B5EE-A1C3BF508D8A}" dt="2022-11-30T10:10:21.839" v="9454" actId="20577"/>
          <ac:spMkLst>
            <pc:docMk/>
            <pc:sldMk cId="3309115475" sldId="9806"/>
            <ac:spMk id="93" creationId="{91BE891F-AC93-365F-4BF6-85912C341C01}"/>
          </ac:spMkLst>
        </pc:spChg>
        <pc:spChg chg="mod">
          <ac:chgData name="Macher, Andreas (DI FA CTR PLC PPM)" userId="f1dcac62-7bef-43eb-91f0-927336a1714f" providerId="ADAL" clId="{C5C6EC8B-092A-4999-B5EE-A1C3BF508D8A}" dt="2022-11-28T13:01:10.439" v="4015" actId="108"/>
          <ac:spMkLst>
            <pc:docMk/>
            <pc:sldMk cId="3309115475" sldId="9806"/>
            <ac:spMk id="110" creationId="{CFE7CA7D-24BC-343C-AEF3-84CCE102339E}"/>
          </ac:spMkLst>
        </pc:spChg>
        <pc:spChg chg="mod">
          <ac:chgData name="Macher, Andreas (DI FA CTR PLC PPM)" userId="f1dcac62-7bef-43eb-91f0-927336a1714f" providerId="ADAL" clId="{C5C6EC8B-092A-4999-B5EE-A1C3BF508D8A}" dt="2022-11-28T13:01:14.562" v="4018" actId="108"/>
          <ac:spMkLst>
            <pc:docMk/>
            <pc:sldMk cId="3309115475" sldId="9806"/>
            <ac:spMk id="159" creationId="{88758A0F-C7A9-8DA5-4D8E-83D860981E2B}"/>
          </ac:spMkLst>
        </pc:spChg>
        <pc:spChg chg="ord">
          <ac:chgData name="Macher, Andreas (DI FA CTR PLC PPM)" userId="f1dcac62-7bef-43eb-91f0-927336a1714f" providerId="ADAL" clId="{C5C6EC8B-092A-4999-B5EE-A1C3BF508D8A}" dt="2022-11-28T13:02:19.649" v="4087" actId="166"/>
          <ac:spMkLst>
            <pc:docMk/>
            <pc:sldMk cId="3309115475" sldId="9806"/>
            <ac:spMk id="224" creationId="{6954A963-DB42-B802-B8B8-2152AE4E01A9}"/>
          </ac:spMkLst>
        </pc:spChg>
        <pc:cxnChg chg="mod">
          <ac:chgData name="Macher, Andreas (DI FA CTR PLC PPM)" userId="f1dcac62-7bef-43eb-91f0-927336a1714f" providerId="ADAL" clId="{C5C6EC8B-092A-4999-B5EE-A1C3BF508D8A}" dt="2022-11-28T13:01:17.208" v="4019" actId="108"/>
          <ac:cxnSpMkLst>
            <pc:docMk/>
            <pc:sldMk cId="3309115475" sldId="9806"/>
            <ac:cxnSpMk id="108" creationId="{DFB8067D-C043-27FD-5F4C-BD36AAEB6649}"/>
          </ac:cxnSpMkLst>
        </pc:cxnChg>
        <pc:cxnChg chg="mod">
          <ac:chgData name="Macher, Andreas (DI FA CTR PLC PPM)" userId="f1dcac62-7bef-43eb-91f0-927336a1714f" providerId="ADAL" clId="{C5C6EC8B-092A-4999-B5EE-A1C3BF508D8A}" dt="2022-11-28T13:01:11.893" v="4016" actId="108"/>
          <ac:cxnSpMkLst>
            <pc:docMk/>
            <pc:sldMk cId="3309115475" sldId="9806"/>
            <ac:cxnSpMk id="138" creationId="{46F18DFD-A2AC-189F-EEE0-0AB3B5BE09DF}"/>
          </ac:cxnSpMkLst>
        </pc:cxnChg>
        <pc:cxnChg chg="mod">
          <ac:chgData name="Macher, Andreas (DI FA CTR PLC PPM)" userId="f1dcac62-7bef-43eb-91f0-927336a1714f" providerId="ADAL" clId="{C5C6EC8B-092A-4999-B5EE-A1C3BF508D8A}" dt="2022-11-28T13:01:13.512" v="4017" actId="108"/>
          <ac:cxnSpMkLst>
            <pc:docMk/>
            <pc:sldMk cId="3309115475" sldId="9806"/>
            <ac:cxnSpMk id="182" creationId="{D1127672-DF53-BE5A-5B62-FD5D7E39E917}"/>
          </ac:cxnSpMkLst>
        </pc:cxnChg>
        <pc:cxnChg chg="mod">
          <ac:chgData name="Macher, Andreas (DI FA CTR PLC PPM)" userId="f1dcac62-7bef-43eb-91f0-927336a1714f" providerId="ADAL" clId="{C5C6EC8B-092A-4999-B5EE-A1C3BF508D8A}" dt="2022-11-28T13:01:20" v="4021" actId="108"/>
          <ac:cxnSpMkLst>
            <pc:docMk/>
            <pc:sldMk cId="3309115475" sldId="9806"/>
            <ac:cxnSpMk id="207" creationId="{BE041348-7FB6-B450-285E-44E39169D20B}"/>
          </ac:cxnSpMkLst>
        </pc:cxnChg>
        <pc:cxnChg chg="mod">
          <ac:chgData name="Macher, Andreas (DI FA CTR PLC PPM)" userId="f1dcac62-7bef-43eb-91f0-927336a1714f" providerId="ADAL" clId="{C5C6EC8B-092A-4999-B5EE-A1C3BF508D8A}" dt="2022-11-28T13:01:19.060" v="4020" actId="108"/>
          <ac:cxnSpMkLst>
            <pc:docMk/>
            <pc:sldMk cId="3309115475" sldId="9806"/>
            <ac:cxnSpMk id="214" creationId="{1E75A2D1-2E3F-AB49-841E-B39ADF774C80}"/>
          </ac:cxnSpMkLst>
        </pc:cxnChg>
      </pc:sldChg>
      <pc:sldChg chg="addSp delSp modSp add del mod">
        <pc:chgData name="Macher, Andreas (DI FA CTR PLC PPM)" userId="f1dcac62-7bef-43eb-91f0-927336a1714f" providerId="ADAL" clId="{C5C6EC8B-092A-4999-B5EE-A1C3BF508D8A}" dt="2022-11-29T10:05:40.599" v="8154" actId="47"/>
        <pc:sldMkLst>
          <pc:docMk/>
          <pc:sldMk cId="3587949160" sldId="9807"/>
        </pc:sldMkLst>
        <pc:spChg chg="mod ord">
          <ac:chgData name="Macher, Andreas (DI FA CTR PLC PPM)" userId="f1dcac62-7bef-43eb-91f0-927336a1714f" providerId="ADAL" clId="{C5C6EC8B-092A-4999-B5EE-A1C3BF508D8A}" dt="2022-11-28T07:17:06.419" v="2382" actId="207"/>
          <ac:spMkLst>
            <pc:docMk/>
            <pc:sldMk cId="3587949160" sldId="9807"/>
            <ac:spMk id="4" creationId="{F7626D89-1A29-BBEC-7D0E-90EB5526E77D}"/>
          </ac:spMkLst>
        </pc:spChg>
        <pc:spChg chg="add del mod">
          <ac:chgData name="Macher, Andreas (DI FA CTR PLC PPM)" userId="f1dcac62-7bef-43eb-91f0-927336a1714f" providerId="ADAL" clId="{C5C6EC8B-092A-4999-B5EE-A1C3BF508D8A}" dt="2022-11-28T07:14:44.820" v="2323" actId="478"/>
          <ac:spMkLst>
            <pc:docMk/>
            <pc:sldMk cId="3587949160" sldId="9807"/>
            <ac:spMk id="5" creationId="{8092055E-2474-F5BB-09A4-1599352FA86D}"/>
          </ac:spMkLst>
        </pc:spChg>
        <pc:spChg chg="add mod">
          <ac:chgData name="Macher, Andreas (DI FA CTR PLC PPM)" userId="f1dcac62-7bef-43eb-91f0-927336a1714f" providerId="ADAL" clId="{C5C6EC8B-092A-4999-B5EE-A1C3BF508D8A}" dt="2022-11-29T09:54:17.129" v="8007" actId="164"/>
          <ac:spMkLst>
            <pc:docMk/>
            <pc:sldMk cId="3587949160" sldId="9807"/>
            <ac:spMk id="5" creationId="{96E58228-3DF7-ABDB-FB35-0233CF3E302B}"/>
          </ac:spMkLst>
        </pc:spChg>
        <pc:spChg chg="add del mod ord">
          <ac:chgData name="Macher, Andreas (DI FA CTR PLC PPM)" userId="f1dcac62-7bef-43eb-91f0-927336a1714f" providerId="ADAL" clId="{C5C6EC8B-092A-4999-B5EE-A1C3BF508D8A}" dt="2022-11-28T12:24:10.845" v="3968" actId="108"/>
          <ac:spMkLst>
            <pc:docMk/>
            <pc:sldMk cId="3587949160" sldId="9807"/>
            <ac:spMk id="7" creationId="{063164EE-A33A-B852-13DA-F632CBEB0A79}"/>
          </ac:spMkLst>
        </pc:spChg>
        <pc:spChg chg="add del mod">
          <ac:chgData name="Macher, Andreas (DI FA CTR PLC PPM)" userId="f1dcac62-7bef-43eb-91f0-927336a1714f" providerId="ADAL" clId="{C5C6EC8B-092A-4999-B5EE-A1C3BF508D8A}" dt="2022-11-28T13:04:02.840" v="4108" actId="478"/>
          <ac:spMkLst>
            <pc:docMk/>
            <pc:sldMk cId="3587949160" sldId="9807"/>
            <ac:spMk id="8" creationId="{DD8D0FF8-D31B-5AE2-41E7-598F573803BC}"/>
          </ac:spMkLst>
        </pc:spChg>
        <pc:spChg chg="add mod">
          <ac:chgData name="Macher, Andreas (DI FA CTR PLC PPM)" userId="f1dcac62-7bef-43eb-91f0-927336a1714f" providerId="ADAL" clId="{C5C6EC8B-092A-4999-B5EE-A1C3BF508D8A}" dt="2022-11-29T07:29:37.030" v="4746" actId="122"/>
          <ac:spMkLst>
            <pc:docMk/>
            <pc:sldMk cId="3587949160" sldId="9807"/>
            <ac:spMk id="8" creationId="{EB90E89C-26BE-C7B3-9A3F-55B485ACB2AF}"/>
          </ac:spMkLst>
        </pc:spChg>
        <pc:spChg chg="add mod">
          <ac:chgData name="Macher, Andreas (DI FA CTR PLC PPM)" userId="f1dcac62-7bef-43eb-91f0-927336a1714f" providerId="ADAL" clId="{C5C6EC8B-092A-4999-B5EE-A1C3BF508D8A}" dt="2022-11-28T13:04:07.264" v="4112" actId="1036"/>
          <ac:spMkLst>
            <pc:docMk/>
            <pc:sldMk cId="3587949160" sldId="9807"/>
            <ac:spMk id="10" creationId="{31977F1D-7F44-BB6F-91D5-6CA07A8C82C7}"/>
          </ac:spMkLst>
        </pc:spChg>
        <pc:spChg chg="add mod ord">
          <ac:chgData name="Macher, Andreas (DI FA CTR PLC PPM)" userId="f1dcac62-7bef-43eb-91f0-927336a1714f" providerId="ADAL" clId="{C5C6EC8B-092A-4999-B5EE-A1C3BF508D8A}" dt="2022-11-28T07:20:38.728" v="2426" actId="1037"/>
          <ac:spMkLst>
            <pc:docMk/>
            <pc:sldMk cId="3587949160" sldId="9807"/>
            <ac:spMk id="13" creationId="{234132AB-85BB-C316-4B38-45D86719D9A0}"/>
          </ac:spMkLst>
        </pc:spChg>
        <pc:spChg chg="add del mod">
          <ac:chgData name="Macher, Andreas (DI FA CTR PLC PPM)" userId="f1dcac62-7bef-43eb-91f0-927336a1714f" providerId="ADAL" clId="{C5C6EC8B-092A-4999-B5EE-A1C3BF508D8A}" dt="2022-11-28T07:19:24.511" v="2413" actId="478"/>
          <ac:spMkLst>
            <pc:docMk/>
            <pc:sldMk cId="3587949160" sldId="9807"/>
            <ac:spMk id="14" creationId="{9BC9996F-5E80-9A5E-895C-E35090F05BE5}"/>
          </ac:spMkLst>
        </pc:spChg>
        <pc:spChg chg="add mod">
          <ac:chgData name="Macher, Andreas (DI FA CTR PLC PPM)" userId="f1dcac62-7bef-43eb-91f0-927336a1714f" providerId="ADAL" clId="{C5C6EC8B-092A-4999-B5EE-A1C3BF508D8A}" dt="2022-11-28T07:20:00.997" v="2420" actId="14100"/>
          <ac:spMkLst>
            <pc:docMk/>
            <pc:sldMk cId="3587949160" sldId="9807"/>
            <ac:spMk id="18" creationId="{1694ED5D-3319-18CE-2C21-E0310E34B6AB}"/>
          </ac:spMkLst>
        </pc:spChg>
        <pc:spChg chg="mod">
          <ac:chgData name="Macher, Andreas (DI FA CTR PLC PPM)" userId="f1dcac62-7bef-43eb-91f0-927336a1714f" providerId="ADAL" clId="{C5C6EC8B-092A-4999-B5EE-A1C3BF508D8A}" dt="2022-11-29T07:31:28.614" v="4841" actId="6549"/>
          <ac:spMkLst>
            <pc:docMk/>
            <pc:sldMk cId="3587949160" sldId="9807"/>
            <ac:spMk id="23" creationId="{AC65D4B8-B8E2-4E03-BCFD-965AC16EB98E}"/>
          </ac:spMkLst>
        </pc:spChg>
        <pc:spChg chg="del">
          <ac:chgData name="Macher, Andreas (DI FA CTR PLC PPM)" userId="f1dcac62-7bef-43eb-91f0-927336a1714f" providerId="ADAL" clId="{C5C6EC8B-092A-4999-B5EE-A1C3BF508D8A}" dt="2022-11-28T07:14:19.631" v="2319" actId="478"/>
          <ac:spMkLst>
            <pc:docMk/>
            <pc:sldMk cId="3587949160" sldId="9807"/>
            <ac:spMk id="40" creationId="{00000000-0000-0000-0000-000000000000}"/>
          </ac:spMkLst>
        </pc:spChg>
        <pc:spChg chg="mod">
          <ac:chgData name="Macher, Andreas (DI FA CTR PLC PPM)" userId="f1dcac62-7bef-43eb-91f0-927336a1714f" providerId="ADAL" clId="{C5C6EC8B-092A-4999-B5EE-A1C3BF508D8A}" dt="2022-11-28T07:15:23.131" v="2339" actId="1076"/>
          <ac:spMkLst>
            <pc:docMk/>
            <pc:sldMk cId="3587949160" sldId="9807"/>
            <ac:spMk id="43" creationId="{00000000-0000-0000-0000-000000000000}"/>
          </ac:spMkLst>
        </pc:spChg>
        <pc:spChg chg="del">
          <ac:chgData name="Macher, Andreas (DI FA CTR PLC PPM)" userId="f1dcac62-7bef-43eb-91f0-927336a1714f" providerId="ADAL" clId="{C5C6EC8B-092A-4999-B5EE-A1C3BF508D8A}" dt="2022-11-28T07:20:22.982" v="2423" actId="478"/>
          <ac:spMkLst>
            <pc:docMk/>
            <pc:sldMk cId="3587949160" sldId="9807"/>
            <ac:spMk id="44" creationId="{00000000-0000-0000-0000-000000000000}"/>
          </ac:spMkLst>
        </pc:spChg>
        <pc:spChg chg="del mod">
          <ac:chgData name="Macher, Andreas (DI FA CTR PLC PPM)" userId="f1dcac62-7bef-43eb-91f0-927336a1714f" providerId="ADAL" clId="{C5C6EC8B-092A-4999-B5EE-A1C3BF508D8A}" dt="2022-11-28T07:17:59.320" v="2395" actId="478"/>
          <ac:spMkLst>
            <pc:docMk/>
            <pc:sldMk cId="3587949160" sldId="9807"/>
            <ac:spMk id="47" creationId="{00000000-0000-0000-0000-000000000000}"/>
          </ac:spMkLst>
        </pc:spChg>
        <pc:spChg chg="mod">
          <ac:chgData name="Macher, Andreas (DI FA CTR PLC PPM)" userId="f1dcac62-7bef-43eb-91f0-927336a1714f" providerId="ADAL" clId="{C5C6EC8B-092A-4999-B5EE-A1C3BF508D8A}" dt="2022-11-28T07:15:45.971" v="2370" actId="1035"/>
          <ac:spMkLst>
            <pc:docMk/>
            <pc:sldMk cId="3587949160" sldId="9807"/>
            <ac:spMk id="50" creationId="{00000000-0000-0000-0000-000000000000}"/>
          </ac:spMkLst>
        </pc:spChg>
        <pc:spChg chg="mod">
          <ac:chgData name="Macher, Andreas (DI FA CTR PLC PPM)" userId="f1dcac62-7bef-43eb-91f0-927336a1714f" providerId="ADAL" clId="{C5C6EC8B-092A-4999-B5EE-A1C3BF508D8A}" dt="2022-11-28T07:15:41.845" v="2366" actId="1035"/>
          <ac:spMkLst>
            <pc:docMk/>
            <pc:sldMk cId="3587949160" sldId="9807"/>
            <ac:spMk id="51" creationId="{00000000-0000-0000-0000-000000000000}"/>
          </ac:spMkLst>
        </pc:spChg>
        <pc:spChg chg="mod">
          <ac:chgData name="Macher, Andreas (DI FA CTR PLC PPM)" userId="f1dcac62-7bef-43eb-91f0-927336a1714f" providerId="ADAL" clId="{C5C6EC8B-092A-4999-B5EE-A1C3BF508D8A}" dt="2022-11-28T07:15:34.908" v="2356" actId="1035"/>
          <ac:spMkLst>
            <pc:docMk/>
            <pc:sldMk cId="3587949160" sldId="9807"/>
            <ac:spMk id="82" creationId="{97A1E27B-0717-C413-35A0-E3D4E692EACC}"/>
          </ac:spMkLst>
        </pc:spChg>
        <pc:spChg chg="mod">
          <ac:chgData name="Macher, Andreas (DI FA CTR PLC PPM)" userId="f1dcac62-7bef-43eb-91f0-927336a1714f" providerId="ADAL" clId="{C5C6EC8B-092A-4999-B5EE-A1C3BF508D8A}" dt="2022-11-28T12:24:16.331" v="3971" actId="108"/>
          <ac:spMkLst>
            <pc:docMk/>
            <pc:sldMk cId="3587949160" sldId="9807"/>
            <ac:spMk id="90" creationId="{9678ACC2-32FE-467A-9AFA-3C51B1407B10}"/>
          </ac:spMkLst>
        </pc:spChg>
        <pc:grpChg chg="add mod">
          <ac:chgData name="Macher, Andreas (DI FA CTR PLC PPM)" userId="f1dcac62-7bef-43eb-91f0-927336a1714f" providerId="ADAL" clId="{C5C6EC8B-092A-4999-B5EE-A1C3BF508D8A}" dt="2022-11-29T09:54:17.129" v="8007" actId="164"/>
          <ac:grpSpMkLst>
            <pc:docMk/>
            <pc:sldMk cId="3587949160" sldId="9807"/>
            <ac:grpSpMk id="11" creationId="{BCC46527-E143-DEF6-515A-DC98A155F3D1}"/>
          </ac:grpSpMkLst>
        </pc:grpChg>
        <pc:grpChg chg="mod">
          <ac:chgData name="Macher, Andreas (DI FA CTR PLC PPM)" userId="f1dcac62-7bef-43eb-91f0-927336a1714f" providerId="ADAL" clId="{C5C6EC8B-092A-4999-B5EE-A1C3BF508D8A}" dt="2022-11-28T07:15:41.845" v="2366" actId="1035"/>
          <ac:grpSpMkLst>
            <pc:docMk/>
            <pc:sldMk cId="3587949160" sldId="9807"/>
            <ac:grpSpMk id="109" creationId="{6854451F-8391-4A18-8106-5D4A2040BF1C}"/>
          </ac:grpSpMkLst>
        </pc:grpChg>
        <pc:picChg chg="mod">
          <ac:chgData name="Macher, Andreas (DI FA CTR PLC PPM)" userId="f1dcac62-7bef-43eb-91f0-927336a1714f" providerId="ADAL" clId="{C5C6EC8B-092A-4999-B5EE-A1C3BF508D8A}" dt="2022-11-28T07:15:34.908" v="2356" actId="1035"/>
          <ac:picMkLst>
            <pc:docMk/>
            <pc:sldMk cId="3587949160" sldId="9807"/>
            <ac:picMk id="81" creationId="{BA791F27-B3ED-B4D3-1A6C-A94EEE0EDA42}"/>
          </ac:picMkLst>
        </pc:picChg>
        <pc:picChg chg="mod ord">
          <ac:chgData name="Macher, Andreas (DI FA CTR PLC PPM)" userId="f1dcac62-7bef-43eb-91f0-927336a1714f" providerId="ADAL" clId="{C5C6EC8B-092A-4999-B5EE-A1C3BF508D8A}" dt="2022-11-29T09:54:17.129" v="8007" actId="164"/>
          <ac:picMkLst>
            <pc:docMk/>
            <pc:sldMk cId="3587949160" sldId="9807"/>
            <ac:picMk id="86" creationId="{AE108AE5-2A19-4216-948D-0B4BE1DD1FB1}"/>
          </ac:picMkLst>
        </pc:picChg>
        <pc:picChg chg="ord">
          <ac:chgData name="Macher, Andreas (DI FA CTR PLC PPM)" userId="f1dcac62-7bef-43eb-91f0-927336a1714f" providerId="ADAL" clId="{C5C6EC8B-092A-4999-B5EE-A1C3BF508D8A}" dt="2022-11-28T07:20:28.992" v="2425" actId="166"/>
          <ac:picMkLst>
            <pc:docMk/>
            <pc:sldMk cId="3587949160" sldId="9807"/>
            <ac:picMk id="87" creationId="{8E41DB37-A462-4751-910E-AB5BA6FEEBE6}"/>
          </ac:picMkLst>
        </pc:picChg>
        <pc:picChg chg="mod">
          <ac:chgData name="Macher, Andreas (DI FA CTR PLC PPM)" userId="f1dcac62-7bef-43eb-91f0-927336a1714f" providerId="ADAL" clId="{C5C6EC8B-092A-4999-B5EE-A1C3BF508D8A}" dt="2022-11-28T07:15:45.971" v="2370" actId="1035"/>
          <ac:picMkLst>
            <pc:docMk/>
            <pc:sldMk cId="3587949160" sldId="9807"/>
            <ac:picMk id="119" creationId="{960E6A47-6050-4A8C-8ECD-245E36D53955}"/>
          </ac:picMkLst>
        </pc:picChg>
        <pc:cxnChg chg="add mod">
          <ac:chgData name="Macher, Andreas (DI FA CTR PLC PPM)" userId="f1dcac62-7bef-43eb-91f0-927336a1714f" providerId="ADAL" clId="{C5C6EC8B-092A-4999-B5EE-A1C3BF508D8A}" dt="2022-11-28T12:24:18.307" v="3972" actId="108"/>
          <ac:cxnSpMkLst>
            <pc:docMk/>
            <pc:sldMk cId="3587949160" sldId="9807"/>
            <ac:cxnSpMk id="15" creationId="{D78A6936-6EE8-E2B7-F8C1-C58417E61285}"/>
          </ac:cxnSpMkLst>
        </pc:cxnChg>
        <pc:cxnChg chg="add mod">
          <ac:chgData name="Macher, Andreas (DI FA CTR PLC PPM)" userId="f1dcac62-7bef-43eb-91f0-927336a1714f" providerId="ADAL" clId="{C5C6EC8B-092A-4999-B5EE-A1C3BF508D8A}" dt="2022-11-28T12:24:27.358" v="3977" actId="1036"/>
          <ac:cxnSpMkLst>
            <pc:docMk/>
            <pc:sldMk cId="3587949160" sldId="9807"/>
            <ac:cxnSpMk id="16" creationId="{80318584-392F-52C4-6709-8115B2FAC359}"/>
          </ac:cxnSpMkLst>
        </pc:cxnChg>
        <pc:cxnChg chg="add mod">
          <ac:chgData name="Macher, Andreas (DI FA CTR PLC PPM)" userId="f1dcac62-7bef-43eb-91f0-927336a1714f" providerId="ADAL" clId="{C5C6EC8B-092A-4999-B5EE-A1C3BF508D8A}" dt="2022-11-28T12:24:21.721" v="3974" actId="108"/>
          <ac:cxnSpMkLst>
            <pc:docMk/>
            <pc:sldMk cId="3587949160" sldId="9807"/>
            <ac:cxnSpMk id="17" creationId="{BB00453F-D0F4-D2A4-410E-D8E5E5807DC3}"/>
          </ac:cxnSpMkLst>
        </pc:cxnChg>
        <pc:cxnChg chg="mod">
          <ac:chgData name="Macher, Andreas (DI FA CTR PLC PPM)" userId="f1dcac62-7bef-43eb-91f0-927336a1714f" providerId="ADAL" clId="{C5C6EC8B-092A-4999-B5EE-A1C3BF508D8A}" dt="2022-11-28T07:15:45.971" v="2370" actId="1035"/>
          <ac:cxnSpMkLst>
            <pc:docMk/>
            <pc:sldMk cId="3587949160" sldId="9807"/>
            <ac:cxnSpMk id="38" creationId="{00000000-0000-0000-0000-000000000000}"/>
          </ac:cxnSpMkLst>
        </pc:cxnChg>
        <pc:cxnChg chg="mod">
          <ac:chgData name="Macher, Andreas (DI FA CTR PLC PPM)" userId="f1dcac62-7bef-43eb-91f0-927336a1714f" providerId="ADAL" clId="{C5C6EC8B-092A-4999-B5EE-A1C3BF508D8A}" dt="2022-11-28T07:15:41.845" v="2366" actId="1035"/>
          <ac:cxnSpMkLst>
            <pc:docMk/>
            <pc:sldMk cId="3587949160" sldId="9807"/>
            <ac:cxnSpMk id="39" creationId="{00000000-0000-0000-0000-000000000000}"/>
          </ac:cxnSpMkLst>
        </pc:cxnChg>
        <pc:cxnChg chg="del mod">
          <ac:chgData name="Macher, Andreas (DI FA CTR PLC PPM)" userId="f1dcac62-7bef-43eb-91f0-927336a1714f" providerId="ADAL" clId="{C5C6EC8B-092A-4999-B5EE-A1C3BF508D8A}" dt="2022-11-28T07:17:33.549" v="2388" actId="478"/>
          <ac:cxnSpMkLst>
            <pc:docMk/>
            <pc:sldMk cId="3587949160" sldId="9807"/>
            <ac:cxnSpMk id="45" creationId="{00000000-0000-0000-0000-000000000000}"/>
          </ac:cxnSpMkLst>
        </pc:cxnChg>
        <pc:cxnChg chg="del mod">
          <ac:chgData name="Macher, Andreas (DI FA CTR PLC PPM)" userId="f1dcac62-7bef-43eb-91f0-927336a1714f" providerId="ADAL" clId="{C5C6EC8B-092A-4999-B5EE-A1C3BF508D8A}" dt="2022-11-28T07:17:36.317" v="2389" actId="478"/>
          <ac:cxnSpMkLst>
            <pc:docMk/>
            <pc:sldMk cId="3587949160" sldId="9807"/>
            <ac:cxnSpMk id="46" creationId="{00000000-0000-0000-0000-000000000000}"/>
          </ac:cxnSpMkLst>
        </pc:cxnChg>
        <pc:cxnChg chg="del mod">
          <ac:chgData name="Macher, Andreas (DI FA CTR PLC PPM)" userId="f1dcac62-7bef-43eb-91f0-927336a1714f" providerId="ADAL" clId="{C5C6EC8B-092A-4999-B5EE-A1C3BF508D8A}" dt="2022-11-28T07:17:38.077" v="2390" actId="478"/>
          <ac:cxnSpMkLst>
            <pc:docMk/>
            <pc:sldMk cId="3587949160" sldId="9807"/>
            <ac:cxnSpMk id="48" creationId="{00000000-0000-0000-0000-000000000000}"/>
          </ac:cxnSpMkLst>
        </pc:cxnChg>
        <pc:cxnChg chg="mod">
          <ac:chgData name="Macher, Andreas (DI FA CTR PLC PPM)" userId="f1dcac62-7bef-43eb-91f0-927336a1714f" providerId="ADAL" clId="{C5C6EC8B-092A-4999-B5EE-A1C3BF508D8A}" dt="2022-11-28T12:24:20.058" v="3973" actId="108"/>
          <ac:cxnSpMkLst>
            <pc:docMk/>
            <pc:sldMk cId="3587949160" sldId="9807"/>
            <ac:cxnSpMk id="49" creationId="{00000000-0000-0000-0000-000000000000}"/>
          </ac:cxnSpMkLst>
        </pc:cxnChg>
        <pc:cxnChg chg="mod">
          <ac:chgData name="Macher, Andreas (DI FA CTR PLC PPM)" userId="f1dcac62-7bef-43eb-91f0-927336a1714f" providerId="ADAL" clId="{C5C6EC8B-092A-4999-B5EE-A1C3BF508D8A}" dt="2022-11-28T12:24:12.249" v="3969" actId="108"/>
          <ac:cxnSpMkLst>
            <pc:docMk/>
            <pc:sldMk cId="3587949160" sldId="9807"/>
            <ac:cxnSpMk id="83" creationId="{D7F0E97E-ACC3-D3F3-CAB9-CF22E4859BC5}"/>
          </ac:cxnSpMkLst>
        </pc:cxnChg>
      </pc:sldChg>
      <pc:sldChg chg="addSp delSp modSp add mod">
        <pc:chgData name="Macher, Andreas (DI FA CTR PLC PPM)" userId="f1dcac62-7bef-43eb-91f0-927336a1714f" providerId="ADAL" clId="{C5C6EC8B-092A-4999-B5EE-A1C3BF508D8A}" dt="2022-11-29T16:10:05.146" v="9210"/>
        <pc:sldMkLst>
          <pc:docMk/>
          <pc:sldMk cId="491844424" sldId="9808"/>
        </pc:sldMkLst>
        <pc:spChg chg="mod">
          <ac:chgData name="Macher, Andreas (DI FA CTR PLC PPM)" userId="f1dcac62-7bef-43eb-91f0-927336a1714f" providerId="ADAL" clId="{C5C6EC8B-092A-4999-B5EE-A1C3BF508D8A}" dt="2022-11-29T10:33:54.871" v="8269"/>
          <ac:spMkLst>
            <pc:docMk/>
            <pc:sldMk cId="491844424" sldId="9808"/>
            <ac:spMk id="2" creationId="{00000000-0000-0000-0000-000000000000}"/>
          </ac:spMkLst>
        </pc:spChg>
        <pc:spChg chg="del">
          <ac:chgData name="Macher, Andreas (DI FA CTR PLC PPM)" userId="f1dcac62-7bef-43eb-91f0-927336a1714f" providerId="ADAL" clId="{C5C6EC8B-092A-4999-B5EE-A1C3BF508D8A}" dt="2022-11-28T07:30:31.534" v="2539" actId="478"/>
          <ac:spMkLst>
            <pc:docMk/>
            <pc:sldMk cId="491844424" sldId="9808"/>
            <ac:spMk id="3" creationId="{26C05F49-3BB6-61D2-793B-C64B6FA6D45C}"/>
          </ac:spMkLst>
        </pc:spChg>
        <pc:spChg chg="del">
          <ac:chgData name="Macher, Andreas (DI FA CTR PLC PPM)" userId="f1dcac62-7bef-43eb-91f0-927336a1714f" providerId="ADAL" clId="{C5C6EC8B-092A-4999-B5EE-A1C3BF508D8A}" dt="2022-11-28T07:30:31.534" v="2539" actId="478"/>
          <ac:spMkLst>
            <pc:docMk/>
            <pc:sldMk cId="491844424" sldId="9808"/>
            <ac:spMk id="4" creationId="{0A2E4951-FCDB-B893-25F0-E25DFFFF9BF3}"/>
          </ac:spMkLst>
        </pc:spChg>
        <pc:spChg chg="add mod">
          <ac:chgData name="Macher, Andreas (DI FA CTR PLC PPM)" userId="f1dcac62-7bef-43eb-91f0-927336a1714f" providerId="ADAL" clId="{C5C6EC8B-092A-4999-B5EE-A1C3BF508D8A}" dt="2022-11-28T12:17:46.036" v="3822" actId="1035"/>
          <ac:spMkLst>
            <pc:docMk/>
            <pc:sldMk cId="491844424" sldId="9808"/>
            <ac:spMk id="5" creationId="{967EF107-C4CD-78FF-DB47-0AB8F62EC3ED}"/>
          </ac:spMkLst>
        </pc:spChg>
        <pc:spChg chg="mod">
          <ac:chgData name="Macher, Andreas (DI FA CTR PLC PPM)" userId="f1dcac62-7bef-43eb-91f0-927336a1714f" providerId="ADAL" clId="{C5C6EC8B-092A-4999-B5EE-A1C3BF508D8A}" dt="2022-11-29T16:10:05.146" v="9210"/>
          <ac:spMkLst>
            <pc:docMk/>
            <pc:sldMk cId="491844424" sldId="9808"/>
            <ac:spMk id="6" creationId="{52486D80-3DF7-470D-823E-765DCE86C853}"/>
          </ac:spMkLst>
        </pc:spChg>
        <pc:spChg chg="add del mod">
          <ac:chgData name="Macher, Andreas (DI FA CTR PLC PPM)" userId="f1dcac62-7bef-43eb-91f0-927336a1714f" providerId="ADAL" clId="{C5C6EC8B-092A-4999-B5EE-A1C3BF508D8A}" dt="2022-11-28T11:26:09.106" v="3508" actId="478"/>
          <ac:spMkLst>
            <pc:docMk/>
            <pc:sldMk cId="491844424" sldId="9808"/>
            <ac:spMk id="7" creationId="{3B36A3D3-951B-3367-C7EF-A31C0EEB9BFB}"/>
          </ac:spMkLst>
        </pc:spChg>
        <pc:spChg chg="del">
          <ac:chgData name="Macher, Andreas (DI FA CTR PLC PPM)" userId="f1dcac62-7bef-43eb-91f0-927336a1714f" providerId="ADAL" clId="{C5C6EC8B-092A-4999-B5EE-A1C3BF508D8A}" dt="2022-11-28T07:30:31.534" v="2539" actId="478"/>
          <ac:spMkLst>
            <pc:docMk/>
            <pc:sldMk cId="491844424" sldId="9808"/>
            <ac:spMk id="10" creationId="{24DF2E70-0482-ED61-5BDE-72ECF6C46F6A}"/>
          </ac:spMkLst>
        </pc:spChg>
        <pc:spChg chg="del mod">
          <ac:chgData name="Macher, Andreas (DI FA CTR PLC PPM)" userId="f1dcac62-7bef-43eb-91f0-927336a1714f" providerId="ADAL" clId="{C5C6EC8B-092A-4999-B5EE-A1C3BF508D8A}" dt="2022-11-28T07:32:02.962" v="2598" actId="478"/>
          <ac:spMkLst>
            <pc:docMk/>
            <pc:sldMk cId="491844424" sldId="9808"/>
            <ac:spMk id="11" creationId="{4F5C7018-FD6D-1A4E-409B-3A9D95CC35F7}"/>
          </ac:spMkLst>
        </pc:spChg>
        <pc:spChg chg="add mod">
          <ac:chgData name="Macher, Andreas (DI FA CTR PLC PPM)" userId="f1dcac62-7bef-43eb-91f0-927336a1714f" providerId="ADAL" clId="{C5C6EC8B-092A-4999-B5EE-A1C3BF508D8A}" dt="2022-11-28T12:17:46.036" v="3822" actId="1035"/>
          <ac:spMkLst>
            <pc:docMk/>
            <pc:sldMk cId="491844424" sldId="9808"/>
            <ac:spMk id="11" creationId="{B3E975CA-02C2-67E6-1DCA-773754A74E00}"/>
          </ac:spMkLst>
        </pc:spChg>
        <pc:spChg chg="add mod">
          <ac:chgData name="Macher, Andreas (DI FA CTR PLC PPM)" userId="f1dcac62-7bef-43eb-91f0-927336a1714f" providerId="ADAL" clId="{C5C6EC8B-092A-4999-B5EE-A1C3BF508D8A}" dt="2022-11-28T12:17:46.036" v="3822" actId="1035"/>
          <ac:spMkLst>
            <pc:docMk/>
            <pc:sldMk cId="491844424" sldId="9808"/>
            <ac:spMk id="12" creationId="{53DD7394-0E10-88E6-252F-0E6568DFA907}"/>
          </ac:spMkLst>
        </pc:spChg>
        <pc:spChg chg="add mod">
          <ac:chgData name="Macher, Andreas (DI FA CTR PLC PPM)" userId="f1dcac62-7bef-43eb-91f0-927336a1714f" providerId="ADAL" clId="{C5C6EC8B-092A-4999-B5EE-A1C3BF508D8A}" dt="2022-11-28T12:17:46.036" v="3822" actId="1035"/>
          <ac:spMkLst>
            <pc:docMk/>
            <pc:sldMk cId="491844424" sldId="9808"/>
            <ac:spMk id="17" creationId="{029F11EC-C3A0-DBF2-4E23-9B6D4E42DA71}"/>
          </ac:spMkLst>
        </pc:spChg>
        <pc:spChg chg="add mod">
          <ac:chgData name="Macher, Andreas (DI FA CTR PLC PPM)" userId="f1dcac62-7bef-43eb-91f0-927336a1714f" providerId="ADAL" clId="{C5C6EC8B-092A-4999-B5EE-A1C3BF508D8A}" dt="2022-11-28T12:17:27.178" v="3807" actId="108"/>
          <ac:spMkLst>
            <pc:docMk/>
            <pc:sldMk cId="491844424" sldId="9808"/>
            <ac:spMk id="21" creationId="{A7B25241-28C8-14A8-F936-F4A0A4EA992F}"/>
          </ac:spMkLst>
        </pc:spChg>
        <pc:spChg chg="mod">
          <ac:chgData name="Macher, Andreas (DI FA CTR PLC PPM)" userId="f1dcac62-7bef-43eb-91f0-927336a1714f" providerId="ADAL" clId="{C5C6EC8B-092A-4999-B5EE-A1C3BF508D8A}" dt="2022-11-28T12:18:40.989" v="3829" actId="947"/>
          <ac:spMkLst>
            <pc:docMk/>
            <pc:sldMk cId="491844424" sldId="9808"/>
            <ac:spMk id="56" creationId="{578A4E19-8177-C3DD-CE83-51840334EAD0}"/>
          </ac:spMkLst>
        </pc:spChg>
        <pc:spChg chg="del">
          <ac:chgData name="Macher, Andreas (DI FA CTR PLC PPM)" userId="f1dcac62-7bef-43eb-91f0-927336a1714f" providerId="ADAL" clId="{C5C6EC8B-092A-4999-B5EE-A1C3BF508D8A}" dt="2022-11-28T07:30:31.534" v="2539" actId="478"/>
          <ac:spMkLst>
            <pc:docMk/>
            <pc:sldMk cId="491844424" sldId="9808"/>
            <ac:spMk id="175" creationId="{632F61C3-DFAF-3C76-A9F1-FE1747CE4319}"/>
          </ac:spMkLst>
        </pc:spChg>
        <pc:spChg chg="del">
          <ac:chgData name="Macher, Andreas (DI FA CTR PLC PPM)" userId="f1dcac62-7bef-43eb-91f0-927336a1714f" providerId="ADAL" clId="{C5C6EC8B-092A-4999-B5EE-A1C3BF508D8A}" dt="2022-11-28T07:30:31.534" v="2539" actId="478"/>
          <ac:spMkLst>
            <pc:docMk/>
            <pc:sldMk cId="491844424" sldId="9808"/>
            <ac:spMk id="176" creationId="{5FE1BF5A-E432-5CE7-9A98-07400283528D}"/>
          </ac:spMkLst>
        </pc:spChg>
        <pc:grpChg chg="del">
          <ac:chgData name="Macher, Andreas (DI FA CTR PLC PPM)" userId="f1dcac62-7bef-43eb-91f0-927336a1714f" providerId="ADAL" clId="{C5C6EC8B-092A-4999-B5EE-A1C3BF508D8A}" dt="2022-11-28T07:30:31.534" v="2539" actId="478"/>
          <ac:grpSpMkLst>
            <pc:docMk/>
            <pc:sldMk cId="491844424" sldId="9808"/>
            <ac:grpSpMk id="5" creationId="{AC760AB0-B291-22F2-AE50-105CF8D2F699}"/>
          </ac:grpSpMkLst>
        </pc:grpChg>
        <pc:grpChg chg="del">
          <ac:chgData name="Macher, Andreas (DI FA CTR PLC PPM)" userId="f1dcac62-7bef-43eb-91f0-927336a1714f" providerId="ADAL" clId="{C5C6EC8B-092A-4999-B5EE-A1C3BF508D8A}" dt="2022-11-28T07:30:31.534" v="2539" actId="478"/>
          <ac:grpSpMkLst>
            <pc:docMk/>
            <pc:sldMk cId="491844424" sldId="9808"/>
            <ac:grpSpMk id="145" creationId="{3244C2E5-065B-34C2-AD84-1B2C6E20DF41}"/>
          </ac:grpSpMkLst>
        </pc:grpChg>
        <pc:picChg chg="add mod">
          <ac:chgData name="Macher, Andreas (DI FA CTR PLC PPM)" userId="f1dcac62-7bef-43eb-91f0-927336a1714f" providerId="ADAL" clId="{C5C6EC8B-092A-4999-B5EE-A1C3BF508D8A}" dt="2022-11-28T12:17:46.036" v="3822" actId="1035"/>
          <ac:picMkLst>
            <pc:docMk/>
            <pc:sldMk cId="491844424" sldId="9808"/>
            <ac:picMk id="4" creationId="{16A8176C-084C-E579-B762-82439F82267F}"/>
          </ac:picMkLst>
        </pc:picChg>
        <pc:picChg chg="add mod">
          <ac:chgData name="Macher, Andreas (DI FA CTR PLC PPM)" userId="f1dcac62-7bef-43eb-91f0-927336a1714f" providerId="ADAL" clId="{C5C6EC8B-092A-4999-B5EE-A1C3BF508D8A}" dt="2022-11-28T12:17:46.036" v="3822" actId="1035"/>
          <ac:picMkLst>
            <pc:docMk/>
            <pc:sldMk cId="491844424" sldId="9808"/>
            <ac:picMk id="14" creationId="{1628DBCE-264F-1155-096C-AAF205F57BA1}"/>
          </ac:picMkLst>
        </pc:picChg>
        <pc:picChg chg="del">
          <ac:chgData name="Macher, Andreas (DI FA CTR PLC PPM)" userId="f1dcac62-7bef-43eb-91f0-927336a1714f" providerId="ADAL" clId="{C5C6EC8B-092A-4999-B5EE-A1C3BF508D8A}" dt="2022-11-28T07:30:31.534" v="2539" actId="478"/>
          <ac:picMkLst>
            <pc:docMk/>
            <pc:sldMk cId="491844424" sldId="9808"/>
            <ac:picMk id="144" creationId="{DE7CC6C8-D548-67D9-5710-804086ABB31F}"/>
          </ac:picMkLst>
        </pc:picChg>
        <pc:picChg chg="del">
          <ac:chgData name="Macher, Andreas (DI FA CTR PLC PPM)" userId="f1dcac62-7bef-43eb-91f0-927336a1714f" providerId="ADAL" clId="{C5C6EC8B-092A-4999-B5EE-A1C3BF508D8A}" dt="2022-11-28T07:30:31.534" v="2539" actId="478"/>
          <ac:picMkLst>
            <pc:docMk/>
            <pc:sldMk cId="491844424" sldId="9808"/>
            <ac:picMk id="174" creationId="{924FE7F8-87B8-D7E4-818F-D03605CA8456}"/>
          </ac:picMkLst>
        </pc:picChg>
        <pc:picChg chg="del">
          <ac:chgData name="Macher, Andreas (DI FA CTR PLC PPM)" userId="f1dcac62-7bef-43eb-91f0-927336a1714f" providerId="ADAL" clId="{C5C6EC8B-092A-4999-B5EE-A1C3BF508D8A}" dt="2022-11-28T07:30:31.534" v="2539" actId="478"/>
          <ac:picMkLst>
            <pc:docMk/>
            <pc:sldMk cId="491844424" sldId="9808"/>
            <ac:picMk id="177" creationId="{F4999406-FB32-B5CF-8D6D-69EBB453E615}"/>
          </ac:picMkLst>
        </pc:picChg>
        <pc:picChg chg="del">
          <ac:chgData name="Macher, Andreas (DI FA CTR PLC PPM)" userId="f1dcac62-7bef-43eb-91f0-927336a1714f" providerId="ADAL" clId="{C5C6EC8B-092A-4999-B5EE-A1C3BF508D8A}" dt="2022-11-28T07:30:31.534" v="2539" actId="478"/>
          <ac:picMkLst>
            <pc:docMk/>
            <pc:sldMk cId="491844424" sldId="9808"/>
            <ac:picMk id="178" creationId="{1ADEE528-7E90-3E6B-F888-1A68265F69A0}"/>
          </ac:picMkLst>
        </pc:picChg>
        <pc:picChg chg="del">
          <ac:chgData name="Macher, Andreas (DI FA CTR PLC PPM)" userId="f1dcac62-7bef-43eb-91f0-927336a1714f" providerId="ADAL" clId="{C5C6EC8B-092A-4999-B5EE-A1C3BF508D8A}" dt="2022-11-28T07:30:31.534" v="2539" actId="478"/>
          <ac:picMkLst>
            <pc:docMk/>
            <pc:sldMk cId="491844424" sldId="9808"/>
            <ac:picMk id="179" creationId="{BF79AA47-1BFC-430F-5C8F-BF03E34E8E7B}"/>
          </ac:picMkLst>
        </pc:picChg>
        <pc:cxnChg chg="add mod">
          <ac:chgData name="Macher, Andreas (DI FA CTR PLC PPM)" userId="f1dcac62-7bef-43eb-91f0-927336a1714f" providerId="ADAL" clId="{C5C6EC8B-092A-4999-B5EE-A1C3BF508D8A}" dt="2022-11-28T12:17:46.036" v="3822" actId="1035"/>
          <ac:cxnSpMkLst>
            <pc:docMk/>
            <pc:sldMk cId="491844424" sldId="9808"/>
            <ac:cxnSpMk id="10" creationId="{7AACDEC0-2346-A0EA-0DAA-59A0560B6A8C}"/>
          </ac:cxnSpMkLst>
        </pc:cxnChg>
        <pc:cxnChg chg="add mod">
          <ac:chgData name="Macher, Andreas (DI FA CTR PLC PPM)" userId="f1dcac62-7bef-43eb-91f0-927336a1714f" providerId="ADAL" clId="{C5C6EC8B-092A-4999-B5EE-A1C3BF508D8A}" dt="2022-11-28T12:17:46.036" v="3822" actId="1035"/>
          <ac:cxnSpMkLst>
            <pc:docMk/>
            <pc:sldMk cId="491844424" sldId="9808"/>
            <ac:cxnSpMk id="16" creationId="{FBB7F332-1F41-DC15-E759-211C06A2CB11}"/>
          </ac:cxnSpMkLst>
        </pc:cxnChg>
      </pc:sldChg>
      <pc:sldChg chg="modSp del mod">
        <pc:chgData name="Macher, Andreas (DI FA CTR PLC PPM)" userId="f1dcac62-7bef-43eb-91f0-927336a1714f" providerId="ADAL" clId="{C5C6EC8B-092A-4999-B5EE-A1C3BF508D8A}" dt="2022-11-28T16:33:34.076" v="4392" actId="2696"/>
        <pc:sldMkLst>
          <pc:docMk/>
          <pc:sldMk cId="2653728735" sldId="9810"/>
        </pc:sldMkLst>
        <pc:grpChg chg="mod">
          <ac:chgData name="Macher, Andreas (DI FA CTR PLC PPM)" userId="f1dcac62-7bef-43eb-91f0-927336a1714f" providerId="ADAL" clId="{C5C6EC8B-092A-4999-B5EE-A1C3BF508D8A}" dt="2022-11-28T16:32:19.048" v="4388" actId="207"/>
          <ac:grpSpMkLst>
            <pc:docMk/>
            <pc:sldMk cId="2653728735" sldId="9810"/>
            <ac:grpSpMk id="28" creationId="{C8D8E064-FB18-E4D3-C4DB-D9BE6BAC1343}"/>
          </ac:grpSpMkLst>
        </pc:grpChg>
        <pc:grpChg chg="mod">
          <ac:chgData name="Macher, Andreas (DI FA CTR PLC PPM)" userId="f1dcac62-7bef-43eb-91f0-927336a1714f" providerId="ADAL" clId="{C5C6EC8B-092A-4999-B5EE-A1C3BF508D8A}" dt="2022-11-28T16:32:21.322" v="4389" actId="207"/>
          <ac:grpSpMkLst>
            <pc:docMk/>
            <pc:sldMk cId="2653728735" sldId="9810"/>
            <ac:grpSpMk id="32" creationId="{DCC509E6-375F-3CB6-9BBF-1AF072EA6215}"/>
          </ac:grpSpMkLst>
        </pc:grpChg>
        <pc:grpChg chg="mod">
          <ac:chgData name="Macher, Andreas (DI FA CTR PLC PPM)" userId="f1dcac62-7bef-43eb-91f0-927336a1714f" providerId="ADAL" clId="{C5C6EC8B-092A-4999-B5EE-A1C3BF508D8A}" dt="2022-11-28T16:32:24.328" v="4390" actId="207"/>
          <ac:grpSpMkLst>
            <pc:docMk/>
            <pc:sldMk cId="2653728735" sldId="9810"/>
            <ac:grpSpMk id="48" creationId="{018A8817-7A9F-D3C8-697D-92AFF5FCD533}"/>
          </ac:grpSpMkLst>
        </pc:grpChg>
        <pc:grpChg chg="mod">
          <ac:chgData name="Macher, Andreas (DI FA CTR PLC PPM)" userId="f1dcac62-7bef-43eb-91f0-927336a1714f" providerId="ADAL" clId="{C5C6EC8B-092A-4999-B5EE-A1C3BF508D8A}" dt="2022-11-28T16:32:26.124" v="4391" actId="207"/>
          <ac:grpSpMkLst>
            <pc:docMk/>
            <pc:sldMk cId="2653728735" sldId="9810"/>
            <ac:grpSpMk id="52" creationId="{59B32E8C-3A26-CD1C-BCB2-A8F8D64255A8}"/>
          </ac:grpSpMkLst>
        </pc:grpChg>
        <pc:picChg chg="mod">
          <ac:chgData name="Macher, Andreas (DI FA CTR PLC PPM)" userId="f1dcac62-7bef-43eb-91f0-927336a1714f" providerId="ADAL" clId="{C5C6EC8B-092A-4999-B5EE-A1C3BF508D8A}" dt="2022-11-28T16:32:13.745" v="4386" actId="207"/>
          <ac:picMkLst>
            <pc:docMk/>
            <pc:sldMk cId="2653728735" sldId="9810"/>
            <ac:picMk id="6" creationId="{9ABFC02F-7052-45EB-21EC-F42028CE60D6}"/>
          </ac:picMkLst>
        </pc:picChg>
        <pc:picChg chg="mod">
          <ac:chgData name="Macher, Andreas (DI FA CTR PLC PPM)" userId="f1dcac62-7bef-43eb-91f0-927336a1714f" providerId="ADAL" clId="{C5C6EC8B-092A-4999-B5EE-A1C3BF508D8A}" dt="2022-11-28T16:32:16.672" v="4387" actId="207"/>
          <ac:picMkLst>
            <pc:docMk/>
            <pc:sldMk cId="2653728735" sldId="9810"/>
            <ac:picMk id="7" creationId="{A56A2B17-C741-515E-EF65-5EA050033D56}"/>
          </ac:picMkLst>
        </pc:picChg>
        <pc:picChg chg="mod">
          <ac:chgData name="Macher, Andreas (DI FA CTR PLC PPM)" userId="f1dcac62-7bef-43eb-91f0-927336a1714f" providerId="ADAL" clId="{C5C6EC8B-092A-4999-B5EE-A1C3BF508D8A}" dt="2022-11-28T16:32:19.048" v="4388" actId="207"/>
          <ac:picMkLst>
            <pc:docMk/>
            <pc:sldMk cId="2653728735" sldId="9810"/>
            <ac:picMk id="29" creationId="{5BA19411-0518-18BE-33C5-5006701EB576}"/>
          </ac:picMkLst>
        </pc:picChg>
        <pc:picChg chg="mod">
          <ac:chgData name="Macher, Andreas (DI FA CTR PLC PPM)" userId="f1dcac62-7bef-43eb-91f0-927336a1714f" providerId="ADAL" clId="{C5C6EC8B-092A-4999-B5EE-A1C3BF508D8A}" dt="2022-11-28T16:32:19.048" v="4388" actId="207"/>
          <ac:picMkLst>
            <pc:docMk/>
            <pc:sldMk cId="2653728735" sldId="9810"/>
            <ac:picMk id="30" creationId="{C795D6C8-8D43-A899-687A-42B98682DEC8}"/>
          </ac:picMkLst>
        </pc:picChg>
        <pc:picChg chg="mod">
          <ac:chgData name="Macher, Andreas (DI FA CTR PLC PPM)" userId="f1dcac62-7bef-43eb-91f0-927336a1714f" providerId="ADAL" clId="{C5C6EC8B-092A-4999-B5EE-A1C3BF508D8A}" dt="2022-11-28T16:32:19.048" v="4388" actId="207"/>
          <ac:picMkLst>
            <pc:docMk/>
            <pc:sldMk cId="2653728735" sldId="9810"/>
            <ac:picMk id="31" creationId="{239E2A70-01CA-B626-A611-58BFB34632C6}"/>
          </ac:picMkLst>
        </pc:picChg>
        <pc:picChg chg="mod">
          <ac:chgData name="Macher, Andreas (DI FA CTR PLC PPM)" userId="f1dcac62-7bef-43eb-91f0-927336a1714f" providerId="ADAL" clId="{C5C6EC8B-092A-4999-B5EE-A1C3BF508D8A}" dt="2022-11-28T16:32:21.322" v="4389" actId="207"/>
          <ac:picMkLst>
            <pc:docMk/>
            <pc:sldMk cId="2653728735" sldId="9810"/>
            <ac:picMk id="33" creationId="{CE757B3D-8393-177D-417F-7AD646FF5915}"/>
          </ac:picMkLst>
        </pc:picChg>
        <pc:picChg chg="mod">
          <ac:chgData name="Macher, Andreas (DI FA CTR PLC PPM)" userId="f1dcac62-7bef-43eb-91f0-927336a1714f" providerId="ADAL" clId="{C5C6EC8B-092A-4999-B5EE-A1C3BF508D8A}" dt="2022-11-28T16:32:21.322" v="4389" actId="207"/>
          <ac:picMkLst>
            <pc:docMk/>
            <pc:sldMk cId="2653728735" sldId="9810"/>
            <ac:picMk id="34" creationId="{9463745E-8B9F-90F9-B1A1-D082871C851D}"/>
          </ac:picMkLst>
        </pc:picChg>
        <pc:picChg chg="mod">
          <ac:chgData name="Macher, Andreas (DI FA CTR PLC PPM)" userId="f1dcac62-7bef-43eb-91f0-927336a1714f" providerId="ADAL" clId="{C5C6EC8B-092A-4999-B5EE-A1C3BF508D8A}" dt="2022-11-28T16:32:21.322" v="4389" actId="207"/>
          <ac:picMkLst>
            <pc:docMk/>
            <pc:sldMk cId="2653728735" sldId="9810"/>
            <ac:picMk id="35" creationId="{EA917B61-D31F-B5C4-7F81-D101F142A2F5}"/>
          </ac:picMkLst>
        </pc:picChg>
        <pc:picChg chg="mod">
          <ac:chgData name="Macher, Andreas (DI FA CTR PLC PPM)" userId="f1dcac62-7bef-43eb-91f0-927336a1714f" providerId="ADAL" clId="{C5C6EC8B-092A-4999-B5EE-A1C3BF508D8A}" dt="2022-11-28T16:32:24.328" v="4390" actId="207"/>
          <ac:picMkLst>
            <pc:docMk/>
            <pc:sldMk cId="2653728735" sldId="9810"/>
            <ac:picMk id="49" creationId="{360DB269-7AB3-C50E-C18A-A9FB822F8462}"/>
          </ac:picMkLst>
        </pc:picChg>
        <pc:picChg chg="mod">
          <ac:chgData name="Macher, Andreas (DI FA CTR PLC PPM)" userId="f1dcac62-7bef-43eb-91f0-927336a1714f" providerId="ADAL" clId="{C5C6EC8B-092A-4999-B5EE-A1C3BF508D8A}" dt="2022-11-28T16:32:24.328" v="4390" actId="207"/>
          <ac:picMkLst>
            <pc:docMk/>
            <pc:sldMk cId="2653728735" sldId="9810"/>
            <ac:picMk id="50" creationId="{87082667-42E4-4492-2B48-7AC375CC0FF8}"/>
          </ac:picMkLst>
        </pc:picChg>
        <pc:picChg chg="mod">
          <ac:chgData name="Macher, Andreas (DI FA CTR PLC PPM)" userId="f1dcac62-7bef-43eb-91f0-927336a1714f" providerId="ADAL" clId="{C5C6EC8B-092A-4999-B5EE-A1C3BF508D8A}" dt="2022-11-28T16:32:24.328" v="4390" actId="207"/>
          <ac:picMkLst>
            <pc:docMk/>
            <pc:sldMk cId="2653728735" sldId="9810"/>
            <ac:picMk id="51" creationId="{CF98ADCE-F63B-039C-F0BC-0EE62807CFC3}"/>
          </ac:picMkLst>
        </pc:picChg>
        <pc:picChg chg="mod">
          <ac:chgData name="Macher, Andreas (DI FA CTR PLC PPM)" userId="f1dcac62-7bef-43eb-91f0-927336a1714f" providerId="ADAL" clId="{C5C6EC8B-092A-4999-B5EE-A1C3BF508D8A}" dt="2022-11-28T16:32:26.124" v="4391" actId="207"/>
          <ac:picMkLst>
            <pc:docMk/>
            <pc:sldMk cId="2653728735" sldId="9810"/>
            <ac:picMk id="53" creationId="{125A0505-6D7A-3FEA-1695-154090EC45C5}"/>
          </ac:picMkLst>
        </pc:picChg>
        <pc:picChg chg="mod">
          <ac:chgData name="Macher, Andreas (DI FA CTR PLC PPM)" userId="f1dcac62-7bef-43eb-91f0-927336a1714f" providerId="ADAL" clId="{C5C6EC8B-092A-4999-B5EE-A1C3BF508D8A}" dt="2022-11-28T16:32:26.124" v="4391" actId="207"/>
          <ac:picMkLst>
            <pc:docMk/>
            <pc:sldMk cId="2653728735" sldId="9810"/>
            <ac:picMk id="54" creationId="{2006076C-63D4-07BB-2EAF-ED8B11A15E88}"/>
          </ac:picMkLst>
        </pc:picChg>
        <pc:picChg chg="mod">
          <ac:chgData name="Macher, Andreas (DI FA CTR PLC PPM)" userId="f1dcac62-7bef-43eb-91f0-927336a1714f" providerId="ADAL" clId="{C5C6EC8B-092A-4999-B5EE-A1C3BF508D8A}" dt="2022-11-28T16:32:26.124" v="4391" actId="207"/>
          <ac:picMkLst>
            <pc:docMk/>
            <pc:sldMk cId="2653728735" sldId="9810"/>
            <ac:picMk id="55" creationId="{44B7B094-B6C0-1627-D015-524856CB23DF}"/>
          </ac:picMkLst>
        </pc:picChg>
      </pc:sldChg>
      <pc:sldChg chg="addSp delSp modSp add mod">
        <pc:chgData name="Macher, Andreas (DI FA CTR PLC PPM)" userId="f1dcac62-7bef-43eb-91f0-927336a1714f" providerId="ADAL" clId="{C5C6EC8B-092A-4999-B5EE-A1C3BF508D8A}" dt="2022-11-30T11:24:50.326" v="9725" actId="790"/>
        <pc:sldMkLst>
          <pc:docMk/>
          <pc:sldMk cId="3916877892" sldId="9810"/>
        </pc:sldMkLst>
        <pc:spChg chg="mod">
          <ac:chgData name="Macher, Andreas (DI FA CTR PLC PPM)" userId="f1dcac62-7bef-43eb-91f0-927336a1714f" providerId="ADAL" clId="{C5C6EC8B-092A-4999-B5EE-A1C3BF508D8A}" dt="2022-11-28T16:34:05.481" v="4436" actId="113"/>
          <ac:spMkLst>
            <pc:docMk/>
            <pc:sldMk cId="3916877892" sldId="9810"/>
            <ac:spMk id="2" creationId="{E0D43D06-A06E-E8F3-3E1C-A8D61564943D}"/>
          </ac:spMkLst>
        </pc:spChg>
        <pc:spChg chg="mod">
          <ac:chgData name="Macher, Andreas (DI FA CTR PLC PPM)" userId="f1dcac62-7bef-43eb-91f0-927336a1714f" providerId="ADAL" clId="{C5C6EC8B-092A-4999-B5EE-A1C3BF508D8A}" dt="2022-11-30T11:24:50.326" v="9725" actId="790"/>
          <ac:spMkLst>
            <pc:docMk/>
            <pc:sldMk cId="3916877892" sldId="9810"/>
            <ac:spMk id="3" creationId="{2EB9421E-1941-28A0-58C5-A9E5DFFFEBBC}"/>
          </ac:spMkLst>
        </pc:spChg>
        <pc:spChg chg="mod">
          <ac:chgData name="Macher, Andreas (DI FA CTR PLC PPM)" userId="f1dcac62-7bef-43eb-91f0-927336a1714f" providerId="ADAL" clId="{C5C6EC8B-092A-4999-B5EE-A1C3BF508D8A}" dt="2022-11-29T07:23:57.279" v="4552" actId="1038"/>
          <ac:spMkLst>
            <pc:docMk/>
            <pc:sldMk cId="3916877892" sldId="9810"/>
            <ac:spMk id="9" creationId="{192794A1-4B50-0C90-C8EF-BB223A0682B1}"/>
          </ac:spMkLst>
        </pc:spChg>
        <pc:spChg chg="mod">
          <ac:chgData name="Macher, Andreas (DI FA CTR PLC PPM)" userId="f1dcac62-7bef-43eb-91f0-927336a1714f" providerId="ADAL" clId="{C5C6EC8B-092A-4999-B5EE-A1C3BF508D8A}" dt="2022-11-29T07:23:57.279" v="4552" actId="1038"/>
          <ac:spMkLst>
            <pc:docMk/>
            <pc:sldMk cId="3916877892" sldId="9810"/>
            <ac:spMk id="10" creationId="{43D8B34B-37C4-F4BF-5CCA-D96A46D11158}"/>
          </ac:spMkLst>
        </pc:spChg>
        <pc:spChg chg="mod">
          <ac:chgData name="Macher, Andreas (DI FA CTR PLC PPM)" userId="f1dcac62-7bef-43eb-91f0-927336a1714f" providerId="ADAL" clId="{C5C6EC8B-092A-4999-B5EE-A1C3BF508D8A}" dt="2022-11-29T07:23:57.279" v="4552" actId="1038"/>
          <ac:spMkLst>
            <pc:docMk/>
            <pc:sldMk cId="3916877892" sldId="9810"/>
            <ac:spMk id="11" creationId="{4CDB752D-D6FA-A16F-EC98-5B365D3913BD}"/>
          </ac:spMkLst>
        </pc:spChg>
        <pc:spChg chg="mod">
          <ac:chgData name="Macher, Andreas (DI FA CTR PLC PPM)" userId="f1dcac62-7bef-43eb-91f0-927336a1714f" providerId="ADAL" clId="{C5C6EC8B-092A-4999-B5EE-A1C3BF508D8A}" dt="2022-11-29T07:26:29.918" v="4710" actId="1035"/>
          <ac:spMkLst>
            <pc:docMk/>
            <pc:sldMk cId="3916877892" sldId="9810"/>
            <ac:spMk id="39" creationId="{3B91537C-52B7-5993-C99D-0DAE91C67811}"/>
          </ac:spMkLst>
        </pc:spChg>
        <pc:spChg chg="mod">
          <ac:chgData name="Macher, Andreas (DI FA CTR PLC PPM)" userId="f1dcac62-7bef-43eb-91f0-927336a1714f" providerId="ADAL" clId="{C5C6EC8B-092A-4999-B5EE-A1C3BF508D8A}" dt="2022-11-28T16:35:41.277" v="4497" actId="208"/>
          <ac:spMkLst>
            <pc:docMk/>
            <pc:sldMk cId="3916877892" sldId="9810"/>
            <ac:spMk id="42" creationId="{968C585B-1CB0-DCA6-D7F3-266BB90339B4}"/>
          </ac:spMkLst>
        </pc:spChg>
        <pc:spChg chg="mod">
          <ac:chgData name="Macher, Andreas (DI FA CTR PLC PPM)" userId="f1dcac62-7bef-43eb-91f0-927336a1714f" providerId="ADAL" clId="{C5C6EC8B-092A-4999-B5EE-A1C3BF508D8A}" dt="2022-11-29T07:26:29.918" v="4710" actId="1035"/>
          <ac:spMkLst>
            <pc:docMk/>
            <pc:sldMk cId="3916877892" sldId="9810"/>
            <ac:spMk id="59" creationId="{7D2CE1D8-5A04-C954-998C-D7F2190F4986}"/>
          </ac:spMkLst>
        </pc:spChg>
        <pc:spChg chg="mod">
          <ac:chgData name="Macher, Andreas (DI FA CTR PLC PPM)" userId="f1dcac62-7bef-43eb-91f0-927336a1714f" providerId="ADAL" clId="{C5C6EC8B-092A-4999-B5EE-A1C3BF508D8A}" dt="2022-11-29T07:23:57.279" v="4552" actId="1038"/>
          <ac:spMkLst>
            <pc:docMk/>
            <pc:sldMk cId="3916877892" sldId="9810"/>
            <ac:spMk id="67" creationId="{34683D41-EB25-1EE5-0E9A-30A7FDB84C44}"/>
          </ac:spMkLst>
        </pc:spChg>
        <pc:spChg chg="mod">
          <ac:chgData name="Macher, Andreas (DI FA CTR PLC PPM)" userId="f1dcac62-7bef-43eb-91f0-927336a1714f" providerId="ADAL" clId="{C5C6EC8B-092A-4999-B5EE-A1C3BF508D8A}" dt="2022-11-28T16:35:17.695" v="4471" actId="20577"/>
          <ac:spMkLst>
            <pc:docMk/>
            <pc:sldMk cId="3916877892" sldId="9810"/>
            <ac:spMk id="69" creationId="{A159E6A7-4D80-FAC4-B89E-FDC7B203AEB9}"/>
          </ac:spMkLst>
        </pc:spChg>
        <pc:spChg chg="mod">
          <ac:chgData name="Macher, Andreas (DI FA CTR PLC PPM)" userId="f1dcac62-7bef-43eb-91f0-927336a1714f" providerId="ADAL" clId="{C5C6EC8B-092A-4999-B5EE-A1C3BF508D8A}" dt="2022-11-28T16:35:25.335" v="4480" actId="20577"/>
          <ac:spMkLst>
            <pc:docMk/>
            <pc:sldMk cId="3916877892" sldId="9810"/>
            <ac:spMk id="70" creationId="{48BC713B-0F59-1060-38F5-97DD7649BA72}"/>
          </ac:spMkLst>
        </pc:spChg>
        <pc:spChg chg="add mod">
          <ac:chgData name="Macher, Andreas (DI FA CTR PLC PPM)" userId="f1dcac62-7bef-43eb-91f0-927336a1714f" providerId="ADAL" clId="{C5C6EC8B-092A-4999-B5EE-A1C3BF508D8A}" dt="2022-11-28T16:34:51.068" v="4452" actId="1076"/>
          <ac:spMkLst>
            <pc:docMk/>
            <pc:sldMk cId="3916877892" sldId="9810"/>
            <ac:spMk id="77" creationId="{B93C4256-8B80-5719-511A-BAA14FF1C9F9}"/>
          </ac:spMkLst>
        </pc:spChg>
        <pc:spChg chg="add mod">
          <ac:chgData name="Macher, Andreas (DI FA CTR PLC PPM)" userId="f1dcac62-7bef-43eb-91f0-927336a1714f" providerId="ADAL" clId="{C5C6EC8B-092A-4999-B5EE-A1C3BF508D8A}" dt="2022-11-28T16:34:56.792" v="4454" actId="1076"/>
          <ac:spMkLst>
            <pc:docMk/>
            <pc:sldMk cId="3916877892" sldId="9810"/>
            <ac:spMk id="78" creationId="{7A988188-F0D2-7712-A34C-519DA646F114}"/>
          </ac:spMkLst>
        </pc:spChg>
        <pc:spChg chg="add mod">
          <ac:chgData name="Macher, Andreas (DI FA CTR PLC PPM)" userId="f1dcac62-7bef-43eb-91f0-927336a1714f" providerId="ADAL" clId="{C5C6EC8B-092A-4999-B5EE-A1C3BF508D8A}" dt="2022-11-28T16:35:00.402" v="4456" actId="1076"/>
          <ac:spMkLst>
            <pc:docMk/>
            <pc:sldMk cId="3916877892" sldId="9810"/>
            <ac:spMk id="79" creationId="{59CAFC82-139A-27AE-5B90-7825D9F3A558}"/>
          </ac:spMkLst>
        </pc:spChg>
        <pc:spChg chg="add del mod ord">
          <ac:chgData name="Macher, Andreas (DI FA CTR PLC PPM)" userId="f1dcac62-7bef-43eb-91f0-927336a1714f" providerId="ADAL" clId="{C5C6EC8B-092A-4999-B5EE-A1C3BF508D8A}" dt="2022-11-29T07:21:15.514" v="4512" actId="21"/>
          <ac:spMkLst>
            <pc:docMk/>
            <pc:sldMk cId="3916877892" sldId="9810"/>
            <ac:spMk id="80" creationId="{CDAEEAB1-9728-EB9A-9E04-9C990A410277}"/>
          </ac:spMkLst>
        </pc:spChg>
        <pc:spChg chg="add del mod ord">
          <ac:chgData name="Macher, Andreas (DI FA CTR PLC PPM)" userId="f1dcac62-7bef-43eb-91f0-927336a1714f" providerId="ADAL" clId="{C5C6EC8B-092A-4999-B5EE-A1C3BF508D8A}" dt="2022-11-29T07:21:15.514" v="4512" actId="21"/>
          <ac:spMkLst>
            <pc:docMk/>
            <pc:sldMk cId="3916877892" sldId="9810"/>
            <ac:spMk id="81" creationId="{F4F6CC28-C111-D200-6473-A9D9B3974995}"/>
          </ac:spMkLst>
        </pc:spChg>
        <pc:spChg chg="add del mod ord">
          <ac:chgData name="Macher, Andreas (DI FA CTR PLC PPM)" userId="f1dcac62-7bef-43eb-91f0-927336a1714f" providerId="ADAL" clId="{C5C6EC8B-092A-4999-B5EE-A1C3BF508D8A}" dt="2022-11-29T07:21:15.514" v="4512" actId="21"/>
          <ac:spMkLst>
            <pc:docMk/>
            <pc:sldMk cId="3916877892" sldId="9810"/>
            <ac:spMk id="82" creationId="{0ED44541-065A-A508-7A3F-3AB07C301D04}"/>
          </ac:spMkLst>
        </pc:spChg>
        <pc:spChg chg="add mod">
          <ac:chgData name="Macher, Andreas (DI FA CTR PLC PPM)" userId="f1dcac62-7bef-43eb-91f0-927336a1714f" providerId="ADAL" clId="{C5C6EC8B-092A-4999-B5EE-A1C3BF508D8A}" dt="2022-11-29T07:25:09.192" v="4685" actId="1076"/>
          <ac:spMkLst>
            <pc:docMk/>
            <pc:sldMk cId="3916877892" sldId="9810"/>
            <ac:spMk id="83" creationId="{DAE7E739-FB0F-3265-8623-9EE8D151A8A3}"/>
          </ac:spMkLst>
        </pc:spChg>
        <pc:spChg chg="add mod ord">
          <ac:chgData name="Macher, Andreas (DI FA CTR PLC PPM)" userId="f1dcac62-7bef-43eb-91f0-927336a1714f" providerId="ADAL" clId="{C5C6EC8B-092A-4999-B5EE-A1C3BF508D8A}" dt="2022-11-29T07:26:22.861" v="4702" actId="1035"/>
          <ac:spMkLst>
            <pc:docMk/>
            <pc:sldMk cId="3916877892" sldId="9810"/>
            <ac:spMk id="84" creationId="{EA618D31-9C6B-9BD0-C9D7-659824A57B79}"/>
          </ac:spMkLst>
        </pc:spChg>
        <pc:cxnChg chg="mod">
          <ac:chgData name="Macher, Andreas (DI FA CTR PLC PPM)" userId="f1dcac62-7bef-43eb-91f0-927336a1714f" providerId="ADAL" clId="{C5C6EC8B-092A-4999-B5EE-A1C3BF508D8A}" dt="2022-11-28T16:35:44.534" v="4498" actId="208"/>
          <ac:cxnSpMkLst>
            <pc:docMk/>
            <pc:sldMk cId="3916877892" sldId="9810"/>
            <ac:cxnSpMk id="45" creationId="{FB1EEFFC-C3C9-FF53-15BF-C5CBD9378E7E}"/>
          </ac:cxnSpMkLst>
        </pc:cxnChg>
      </pc:sldChg>
      <pc:sldChg chg="addSp delSp modSp add mod">
        <pc:chgData name="Macher, Andreas (DI FA CTR PLC PPM)" userId="f1dcac62-7bef-43eb-91f0-927336a1714f" providerId="ADAL" clId="{C5C6EC8B-092A-4999-B5EE-A1C3BF508D8A}" dt="2022-11-29T16:10:14.085" v="9211"/>
        <pc:sldMkLst>
          <pc:docMk/>
          <pc:sldMk cId="1527329658" sldId="9811"/>
        </pc:sldMkLst>
        <pc:spChg chg="mod">
          <ac:chgData name="Macher, Andreas (DI FA CTR PLC PPM)" userId="f1dcac62-7bef-43eb-91f0-927336a1714f" providerId="ADAL" clId="{C5C6EC8B-092A-4999-B5EE-A1C3BF508D8A}" dt="2022-11-29T09:07:27.467" v="6699" actId="6549"/>
          <ac:spMkLst>
            <pc:docMk/>
            <pc:sldMk cId="1527329658" sldId="9811"/>
            <ac:spMk id="2" creationId="{00000000-0000-0000-0000-000000000000}"/>
          </ac:spMkLst>
        </pc:spChg>
        <pc:spChg chg="add mod ord">
          <ac:chgData name="Macher, Andreas (DI FA CTR PLC PPM)" userId="f1dcac62-7bef-43eb-91f0-927336a1714f" providerId="ADAL" clId="{C5C6EC8B-092A-4999-B5EE-A1C3BF508D8A}" dt="2022-11-29T15:16:08.334" v="9171" actId="167"/>
          <ac:spMkLst>
            <pc:docMk/>
            <pc:sldMk cId="1527329658" sldId="9811"/>
            <ac:spMk id="3" creationId="{00687BE4-1B75-7EC7-FB20-16F399F8A8CD}"/>
          </ac:spMkLst>
        </pc:spChg>
        <pc:spChg chg="del">
          <ac:chgData name="Macher, Andreas (DI FA CTR PLC PPM)" userId="f1dcac62-7bef-43eb-91f0-927336a1714f" providerId="ADAL" clId="{C5C6EC8B-092A-4999-B5EE-A1C3BF508D8A}" dt="2022-11-29T07:48:13.959" v="5037" actId="478"/>
          <ac:spMkLst>
            <pc:docMk/>
            <pc:sldMk cId="1527329658" sldId="9811"/>
            <ac:spMk id="3" creationId="{FF3F7F0A-0A9C-B15C-2B85-7A6BDD577926}"/>
          </ac:spMkLst>
        </pc:spChg>
        <pc:spChg chg="add mod">
          <ac:chgData name="Macher, Andreas (DI FA CTR PLC PPM)" userId="f1dcac62-7bef-43eb-91f0-927336a1714f" providerId="ADAL" clId="{C5C6EC8B-092A-4999-B5EE-A1C3BF508D8A}" dt="2022-11-29T15:16:04.068" v="9170"/>
          <ac:spMkLst>
            <pc:docMk/>
            <pc:sldMk cId="1527329658" sldId="9811"/>
            <ac:spMk id="4" creationId="{8CFED354-24C4-4327-2719-7E0E4B1ED599}"/>
          </ac:spMkLst>
        </pc:spChg>
        <pc:spChg chg="del mod">
          <ac:chgData name="Macher, Andreas (DI FA CTR PLC PPM)" userId="f1dcac62-7bef-43eb-91f0-927336a1714f" providerId="ADAL" clId="{C5C6EC8B-092A-4999-B5EE-A1C3BF508D8A}" dt="2022-11-29T09:14:52.375" v="7118" actId="478"/>
          <ac:spMkLst>
            <pc:docMk/>
            <pc:sldMk cId="1527329658" sldId="9811"/>
            <ac:spMk id="4" creationId="{D6EB2DB1-BFAD-283C-FCED-53D178966CF8}"/>
          </ac:spMkLst>
        </pc:spChg>
        <pc:spChg chg="del">
          <ac:chgData name="Macher, Andreas (DI FA CTR PLC PPM)" userId="f1dcac62-7bef-43eb-91f0-927336a1714f" providerId="ADAL" clId="{C5C6EC8B-092A-4999-B5EE-A1C3BF508D8A}" dt="2022-11-29T07:47:55.460" v="5036" actId="478"/>
          <ac:spMkLst>
            <pc:docMk/>
            <pc:sldMk cId="1527329658" sldId="9811"/>
            <ac:spMk id="5" creationId="{949D7F01-CC2C-408D-882A-C511851B449D}"/>
          </ac:spMkLst>
        </pc:spChg>
        <pc:spChg chg="mod">
          <ac:chgData name="Macher, Andreas (DI FA CTR PLC PPM)" userId="f1dcac62-7bef-43eb-91f0-927336a1714f" providerId="ADAL" clId="{C5C6EC8B-092A-4999-B5EE-A1C3BF508D8A}" dt="2022-11-29T16:10:14.085" v="9211"/>
          <ac:spMkLst>
            <pc:docMk/>
            <pc:sldMk cId="1527329658" sldId="9811"/>
            <ac:spMk id="6" creationId="{52486D80-3DF7-470D-823E-765DCE86C853}"/>
          </ac:spMkLst>
        </pc:spChg>
        <pc:spChg chg="del">
          <ac:chgData name="Macher, Andreas (DI FA CTR PLC PPM)" userId="f1dcac62-7bef-43eb-91f0-927336a1714f" providerId="ADAL" clId="{C5C6EC8B-092A-4999-B5EE-A1C3BF508D8A}" dt="2022-11-29T07:47:55.460" v="5036" actId="478"/>
          <ac:spMkLst>
            <pc:docMk/>
            <pc:sldMk cId="1527329658" sldId="9811"/>
            <ac:spMk id="8" creationId="{D70EC1EC-A084-2659-2A9F-3BBE28E026B6}"/>
          </ac:spMkLst>
        </pc:spChg>
        <pc:spChg chg="del">
          <ac:chgData name="Macher, Andreas (DI FA CTR PLC PPM)" userId="f1dcac62-7bef-43eb-91f0-927336a1714f" providerId="ADAL" clId="{C5C6EC8B-092A-4999-B5EE-A1C3BF508D8A}" dt="2022-11-29T07:52:43.117" v="5281" actId="478"/>
          <ac:spMkLst>
            <pc:docMk/>
            <pc:sldMk cId="1527329658" sldId="9811"/>
            <ac:spMk id="10" creationId="{EA4F1B28-3D85-8242-0542-B88FCD1E9715}"/>
          </ac:spMkLst>
        </pc:spChg>
        <pc:spChg chg="mod">
          <ac:chgData name="Macher, Andreas (DI FA CTR PLC PPM)" userId="f1dcac62-7bef-43eb-91f0-927336a1714f" providerId="ADAL" clId="{C5C6EC8B-092A-4999-B5EE-A1C3BF508D8A}" dt="2022-11-29T08:01:05.122" v="5811" actId="1076"/>
          <ac:spMkLst>
            <pc:docMk/>
            <pc:sldMk cId="1527329658" sldId="9811"/>
            <ac:spMk id="11" creationId="{50538284-0E59-7DAB-9179-8F0D020C3AF3}"/>
          </ac:spMkLst>
        </pc:spChg>
        <pc:spChg chg="add del mod">
          <ac:chgData name="Macher, Andreas (DI FA CTR PLC PPM)" userId="f1dcac62-7bef-43eb-91f0-927336a1714f" providerId="ADAL" clId="{C5C6EC8B-092A-4999-B5EE-A1C3BF508D8A}" dt="2022-11-29T08:01:34.231" v="5815" actId="478"/>
          <ac:spMkLst>
            <pc:docMk/>
            <pc:sldMk cId="1527329658" sldId="9811"/>
            <ac:spMk id="12" creationId="{D11210BD-FC2F-27AC-9ED6-2C5602DD528B}"/>
          </ac:spMkLst>
        </pc:spChg>
        <pc:spChg chg="del">
          <ac:chgData name="Macher, Andreas (DI FA CTR PLC PPM)" userId="f1dcac62-7bef-43eb-91f0-927336a1714f" providerId="ADAL" clId="{C5C6EC8B-092A-4999-B5EE-A1C3BF508D8A}" dt="2022-11-29T07:48:13.959" v="5037" actId="478"/>
          <ac:spMkLst>
            <pc:docMk/>
            <pc:sldMk cId="1527329658" sldId="9811"/>
            <ac:spMk id="13" creationId="{D6E861BD-0FD6-F2A7-E540-1E8425A3CAA7}"/>
          </ac:spMkLst>
        </pc:spChg>
        <pc:spChg chg="mod">
          <ac:chgData name="Macher, Andreas (DI FA CTR PLC PPM)" userId="f1dcac62-7bef-43eb-91f0-927336a1714f" providerId="ADAL" clId="{C5C6EC8B-092A-4999-B5EE-A1C3BF508D8A}" dt="2022-11-29T08:01:05.122" v="5811" actId="1076"/>
          <ac:spMkLst>
            <pc:docMk/>
            <pc:sldMk cId="1527329658" sldId="9811"/>
            <ac:spMk id="14" creationId="{E74EDA2A-8E1E-08A0-1074-BE2D94A6ABD3}"/>
          </ac:spMkLst>
        </pc:spChg>
        <pc:spChg chg="mod">
          <ac:chgData name="Macher, Andreas (DI FA CTR PLC PPM)" userId="f1dcac62-7bef-43eb-91f0-927336a1714f" providerId="ADAL" clId="{C5C6EC8B-092A-4999-B5EE-A1C3BF508D8A}" dt="2022-11-29T08:01:05.122" v="5811" actId="1076"/>
          <ac:spMkLst>
            <pc:docMk/>
            <pc:sldMk cId="1527329658" sldId="9811"/>
            <ac:spMk id="15" creationId="{231B9F21-7785-8E2D-D9F4-9D6E43752C44}"/>
          </ac:spMkLst>
        </pc:spChg>
        <pc:spChg chg="del">
          <ac:chgData name="Macher, Andreas (DI FA CTR PLC PPM)" userId="f1dcac62-7bef-43eb-91f0-927336a1714f" providerId="ADAL" clId="{C5C6EC8B-092A-4999-B5EE-A1C3BF508D8A}" dt="2022-11-29T07:48:13.959" v="5037" actId="478"/>
          <ac:spMkLst>
            <pc:docMk/>
            <pc:sldMk cId="1527329658" sldId="9811"/>
            <ac:spMk id="16" creationId="{217D58A4-98D4-AE95-A5BB-77BBEFA431E0}"/>
          </ac:spMkLst>
        </pc:spChg>
        <pc:spChg chg="del">
          <ac:chgData name="Macher, Andreas (DI FA CTR PLC PPM)" userId="f1dcac62-7bef-43eb-91f0-927336a1714f" providerId="ADAL" clId="{C5C6EC8B-092A-4999-B5EE-A1C3BF508D8A}" dt="2022-11-29T07:48:13.959" v="5037" actId="478"/>
          <ac:spMkLst>
            <pc:docMk/>
            <pc:sldMk cId="1527329658" sldId="9811"/>
            <ac:spMk id="17" creationId="{0ED9C93A-D06D-1006-0998-1BB8A435D1F4}"/>
          </ac:spMkLst>
        </pc:spChg>
        <pc:spChg chg="del">
          <ac:chgData name="Macher, Andreas (DI FA CTR PLC PPM)" userId="f1dcac62-7bef-43eb-91f0-927336a1714f" providerId="ADAL" clId="{C5C6EC8B-092A-4999-B5EE-A1C3BF508D8A}" dt="2022-11-29T07:47:55.460" v="5036" actId="478"/>
          <ac:spMkLst>
            <pc:docMk/>
            <pc:sldMk cId="1527329658" sldId="9811"/>
            <ac:spMk id="18" creationId="{18047BBA-2591-CB4B-BABA-8A1D1F4A5834}"/>
          </ac:spMkLst>
        </pc:spChg>
        <pc:spChg chg="del">
          <ac:chgData name="Macher, Andreas (DI FA CTR PLC PPM)" userId="f1dcac62-7bef-43eb-91f0-927336a1714f" providerId="ADAL" clId="{C5C6EC8B-092A-4999-B5EE-A1C3BF508D8A}" dt="2022-11-29T07:47:55.460" v="5036" actId="478"/>
          <ac:spMkLst>
            <pc:docMk/>
            <pc:sldMk cId="1527329658" sldId="9811"/>
            <ac:spMk id="19" creationId="{41B2A700-1094-06D6-C418-4255F9720870}"/>
          </ac:spMkLst>
        </pc:spChg>
        <pc:spChg chg="del">
          <ac:chgData name="Macher, Andreas (DI FA CTR PLC PPM)" userId="f1dcac62-7bef-43eb-91f0-927336a1714f" providerId="ADAL" clId="{C5C6EC8B-092A-4999-B5EE-A1C3BF508D8A}" dt="2022-11-29T07:52:43.117" v="5281" actId="478"/>
          <ac:spMkLst>
            <pc:docMk/>
            <pc:sldMk cId="1527329658" sldId="9811"/>
            <ac:spMk id="20" creationId="{8D24A08D-0CDF-19CA-399C-36ED7A3CB0E6}"/>
          </ac:spMkLst>
        </pc:spChg>
        <pc:spChg chg="add del mod">
          <ac:chgData name="Macher, Andreas (DI FA CTR PLC PPM)" userId="f1dcac62-7bef-43eb-91f0-927336a1714f" providerId="ADAL" clId="{C5C6EC8B-092A-4999-B5EE-A1C3BF508D8A}" dt="2022-11-29T07:52:43.117" v="5281" actId="478"/>
          <ac:spMkLst>
            <pc:docMk/>
            <pc:sldMk cId="1527329658" sldId="9811"/>
            <ac:spMk id="21" creationId="{ECA3DA9C-2E84-9B29-651A-845F0BD34245}"/>
          </ac:spMkLst>
        </pc:spChg>
        <pc:spChg chg="add del mod">
          <ac:chgData name="Macher, Andreas (DI FA CTR PLC PPM)" userId="f1dcac62-7bef-43eb-91f0-927336a1714f" providerId="ADAL" clId="{C5C6EC8B-092A-4999-B5EE-A1C3BF508D8A}" dt="2022-11-29T07:52:43.117" v="5281" actId="478"/>
          <ac:spMkLst>
            <pc:docMk/>
            <pc:sldMk cId="1527329658" sldId="9811"/>
            <ac:spMk id="22" creationId="{BF1C648E-BE7E-DC17-A3EB-AEC8EA38A102}"/>
          </ac:spMkLst>
        </pc:spChg>
        <pc:spChg chg="mod">
          <ac:chgData name="Macher, Andreas (DI FA CTR PLC PPM)" userId="f1dcac62-7bef-43eb-91f0-927336a1714f" providerId="ADAL" clId="{C5C6EC8B-092A-4999-B5EE-A1C3BF508D8A}" dt="2022-11-29T07:48:58.322" v="5185" actId="1038"/>
          <ac:spMkLst>
            <pc:docMk/>
            <pc:sldMk cId="1527329658" sldId="9811"/>
            <ac:spMk id="26" creationId="{9C2A56B6-FC26-28C1-9026-11AF6E4A5FDA}"/>
          </ac:spMkLst>
        </pc:spChg>
        <pc:spChg chg="mod">
          <ac:chgData name="Macher, Andreas (DI FA CTR PLC PPM)" userId="f1dcac62-7bef-43eb-91f0-927336a1714f" providerId="ADAL" clId="{C5C6EC8B-092A-4999-B5EE-A1C3BF508D8A}" dt="2022-11-29T07:48:58.322" v="5185" actId="1038"/>
          <ac:spMkLst>
            <pc:docMk/>
            <pc:sldMk cId="1527329658" sldId="9811"/>
            <ac:spMk id="27" creationId="{01CBDF44-A785-8B80-F71A-FB027117A2F7}"/>
          </ac:spMkLst>
        </pc:spChg>
        <pc:spChg chg="add del mod">
          <ac:chgData name="Macher, Andreas (DI FA CTR PLC PPM)" userId="f1dcac62-7bef-43eb-91f0-927336a1714f" providerId="ADAL" clId="{C5C6EC8B-092A-4999-B5EE-A1C3BF508D8A}" dt="2022-11-29T07:51:53.022" v="5280" actId="478"/>
          <ac:spMkLst>
            <pc:docMk/>
            <pc:sldMk cId="1527329658" sldId="9811"/>
            <ac:spMk id="96" creationId="{26C1594F-5C56-8F01-C570-8F475482B9A9}"/>
          </ac:spMkLst>
        </pc:spChg>
        <pc:spChg chg="add del">
          <ac:chgData name="Macher, Andreas (DI FA CTR PLC PPM)" userId="f1dcac62-7bef-43eb-91f0-927336a1714f" providerId="ADAL" clId="{C5C6EC8B-092A-4999-B5EE-A1C3BF508D8A}" dt="2022-11-29T07:55:41.188" v="5469" actId="21"/>
          <ac:spMkLst>
            <pc:docMk/>
            <pc:sldMk cId="1527329658" sldId="9811"/>
            <ac:spMk id="97" creationId="{9E93B835-5B86-D7A7-2AE9-9F8B643D6841}"/>
          </ac:spMkLst>
        </pc:spChg>
        <pc:spChg chg="add mod">
          <ac:chgData name="Macher, Andreas (DI FA CTR PLC PPM)" userId="f1dcac62-7bef-43eb-91f0-927336a1714f" providerId="ADAL" clId="{C5C6EC8B-092A-4999-B5EE-A1C3BF508D8A}" dt="2022-11-29T08:01:05.122" v="5811" actId="1076"/>
          <ac:spMkLst>
            <pc:docMk/>
            <pc:sldMk cId="1527329658" sldId="9811"/>
            <ac:spMk id="98" creationId="{581FB178-1B87-BA0E-4E31-F96CE6132266}"/>
          </ac:spMkLst>
        </pc:spChg>
        <pc:spChg chg="add mod">
          <ac:chgData name="Macher, Andreas (DI FA CTR PLC PPM)" userId="f1dcac62-7bef-43eb-91f0-927336a1714f" providerId="ADAL" clId="{C5C6EC8B-092A-4999-B5EE-A1C3BF508D8A}" dt="2022-11-29T15:16:51.371" v="9172" actId="14100"/>
          <ac:spMkLst>
            <pc:docMk/>
            <pc:sldMk cId="1527329658" sldId="9811"/>
            <ac:spMk id="99" creationId="{53B79C5F-BF56-ED54-7615-E0E73B02DA14}"/>
          </ac:spMkLst>
        </pc:spChg>
        <pc:spChg chg="add del mod">
          <ac:chgData name="Macher, Andreas (DI FA CTR PLC PPM)" userId="f1dcac62-7bef-43eb-91f0-927336a1714f" providerId="ADAL" clId="{C5C6EC8B-092A-4999-B5EE-A1C3BF508D8A}" dt="2022-11-29T08:01:08.370" v="5812" actId="478"/>
          <ac:spMkLst>
            <pc:docMk/>
            <pc:sldMk cId="1527329658" sldId="9811"/>
            <ac:spMk id="100" creationId="{6427A763-7186-C925-9E81-5CC13AEAE36A}"/>
          </ac:spMkLst>
        </pc:spChg>
        <pc:spChg chg="add del mod">
          <ac:chgData name="Macher, Andreas (DI FA CTR PLC PPM)" userId="f1dcac62-7bef-43eb-91f0-927336a1714f" providerId="ADAL" clId="{C5C6EC8B-092A-4999-B5EE-A1C3BF508D8A}" dt="2022-11-29T15:16:03.727" v="9169" actId="478"/>
          <ac:spMkLst>
            <pc:docMk/>
            <pc:sldMk cId="1527329658" sldId="9811"/>
            <ac:spMk id="101" creationId="{BFCDD911-C4E0-D4CB-02F6-76E9A7D75546}"/>
          </ac:spMkLst>
        </pc:spChg>
        <pc:spChg chg="add mod">
          <ac:chgData name="Macher, Andreas (DI FA CTR PLC PPM)" userId="f1dcac62-7bef-43eb-91f0-927336a1714f" providerId="ADAL" clId="{C5C6EC8B-092A-4999-B5EE-A1C3BF508D8A}" dt="2022-11-29T08:17:17.336" v="6133"/>
          <ac:spMkLst>
            <pc:docMk/>
            <pc:sldMk cId="1527329658" sldId="9811"/>
            <ac:spMk id="102" creationId="{98A2C848-DD1D-1671-E97C-9A37CDE27AA9}"/>
          </ac:spMkLst>
        </pc:spChg>
        <pc:spChg chg="add mod">
          <ac:chgData name="Macher, Andreas (DI FA CTR PLC PPM)" userId="f1dcac62-7bef-43eb-91f0-927336a1714f" providerId="ADAL" clId="{C5C6EC8B-092A-4999-B5EE-A1C3BF508D8A}" dt="2022-11-29T08:17:17.336" v="6133"/>
          <ac:spMkLst>
            <pc:docMk/>
            <pc:sldMk cId="1527329658" sldId="9811"/>
            <ac:spMk id="103" creationId="{948D7EA1-A5B0-86C1-72CE-AA055B6394F6}"/>
          </ac:spMkLst>
        </pc:spChg>
        <pc:spChg chg="mod">
          <ac:chgData name="Macher, Andreas (DI FA CTR PLC PPM)" userId="f1dcac62-7bef-43eb-91f0-927336a1714f" providerId="ADAL" clId="{C5C6EC8B-092A-4999-B5EE-A1C3BF508D8A}" dt="2022-11-29T08:17:17.336" v="6133"/>
          <ac:spMkLst>
            <pc:docMk/>
            <pc:sldMk cId="1527329658" sldId="9811"/>
            <ac:spMk id="107" creationId="{BBBAA1A4-5677-0AE2-6DD8-A84F3C0BBEE7}"/>
          </ac:spMkLst>
        </pc:spChg>
        <pc:spChg chg="mod">
          <ac:chgData name="Macher, Andreas (DI FA CTR PLC PPM)" userId="f1dcac62-7bef-43eb-91f0-927336a1714f" providerId="ADAL" clId="{C5C6EC8B-092A-4999-B5EE-A1C3BF508D8A}" dt="2022-11-29T08:17:17.336" v="6133"/>
          <ac:spMkLst>
            <pc:docMk/>
            <pc:sldMk cId="1527329658" sldId="9811"/>
            <ac:spMk id="108" creationId="{5A925E12-265A-3E22-E1B7-CE26451A7909}"/>
          </ac:spMkLst>
        </pc:spChg>
        <pc:spChg chg="add mod">
          <ac:chgData name="Macher, Andreas (DI FA CTR PLC PPM)" userId="f1dcac62-7bef-43eb-91f0-927336a1714f" providerId="ADAL" clId="{C5C6EC8B-092A-4999-B5EE-A1C3BF508D8A}" dt="2022-11-29T08:17:17.336" v="6133"/>
          <ac:spMkLst>
            <pc:docMk/>
            <pc:sldMk cId="1527329658" sldId="9811"/>
            <ac:spMk id="115" creationId="{6BCD7357-EC45-8B02-0CE6-6A9169B29F36}"/>
          </ac:spMkLst>
        </pc:spChg>
        <pc:spChg chg="del">
          <ac:chgData name="Macher, Andreas (DI FA CTR PLC PPM)" userId="f1dcac62-7bef-43eb-91f0-927336a1714f" providerId="ADAL" clId="{C5C6EC8B-092A-4999-B5EE-A1C3BF508D8A}" dt="2022-11-29T07:48:13.959" v="5037" actId="478"/>
          <ac:spMkLst>
            <pc:docMk/>
            <pc:sldMk cId="1527329658" sldId="9811"/>
            <ac:spMk id="122" creationId="{232F4B8C-AD91-11A9-0D4D-02088C050C88}"/>
          </ac:spMkLst>
        </pc:spChg>
        <pc:spChg chg="del">
          <ac:chgData name="Macher, Andreas (DI FA CTR PLC PPM)" userId="f1dcac62-7bef-43eb-91f0-927336a1714f" providerId="ADAL" clId="{C5C6EC8B-092A-4999-B5EE-A1C3BF508D8A}" dt="2022-11-29T07:48:13.959" v="5037" actId="478"/>
          <ac:spMkLst>
            <pc:docMk/>
            <pc:sldMk cId="1527329658" sldId="9811"/>
            <ac:spMk id="123" creationId="{D0E67438-1981-AB10-F6DD-937CE3484ED3}"/>
          </ac:spMkLst>
        </pc:spChg>
        <pc:spChg chg="add mod">
          <ac:chgData name="Macher, Andreas (DI FA CTR PLC PPM)" userId="f1dcac62-7bef-43eb-91f0-927336a1714f" providerId="ADAL" clId="{C5C6EC8B-092A-4999-B5EE-A1C3BF508D8A}" dt="2022-11-29T08:17:17.336" v="6133"/>
          <ac:spMkLst>
            <pc:docMk/>
            <pc:sldMk cId="1527329658" sldId="9811"/>
            <ac:spMk id="140" creationId="{08CB804F-6D4F-0164-F95F-C60A38B1BC75}"/>
          </ac:spMkLst>
        </pc:spChg>
        <pc:spChg chg="add mod">
          <ac:chgData name="Macher, Andreas (DI FA CTR PLC PPM)" userId="f1dcac62-7bef-43eb-91f0-927336a1714f" providerId="ADAL" clId="{C5C6EC8B-092A-4999-B5EE-A1C3BF508D8A}" dt="2022-11-29T08:17:17.336" v="6133"/>
          <ac:spMkLst>
            <pc:docMk/>
            <pc:sldMk cId="1527329658" sldId="9811"/>
            <ac:spMk id="144" creationId="{B5E110E9-6BDC-25E2-7D34-8C94B897184B}"/>
          </ac:spMkLst>
        </pc:spChg>
        <pc:spChg chg="add mod">
          <ac:chgData name="Macher, Andreas (DI FA CTR PLC PPM)" userId="f1dcac62-7bef-43eb-91f0-927336a1714f" providerId="ADAL" clId="{C5C6EC8B-092A-4999-B5EE-A1C3BF508D8A}" dt="2022-11-29T08:17:17.336" v="6133"/>
          <ac:spMkLst>
            <pc:docMk/>
            <pc:sldMk cId="1527329658" sldId="9811"/>
            <ac:spMk id="145" creationId="{1A42577E-E82C-3C85-A184-2836008C4C56}"/>
          </ac:spMkLst>
        </pc:spChg>
        <pc:spChg chg="add mod">
          <ac:chgData name="Macher, Andreas (DI FA CTR PLC PPM)" userId="f1dcac62-7bef-43eb-91f0-927336a1714f" providerId="ADAL" clId="{C5C6EC8B-092A-4999-B5EE-A1C3BF508D8A}" dt="2022-11-29T08:17:17.336" v="6133"/>
          <ac:spMkLst>
            <pc:docMk/>
            <pc:sldMk cId="1527329658" sldId="9811"/>
            <ac:spMk id="146" creationId="{050537E5-3DFE-CB16-FFB5-016723309920}"/>
          </ac:spMkLst>
        </pc:spChg>
        <pc:spChg chg="add mod">
          <ac:chgData name="Macher, Andreas (DI FA CTR PLC PPM)" userId="f1dcac62-7bef-43eb-91f0-927336a1714f" providerId="ADAL" clId="{C5C6EC8B-092A-4999-B5EE-A1C3BF508D8A}" dt="2022-11-29T08:17:17.336" v="6133"/>
          <ac:spMkLst>
            <pc:docMk/>
            <pc:sldMk cId="1527329658" sldId="9811"/>
            <ac:spMk id="147" creationId="{1B5B0191-041D-649E-5339-E9A36280C9B6}"/>
          </ac:spMkLst>
        </pc:spChg>
        <pc:spChg chg="add mod">
          <ac:chgData name="Macher, Andreas (DI FA CTR PLC PPM)" userId="f1dcac62-7bef-43eb-91f0-927336a1714f" providerId="ADAL" clId="{C5C6EC8B-092A-4999-B5EE-A1C3BF508D8A}" dt="2022-11-29T08:17:17.336" v="6133"/>
          <ac:spMkLst>
            <pc:docMk/>
            <pc:sldMk cId="1527329658" sldId="9811"/>
            <ac:spMk id="148" creationId="{295B6060-8977-27C9-BEDD-96F1939B0486}"/>
          </ac:spMkLst>
        </pc:spChg>
        <pc:spChg chg="add del mod">
          <ac:chgData name="Macher, Andreas (DI FA CTR PLC PPM)" userId="f1dcac62-7bef-43eb-91f0-927336a1714f" providerId="ADAL" clId="{C5C6EC8B-092A-4999-B5EE-A1C3BF508D8A}" dt="2022-11-29T08:17:45.637" v="6137" actId="478"/>
          <ac:spMkLst>
            <pc:docMk/>
            <pc:sldMk cId="1527329658" sldId="9811"/>
            <ac:spMk id="149" creationId="{5B1075EB-19F1-3772-B750-7D80E96F372F}"/>
          </ac:spMkLst>
        </pc:spChg>
        <pc:spChg chg="del">
          <ac:chgData name="Macher, Andreas (DI FA CTR PLC PPM)" userId="f1dcac62-7bef-43eb-91f0-927336a1714f" providerId="ADAL" clId="{C5C6EC8B-092A-4999-B5EE-A1C3BF508D8A}" dt="2022-11-29T07:48:13.959" v="5037" actId="478"/>
          <ac:spMkLst>
            <pc:docMk/>
            <pc:sldMk cId="1527329658" sldId="9811"/>
            <ac:spMk id="153" creationId="{170FD330-ED6F-528E-7219-21CE0DA23994}"/>
          </ac:spMkLst>
        </pc:spChg>
        <pc:spChg chg="add mod">
          <ac:chgData name="Macher, Andreas (DI FA CTR PLC PPM)" userId="f1dcac62-7bef-43eb-91f0-927336a1714f" providerId="ADAL" clId="{C5C6EC8B-092A-4999-B5EE-A1C3BF508D8A}" dt="2022-11-29T08:17:41.021" v="6135" actId="1076"/>
          <ac:spMkLst>
            <pc:docMk/>
            <pc:sldMk cId="1527329658" sldId="9811"/>
            <ac:spMk id="155" creationId="{1D36F0A8-E4EE-8D27-FA78-ACDA852A2CB8}"/>
          </ac:spMkLst>
        </pc:spChg>
        <pc:spChg chg="del">
          <ac:chgData name="Macher, Andreas (DI FA CTR PLC PPM)" userId="f1dcac62-7bef-43eb-91f0-927336a1714f" providerId="ADAL" clId="{C5C6EC8B-092A-4999-B5EE-A1C3BF508D8A}" dt="2022-11-29T07:48:13.959" v="5037" actId="478"/>
          <ac:spMkLst>
            <pc:docMk/>
            <pc:sldMk cId="1527329658" sldId="9811"/>
            <ac:spMk id="159" creationId="{6911F848-ACB0-5C61-F711-C5B83A6E4C3D}"/>
          </ac:spMkLst>
        </pc:spChg>
        <pc:spChg chg="mod">
          <ac:chgData name="Macher, Andreas (DI FA CTR PLC PPM)" userId="f1dcac62-7bef-43eb-91f0-927336a1714f" providerId="ADAL" clId="{C5C6EC8B-092A-4999-B5EE-A1C3BF508D8A}" dt="2022-11-29T08:17:41.021" v="6135" actId="1076"/>
          <ac:spMkLst>
            <pc:docMk/>
            <pc:sldMk cId="1527329658" sldId="9811"/>
            <ac:spMk id="160" creationId="{FE837F90-E87C-60FF-A526-4605C11B6567}"/>
          </ac:spMkLst>
        </pc:spChg>
        <pc:spChg chg="mod">
          <ac:chgData name="Macher, Andreas (DI FA CTR PLC PPM)" userId="f1dcac62-7bef-43eb-91f0-927336a1714f" providerId="ADAL" clId="{C5C6EC8B-092A-4999-B5EE-A1C3BF508D8A}" dt="2022-11-29T08:17:41.021" v="6135" actId="1076"/>
          <ac:spMkLst>
            <pc:docMk/>
            <pc:sldMk cId="1527329658" sldId="9811"/>
            <ac:spMk id="161" creationId="{E1C22243-D593-B5DF-BED8-CB15E52F4B59}"/>
          </ac:spMkLst>
        </pc:spChg>
        <pc:spChg chg="add del mod">
          <ac:chgData name="Macher, Andreas (DI FA CTR PLC PPM)" userId="f1dcac62-7bef-43eb-91f0-927336a1714f" providerId="ADAL" clId="{C5C6EC8B-092A-4999-B5EE-A1C3BF508D8A}" dt="2022-11-29T07:52:43.117" v="5281" actId="478"/>
          <ac:spMkLst>
            <pc:docMk/>
            <pc:sldMk cId="1527329658" sldId="9811"/>
            <ac:spMk id="226" creationId="{0CAC2003-097B-A23C-44FA-E87CD7D5E860}"/>
          </ac:spMkLst>
        </pc:spChg>
        <pc:spChg chg="add del mod">
          <ac:chgData name="Macher, Andreas (DI FA CTR PLC PPM)" userId="f1dcac62-7bef-43eb-91f0-927336a1714f" providerId="ADAL" clId="{C5C6EC8B-092A-4999-B5EE-A1C3BF508D8A}" dt="2022-11-29T07:52:43.117" v="5281" actId="478"/>
          <ac:spMkLst>
            <pc:docMk/>
            <pc:sldMk cId="1527329658" sldId="9811"/>
            <ac:spMk id="233" creationId="{492099B1-5E55-A3F6-8604-03FAD50CF511}"/>
          </ac:spMkLst>
        </pc:spChg>
        <pc:spChg chg="add del mod">
          <ac:chgData name="Macher, Andreas (DI FA CTR PLC PPM)" userId="f1dcac62-7bef-43eb-91f0-927336a1714f" providerId="ADAL" clId="{C5C6EC8B-092A-4999-B5EE-A1C3BF508D8A}" dt="2022-11-29T07:52:43.117" v="5281" actId="478"/>
          <ac:spMkLst>
            <pc:docMk/>
            <pc:sldMk cId="1527329658" sldId="9811"/>
            <ac:spMk id="234" creationId="{101810DD-3FA3-9737-27E8-62E539A33049}"/>
          </ac:spMkLst>
        </pc:spChg>
        <pc:spChg chg="add del mod">
          <ac:chgData name="Macher, Andreas (DI FA CTR PLC PPM)" userId="f1dcac62-7bef-43eb-91f0-927336a1714f" providerId="ADAL" clId="{C5C6EC8B-092A-4999-B5EE-A1C3BF508D8A}" dt="2022-11-29T07:52:43.117" v="5281" actId="478"/>
          <ac:spMkLst>
            <pc:docMk/>
            <pc:sldMk cId="1527329658" sldId="9811"/>
            <ac:spMk id="235" creationId="{75D014EC-9CD1-BF93-9734-3862E1FC9452}"/>
          </ac:spMkLst>
        </pc:spChg>
        <pc:spChg chg="add del mod">
          <ac:chgData name="Macher, Andreas (DI FA CTR PLC PPM)" userId="f1dcac62-7bef-43eb-91f0-927336a1714f" providerId="ADAL" clId="{C5C6EC8B-092A-4999-B5EE-A1C3BF508D8A}" dt="2022-11-29T07:52:43.117" v="5281" actId="478"/>
          <ac:spMkLst>
            <pc:docMk/>
            <pc:sldMk cId="1527329658" sldId="9811"/>
            <ac:spMk id="236" creationId="{44460E15-D4CB-9480-7B23-FBCD71E8DBA4}"/>
          </ac:spMkLst>
        </pc:spChg>
        <pc:spChg chg="add del mod">
          <ac:chgData name="Macher, Andreas (DI FA CTR PLC PPM)" userId="f1dcac62-7bef-43eb-91f0-927336a1714f" providerId="ADAL" clId="{C5C6EC8B-092A-4999-B5EE-A1C3BF508D8A}" dt="2022-11-29T07:51:53.022" v="5280" actId="478"/>
          <ac:spMkLst>
            <pc:docMk/>
            <pc:sldMk cId="1527329658" sldId="9811"/>
            <ac:spMk id="237" creationId="{F13E05E9-96C6-802D-0496-9B7FFA3AB291}"/>
          </ac:spMkLst>
        </pc:spChg>
        <pc:spChg chg="add del mod">
          <ac:chgData name="Macher, Andreas (DI FA CTR PLC PPM)" userId="f1dcac62-7bef-43eb-91f0-927336a1714f" providerId="ADAL" clId="{C5C6EC8B-092A-4999-B5EE-A1C3BF508D8A}" dt="2022-11-29T07:51:53.022" v="5280" actId="478"/>
          <ac:spMkLst>
            <pc:docMk/>
            <pc:sldMk cId="1527329658" sldId="9811"/>
            <ac:spMk id="238" creationId="{DEDAB2D4-07FC-EFF9-7FF8-1DDBBDD89B01}"/>
          </ac:spMkLst>
        </pc:spChg>
        <pc:spChg chg="add del mod">
          <ac:chgData name="Macher, Andreas (DI FA CTR PLC PPM)" userId="f1dcac62-7bef-43eb-91f0-927336a1714f" providerId="ADAL" clId="{C5C6EC8B-092A-4999-B5EE-A1C3BF508D8A}" dt="2022-11-29T07:51:53.022" v="5280" actId="478"/>
          <ac:spMkLst>
            <pc:docMk/>
            <pc:sldMk cId="1527329658" sldId="9811"/>
            <ac:spMk id="239" creationId="{4C041C74-37D9-6058-F001-8BDDB737C1F9}"/>
          </ac:spMkLst>
        </pc:spChg>
        <pc:spChg chg="add del mod">
          <ac:chgData name="Macher, Andreas (DI FA CTR PLC PPM)" userId="f1dcac62-7bef-43eb-91f0-927336a1714f" providerId="ADAL" clId="{C5C6EC8B-092A-4999-B5EE-A1C3BF508D8A}" dt="2022-11-29T07:51:53.022" v="5280" actId="478"/>
          <ac:spMkLst>
            <pc:docMk/>
            <pc:sldMk cId="1527329658" sldId="9811"/>
            <ac:spMk id="240" creationId="{05EA7292-2A87-ABE8-C396-D39E17F906E7}"/>
          </ac:spMkLst>
        </pc:spChg>
        <pc:spChg chg="mod">
          <ac:chgData name="Macher, Andreas (DI FA CTR PLC PPM)" userId="f1dcac62-7bef-43eb-91f0-927336a1714f" providerId="ADAL" clId="{C5C6EC8B-092A-4999-B5EE-A1C3BF508D8A}" dt="2022-11-29T07:50:27.298" v="5261" actId="1076"/>
          <ac:spMkLst>
            <pc:docMk/>
            <pc:sldMk cId="1527329658" sldId="9811"/>
            <ac:spMk id="244" creationId="{3EB59CF1-46D2-D93E-27AC-1E4111AACF60}"/>
          </ac:spMkLst>
        </pc:spChg>
        <pc:spChg chg="mod">
          <ac:chgData name="Macher, Andreas (DI FA CTR PLC PPM)" userId="f1dcac62-7bef-43eb-91f0-927336a1714f" providerId="ADAL" clId="{C5C6EC8B-092A-4999-B5EE-A1C3BF508D8A}" dt="2022-11-29T07:50:27.298" v="5261" actId="1076"/>
          <ac:spMkLst>
            <pc:docMk/>
            <pc:sldMk cId="1527329658" sldId="9811"/>
            <ac:spMk id="245" creationId="{6715A046-555D-A7C5-E45A-7783E157292C}"/>
          </ac:spMkLst>
        </pc:spChg>
        <pc:spChg chg="mod">
          <ac:chgData name="Macher, Andreas (DI FA CTR PLC PPM)" userId="f1dcac62-7bef-43eb-91f0-927336a1714f" providerId="ADAL" clId="{C5C6EC8B-092A-4999-B5EE-A1C3BF508D8A}" dt="2022-11-29T08:01:05.122" v="5811" actId="1076"/>
          <ac:spMkLst>
            <pc:docMk/>
            <pc:sldMk cId="1527329658" sldId="9811"/>
            <ac:spMk id="247" creationId="{4058F77D-F556-64D3-0D9B-3C046D333A1D}"/>
          </ac:spMkLst>
        </pc:spChg>
        <pc:spChg chg="mod">
          <ac:chgData name="Macher, Andreas (DI FA CTR PLC PPM)" userId="f1dcac62-7bef-43eb-91f0-927336a1714f" providerId="ADAL" clId="{C5C6EC8B-092A-4999-B5EE-A1C3BF508D8A}" dt="2022-11-29T08:01:05.122" v="5811" actId="1076"/>
          <ac:spMkLst>
            <pc:docMk/>
            <pc:sldMk cId="1527329658" sldId="9811"/>
            <ac:spMk id="248" creationId="{862C1800-3D72-4632-EA5A-BF2C8BA5E706}"/>
          </ac:spMkLst>
        </pc:spChg>
        <pc:spChg chg="mod">
          <ac:chgData name="Macher, Andreas (DI FA CTR PLC PPM)" userId="f1dcac62-7bef-43eb-91f0-927336a1714f" providerId="ADAL" clId="{C5C6EC8B-092A-4999-B5EE-A1C3BF508D8A}" dt="2022-11-29T08:01:05.122" v="5811" actId="1076"/>
          <ac:spMkLst>
            <pc:docMk/>
            <pc:sldMk cId="1527329658" sldId="9811"/>
            <ac:spMk id="254" creationId="{B215A96E-1115-B502-FE53-4D6516B5E8C3}"/>
          </ac:spMkLst>
        </pc:spChg>
        <pc:spChg chg="mod">
          <ac:chgData name="Macher, Andreas (DI FA CTR PLC PPM)" userId="f1dcac62-7bef-43eb-91f0-927336a1714f" providerId="ADAL" clId="{C5C6EC8B-092A-4999-B5EE-A1C3BF508D8A}" dt="2022-11-29T08:01:05.122" v="5811" actId="1076"/>
          <ac:spMkLst>
            <pc:docMk/>
            <pc:sldMk cId="1527329658" sldId="9811"/>
            <ac:spMk id="255" creationId="{36DE6FED-3446-0068-03D6-9FD0B6B84782}"/>
          </ac:spMkLst>
        </pc:spChg>
        <pc:spChg chg="mod">
          <ac:chgData name="Macher, Andreas (DI FA CTR PLC PPM)" userId="f1dcac62-7bef-43eb-91f0-927336a1714f" providerId="ADAL" clId="{C5C6EC8B-092A-4999-B5EE-A1C3BF508D8A}" dt="2022-11-29T08:01:05.122" v="5811" actId="1076"/>
          <ac:spMkLst>
            <pc:docMk/>
            <pc:sldMk cId="1527329658" sldId="9811"/>
            <ac:spMk id="263" creationId="{26D9C2DF-5679-B805-7DD2-04CFD3040A9B}"/>
          </ac:spMkLst>
        </pc:spChg>
        <pc:spChg chg="add del mod">
          <ac:chgData name="Macher, Andreas (DI FA CTR PLC PPM)" userId="f1dcac62-7bef-43eb-91f0-927336a1714f" providerId="ADAL" clId="{C5C6EC8B-092A-4999-B5EE-A1C3BF508D8A}" dt="2022-11-29T07:51:53.022" v="5280" actId="478"/>
          <ac:spMkLst>
            <pc:docMk/>
            <pc:sldMk cId="1527329658" sldId="9811"/>
            <ac:spMk id="266" creationId="{FBE56A3C-B331-7309-F59E-AA5B6E2E6B1E}"/>
          </ac:spMkLst>
        </pc:spChg>
        <pc:spChg chg="mod">
          <ac:chgData name="Macher, Andreas (DI FA CTR PLC PPM)" userId="f1dcac62-7bef-43eb-91f0-927336a1714f" providerId="ADAL" clId="{C5C6EC8B-092A-4999-B5EE-A1C3BF508D8A}" dt="2022-11-29T08:01:05.122" v="5811" actId="1076"/>
          <ac:spMkLst>
            <pc:docMk/>
            <pc:sldMk cId="1527329658" sldId="9811"/>
            <ac:spMk id="270" creationId="{C7D56EBE-D5D9-FBAE-8796-9C821465260B}"/>
          </ac:spMkLst>
        </pc:spChg>
        <pc:spChg chg="mod">
          <ac:chgData name="Macher, Andreas (DI FA CTR PLC PPM)" userId="f1dcac62-7bef-43eb-91f0-927336a1714f" providerId="ADAL" clId="{C5C6EC8B-092A-4999-B5EE-A1C3BF508D8A}" dt="2022-11-29T08:01:05.122" v="5811" actId="1076"/>
          <ac:spMkLst>
            <pc:docMk/>
            <pc:sldMk cId="1527329658" sldId="9811"/>
            <ac:spMk id="272" creationId="{811EEB8E-3762-F0D7-70BB-E5C1242A585B}"/>
          </ac:spMkLst>
        </pc:spChg>
        <pc:spChg chg="mod">
          <ac:chgData name="Macher, Andreas (DI FA CTR PLC PPM)" userId="f1dcac62-7bef-43eb-91f0-927336a1714f" providerId="ADAL" clId="{C5C6EC8B-092A-4999-B5EE-A1C3BF508D8A}" dt="2022-11-29T08:01:05.122" v="5811" actId="1076"/>
          <ac:spMkLst>
            <pc:docMk/>
            <pc:sldMk cId="1527329658" sldId="9811"/>
            <ac:spMk id="273" creationId="{FCB7B8E6-B4CD-F9CA-1B61-618474442902}"/>
          </ac:spMkLst>
        </pc:spChg>
        <pc:spChg chg="del">
          <ac:chgData name="Macher, Andreas (DI FA CTR PLC PPM)" userId="f1dcac62-7bef-43eb-91f0-927336a1714f" providerId="ADAL" clId="{C5C6EC8B-092A-4999-B5EE-A1C3BF508D8A}" dt="2022-11-29T07:47:55.460" v="5036" actId="478"/>
          <ac:spMkLst>
            <pc:docMk/>
            <pc:sldMk cId="1527329658" sldId="9811"/>
            <ac:spMk id="274" creationId="{B17D21DC-1285-8B08-DAE6-CCEE18248143}"/>
          </ac:spMkLst>
        </pc:spChg>
        <pc:spChg chg="del">
          <ac:chgData name="Macher, Andreas (DI FA CTR PLC PPM)" userId="f1dcac62-7bef-43eb-91f0-927336a1714f" providerId="ADAL" clId="{C5C6EC8B-092A-4999-B5EE-A1C3BF508D8A}" dt="2022-11-29T07:47:55.460" v="5036" actId="478"/>
          <ac:spMkLst>
            <pc:docMk/>
            <pc:sldMk cId="1527329658" sldId="9811"/>
            <ac:spMk id="275" creationId="{4EF09A29-56A5-1D71-7C21-B2E26E57C3E2}"/>
          </ac:spMkLst>
        </pc:spChg>
        <pc:spChg chg="del">
          <ac:chgData name="Macher, Andreas (DI FA CTR PLC PPM)" userId="f1dcac62-7bef-43eb-91f0-927336a1714f" providerId="ADAL" clId="{C5C6EC8B-092A-4999-B5EE-A1C3BF508D8A}" dt="2022-11-29T07:47:55.460" v="5036" actId="478"/>
          <ac:spMkLst>
            <pc:docMk/>
            <pc:sldMk cId="1527329658" sldId="9811"/>
            <ac:spMk id="281" creationId="{E7D864F6-D177-8338-DDE6-42AD7AECEB6D}"/>
          </ac:spMkLst>
        </pc:spChg>
        <pc:spChg chg="del">
          <ac:chgData name="Macher, Andreas (DI FA CTR PLC PPM)" userId="f1dcac62-7bef-43eb-91f0-927336a1714f" providerId="ADAL" clId="{C5C6EC8B-092A-4999-B5EE-A1C3BF508D8A}" dt="2022-11-29T07:47:55.460" v="5036" actId="478"/>
          <ac:spMkLst>
            <pc:docMk/>
            <pc:sldMk cId="1527329658" sldId="9811"/>
            <ac:spMk id="282" creationId="{14808A14-DF35-9768-E28D-C9B4DD299FDA}"/>
          </ac:spMkLst>
        </pc:spChg>
        <pc:spChg chg="del">
          <ac:chgData name="Macher, Andreas (DI FA CTR PLC PPM)" userId="f1dcac62-7bef-43eb-91f0-927336a1714f" providerId="ADAL" clId="{C5C6EC8B-092A-4999-B5EE-A1C3BF508D8A}" dt="2022-11-29T07:47:55.460" v="5036" actId="478"/>
          <ac:spMkLst>
            <pc:docMk/>
            <pc:sldMk cId="1527329658" sldId="9811"/>
            <ac:spMk id="283" creationId="{73FDA1B6-43E8-2766-102A-0540A688ED8D}"/>
          </ac:spMkLst>
        </pc:spChg>
        <pc:spChg chg="add del mod">
          <ac:chgData name="Macher, Andreas (DI FA CTR PLC PPM)" userId="f1dcac62-7bef-43eb-91f0-927336a1714f" providerId="ADAL" clId="{C5C6EC8B-092A-4999-B5EE-A1C3BF508D8A}" dt="2022-11-29T07:51:53.022" v="5280" actId="478"/>
          <ac:spMkLst>
            <pc:docMk/>
            <pc:sldMk cId="1527329658" sldId="9811"/>
            <ac:spMk id="285" creationId="{AFA10DA0-DFD5-FB77-F9D8-C6372AF6FF7F}"/>
          </ac:spMkLst>
        </pc:spChg>
        <pc:spChg chg="add del mod">
          <ac:chgData name="Macher, Andreas (DI FA CTR PLC PPM)" userId="f1dcac62-7bef-43eb-91f0-927336a1714f" providerId="ADAL" clId="{C5C6EC8B-092A-4999-B5EE-A1C3BF508D8A}" dt="2022-11-29T07:51:53.022" v="5280" actId="478"/>
          <ac:spMkLst>
            <pc:docMk/>
            <pc:sldMk cId="1527329658" sldId="9811"/>
            <ac:spMk id="286" creationId="{7583968D-C50E-5496-1A46-43A69C24DED1}"/>
          </ac:spMkLst>
        </pc:spChg>
        <pc:spChg chg="add del mod">
          <ac:chgData name="Macher, Andreas (DI FA CTR PLC PPM)" userId="f1dcac62-7bef-43eb-91f0-927336a1714f" providerId="ADAL" clId="{C5C6EC8B-092A-4999-B5EE-A1C3BF508D8A}" dt="2022-11-29T07:51:53.022" v="5280" actId="478"/>
          <ac:spMkLst>
            <pc:docMk/>
            <pc:sldMk cId="1527329658" sldId="9811"/>
            <ac:spMk id="287" creationId="{59BFAC39-938E-11C3-1B63-0B69EF2E4AA1}"/>
          </ac:spMkLst>
        </pc:spChg>
        <pc:grpChg chg="add del mod">
          <ac:chgData name="Macher, Andreas (DI FA CTR PLC PPM)" userId="f1dcac62-7bef-43eb-91f0-927336a1714f" providerId="ADAL" clId="{C5C6EC8B-092A-4999-B5EE-A1C3BF508D8A}" dt="2022-11-29T07:52:43.117" v="5281" actId="478"/>
          <ac:grpSpMkLst>
            <pc:docMk/>
            <pc:sldMk cId="1527329658" sldId="9811"/>
            <ac:grpSpMk id="23" creationId="{0D1F6739-7A11-AC60-F1A6-3B511BC09141}"/>
          </ac:grpSpMkLst>
        </pc:grpChg>
        <pc:grpChg chg="mod">
          <ac:chgData name="Macher, Andreas (DI FA CTR PLC PPM)" userId="f1dcac62-7bef-43eb-91f0-927336a1714f" providerId="ADAL" clId="{C5C6EC8B-092A-4999-B5EE-A1C3BF508D8A}" dt="2022-11-29T07:48:58.322" v="5185" actId="1038"/>
          <ac:grpSpMkLst>
            <pc:docMk/>
            <pc:sldMk cId="1527329658" sldId="9811"/>
            <ac:grpSpMk id="24" creationId="{6F96D144-5B42-C816-D104-257DB5E113E9}"/>
          </ac:grpSpMkLst>
        </pc:grpChg>
        <pc:grpChg chg="mod">
          <ac:chgData name="Macher, Andreas (DI FA CTR PLC PPM)" userId="f1dcac62-7bef-43eb-91f0-927336a1714f" providerId="ADAL" clId="{C5C6EC8B-092A-4999-B5EE-A1C3BF508D8A}" dt="2022-11-29T07:48:58.322" v="5185" actId="1038"/>
          <ac:grpSpMkLst>
            <pc:docMk/>
            <pc:sldMk cId="1527329658" sldId="9811"/>
            <ac:grpSpMk id="25" creationId="{1F8614B6-AA77-478F-7558-685461D68DC4}"/>
          </ac:grpSpMkLst>
        </pc:grpChg>
        <pc:grpChg chg="add mod">
          <ac:chgData name="Macher, Andreas (DI FA CTR PLC PPM)" userId="f1dcac62-7bef-43eb-91f0-927336a1714f" providerId="ADAL" clId="{C5C6EC8B-092A-4999-B5EE-A1C3BF508D8A}" dt="2022-11-29T08:17:17.336" v="6133"/>
          <ac:grpSpMkLst>
            <pc:docMk/>
            <pc:sldMk cId="1527329658" sldId="9811"/>
            <ac:grpSpMk id="104" creationId="{63621D50-5204-DE44-61CD-43DD5B1C87C0}"/>
          </ac:grpSpMkLst>
        </pc:grpChg>
        <pc:grpChg chg="mod">
          <ac:chgData name="Macher, Andreas (DI FA CTR PLC PPM)" userId="f1dcac62-7bef-43eb-91f0-927336a1714f" providerId="ADAL" clId="{C5C6EC8B-092A-4999-B5EE-A1C3BF508D8A}" dt="2022-11-29T08:17:17.336" v="6133"/>
          <ac:grpSpMkLst>
            <pc:docMk/>
            <pc:sldMk cId="1527329658" sldId="9811"/>
            <ac:grpSpMk id="105" creationId="{B37E771D-5CAC-6093-5EE9-63C85609F1DF}"/>
          </ac:grpSpMkLst>
        </pc:grpChg>
        <pc:grpChg chg="mod">
          <ac:chgData name="Macher, Andreas (DI FA CTR PLC PPM)" userId="f1dcac62-7bef-43eb-91f0-927336a1714f" providerId="ADAL" clId="{C5C6EC8B-092A-4999-B5EE-A1C3BF508D8A}" dt="2022-11-29T08:17:17.336" v="6133"/>
          <ac:grpSpMkLst>
            <pc:docMk/>
            <pc:sldMk cId="1527329658" sldId="9811"/>
            <ac:grpSpMk id="106" creationId="{9CE841C1-58EB-6A9A-F0C7-ABEF80E72865}"/>
          </ac:grpSpMkLst>
        </pc:grpChg>
        <pc:grpChg chg="mod">
          <ac:chgData name="Macher, Andreas (DI FA CTR PLC PPM)" userId="f1dcac62-7bef-43eb-91f0-927336a1714f" providerId="ADAL" clId="{C5C6EC8B-092A-4999-B5EE-A1C3BF508D8A}" dt="2022-11-29T08:01:05.122" v="5811" actId="1076"/>
          <ac:grpSpMkLst>
            <pc:docMk/>
            <pc:sldMk cId="1527329658" sldId="9811"/>
            <ac:grpSpMk id="116" creationId="{BB6E87A8-C12D-521A-13C6-BCDD87C6F8D9}"/>
          </ac:grpSpMkLst>
        </pc:grpChg>
        <pc:grpChg chg="del">
          <ac:chgData name="Macher, Andreas (DI FA CTR PLC PPM)" userId="f1dcac62-7bef-43eb-91f0-927336a1714f" providerId="ADAL" clId="{C5C6EC8B-092A-4999-B5EE-A1C3BF508D8A}" dt="2022-11-29T07:48:13.959" v="5037" actId="478"/>
          <ac:grpSpMkLst>
            <pc:docMk/>
            <pc:sldMk cId="1527329658" sldId="9811"/>
            <ac:grpSpMk id="124" creationId="{2ED7BC09-865A-A3E1-9EB3-8836C0020923}"/>
          </ac:grpSpMkLst>
        </pc:grpChg>
        <pc:grpChg chg="add mod">
          <ac:chgData name="Macher, Andreas (DI FA CTR PLC PPM)" userId="f1dcac62-7bef-43eb-91f0-927336a1714f" providerId="ADAL" clId="{C5C6EC8B-092A-4999-B5EE-A1C3BF508D8A}" dt="2022-11-29T08:17:17.336" v="6133"/>
          <ac:grpSpMkLst>
            <pc:docMk/>
            <pc:sldMk cId="1527329658" sldId="9811"/>
            <ac:grpSpMk id="135" creationId="{C8FD1661-4ED7-41C7-7110-7E59A086C123}"/>
          </ac:grpSpMkLst>
        </pc:grpChg>
        <pc:grpChg chg="del">
          <ac:chgData name="Macher, Andreas (DI FA CTR PLC PPM)" userId="f1dcac62-7bef-43eb-91f0-927336a1714f" providerId="ADAL" clId="{C5C6EC8B-092A-4999-B5EE-A1C3BF508D8A}" dt="2022-11-29T07:48:13.959" v="5037" actId="478"/>
          <ac:grpSpMkLst>
            <pc:docMk/>
            <pc:sldMk cId="1527329658" sldId="9811"/>
            <ac:grpSpMk id="141" creationId="{27F4565A-045F-AD43-B095-945BD062F8AF}"/>
          </ac:grpSpMkLst>
        </pc:grpChg>
        <pc:grpChg chg="del">
          <ac:chgData name="Macher, Andreas (DI FA CTR PLC PPM)" userId="f1dcac62-7bef-43eb-91f0-927336a1714f" providerId="ADAL" clId="{C5C6EC8B-092A-4999-B5EE-A1C3BF508D8A}" dt="2022-11-29T07:48:13.959" v="5037" actId="478"/>
          <ac:grpSpMkLst>
            <pc:docMk/>
            <pc:sldMk cId="1527329658" sldId="9811"/>
            <ac:grpSpMk id="154" creationId="{F3A26EBC-CC4E-8145-4A89-4AD0005FD4AE}"/>
          </ac:grpSpMkLst>
        </pc:grpChg>
        <pc:grpChg chg="add mod">
          <ac:chgData name="Macher, Andreas (DI FA CTR PLC PPM)" userId="f1dcac62-7bef-43eb-91f0-927336a1714f" providerId="ADAL" clId="{C5C6EC8B-092A-4999-B5EE-A1C3BF508D8A}" dt="2022-11-29T08:17:41.021" v="6135" actId="1076"/>
          <ac:grpSpMkLst>
            <pc:docMk/>
            <pc:sldMk cId="1527329658" sldId="9811"/>
            <ac:grpSpMk id="156" creationId="{F42825C2-104C-7FBC-260E-AE4D9C15FDA6}"/>
          </ac:grpSpMkLst>
        </pc:grpChg>
        <pc:grpChg chg="del">
          <ac:chgData name="Macher, Andreas (DI FA CTR PLC PPM)" userId="f1dcac62-7bef-43eb-91f0-927336a1714f" providerId="ADAL" clId="{C5C6EC8B-092A-4999-B5EE-A1C3BF508D8A}" dt="2022-11-29T07:47:55.460" v="5036" actId="478"/>
          <ac:grpSpMkLst>
            <pc:docMk/>
            <pc:sldMk cId="1527329658" sldId="9811"/>
            <ac:grpSpMk id="168" creationId="{CA3F1FA8-FE56-1F17-7540-54320543E01B}"/>
          </ac:grpSpMkLst>
        </pc:grpChg>
        <pc:grpChg chg="add del mod">
          <ac:chgData name="Macher, Andreas (DI FA CTR PLC PPM)" userId="f1dcac62-7bef-43eb-91f0-927336a1714f" providerId="ADAL" clId="{C5C6EC8B-092A-4999-B5EE-A1C3BF508D8A}" dt="2022-11-29T07:52:43.117" v="5281" actId="478"/>
          <ac:grpSpMkLst>
            <pc:docMk/>
            <pc:sldMk cId="1527329658" sldId="9811"/>
            <ac:grpSpMk id="228" creationId="{068B9ADE-1761-054A-02A2-2F5DFEF853D7}"/>
          </ac:grpSpMkLst>
        </pc:grpChg>
        <pc:grpChg chg="add del mod">
          <ac:chgData name="Macher, Andreas (DI FA CTR PLC PPM)" userId="f1dcac62-7bef-43eb-91f0-927336a1714f" providerId="ADAL" clId="{C5C6EC8B-092A-4999-B5EE-A1C3BF508D8A}" dt="2022-11-29T07:51:53.022" v="5280" actId="478"/>
          <ac:grpSpMkLst>
            <pc:docMk/>
            <pc:sldMk cId="1527329658" sldId="9811"/>
            <ac:grpSpMk id="241" creationId="{16120ABC-6F5C-0818-DDC8-D13301C0CC47}"/>
          </ac:grpSpMkLst>
        </pc:grpChg>
        <pc:grpChg chg="mod">
          <ac:chgData name="Macher, Andreas (DI FA CTR PLC PPM)" userId="f1dcac62-7bef-43eb-91f0-927336a1714f" providerId="ADAL" clId="{C5C6EC8B-092A-4999-B5EE-A1C3BF508D8A}" dt="2022-11-29T07:50:27.298" v="5261" actId="1076"/>
          <ac:grpSpMkLst>
            <pc:docMk/>
            <pc:sldMk cId="1527329658" sldId="9811"/>
            <ac:grpSpMk id="242" creationId="{CE8DE456-72D8-4B04-F33B-30BACC4803D2}"/>
          </ac:grpSpMkLst>
        </pc:grpChg>
        <pc:grpChg chg="mod">
          <ac:chgData name="Macher, Andreas (DI FA CTR PLC PPM)" userId="f1dcac62-7bef-43eb-91f0-927336a1714f" providerId="ADAL" clId="{C5C6EC8B-092A-4999-B5EE-A1C3BF508D8A}" dt="2022-11-29T07:50:27.298" v="5261" actId="1076"/>
          <ac:grpSpMkLst>
            <pc:docMk/>
            <pc:sldMk cId="1527329658" sldId="9811"/>
            <ac:grpSpMk id="243" creationId="{E3EC4054-C155-80E1-D41D-F7716AABDCBC}"/>
          </ac:grpSpMkLst>
        </pc:grpChg>
        <pc:grpChg chg="mod">
          <ac:chgData name="Macher, Andreas (DI FA CTR PLC PPM)" userId="f1dcac62-7bef-43eb-91f0-927336a1714f" providerId="ADAL" clId="{C5C6EC8B-092A-4999-B5EE-A1C3BF508D8A}" dt="2022-11-29T08:01:05.122" v="5811" actId="1076"/>
          <ac:grpSpMkLst>
            <pc:docMk/>
            <pc:sldMk cId="1527329658" sldId="9811"/>
            <ac:grpSpMk id="249" creationId="{CED7F32F-1344-778F-E1D1-BB175311AC5C}"/>
          </ac:grpSpMkLst>
        </pc:grpChg>
        <pc:grpChg chg="mod">
          <ac:chgData name="Macher, Andreas (DI FA CTR PLC PPM)" userId="f1dcac62-7bef-43eb-91f0-927336a1714f" providerId="ADAL" clId="{C5C6EC8B-092A-4999-B5EE-A1C3BF508D8A}" dt="2022-11-29T08:01:05.122" v="5811" actId="1076"/>
          <ac:grpSpMkLst>
            <pc:docMk/>
            <pc:sldMk cId="1527329658" sldId="9811"/>
            <ac:grpSpMk id="252" creationId="{54CE4811-6A01-FA74-D3DB-3115E8BC382C}"/>
          </ac:grpSpMkLst>
        </pc:grpChg>
        <pc:grpChg chg="mod">
          <ac:chgData name="Macher, Andreas (DI FA CTR PLC PPM)" userId="f1dcac62-7bef-43eb-91f0-927336a1714f" providerId="ADAL" clId="{C5C6EC8B-092A-4999-B5EE-A1C3BF508D8A}" dt="2022-11-29T08:01:05.122" v="5811" actId="1076"/>
          <ac:grpSpMkLst>
            <pc:docMk/>
            <pc:sldMk cId="1527329658" sldId="9811"/>
            <ac:grpSpMk id="253" creationId="{14F55F1B-B627-CF71-5A94-06B976CD0984}"/>
          </ac:grpSpMkLst>
        </pc:grpChg>
        <pc:grpChg chg="add del mod">
          <ac:chgData name="Macher, Andreas (DI FA CTR PLC PPM)" userId="f1dcac62-7bef-43eb-91f0-927336a1714f" providerId="ADAL" clId="{C5C6EC8B-092A-4999-B5EE-A1C3BF508D8A}" dt="2022-11-29T07:51:53.022" v="5280" actId="478"/>
          <ac:grpSpMkLst>
            <pc:docMk/>
            <pc:sldMk cId="1527329658" sldId="9811"/>
            <ac:grpSpMk id="269" creationId="{9578E01F-6703-CF0F-20E4-78D76C38CA7E}"/>
          </ac:grpSpMkLst>
        </pc:grpChg>
        <pc:grpChg chg="mod">
          <ac:chgData name="Macher, Andreas (DI FA CTR PLC PPM)" userId="f1dcac62-7bef-43eb-91f0-927336a1714f" providerId="ADAL" clId="{C5C6EC8B-092A-4999-B5EE-A1C3BF508D8A}" dt="2022-11-29T08:01:05.122" v="5811" actId="1076"/>
          <ac:grpSpMkLst>
            <pc:docMk/>
            <pc:sldMk cId="1527329658" sldId="9811"/>
            <ac:grpSpMk id="271" creationId="{E7B480D3-1E93-A0F0-1CEE-9153737A3CFF}"/>
          </ac:grpSpMkLst>
        </pc:grpChg>
        <pc:picChg chg="mod">
          <ac:chgData name="Macher, Andreas (DI FA CTR PLC PPM)" userId="f1dcac62-7bef-43eb-91f0-927336a1714f" providerId="ADAL" clId="{C5C6EC8B-092A-4999-B5EE-A1C3BF508D8A}" dt="2022-11-29T07:48:58.322" v="5185" actId="1038"/>
          <ac:picMkLst>
            <pc:docMk/>
            <pc:sldMk cId="1527329658" sldId="9811"/>
            <ac:picMk id="28" creationId="{F1CE457A-8E65-1811-6D62-7B471D9238F5}"/>
          </ac:picMkLst>
        </pc:picChg>
        <pc:picChg chg="mod">
          <ac:chgData name="Macher, Andreas (DI FA CTR PLC PPM)" userId="f1dcac62-7bef-43eb-91f0-927336a1714f" providerId="ADAL" clId="{C5C6EC8B-092A-4999-B5EE-A1C3BF508D8A}" dt="2022-11-29T07:48:58.322" v="5185" actId="1038"/>
          <ac:picMkLst>
            <pc:docMk/>
            <pc:sldMk cId="1527329658" sldId="9811"/>
            <ac:picMk id="29" creationId="{ACD0A82E-1AA6-F529-1D54-B2A187D4304D}"/>
          </ac:picMkLst>
        </pc:picChg>
        <pc:picChg chg="mod">
          <ac:chgData name="Macher, Andreas (DI FA CTR PLC PPM)" userId="f1dcac62-7bef-43eb-91f0-927336a1714f" providerId="ADAL" clId="{C5C6EC8B-092A-4999-B5EE-A1C3BF508D8A}" dt="2022-11-29T07:48:58.322" v="5185" actId="1038"/>
          <ac:picMkLst>
            <pc:docMk/>
            <pc:sldMk cId="1527329658" sldId="9811"/>
            <ac:picMk id="30" creationId="{CA650265-52B5-DE52-3667-F25306A95014}"/>
          </ac:picMkLst>
        </pc:picChg>
        <pc:picChg chg="mod">
          <ac:chgData name="Macher, Andreas (DI FA CTR PLC PPM)" userId="f1dcac62-7bef-43eb-91f0-927336a1714f" providerId="ADAL" clId="{C5C6EC8B-092A-4999-B5EE-A1C3BF508D8A}" dt="2022-11-29T07:48:58.322" v="5185" actId="1038"/>
          <ac:picMkLst>
            <pc:docMk/>
            <pc:sldMk cId="1527329658" sldId="9811"/>
            <ac:picMk id="31" creationId="{2512998D-8CB5-25B1-6C63-B30358BB7DE1}"/>
          </ac:picMkLst>
        </pc:picChg>
        <pc:picChg chg="mod">
          <ac:chgData name="Macher, Andreas (DI FA CTR PLC PPM)" userId="f1dcac62-7bef-43eb-91f0-927336a1714f" providerId="ADAL" clId="{C5C6EC8B-092A-4999-B5EE-A1C3BF508D8A}" dt="2022-11-29T08:17:17.336" v="6133"/>
          <ac:picMkLst>
            <pc:docMk/>
            <pc:sldMk cId="1527329658" sldId="9811"/>
            <ac:picMk id="109" creationId="{84FB2C9D-434B-5A9C-0D05-8880BF18B2A7}"/>
          </ac:picMkLst>
        </pc:picChg>
        <pc:picChg chg="mod">
          <ac:chgData name="Macher, Andreas (DI FA CTR PLC PPM)" userId="f1dcac62-7bef-43eb-91f0-927336a1714f" providerId="ADAL" clId="{C5C6EC8B-092A-4999-B5EE-A1C3BF508D8A}" dt="2022-11-29T08:17:17.336" v="6133"/>
          <ac:picMkLst>
            <pc:docMk/>
            <pc:sldMk cId="1527329658" sldId="9811"/>
            <ac:picMk id="110" creationId="{9B78B0C3-07A6-68A0-F701-6F0294BB64E0}"/>
          </ac:picMkLst>
        </pc:picChg>
        <pc:picChg chg="mod">
          <ac:chgData name="Macher, Andreas (DI FA CTR PLC PPM)" userId="f1dcac62-7bef-43eb-91f0-927336a1714f" providerId="ADAL" clId="{C5C6EC8B-092A-4999-B5EE-A1C3BF508D8A}" dt="2022-11-29T08:17:17.336" v="6133"/>
          <ac:picMkLst>
            <pc:docMk/>
            <pc:sldMk cId="1527329658" sldId="9811"/>
            <ac:picMk id="111" creationId="{0EB73B08-493D-CC7F-5AA9-89986F5D5E02}"/>
          </ac:picMkLst>
        </pc:picChg>
        <pc:picChg chg="mod">
          <ac:chgData name="Macher, Andreas (DI FA CTR PLC PPM)" userId="f1dcac62-7bef-43eb-91f0-927336a1714f" providerId="ADAL" clId="{C5C6EC8B-092A-4999-B5EE-A1C3BF508D8A}" dt="2022-11-29T08:17:17.336" v="6133"/>
          <ac:picMkLst>
            <pc:docMk/>
            <pc:sldMk cId="1527329658" sldId="9811"/>
            <ac:picMk id="112" creationId="{38BA3831-BCBF-A2CE-D46D-9584AC53C8C9}"/>
          </ac:picMkLst>
        </pc:picChg>
        <pc:picChg chg="mod">
          <ac:chgData name="Macher, Andreas (DI FA CTR PLC PPM)" userId="f1dcac62-7bef-43eb-91f0-927336a1714f" providerId="ADAL" clId="{C5C6EC8B-092A-4999-B5EE-A1C3BF508D8A}" dt="2022-11-29T08:17:17.336" v="6133"/>
          <ac:picMkLst>
            <pc:docMk/>
            <pc:sldMk cId="1527329658" sldId="9811"/>
            <ac:picMk id="113" creationId="{369D0656-B9A1-CC81-E83C-3E3A4B8CAE2B}"/>
          </ac:picMkLst>
        </pc:picChg>
        <pc:picChg chg="mod">
          <ac:chgData name="Macher, Andreas (DI FA CTR PLC PPM)" userId="f1dcac62-7bef-43eb-91f0-927336a1714f" providerId="ADAL" clId="{C5C6EC8B-092A-4999-B5EE-A1C3BF508D8A}" dt="2022-11-29T08:17:17.336" v="6133"/>
          <ac:picMkLst>
            <pc:docMk/>
            <pc:sldMk cId="1527329658" sldId="9811"/>
            <ac:picMk id="114" creationId="{6D4622B8-1D32-3461-6DE7-20FAB5123DBC}"/>
          </ac:picMkLst>
        </pc:picChg>
        <pc:picChg chg="mod">
          <ac:chgData name="Macher, Andreas (DI FA CTR PLC PPM)" userId="f1dcac62-7bef-43eb-91f0-927336a1714f" providerId="ADAL" clId="{C5C6EC8B-092A-4999-B5EE-A1C3BF508D8A}" dt="2022-11-29T08:01:05.122" v="5811" actId="1076"/>
          <ac:picMkLst>
            <pc:docMk/>
            <pc:sldMk cId="1527329658" sldId="9811"/>
            <ac:picMk id="117" creationId="{F1888F07-6F10-1091-6210-E378193BC7FF}"/>
          </ac:picMkLst>
        </pc:picChg>
        <pc:picChg chg="mod">
          <ac:chgData name="Macher, Andreas (DI FA CTR PLC PPM)" userId="f1dcac62-7bef-43eb-91f0-927336a1714f" providerId="ADAL" clId="{C5C6EC8B-092A-4999-B5EE-A1C3BF508D8A}" dt="2022-11-29T08:01:05.122" v="5811" actId="1076"/>
          <ac:picMkLst>
            <pc:docMk/>
            <pc:sldMk cId="1527329658" sldId="9811"/>
            <ac:picMk id="118" creationId="{50DA40C0-FCFC-11F1-1CFB-BB6156D3E90A}"/>
          </ac:picMkLst>
        </pc:picChg>
        <pc:picChg chg="mod">
          <ac:chgData name="Macher, Andreas (DI FA CTR PLC PPM)" userId="f1dcac62-7bef-43eb-91f0-927336a1714f" providerId="ADAL" clId="{C5C6EC8B-092A-4999-B5EE-A1C3BF508D8A}" dt="2022-11-29T08:01:05.122" v="5811" actId="1076"/>
          <ac:picMkLst>
            <pc:docMk/>
            <pc:sldMk cId="1527329658" sldId="9811"/>
            <ac:picMk id="119" creationId="{F48609CB-1A05-A7D4-5AF6-903DFF121AD8}"/>
          </ac:picMkLst>
        </pc:picChg>
        <pc:picChg chg="mod">
          <ac:chgData name="Macher, Andreas (DI FA CTR PLC PPM)" userId="f1dcac62-7bef-43eb-91f0-927336a1714f" providerId="ADAL" clId="{C5C6EC8B-092A-4999-B5EE-A1C3BF508D8A}" dt="2022-11-29T08:01:05.122" v="5811" actId="1076"/>
          <ac:picMkLst>
            <pc:docMk/>
            <pc:sldMk cId="1527329658" sldId="9811"/>
            <ac:picMk id="120" creationId="{146438D4-7A26-59C2-9E81-680BBFBF82C4}"/>
          </ac:picMkLst>
        </pc:picChg>
        <pc:picChg chg="add mod">
          <ac:chgData name="Macher, Andreas (DI FA CTR PLC PPM)" userId="f1dcac62-7bef-43eb-91f0-927336a1714f" providerId="ADAL" clId="{C5C6EC8B-092A-4999-B5EE-A1C3BF508D8A}" dt="2022-11-29T08:17:17.336" v="6133"/>
          <ac:picMkLst>
            <pc:docMk/>
            <pc:sldMk cId="1527329658" sldId="9811"/>
            <ac:picMk id="121" creationId="{042E8613-E0F9-8ECC-DDD2-3C2914605194}"/>
          </ac:picMkLst>
        </pc:picChg>
        <pc:picChg chg="mod">
          <ac:chgData name="Macher, Andreas (DI FA CTR PLC PPM)" userId="f1dcac62-7bef-43eb-91f0-927336a1714f" providerId="ADAL" clId="{C5C6EC8B-092A-4999-B5EE-A1C3BF508D8A}" dt="2022-11-29T08:17:17.336" v="6133"/>
          <ac:picMkLst>
            <pc:docMk/>
            <pc:sldMk cId="1527329658" sldId="9811"/>
            <ac:picMk id="136" creationId="{5C3A12A3-607A-60E3-BDC2-C60CAC172B37}"/>
          </ac:picMkLst>
        </pc:picChg>
        <pc:picChg chg="mod">
          <ac:chgData name="Macher, Andreas (DI FA CTR PLC PPM)" userId="f1dcac62-7bef-43eb-91f0-927336a1714f" providerId="ADAL" clId="{C5C6EC8B-092A-4999-B5EE-A1C3BF508D8A}" dt="2022-11-29T08:17:17.336" v="6133"/>
          <ac:picMkLst>
            <pc:docMk/>
            <pc:sldMk cId="1527329658" sldId="9811"/>
            <ac:picMk id="137" creationId="{FA98E556-8C16-6688-9FE4-3E6E5097B2F6}"/>
          </ac:picMkLst>
        </pc:picChg>
        <pc:picChg chg="mod">
          <ac:chgData name="Macher, Andreas (DI FA CTR PLC PPM)" userId="f1dcac62-7bef-43eb-91f0-927336a1714f" providerId="ADAL" clId="{C5C6EC8B-092A-4999-B5EE-A1C3BF508D8A}" dt="2022-11-29T08:17:17.336" v="6133"/>
          <ac:picMkLst>
            <pc:docMk/>
            <pc:sldMk cId="1527329658" sldId="9811"/>
            <ac:picMk id="138" creationId="{24E5B06B-77DC-E01D-4CB6-57DB4735C69C}"/>
          </ac:picMkLst>
        </pc:picChg>
        <pc:picChg chg="mod">
          <ac:chgData name="Macher, Andreas (DI FA CTR PLC PPM)" userId="f1dcac62-7bef-43eb-91f0-927336a1714f" providerId="ADAL" clId="{C5C6EC8B-092A-4999-B5EE-A1C3BF508D8A}" dt="2022-11-29T08:17:17.336" v="6133"/>
          <ac:picMkLst>
            <pc:docMk/>
            <pc:sldMk cId="1527329658" sldId="9811"/>
            <ac:picMk id="139" creationId="{750CB0CB-CF49-6B1D-A550-DA11DF5753DC}"/>
          </ac:picMkLst>
        </pc:picChg>
        <pc:picChg chg="del">
          <ac:chgData name="Macher, Andreas (DI FA CTR PLC PPM)" userId="f1dcac62-7bef-43eb-91f0-927336a1714f" providerId="ADAL" clId="{C5C6EC8B-092A-4999-B5EE-A1C3BF508D8A}" dt="2022-11-29T07:48:13.959" v="5037" actId="478"/>
          <ac:picMkLst>
            <pc:docMk/>
            <pc:sldMk cId="1527329658" sldId="9811"/>
            <ac:picMk id="150" creationId="{292AE3D1-9766-D2EC-D30F-A67ECD2E301D}"/>
          </ac:picMkLst>
        </pc:picChg>
        <pc:picChg chg="del">
          <ac:chgData name="Macher, Andreas (DI FA CTR PLC PPM)" userId="f1dcac62-7bef-43eb-91f0-927336a1714f" providerId="ADAL" clId="{C5C6EC8B-092A-4999-B5EE-A1C3BF508D8A}" dt="2022-11-29T07:48:13.959" v="5037" actId="478"/>
          <ac:picMkLst>
            <pc:docMk/>
            <pc:sldMk cId="1527329658" sldId="9811"/>
            <ac:picMk id="151" creationId="{2B178381-A1C4-AD04-5B8B-6F3EA1A909F7}"/>
          </ac:picMkLst>
        </pc:picChg>
        <pc:picChg chg="mod">
          <ac:chgData name="Macher, Andreas (DI FA CTR PLC PPM)" userId="f1dcac62-7bef-43eb-91f0-927336a1714f" providerId="ADAL" clId="{C5C6EC8B-092A-4999-B5EE-A1C3BF508D8A}" dt="2022-11-29T07:48:58.322" v="5185" actId="1038"/>
          <ac:picMkLst>
            <pc:docMk/>
            <pc:sldMk cId="1527329658" sldId="9811"/>
            <ac:picMk id="224" creationId="{B5ED7EEB-961A-7EEA-59D2-0339B41EB4EE}"/>
          </ac:picMkLst>
        </pc:picChg>
        <pc:picChg chg="mod">
          <ac:chgData name="Macher, Andreas (DI FA CTR PLC PPM)" userId="f1dcac62-7bef-43eb-91f0-927336a1714f" providerId="ADAL" clId="{C5C6EC8B-092A-4999-B5EE-A1C3BF508D8A}" dt="2022-11-29T07:48:58.322" v="5185" actId="1038"/>
          <ac:picMkLst>
            <pc:docMk/>
            <pc:sldMk cId="1527329658" sldId="9811"/>
            <ac:picMk id="225" creationId="{6118327A-C349-30ED-42D0-35C340B46782}"/>
          </ac:picMkLst>
        </pc:picChg>
        <pc:picChg chg="add del mod">
          <ac:chgData name="Macher, Andreas (DI FA CTR PLC PPM)" userId="f1dcac62-7bef-43eb-91f0-927336a1714f" providerId="ADAL" clId="{C5C6EC8B-092A-4999-B5EE-A1C3BF508D8A}" dt="2022-11-29T07:52:43.117" v="5281" actId="478"/>
          <ac:picMkLst>
            <pc:docMk/>
            <pc:sldMk cId="1527329658" sldId="9811"/>
            <ac:picMk id="227" creationId="{E2954BA5-9E24-48D4-E432-BC24C4DED0AC}"/>
          </ac:picMkLst>
        </pc:picChg>
        <pc:picChg chg="mod">
          <ac:chgData name="Macher, Andreas (DI FA CTR PLC PPM)" userId="f1dcac62-7bef-43eb-91f0-927336a1714f" providerId="ADAL" clId="{C5C6EC8B-092A-4999-B5EE-A1C3BF508D8A}" dt="2022-11-29T07:48:58.322" v="5185" actId="1038"/>
          <ac:picMkLst>
            <pc:docMk/>
            <pc:sldMk cId="1527329658" sldId="9811"/>
            <ac:picMk id="229" creationId="{A89FFA99-F6EC-F113-7B06-32E1C2126A78}"/>
          </ac:picMkLst>
        </pc:picChg>
        <pc:picChg chg="mod">
          <ac:chgData name="Macher, Andreas (DI FA CTR PLC PPM)" userId="f1dcac62-7bef-43eb-91f0-927336a1714f" providerId="ADAL" clId="{C5C6EC8B-092A-4999-B5EE-A1C3BF508D8A}" dt="2022-11-29T07:48:58.322" v="5185" actId="1038"/>
          <ac:picMkLst>
            <pc:docMk/>
            <pc:sldMk cId="1527329658" sldId="9811"/>
            <ac:picMk id="230" creationId="{16BC7467-C9FB-AD67-883F-F46690E226BA}"/>
          </ac:picMkLst>
        </pc:picChg>
        <pc:picChg chg="mod">
          <ac:chgData name="Macher, Andreas (DI FA CTR PLC PPM)" userId="f1dcac62-7bef-43eb-91f0-927336a1714f" providerId="ADAL" clId="{C5C6EC8B-092A-4999-B5EE-A1C3BF508D8A}" dt="2022-11-29T07:48:58.322" v="5185" actId="1038"/>
          <ac:picMkLst>
            <pc:docMk/>
            <pc:sldMk cId="1527329658" sldId="9811"/>
            <ac:picMk id="231" creationId="{F2588A7F-5327-118C-6CCB-2EB22FE46FCD}"/>
          </ac:picMkLst>
        </pc:picChg>
        <pc:picChg chg="mod">
          <ac:chgData name="Macher, Andreas (DI FA CTR PLC PPM)" userId="f1dcac62-7bef-43eb-91f0-927336a1714f" providerId="ADAL" clId="{C5C6EC8B-092A-4999-B5EE-A1C3BF508D8A}" dt="2022-11-29T07:48:58.322" v="5185" actId="1038"/>
          <ac:picMkLst>
            <pc:docMk/>
            <pc:sldMk cId="1527329658" sldId="9811"/>
            <ac:picMk id="232" creationId="{21B27E6F-78AE-B371-86F3-6641BA776E19}"/>
          </ac:picMkLst>
        </pc:picChg>
        <pc:picChg chg="mod">
          <ac:chgData name="Macher, Andreas (DI FA CTR PLC PPM)" userId="f1dcac62-7bef-43eb-91f0-927336a1714f" providerId="ADAL" clId="{C5C6EC8B-092A-4999-B5EE-A1C3BF508D8A}" dt="2022-11-29T07:50:27.298" v="5261" actId="1076"/>
          <ac:picMkLst>
            <pc:docMk/>
            <pc:sldMk cId="1527329658" sldId="9811"/>
            <ac:picMk id="246" creationId="{76798C94-4CEA-E6CD-F336-6AD63AA76CC4}"/>
          </ac:picMkLst>
        </pc:picChg>
        <pc:picChg chg="mod">
          <ac:chgData name="Macher, Andreas (DI FA CTR PLC PPM)" userId="f1dcac62-7bef-43eb-91f0-927336a1714f" providerId="ADAL" clId="{C5C6EC8B-092A-4999-B5EE-A1C3BF508D8A}" dt="2022-11-29T07:50:27.298" v="5261" actId="1076"/>
          <ac:picMkLst>
            <pc:docMk/>
            <pc:sldMk cId="1527329658" sldId="9811"/>
            <ac:picMk id="250" creationId="{3C7BB7D0-973A-649D-26F1-A0648FFBCA0E}"/>
          </ac:picMkLst>
        </pc:picChg>
        <pc:picChg chg="mod">
          <ac:chgData name="Macher, Andreas (DI FA CTR PLC PPM)" userId="f1dcac62-7bef-43eb-91f0-927336a1714f" providerId="ADAL" clId="{C5C6EC8B-092A-4999-B5EE-A1C3BF508D8A}" dt="2022-11-29T07:50:27.298" v="5261" actId="1076"/>
          <ac:picMkLst>
            <pc:docMk/>
            <pc:sldMk cId="1527329658" sldId="9811"/>
            <ac:picMk id="251" creationId="{6E0FE449-ABAB-73F6-A94D-299D56AC005D}"/>
          </ac:picMkLst>
        </pc:picChg>
        <pc:picChg chg="mod">
          <ac:chgData name="Macher, Andreas (DI FA CTR PLC PPM)" userId="f1dcac62-7bef-43eb-91f0-927336a1714f" providerId="ADAL" clId="{C5C6EC8B-092A-4999-B5EE-A1C3BF508D8A}" dt="2022-11-29T07:50:27.298" v="5261" actId="1076"/>
          <ac:picMkLst>
            <pc:docMk/>
            <pc:sldMk cId="1527329658" sldId="9811"/>
            <ac:picMk id="256" creationId="{9AC8E935-C0D2-907F-7110-F41CBB2D0B44}"/>
          </ac:picMkLst>
        </pc:picChg>
        <pc:picChg chg="mod">
          <ac:chgData name="Macher, Andreas (DI FA CTR PLC PPM)" userId="f1dcac62-7bef-43eb-91f0-927336a1714f" providerId="ADAL" clId="{C5C6EC8B-092A-4999-B5EE-A1C3BF508D8A}" dt="2022-11-29T08:01:05.122" v="5811" actId="1076"/>
          <ac:picMkLst>
            <pc:docMk/>
            <pc:sldMk cId="1527329658" sldId="9811"/>
            <ac:picMk id="257" creationId="{23ECA13F-BEA2-B92A-A87C-1E175E062215}"/>
          </ac:picMkLst>
        </pc:picChg>
        <pc:picChg chg="mod">
          <ac:chgData name="Macher, Andreas (DI FA CTR PLC PPM)" userId="f1dcac62-7bef-43eb-91f0-927336a1714f" providerId="ADAL" clId="{C5C6EC8B-092A-4999-B5EE-A1C3BF508D8A}" dt="2022-11-29T08:01:05.122" v="5811" actId="1076"/>
          <ac:picMkLst>
            <pc:docMk/>
            <pc:sldMk cId="1527329658" sldId="9811"/>
            <ac:picMk id="258" creationId="{CAF8257F-B446-5717-478F-1BD82FD2F64F}"/>
          </ac:picMkLst>
        </pc:picChg>
        <pc:picChg chg="mod">
          <ac:chgData name="Macher, Andreas (DI FA CTR PLC PPM)" userId="f1dcac62-7bef-43eb-91f0-927336a1714f" providerId="ADAL" clId="{C5C6EC8B-092A-4999-B5EE-A1C3BF508D8A}" dt="2022-11-29T08:01:05.122" v="5811" actId="1076"/>
          <ac:picMkLst>
            <pc:docMk/>
            <pc:sldMk cId="1527329658" sldId="9811"/>
            <ac:picMk id="259" creationId="{650BB2CB-8252-8549-4B35-4CD84B87E6E7}"/>
          </ac:picMkLst>
        </pc:picChg>
        <pc:picChg chg="mod">
          <ac:chgData name="Macher, Andreas (DI FA CTR PLC PPM)" userId="f1dcac62-7bef-43eb-91f0-927336a1714f" providerId="ADAL" clId="{C5C6EC8B-092A-4999-B5EE-A1C3BF508D8A}" dt="2022-11-29T08:01:05.122" v="5811" actId="1076"/>
          <ac:picMkLst>
            <pc:docMk/>
            <pc:sldMk cId="1527329658" sldId="9811"/>
            <ac:picMk id="260" creationId="{C107BD0C-3DCA-5BF8-D1C6-8894BB5C6110}"/>
          </ac:picMkLst>
        </pc:picChg>
        <pc:picChg chg="mod">
          <ac:chgData name="Macher, Andreas (DI FA CTR PLC PPM)" userId="f1dcac62-7bef-43eb-91f0-927336a1714f" providerId="ADAL" clId="{C5C6EC8B-092A-4999-B5EE-A1C3BF508D8A}" dt="2022-11-29T08:01:05.122" v="5811" actId="1076"/>
          <ac:picMkLst>
            <pc:docMk/>
            <pc:sldMk cId="1527329658" sldId="9811"/>
            <ac:picMk id="261" creationId="{296AD9A2-1303-BFEF-A464-4E8185E0D5F5}"/>
          </ac:picMkLst>
        </pc:picChg>
        <pc:picChg chg="mod">
          <ac:chgData name="Macher, Andreas (DI FA CTR PLC PPM)" userId="f1dcac62-7bef-43eb-91f0-927336a1714f" providerId="ADAL" clId="{C5C6EC8B-092A-4999-B5EE-A1C3BF508D8A}" dt="2022-11-29T08:01:05.122" v="5811" actId="1076"/>
          <ac:picMkLst>
            <pc:docMk/>
            <pc:sldMk cId="1527329658" sldId="9811"/>
            <ac:picMk id="262" creationId="{18FBBBC6-2A70-8DA4-3435-0121965FD333}"/>
          </ac:picMkLst>
        </pc:picChg>
        <pc:picChg chg="mod">
          <ac:chgData name="Macher, Andreas (DI FA CTR PLC PPM)" userId="f1dcac62-7bef-43eb-91f0-927336a1714f" providerId="ADAL" clId="{C5C6EC8B-092A-4999-B5EE-A1C3BF508D8A}" dt="2022-11-29T07:50:27.298" v="5261" actId="1076"/>
          <ac:picMkLst>
            <pc:docMk/>
            <pc:sldMk cId="1527329658" sldId="9811"/>
            <ac:picMk id="264" creationId="{998A7B9B-8D30-04D9-5C2F-362C76F42D85}"/>
          </ac:picMkLst>
        </pc:picChg>
        <pc:picChg chg="mod">
          <ac:chgData name="Macher, Andreas (DI FA CTR PLC PPM)" userId="f1dcac62-7bef-43eb-91f0-927336a1714f" providerId="ADAL" clId="{C5C6EC8B-092A-4999-B5EE-A1C3BF508D8A}" dt="2022-11-29T07:50:27.298" v="5261" actId="1076"/>
          <ac:picMkLst>
            <pc:docMk/>
            <pc:sldMk cId="1527329658" sldId="9811"/>
            <ac:picMk id="265" creationId="{22AC851C-0B4C-87BA-308C-001AD09AA3FF}"/>
          </ac:picMkLst>
        </pc:picChg>
        <pc:picChg chg="mod">
          <ac:chgData name="Macher, Andreas (DI FA CTR PLC PPM)" userId="f1dcac62-7bef-43eb-91f0-927336a1714f" providerId="ADAL" clId="{C5C6EC8B-092A-4999-B5EE-A1C3BF508D8A}" dt="2022-11-29T08:01:05.122" v="5811" actId="1076"/>
          <ac:picMkLst>
            <pc:docMk/>
            <pc:sldMk cId="1527329658" sldId="9811"/>
            <ac:picMk id="267" creationId="{0D915113-0986-15BC-F0AA-B515757F13E7}"/>
          </ac:picMkLst>
        </pc:picChg>
        <pc:picChg chg="add del mod">
          <ac:chgData name="Macher, Andreas (DI FA CTR PLC PPM)" userId="f1dcac62-7bef-43eb-91f0-927336a1714f" providerId="ADAL" clId="{C5C6EC8B-092A-4999-B5EE-A1C3BF508D8A}" dt="2022-11-29T07:51:53.022" v="5280" actId="478"/>
          <ac:picMkLst>
            <pc:docMk/>
            <pc:sldMk cId="1527329658" sldId="9811"/>
            <ac:picMk id="268" creationId="{12B89861-EBCC-B055-6BC2-8CE70BF8219A}"/>
          </ac:picMkLst>
        </pc:picChg>
        <pc:picChg chg="del">
          <ac:chgData name="Macher, Andreas (DI FA CTR PLC PPM)" userId="f1dcac62-7bef-43eb-91f0-927336a1714f" providerId="ADAL" clId="{C5C6EC8B-092A-4999-B5EE-A1C3BF508D8A}" dt="2022-11-29T07:47:55.460" v="5036" actId="478"/>
          <ac:picMkLst>
            <pc:docMk/>
            <pc:sldMk cId="1527329658" sldId="9811"/>
            <ac:picMk id="276" creationId="{58478E98-02AA-1CE6-56FA-BDBB4AFFB2F4}"/>
          </ac:picMkLst>
        </pc:picChg>
        <pc:picChg chg="mod">
          <ac:chgData name="Macher, Andreas (DI FA CTR PLC PPM)" userId="f1dcac62-7bef-43eb-91f0-927336a1714f" providerId="ADAL" clId="{C5C6EC8B-092A-4999-B5EE-A1C3BF508D8A}" dt="2022-11-29T07:50:27.298" v="5261" actId="1076"/>
          <ac:picMkLst>
            <pc:docMk/>
            <pc:sldMk cId="1527329658" sldId="9811"/>
            <ac:picMk id="277" creationId="{847F725D-9697-7731-44B8-9A91B776CC51}"/>
          </ac:picMkLst>
        </pc:picChg>
        <pc:picChg chg="mod">
          <ac:chgData name="Macher, Andreas (DI FA CTR PLC PPM)" userId="f1dcac62-7bef-43eb-91f0-927336a1714f" providerId="ADAL" clId="{C5C6EC8B-092A-4999-B5EE-A1C3BF508D8A}" dt="2022-11-29T07:50:27.298" v="5261" actId="1076"/>
          <ac:picMkLst>
            <pc:docMk/>
            <pc:sldMk cId="1527329658" sldId="9811"/>
            <ac:picMk id="278" creationId="{E40D383E-89A6-5E69-3291-B3F35D76EC7B}"/>
          </ac:picMkLst>
        </pc:picChg>
        <pc:picChg chg="mod">
          <ac:chgData name="Macher, Andreas (DI FA CTR PLC PPM)" userId="f1dcac62-7bef-43eb-91f0-927336a1714f" providerId="ADAL" clId="{C5C6EC8B-092A-4999-B5EE-A1C3BF508D8A}" dt="2022-11-29T07:50:27.298" v="5261" actId="1076"/>
          <ac:picMkLst>
            <pc:docMk/>
            <pc:sldMk cId="1527329658" sldId="9811"/>
            <ac:picMk id="279" creationId="{6F8A6988-4FD8-7748-93A2-2D92516EDCAF}"/>
          </ac:picMkLst>
        </pc:picChg>
        <pc:picChg chg="del">
          <ac:chgData name="Macher, Andreas (DI FA CTR PLC PPM)" userId="f1dcac62-7bef-43eb-91f0-927336a1714f" providerId="ADAL" clId="{C5C6EC8B-092A-4999-B5EE-A1C3BF508D8A}" dt="2022-11-29T07:47:55.460" v="5036" actId="478"/>
          <ac:picMkLst>
            <pc:docMk/>
            <pc:sldMk cId="1527329658" sldId="9811"/>
            <ac:picMk id="280" creationId="{39B5F509-8E8D-6DFD-9FF8-51764A5A0B5D}"/>
          </ac:picMkLst>
        </pc:picChg>
        <pc:picChg chg="mod">
          <ac:chgData name="Macher, Andreas (DI FA CTR PLC PPM)" userId="f1dcac62-7bef-43eb-91f0-927336a1714f" providerId="ADAL" clId="{C5C6EC8B-092A-4999-B5EE-A1C3BF508D8A}" dt="2022-11-29T07:50:27.298" v="5261" actId="1076"/>
          <ac:picMkLst>
            <pc:docMk/>
            <pc:sldMk cId="1527329658" sldId="9811"/>
            <ac:picMk id="284" creationId="{48444F73-55B5-F1CB-EF8E-F5F4E9F96112}"/>
          </ac:picMkLst>
        </pc:picChg>
        <pc:cxnChg chg="del">
          <ac:chgData name="Macher, Andreas (DI FA CTR PLC PPM)" userId="f1dcac62-7bef-43eb-91f0-927336a1714f" providerId="ADAL" clId="{C5C6EC8B-092A-4999-B5EE-A1C3BF508D8A}" dt="2022-11-29T07:47:55.460" v="5036" actId="478"/>
          <ac:cxnSpMkLst>
            <pc:docMk/>
            <pc:sldMk cId="1527329658" sldId="9811"/>
            <ac:cxnSpMk id="7" creationId="{156A6CB8-159E-9F29-9F07-7921F252B120}"/>
          </ac:cxnSpMkLst>
        </pc:cxnChg>
        <pc:cxnChg chg="add del mod">
          <ac:chgData name="Macher, Andreas (DI FA CTR PLC PPM)" userId="f1dcac62-7bef-43eb-91f0-927336a1714f" providerId="ADAL" clId="{C5C6EC8B-092A-4999-B5EE-A1C3BF508D8A}" dt="2022-11-29T08:17:43.446" v="6136" actId="478"/>
          <ac:cxnSpMkLst>
            <pc:docMk/>
            <pc:sldMk cId="1527329658" sldId="9811"/>
            <ac:cxnSpMk id="152" creationId="{D0009922-4A7F-4374-0701-CEBE64C970AC}"/>
          </ac:cxnSpMkLst>
        </pc:cxnChg>
        <pc:cxnChg chg="add mod">
          <ac:chgData name="Macher, Andreas (DI FA CTR PLC PPM)" userId="f1dcac62-7bef-43eb-91f0-927336a1714f" providerId="ADAL" clId="{C5C6EC8B-092A-4999-B5EE-A1C3BF508D8A}" dt="2022-11-29T08:18:20.870" v="6139" actId="1076"/>
          <ac:cxnSpMkLst>
            <pc:docMk/>
            <pc:sldMk cId="1527329658" sldId="9811"/>
            <ac:cxnSpMk id="162" creationId="{EC6DEA5F-1FCF-24F3-B805-B9F1819E91BF}"/>
          </ac:cxnSpMkLst>
        </pc:cxnChg>
        <pc:cxnChg chg="add mod">
          <ac:chgData name="Macher, Andreas (DI FA CTR PLC PPM)" userId="f1dcac62-7bef-43eb-91f0-927336a1714f" providerId="ADAL" clId="{C5C6EC8B-092A-4999-B5EE-A1C3BF508D8A}" dt="2022-11-29T08:18:29.609" v="6142" actId="1076"/>
          <ac:cxnSpMkLst>
            <pc:docMk/>
            <pc:sldMk cId="1527329658" sldId="9811"/>
            <ac:cxnSpMk id="163" creationId="{EF9C3C85-B48B-C0EB-AD6D-3419E92A89BA}"/>
          </ac:cxnSpMkLst>
        </pc:cxnChg>
        <pc:cxnChg chg="add mod">
          <ac:chgData name="Macher, Andreas (DI FA CTR PLC PPM)" userId="f1dcac62-7bef-43eb-91f0-927336a1714f" providerId="ADAL" clId="{C5C6EC8B-092A-4999-B5EE-A1C3BF508D8A}" dt="2022-11-29T08:18:43.888" v="6149" actId="1037"/>
          <ac:cxnSpMkLst>
            <pc:docMk/>
            <pc:sldMk cId="1527329658" sldId="9811"/>
            <ac:cxnSpMk id="165" creationId="{76547873-1FD7-DF75-3E8E-48062602EBD1}"/>
          </ac:cxnSpMkLst>
        </pc:cxnChg>
      </pc:sldChg>
      <pc:sldChg chg="add del">
        <pc:chgData name="Macher, Andreas (DI FA CTR PLC PPM)" userId="f1dcac62-7bef-43eb-91f0-927336a1714f" providerId="ADAL" clId="{C5C6EC8B-092A-4999-B5EE-A1C3BF508D8A}" dt="2022-11-29T08:19:46.294" v="6153" actId="47"/>
        <pc:sldMkLst>
          <pc:docMk/>
          <pc:sldMk cId="610233690" sldId="9812"/>
        </pc:sldMkLst>
      </pc:sldChg>
      <pc:sldChg chg="new del">
        <pc:chgData name="Macher, Andreas (DI FA CTR PLC PPM)" userId="f1dcac62-7bef-43eb-91f0-927336a1714f" providerId="ADAL" clId="{C5C6EC8B-092A-4999-B5EE-A1C3BF508D8A}" dt="2022-11-29T07:45:31.274" v="4941" actId="47"/>
        <pc:sldMkLst>
          <pc:docMk/>
          <pc:sldMk cId="2060884420" sldId="9812"/>
        </pc:sldMkLst>
      </pc:sldChg>
      <pc:sldChg chg="addSp delSp modSp add mod">
        <pc:chgData name="Macher, Andreas (DI FA CTR PLC PPM)" userId="f1dcac62-7bef-43eb-91f0-927336a1714f" providerId="ADAL" clId="{C5C6EC8B-092A-4999-B5EE-A1C3BF508D8A}" dt="2022-11-29T16:10:05.146" v="9210"/>
        <pc:sldMkLst>
          <pc:docMk/>
          <pc:sldMk cId="3200924410" sldId="9813"/>
        </pc:sldMkLst>
        <pc:spChg chg="mod">
          <ac:chgData name="Macher, Andreas (DI FA CTR PLC PPM)" userId="f1dcac62-7bef-43eb-91f0-927336a1714f" providerId="ADAL" clId="{C5C6EC8B-092A-4999-B5EE-A1C3BF508D8A}" dt="2022-11-29T09:20:12.862" v="7124" actId="6549"/>
          <ac:spMkLst>
            <pc:docMk/>
            <pc:sldMk cId="3200924410" sldId="9813"/>
            <ac:spMk id="2" creationId="{00000000-0000-0000-0000-000000000000}"/>
          </ac:spMkLst>
        </pc:spChg>
        <pc:spChg chg="add mod">
          <ac:chgData name="Macher, Andreas (DI FA CTR PLC PPM)" userId="f1dcac62-7bef-43eb-91f0-927336a1714f" providerId="ADAL" clId="{C5C6EC8B-092A-4999-B5EE-A1C3BF508D8A}" dt="2022-11-29T08:00:34.512" v="5737" actId="1076"/>
          <ac:spMkLst>
            <pc:docMk/>
            <pc:sldMk cId="3200924410" sldId="9813"/>
            <ac:spMk id="3" creationId="{2098B6BC-6639-DF77-20F7-2464D57CA68D}"/>
          </ac:spMkLst>
        </pc:spChg>
        <pc:spChg chg="add del mod">
          <ac:chgData name="Macher, Andreas (DI FA CTR PLC PPM)" userId="f1dcac62-7bef-43eb-91f0-927336a1714f" providerId="ADAL" clId="{C5C6EC8B-092A-4999-B5EE-A1C3BF508D8A}" dt="2022-11-29T15:14:03.759" v="9150" actId="478"/>
          <ac:spMkLst>
            <pc:docMk/>
            <pc:sldMk cId="3200924410" sldId="9813"/>
            <ac:spMk id="4" creationId="{10C124FF-8FE8-32A2-590F-4D20EA9E82E6}"/>
          </ac:spMkLst>
        </pc:spChg>
        <pc:spChg chg="del">
          <ac:chgData name="Macher, Andreas (DI FA CTR PLC PPM)" userId="f1dcac62-7bef-43eb-91f0-927336a1714f" providerId="ADAL" clId="{C5C6EC8B-092A-4999-B5EE-A1C3BF508D8A}" dt="2022-11-29T07:55:09.503" v="5410" actId="478"/>
          <ac:spMkLst>
            <pc:docMk/>
            <pc:sldMk cId="3200924410" sldId="9813"/>
            <ac:spMk id="4" creationId="{D6EB2DB1-BFAD-283C-FCED-53D178966CF8}"/>
          </ac:spMkLst>
        </pc:spChg>
        <pc:spChg chg="add mod">
          <ac:chgData name="Macher, Andreas (DI FA CTR PLC PPM)" userId="f1dcac62-7bef-43eb-91f0-927336a1714f" providerId="ADAL" clId="{C5C6EC8B-092A-4999-B5EE-A1C3BF508D8A}" dt="2022-11-29T08:00:34.512" v="5737" actId="1076"/>
          <ac:spMkLst>
            <pc:docMk/>
            <pc:sldMk cId="3200924410" sldId="9813"/>
            <ac:spMk id="5" creationId="{12F755DB-DE73-A0BC-EB8E-D94C175E2BD9}"/>
          </ac:spMkLst>
        </pc:spChg>
        <pc:spChg chg="mod">
          <ac:chgData name="Macher, Andreas (DI FA CTR PLC PPM)" userId="f1dcac62-7bef-43eb-91f0-927336a1714f" providerId="ADAL" clId="{C5C6EC8B-092A-4999-B5EE-A1C3BF508D8A}" dt="2022-11-29T16:10:05.146" v="9210"/>
          <ac:spMkLst>
            <pc:docMk/>
            <pc:sldMk cId="3200924410" sldId="9813"/>
            <ac:spMk id="6" creationId="{52486D80-3DF7-470D-823E-765DCE86C853}"/>
          </ac:spMkLst>
        </pc:spChg>
        <pc:spChg chg="add mod">
          <ac:chgData name="Macher, Andreas (DI FA CTR PLC PPM)" userId="f1dcac62-7bef-43eb-91f0-927336a1714f" providerId="ADAL" clId="{C5C6EC8B-092A-4999-B5EE-A1C3BF508D8A}" dt="2022-11-29T08:00:34.512" v="5737" actId="1076"/>
          <ac:spMkLst>
            <pc:docMk/>
            <pc:sldMk cId="3200924410" sldId="9813"/>
            <ac:spMk id="7" creationId="{448C620B-C3FB-D48A-21FF-06EA14134BDE}"/>
          </ac:spMkLst>
        </pc:spChg>
        <pc:spChg chg="mod">
          <ac:chgData name="Macher, Andreas (DI FA CTR PLC PPM)" userId="f1dcac62-7bef-43eb-91f0-927336a1714f" providerId="ADAL" clId="{C5C6EC8B-092A-4999-B5EE-A1C3BF508D8A}" dt="2022-11-29T08:00:34.512" v="5737" actId="1076"/>
          <ac:spMkLst>
            <pc:docMk/>
            <pc:sldMk cId="3200924410" sldId="9813"/>
            <ac:spMk id="11" creationId="{50538284-0E59-7DAB-9179-8F0D020C3AF3}"/>
          </ac:spMkLst>
        </pc:spChg>
        <pc:spChg chg="add del mod">
          <ac:chgData name="Macher, Andreas (DI FA CTR PLC PPM)" userId="f1dcac62-7bef-43eb-91f0-927336a1714f" providerId="ADAL" clId="{C5C6EC8B-092A-4999-B5EE-A1C3BF508D8A}" dt="2022-11-29T15:17:25.200" v="9207" actId="478"/>
          <ac:spMkLst>
            <pc:docMk/>
            <pc:sldMk cId="3200924410" sldId="9813"/>
            <ac:spMk id="12" creationId="{3C2DCAE2-4D84-4214-1A36-EE808173D027}"/>
          </ac:spMkLst>
        </pc:spChg>
        <pc:spChg chg="del">
          <ac:chgData name="Macher, Andreas (DI FA CTR PLC PPM)" userId="f1dcac62-7bef-43eb-91f0-927336a1714f" providerId="ADAL" clId="{C5C6EC8B-092A-4999-B5EE-A1C3BF508D8A}" dt="2022-11-29T07:55:09.503" v="5410" actId="478"/>
          <ac:spMkLst>
            <pc:docMk/>
            <pc:sldMk cId="3200924410" sldId="9813"/>
            <ac:spMk id="12" creationId="{D11210BD-FC2F-27AC-9ED6-2C5602DD528B}"/>
          </ac:spMkLst>
        </pc:spChg>
        <pc:spChg chg="add mod">
          <ac:chgData name="Macher, Andreas (DI FA CTR PLC PPM)" userId="f1dcac62-7bef-43eb-91f0-927336a1714f" providerId="ADAL" clId="{C5C6EC8B-092A-4999-B5EE-A1C3BF508D8A}" dt="2022-11-29T15:17:22.663" v="9206" actId="1076"/>
          <ac:spMkLst>
            <pc:docMk/>
            <pc:sldMk cId="3200924410" sldId="9813"/>
            <ac:spMk id="14" creationId="{7D260E66-EB8E-BE61-EC64-EB52B7D9D6CF}"/>
          </ac:spMkLst>
        </pc:spChg>
        <pc:spChg chg="del">
          <ac:chgData name="Macher, Andreas (DI FA CTR PLC PPM)" userId="f1dcac62-7bef-43eb-91f0-927336a1714f" providerId="ADAL" clId="{C5C6EC8B-092A-4999-B5EE-A1C3BF508D8A}" dt="2022-11-29T07:55:09.503" v="5410" actId="478"/>
          <ac:spMkLst>
            <pc:docMk/>
            <pc:sldMk cId="3200924410" sldId="9813"/>
            <ac:spMk id="14" creationId="{E74EDA2A-8E1E-08A0-1074-BE2D94A6ABD3}"/>
          </ac:spMkLst>
        </pc:spChg>
        <pc:spChg chg="del">
          <ac:chgData name="Macher, Andreas (DI FA CTR PLC PPM)" userId="f1dcac62-7bef-43eb-91f0-927336a1714f" providerId="ADAL" clId="{C5C6EC8B-092A-4999-B5EE-A1C3BF508D8A}" dt="2022-11-29T07:55:09.503" v="5410" actId="478"/>
          <ac:spMkLst>
            <pc:docMk/>
            <pc:sldMk cId="3200924410" sldId="9813"/>
            <ac:spMk id="15" creationId="{231B9F21-7785-8E2D-D9F4-9D6E43752C44}"/>
          </ac:spMkLst>
        </pc:spChg>
        <pc:spChg chg="mod">
          <ac:chgData name="Macher, Andreas (DI FA CTR PLC PPM)" userId="f1dcac62-7bef-43eb-91f0-927336a1714f" providerId="ADAL" clId="{C5C6EC8B-092A-4999-B5EE-A1C3BF508D8A}" dt="2022-11-29T08:00:34.512" v="5737" actId="1076"/>
          <ac:spMkLst>
            <pc:docMk/>
            <pc:sldMk cId="3200924410" sldId="9813"/>
            <ac:spMk id="16" creationId="{A38520D7-EEF2-EACF-EF0C-0DD9A4CE5B77}"/>
          </ac:spMkLst>
        </pc:spChg>
        <pc:spChg chg="mod">
          <ac:chgData name="Macher, Andreas (DI FA CTR PLC PPM)" userId="f1dcac62-7bef-43eb-91f0-927336a1714f" providerId="ADAL" clId="{C5C6EC8B-092A-4999-B5EE-A1C3BF508D8A}" dt="2022-11-29T08:00:34.512" v="5737" actId="1076"/>
          <ac:spMkLst>
            <pc:docMk/>
            <pc:sldMk cId="3200924410" sldId="9813"/>
            <ac:spMk id="17" creationId="{8C85E1BB-0984-1186-A53A-AA0EEDA31996}"/>
          </ac:spMkLst>
        </pc:spChg>
        <pc:spChg chg="add mod">
          <ac:chgData name="Macher, Andreas (DI FA CTR PLC PPM)" userId="f1dcac62-7bef-43eb-91f0-927336a1714f" providerId="ADAL" clId="{C5C6EC8B-092A-4999-B5EE-A1C3BF508D8A}" dt="2022-11-29T08:00:34.512" v="5737" actId="1076"/>
          <ac:spMkLst>
            <pc:docMk/>
            <pc:sldMk cId="3200924410" sldId="9813"/>
            <ac:spMk id="24" creationId="{B02B44C0-AC8B-4A87-AC35-7FAC49286568}"/>
          </ac:spMkLst>
        </pc:spChg>
        <pc:spChg chg="add del mod">
          <ac:chgData name="Macher, Andreas (DI FA CTR PLC PPM)" userId="f1dcac62-7bef-43eb-91f0-927336a1714f" providerId="ADAL" clId="{C5C6EC8B-092A-4999-B5EE-A1C3BF508D8A}" dt="2022-11-29T09:15:03.509" v="7120" actId="478"/>
          <ac:spMkLst>
            <pc:docMk/>
            <pc:sldMk cId="3200924410" sldId="9813"/>
            <ac:spMk id="31" creationId="{CD552377-FC1D-8D53-18BA-EDE778ED9084}"/>
          </ac:spMkLst>
        </pc:spChg>
        <pc:spChg chg="add del mod">
          <ac:chgData name="Macher, Andreas (DI FA CTR PLC PPM)" userId="f1dcac62-7bef-43eb-91f0-927336a1714f" providerId="ADAL" clId="{C5C6EC8B-092A-4999-B5EE-A1C3BF508D8A}" dt="2022-11-29T08:14:17.915" v="6076" actId="478"/>
          <ac:spMkLst>
            <pc:docMk/>
            <pc:sldMk cId="3200924410" sldId="9813"/>
            <ac:spMk id="224" creationId="{D3F337FC-CD2E-A04C-780E-CE25138DE0F8}"/>
          </ac:spMkLst>
        </pc:spChg>
        <pc:spChg chg="add mod">
          <ac:chgData name="Macher, Andreas (DI FA CTR PLC PPM)" userId="f1dcac62-7bef-43eb-91f0-927336a1714f" providerId="ADAL" clId="{C5C6EC8B-092A-4999-B5EE-A1C3BF508D8A}" dt="2022-11-29T08:00:34.512" v="5737" actId="1076"/>
          <ac:spMkLst>
            <pc:docMk/>
            <pc:sldMk cId="3200924410" sldId="9813"/>
            <ac:spMk id="225" creationId="{9D1FBF0A-3339-E027-0FB0-B4410A39CDDD}"/>
          </ac:spMkLst>
        </pc:spChg>
        <pc:spChg chg="add mod">
          <ac:chgData name="Macher, Andreas (DI FA CTR PLC PPM)" userId="f1dcac62-7bef-43eb-91f0-927336a1714f" providerId="ADAL" clId="{C5C6EC8B-092A-4999-B5EE-A1C3BF508D8A}" dt="2022-11-29T08:00:34.512" v="5737" actId="1076"/>
          <ac:spMkLst>
            <pc:docMk/>
            <pc:sldMk cId="3200924410" sldId="9813"/>
            <ac:spMk id="226" creationId="{D713A724-0245-6FF9-5DBE-AFD1892500B7}"/>
          </ac:spMkLst>
        </pc:spChg>
        <pc:spChg chg="add del mod">
          <ac:chgData name="Macher, Andreas (DI FA CTR PLC PPM)" userId="f1dcac62-7bef-43eb-91f0-927336a1714f" providerId="ADAL" clId="{C5C6EC8B-092A-4999-B5EE-A1C3BF508D8A}" dt="2022-11-29T07:55:54.491" v="5483" actId="478"/>
          <ac:spMkLst>
            <pc:docMk/>
            <pc:sldMk cId="3200924410" sldId="9813"/>
            <ac:spMk id="227" creationId="{50C6AF43-2527-A99D-3F94-F3DDC0466DDB}"/>
          </ac:spMkLst>
        </pc:spChg>
        <pc:spChg chg="add mod">
          <ac:chgData name="Macher, Andreas (DI FA CTR PLC PPM)" userId="f1dcac62-7bef-43eb-91f0-927336a1714f" providerId="ADAL" clId="{C5C6EC8B-092A-4999-B5EE-A1C3BF508D8A}" dt="2022-11-29T08:00:34.512" v="5737" actId="1076"/>
          <ac:spMkLst>
            <pc:docMk/>
            <pc:sldMk cId="3200924410" sldId="9813"/>
            <ac:spMk id="228" creationId="{6616904D-F1F7-81E5-22DF-BA7A8FA5A553}"/>
          </ac:spMkLst>
        </pc:spChg>
        <pc:spChg chg="add del mod">
          <ac:chgData name="Macher, Andreas (DI FA CTR PLC PPM)" userId="f1dcac62-7bef-43eb-91f0-927336a1714f" providerId="ADAL" clId="{C5C6EC8B-092A-4999-B5EE-A1C3BF508D8A}" dt="2022-11-29T08:00:48.048" v="5740" actId="21"/>
          <ac:spMkLst>
            <pc:docMk/>
            <pc:sldMk cId="3200924410" sldId="9813"/>
            <ac:spMk id="229" creationId="{62267E80-77B5-D694-C39F-04A08EE5463F}"/>
          </ac:spMkLst>
        </pc:spChg>
        <pc:spChg chg="add mod">
          <ac:chgData name="Macher, Andreas (DI FA CTR PLC PPM)" userId="f1dcac62-7bef-43eb-91f0-927336a1714f" providerId="ADAL" clId="{C5C6EC8B-092A-4999-B5EE-A1C3BF508D8A}" dt="2022-11-29T15:13:24.515" v="9149" actId="14100"/>
          <ac:spMkLst>
            <pc:docMk/>
            <pc:sldMk cId="3200924410" sldId="9813"/>
            <ac:spMk id="230" creationId="{821565C2-FC3D-7D35-EC2E-175AB41BE910}"/>
          </ac:spMkLst>
        </pc:spChg>
        <pc:spChg chg="add mod">
          <ac:chgData name="Macher, Andreas (DI FA CTR PLC PPM)" userId="f1dcac62-7bef-43eb-91f0-927336a1714f" providerId="ADAL" clId="{C5C6EC8B-092A-4999-B5EE-A1C3BF508D8A}" dt="2022-11-29T15:14:07.934" v="9152" actId="14100"/>
          <ac:spMkLst>
            <pc:docMk/>
            <pc:sldMk cId="3200924410" sldId="9813"/>
            <ac:spMk id="231" creationId="{4B4A2BEF-59FD-0881-1A33-3025B871E3D8}"/>
          </ac:spMkLst>
        </pc:spChg>
        <pc:spChg chg="add mod">
          <ac:chgData name="Macher, Andreas (DI FA CTR PLC PPM)" userId="f1dcac62-7bef-43eb-91f0-927336a1714f" providerId="ADAL" clId="{C5C6EC8B-092A-4999-B5EE-A1C3BF508D8A}" dt="2022-11-29T08:14:41.406" v="6082" actId="1076"/>
          <ac:spMkLst>
            <pc:docMk/>
            <pc:sldMk cId="3200924410" sldId="9813"/>
            <ac:spMk id="232" creationId="{C8DAA235-3BBA-D374-67E0-B72D0BC5FC2F}"/>
          </ac:spMkLst>
        </pc:spChg>
        <pc:spChg chg="add mod">
          <ac:chgData name="Macher, Andreas (DI FA CTR PLC PPM)" userId="f1dcac62-7bef-43eb-91f0-927336a1714f" providerId="ADAL" clId="{C5C6EC8B-092A-4999-B5EE-A1C3BF508D8A}" dt="2022-11-29T08:14:41.406" v="6082" actId="1076"/>
          <ac:spMkLst>
            <pc:docMk/>
            <pc:sldMk cId="3200924410" sldId="9813"/>
            <ac:spMk id="233" creationId="{37D04D3B-47D7-27E1-54C6-2D57F8D2159D}"/>
          </ac:spMkLst>
        </pc:spChg>
        <pc:spChg chg="mod">
          <ac:chgData name="Macher, Andreas (DI FA CTR PLC PPM)" userId="f1dcac62-7bef-43eb-91f0-927336a1714f" providerId="ADAL" clId="{C5C6EC8B-092A-4999-B5EE-A1C3BF508D8A}" dt="2022-11-29T08:14:41.406" v="6082" actId="1076"/>
          <ac:spMkLst>
            <pc:docMk/>
            <pc:sldMk cId="3200924410" sldId="9813"/>
            <ac:spMk id="237" creationId="{A4084482-360B-4CBE-D982-5ACFE138D2A1}"/>
          </ac:spMkLst>
        </pc:spChg>
        <pc:spChg chg="mod">
          <ac:chgData name="Macher, Andreas (DI FA CTR PLC PPM)" userId="f1dcac62-7bef-43eb-91f0-927336a1714f" providerId="ADAL" clId="{C5C6EC8B-092A-4999-B5EE-A1C3BF508D8A}" dt="2022-11-29T08:14:41.406" v="6082" actId="1076"/>
          <ac:spMkLst>
            <pc:docMk/>
            <pc:sldMk cId="3200924410" sldId="9813"/>
            <ac:spMk id="238" creationId="{D9B0C8AB-4817-48E0-1A87-97CD095A8A29}"/>
          </ac:spMkLst>
        </pc:spChg>
        <pc:spChg chg="add mod">
          <ac:chgData name="Macher, Andreas (DI FA CTR PLC PPM)" userId="f1dcac62-7bef-43eb-91f0-927336a1714f" providerId="ADAL" clId="{C5C6EC8B-092A-4999-B5EE-A1C3BF508D8A}" dt="2022-11-29T08:15:54.654" v="6126" actId="208"/>
          <ac:spMkLst>
            <pc:docMk/>
            <pc:sldMk cId="3200924410" sldId="9813"/>
            <ac:spMk id="245" creationId="{0E04C8EB-562A-6E20-D6D9-F4A0C84981F6}"/>
          </ac:spMkLst>
        </pc:spChg>
        <pc:spChg chg="del">
          <ac:chgData name="Macher, Andreas (DI FA CTR PLC PPM)" userId="f1dcac62-7bef-43eb-91f0-927336a1714f" providerId="ADAL" clId="{C5C6EC8B-092A-4999-B5EE-A1C3BF508D8A}" dt="2022-11-29T07:55:09.503" v="5410" actId="478"/>
          <ac:spMkLst>
            <pc:docMk/>
            <pc:sldMk cId="3200924410" sldId="9813"/>
            <ac:spMk id="247" creationId="{4058F77D-F556-64D3-0D9B-3C046D333A1D}"/>
          </ac:spMkLst>
        </pc:spChg>
        <pc:spChg chg="del">
          <ac:chgData name="Macher, Andreas (DI FA CTR PLC PPM)" userId="f1dcac62-7bef-43eb-91f0-927336a1714f" providerId="ADAL" clId="{C5C6EC8B-092A-4999-B5EE-A1C3BF508D8A}" dt="2022-11-29T07:55:09.503" v="5410" actId="478"/>
          <ac:spMkLst>
            <pc:docMk/>
            <pc:sldMk cId="3200924410" sldId="9813"/>
            <ac:spMk id="248" creationId="{862C1800-3D72-4632-EA5A-BF2C8BA5E706}"/>
          </ac:spMkLst>
        </pc:spChg>
        <pc:spChg chg="del">
          <ac:chgData name="Macher, Andreas (DI FA CTR PLC PPM)" userId="f1dcac62-7bef-43eb-91f0-927336a1714f" providerId="ADAL" clId="{C5C6EC8B-092A-4999-B5EE-A1C3BF508D8A}" dt="2022-11-29T07:55:09.503" v="5410" actId="478"/>
          <ac:spMkLst>
            <pc:docMk/>
            <pc:sldMk cId="3200924410" sldId="9813"/>
            <ac:spMk id="263" creationId="{26D9C2DF-5679-B805-7DD2-04CFD3040A9B}"/>
          </ac:spMkLst>
        </pc:spChg>
        <pc:spChg chg="add mod">
          <ac:chgData name="Macher, Andreas (DI FA CTR PLC PPM)" userId="f1dcac62-7bef-43eb-91f0-927336a1714f" providerId="ADAL" clId="{C5C6EC8B-092A-4999-B5EE-A1C3BF508D8A}" dt="2022-11-29T08:14:41.406" v="6082" actId="1076"/>
          <ac:spMkLst>
            <pc:docMk/>
            <pc:sldMk cId="3200924410" sldId="9813"/>
            <ac:spMk id="266" creationId="{B139BE73-005A-E931-31AE-68ADDDC71681}"/>
          </ac:spMkLst>
        </pc:spChg>
        <pc:spChg chg="add mod">
          <ac:chgData name="Macher, Andreas (DI FA CTR PLC PPM)" userId="f1dcac62-7bef-43eb-91f0-927336a1714f" providerId="ADAL" clId="{C5C6EC8B-092A-4999-B5EE-A1C3BF508D8A}" dt="2022-11-29T08:14:41.406" v="6082" actId="1076"/>
          <ac:spMkLst>
            <pc:docMk/>
            <pc:sldMk cId="3200924410" sldId="9813"/>
            <ac:spMk id="268" creationId="{80BF56CF-CA71-C150-0847-FF77E1F7144C}"/>
          </ac:spMkLst>
        </pc:spChg>
        <pc:spChg chg="add mod">
          <ac:chgData name="Macher, Andreas (DI FA CTR PLC PPM)" userId="f1dcac62-7bef-43eb-91f0-927336a1714f" providerId="ADAL" clId="{C5C6EC8B-092A-4999-B5EE-A1C3BF508D8A}" dt="2022-11-29T08:14:41.406" v="6082" actId="1076"/>
          <ac:spMkLst>
            <pc:docMk/>
            <pc:sldMk cId="3200924410" sldId="9813"/>
            <ac:spMk id="269" creationId="{C9E5D21F-C4EC-92AB-A69E-071FF0CDAA4F}"/>
          </ac:spMkLst>
        </pc:spChg>
        <pc:spChg chg="del">
          <ac:chgData name="Macher, Andreas (DI FA CTR PLC PPM)" userId="f1dcac62-7bef-43eb-91f0-927336a1714f" providerId="ADAL" clId="{C5C6EC8B-092A-4999-B5EE-A1C3BF508D8A}" dt="2022-11-29T07:55:09.503" v="5410" actId="478"/>
          <ac:spMkLst>
            <pc:docMk/>
            <pc:sldMk cId="3200924410" sldId="9813"/>
            <ac:spMk id="270" creationId="{C7D56EBE-D5D9-FBAE-8796-9C821465260B}"/>
          </ac:spMkLst>
        </pc:spChg>
        <pc:spChg chg="add mod">
          <ac:chgData name="Macher, Andreas (DI FA CTR PLC PPM)" userId="f1dcac62-7bef-43eb-91f0-927336a1714f" providerId="ADAL" clId="{C5C6EC8B-092A-4999-B5EE-A1C3BF508D8A}" dt="2022-11-29T08:15:22.395" v="6113" actId="122"/>
          <ac:spMkLst>
            <pc:docMk/>
            <pc:sldMk cId="3200924410" sldId="9813"/>
            <ac:spMk id="274" creationId="{7CDD6F49-980C-BE23-9CE3-A7B912EFB276}"/>
          </ac:spMkLst>
        </pc:spChg>
        <pc:spChg chg="add mod">
          <ac:chgData name="Macher, Andreas (DI FA CTR PLC PPM)" userId="f1dcac62-7bef-43eb-91f0-927336a1714f" providerId="ADAL" clId="{C5C6EC8B-092A-4999-B5EE-A1C3BF508D8A}" dt="2022-11-29T08:15:32.165" v="6123" actId="20577"/>
          <ac:spMkLst>
            <pc:docMk/>
            <pc:sldMk cId="3200924410" sldId="9813"/>
            <ac:spMk id="275" creationId="{A5666F01-5624-A830-9285-C61C683CBE70}"/>
          </ac:spMkLst>
        </pc:spChg>
        <pc:spChg chg="add mod">
          <ac:chgData name="Macher, Andreas (DI FA CTR PLC PPM)" userId="f1dcac62-7bef-43eb-91f0-927336a1714f" providerId="ADAL" clId="{C5C6EC8B-092A-4999-B5EE-A1C3BF508D8A}" dt="2022-11-29T08:15:50.469" v="6125" actId="1076"/>
          <ac:spMkLst>
            <pc:docMk/>
            <pc:sldMk cId="3200924410" sldId="9813"/>
            <ac:spMk id="276" creationId="{49DC3EDF-5EB3-B0E6-FD5D-7DE24A9237F1}"/>
          </ac:spMkLst>
        </pc:spChg>
        <pc:spChg chg="add mod">
          <ac:chgData name="Macher, Andreas (DI FA CTR PLC PPM)" userId="f1dcac62-7bef-43eb-91f0-927336a1714f" providerId="ADAL" clId="{C5C6EC8B-092A-4999-B5EE-A1C3BF508D8A}" dt="2022-11-29T08:19:14.811" v="6152" actId="14100"/>
          <ac:spMkLst>
            <pc:docMk/>
            <pc:sldMk cId="3200924410" sldId="9813"/>
            <ac:spMk id="277" creationId="{F458133F-B2BD-BBAC-523A-C174FE1F2897}"/>
          </ac:spMkLst>
        </pc:spChg>
        <pc:spChg chg="add del mod">
          <ac:chgData name="Macher, Andreas (DI FA CTR PLC PPM)" userId="f1dcac62-7bef-43eb-91f0-927336a1714f" providerId="ADAL" clId="{C5C6EC8B-092A-4999-B5EE-A1C3BF508D8A}" dt="2022-11-29T08:21:03.950" v="6171" actId="21"/>
          <ac:spMkLst>
            <pc:docMk/>
            <pc:sldMk cId="3200924410" sldId="9813"/>
            <ac:spMk id="280" creationId="{953CF390-81FC-87B9-0329-A01498728259}"/>
          </ac:spMkLst>
        </pc:spChg>
        <pc:grpChg chg="add mod">
          <ac:chgData name="Macher, Andreas (DI FA CTR PLC PPM)" userId="f1dcac62-7bef-43eb-91f0-927336a1714f" providerId="ADAL" clId="{C5C6EC8B-092A-4999-B5EE-A1C3BF508D8A}" dt="2022-11-29T08:00:34.512" v="5737" actId="1076"/>
          <ac:grpSpMkLst>
            <pc:docMk/>
            <pc:sldMk cId="3200924410" sldId="9813"/>
            <ac:grpSpMk id="8" creationId="{B11F6D92-A477-149D-59B8-1265A939D3A1}"/>
          </ac:grpSpMkLst>
        </pc:grpChg>
        <pc:grpChg chg="mod">
          <ac:chgData name="Macher, Andreas (DI FA CTR PLC PPM)" userId="f1dcac62-7bef-43eb-91f0-927336a1714f" providerId="ADAL" clId="{C5C6EC8B-092A-4999-B5EE-A1C3BF508D8A}" dt="2022-11-29T08:00:34.512" v="5737" actId="1076"/>
          <ac:grpSpMkLst>
            <pc:docMk/>
            <pc:sldMk cId="3200924410" sldId="9813"/>
            <ac:grpSpMk id="10" creationId="{78386E5A-1392-97F2-79AC-6F1E5D00150F}"/>
          </ac:grpSpMkLst>
        </pc:grpChg>
        <pc:grpChg chg="mod">
          <ac:chgData name="Macher, Andreas (DI FA CTR PLC PPM)" userId="f1dcac62-7bef-43eb-91f0-927336a1714f" providerId="ADAL" clId="{C5C6EC8B-092A-4999-B5EE-A1C3BF508D8A}" dt="2022-11-29T08:00:34.512" v="5737" actId="1076"/>
          <ac:grpSpMkLst>
            <pc:docMk/>
            <pc:sldMk cId="3200924410" sldId="9813"/>
            <ac:grpSpMk id="13" creationId="{6FBADAEC-5009-9D71-ECD5-A21E362B5BB9}"/>
          </ac:grpSpMkLst>
        </pc:grpChg>
        <pc:grpChg chg="add mod">
          <ac:chgData name="Macher, Andreas (DI FA CTR PLC PPM)" userId="f1dcac62-7bef-43eb-91f0-927336a1714f" providerId="ADAL" clId="{C5C6EC8B-092A-4999-B5EE-A1C3BF508D8A}" dt="2022-11-29T08:00:34.512" v="5737" actId="1076"/>
          <ac:grpSpMkLst>
            <pc:docMk/>
            <pc:sldMk cId="3200924410" sldId="9813"/>
            <ac:grpSpMk id="26" creationId="{CDDE2903-124F-88D5-AFEA-582242FDBDBA}"/>
          </ac:grpSpMkLst>
        </pc:grpChg>
        <pc:grpChg chg="del">
          <ac:chgData name="Macher, Andreas (DI FA CTR PLC PPM)" userId="f1dcac62-7bef-43eb-91f0-927336a1714f" providerId="ADAL" clId="{C5C6EC8B-092A-4999-B5EE-A1C3BF508D8A}" dt="2022-11-29T07:55:09.503" v="5410" actId="478"/>
          <ac:grpSpMkLst>
            <pc:docMk/>
            <pc:sldMk cId="3200924410" sldId="9813"/>
            <ac:grpSpMk id="116" creationId="{BB6E87A8-C12D-521A-13C6-BCDD87C6F8D9}"/>
          </ac:grpSpMkLst>
        </pc:grpChg>
        <pc:grpChg chg="add mod">
          <ac:chgData name="Macher, Andreas (DI FA CTR PLC PPM)" userId="f1dcac62-7bef-43eb-91f0-927336a1714f" providerId="ADAL" clId="{C5C6EC8B-092A-4999-B5EE-A1C3BF508D8A}" dt="2022-11-29T08:14:41.406" v="6082" actId="1076"/>
          <ac:grpSpMkLst>
            <pc:docMk/>
            <pc:sldMk cId="3200924410" sldId="9813"/>
            <ac:grpSpMk id="234" creationId="{2173BBD9-409F-3E41-C68B-D1F81B8835A6}"/>
          </ac:grpSpMkLst>
        </pc:grpChg>
        <pc:grpChg chg="mod">
          <ac:chgData name="Macher, Andreas (DI FA CTR PLC PPM)" userId="f1dcac62-7bef-43eb-91f0-927336a1714f" providerId="ADAL" clId="{C5C6EC8B-092A-4999-B5EE-A1C3BF508D8A}" dt="2022-11-29T08:14:41.406" v="6082" actId="1076"/>
          <ac:grpSpMkLst>
            <pc:docMk/>
            <pc:sldMk cId="3200924410" sldId="9813"/>
            <ac:grpSpMk id="235" creationId="{9AF6329B-D743-1454-9B88-0C09DF57D98A}"/>
          </ac:grpSpMkLst>
        </pc:grpChg>
        <pc:grpChg chg="mod">
          <ac:chgData name="Macher, Andreas (DI FA CTR PLC PPM)" userId="f1dcac62-7bef-43eb-91f0-927336a1714f" providerId="ADAL" clId="{C5C6EC8B-092A-4999-B5EE-A1C3BF508D8A}" dt="2022-11-29T08:14:41.406" v="6082" actId="1076"/>
          <ac:grpSpMkLst>
            <pc:docMk/>
            <pc:sldMk cId="3200924410" sldId="9813"/>
            <ac:grpSpMk id="236" creationId="{C039C6FA-A161-D094-6C67-C7F7F3D22801}"/>
          </ac:grpSpMkLst>
        </pc:grpChg>
        <pc:grpChg chg="del">
          <ac:chgData name="Macher, Andreas (DI FA CTR PLC PPM)" userId="f1dcac62-7bef-43eb-91f0-927336a1714f" providerId="ADAL" clId="{C5C6EC8B-092A-4999-B5EE-A1C3BF508D8A}" dt="2022-11-29T07:55:09.503" v="5410" actId="478"/>
          <ac:grpSpMkLst>
            <pc:docMk/>
            <pc:sldMk cId="3200924410" sldId="9813"/>
            <ac:grpSpMk id="249" creationId="{CED7F32F-1344-778F-E1D1-BB175311AC5C}"/>
          </ac:grpSpMkLst>
        </pc:grpChg>
        <pc:grpChg chg="add mod">
          <ac:chgData name="Macher, Andreas (DI FA CTR PLC PPM)" userId="f1dcac62-7bef-43eb-91f0-927336a1714f" providerId="ADAL" clId="{C5C6EC8B-092A-4999-B5EE-A1C3BF508D8A}" dt="2022-11-29T08:14:41.406" v="6082" actId="1076"/>
          <ac:grpSpMkLst>
            <pc:docMk/>
            <pc:sldMk cId="3200924410" sldId="9813"/>
            <ac:grpSpMk id="250" creationId="{E798C612-5645-DD52-D6FD-B58045D212CA}"/>
          </ac:grpSpMkLst>
        </pc:grpChg>
        <pc:grpChg chg="del">
          <ac:chgData name="Macher, Andreas (DI FA CTR PLC PPM)" userId="f1dcac62-7bef-43eb-91f0-927336a1714f" providerId="ADAL" clId="{C5C6EC8B-092A-4999-B5EE-A1C3BF508D8A}" dt="2022-11-29T07:55:09.503" v="5410" actId="478"/>
          <ac:grpSpMkLst>
            <pc:docMk/>
            <pc:sldMk cId="3200924410" sldId="9813"/>
            <ac:grpSpMk id="271" creationId="{E7B480D3-1E93-A0F0-1CEE-9153737A3CFF}"/>
          </ac:grpSpMkLst>
        </pc:grpChg>
        <pc:picChg chg="mod">
          <ac:chgData name="Macher, Andreas (DI FA CTR PLC PPM)" userId="f1dcac62-7bef-43eb-91f0-927336a1714f" providerId="ADAL" clId="{C5C6EC8B-092A-4999-B5EE-A1C3BF508D8A}" dt="2022-11-29T08:00:34.512" v="5737" actId="1076"/>
          <ac:picMkLst>
            <pc:docMk/>
            <pc:sldMk cId="3200924410" sldId="9813"/>
            <ac:picMk id="18" creationId="{12CD2096-F72B-5246-D2C1-098C2BB45F0E}"/>
          </ac:picMkLst>
        </pc:picChg>
        <pc:picChg chg="mod">
          <ac:chgData name="Macher, Andreas (DI FA CTR PLC PPM)" userId="f1dcac62-7bef-43eb-91f0-927336a1714f" providerId="ADAL" clId="{C5C6EC8B-092A-4999-B5EE-A1C3BF508D8A}" dt="2022-11-29T08:00:34.512" v="5737" actId="1076"/>
          <ac:picMkLst>
            <pc:docMk/>
            <pc:sldMk cId="3200924410" sldId="9813"/>
            <ac:picMk id="19" creationId="{2B191B3F-935C-B1CC-0AD4-11C58ADC2081}"/>
          </ac:picMkLst>
        </pc:picChg>
        <pc:picChg chg="mod">
          <ac:chgData name="Macher, Andreas (DI FA CTR PLC PPM)" userId="f1dcac62-7bef-43eb-91f0-927336a1714f" providerId="ADAL" clId="{C5C6EC8B-092A-4999-B5EE-A1C3BF508D8A}" dt="2022-11-29T08:00:34.512" v="5737" actId="1076"/>
          <ac:picMkLst>
            <pc:docMk/>
            <pc:sldMk cId="3200924410" sldId="9813"/>
            <ac:picMk id="20" creationId="{921A38AE-331F-2062-B8FF-63CA79CCD44B}"/>
          </ac:picMkLst>
        </pc:picChg>
        <pc:picChg chg="mod">
          <ac:chgData name="Macher, Andreas (DI FA CTR PLC PPM)" userId="f1dcac62-7bef-43eb-91f0-927336a1714f" providerId="ADAL" clId="{C5C6EC8B-092A-4999-B5EE-A1C3BF508D8A}" dt="2022-11-29T08:00:34.512" v="5737" actId="1076"/>
          <ac:picMkLst>
            <pc:docMk/>
            <pc:sldMk cId="3200924410" sldId="9813"/>
            <ac:picMk id="21" creationId="{2E09609C-9D62-E437-91A6-E56CC4449CC6}"/>
          </ac:picMkLst>
        </pc:picChg>
        <pc:picChg chg="mod">
          <ac:chgData name="Macher, Andreas (DI FA CTR PLC PPM)" userId="f1dcac62-7bef-43eb-91f0-927336a1714f" providerId="ADAL" clId="{C5C6EC8B-092A-4999-B5EE-A1C3BF508D8A}" dt="2022-11-29T08:00:34.512" v="5737" actId="1076"/>
          <ac:picMkLst>
            <pc:docMk/>
            <pc:sldMk cId="3200924410" sldId="9813"/>
            <ac:picMk id="22" creationId="{905C85E8-304B-3ABB-CB06-EB237D7A5404}"/>
          </ac:picMkLst>
        </pc:picChg>
        <pc:picChg chg="mod">
          <ac:chgData name="Macher, Andreas (DI FA CTR PLC PPM)" userId="f1dcac62-7bef-43eb-91f0-927336a1714f" providerId="ADAL" clId="{C5C6EC8B-092A-4999-B5EE-A1C3BF508D8A}" dt="2022-11-29T08:00:34.512" v="5737" actId="1076"/>
          <ac:picMkLst>
            <pc:docMk/>
            <pc:sldMk cId="3200924410" sldId="9813"/>
            <ac:picMk id="23" creationId="{F423F002-26B6-E041-DD01-79599C117BD9}"/>
          </ac:picMkLst>
        </pc:picChg>
        <pc:picChg chg="add mod">
          <ac:chgData name="Macher, Andreas (DI FA CTR PLC PPM)" userId="f1dcac62-7bef-43eb-91f0-927336a1714f" providerId="ADAL" clId="{C5C6EC8B-092A-4999-B5EE-A1C3BF508D8A}" dt="2022-11-29T08:00:34.512" v="5737" actId="1076"/>
          <ac:picMkLst>
            <pc:docMk/>
            <pc:sldMk cId="3200924410" sldId="9813"/>
            <ac:picMk id="25" creationId="{CDD6CE35-5311-9973-CABD-E0D3DA51BE3F}"/>
          </ac:picMkLst>
        </pc:picChg>
        <pc:picChg chg="mod">
          <ac:chgData name="Macher, Andreas (DI FA CTR PLC PPM)" userId="f1dcac62-7bef-43eb-91f0-927336a1714f" providerId="ADAL" clId="{C5C6EC8B-092A-4999-B5EE-A1C3BF508D8A}" dt="2022-11-29T08:00:34.512" v="5737" actId="1076"/>
          <ac:picMkLst>
            <pc:docMk/>
            <pc:sldMk cId="3200924410" sldId="9813"/>
            <ac:picMk id="27" creationId="{1548392A-907F-BC87-9159-2DD757F00030}"/>
          </ac:picMkLst>
        </pc:picChg>
        <pc:picChg chg="mod">
          <ac:chgData name="Macher, Andreas (DI FA CTR PLC PPM)" userId="f1dcac62-7bef-43eb-91f0-927336a1714f" providerId="ADAL" clId="{C5C6EC8B-092A-4999-B5EE-A1C3BF508D8A}" dt="2022-11-29T08:00:34.512" v="5737" actId="1076"/>
          <ac:picMkLst>
            <pc:docMk/>
            <pc:sldMk cId="3200924410" sldId="9813"/>
            <ac:picMk id="28" creationId="{AE52F7FA-8538-C282-F2D7-631A2CD0A700}"/>
          </ac:picMkLst>
        </pc:picChg>
        <pc:picChg chg="mod">
          <ac:chgData name="Macher, Andreas (DI FA CTR PLC PPM)" userId="f1dcac62-7bef-43eb-91f0-927336a1714f" providerId="ADAL" clId="{C5C6EC8B-092A-4999-B5EE-A1C3BF508D8A}" dt="2022-11-29T08:00:34.512" v="5737" actId="1076"/>
          <ac:picMkLst>
            <pc:docMk/>
            <pc:sldMk cId="3200924410" sldId="9813"/>
            <ac:picMk id="29" creationId="{5812E765-02DB-0702-D714-DA12F04DD133}"/>
          </ac:picMkLst>
        </pc:picChg>
        <pc:picChg chg="mod">
          <ac:chgData name="Macher, Andreas (DI FA CTR PLC PPM)" userId="f1dcac62-7bef-43eb-91f0-927336a1714f" providerId="ADAL" clId="{C5C6EC8B-092A-4999-B5EE-A1C3BF508D8A}" dt="2022-11-29T08:00:34.512" v="5737" actId="1076"/>
          <ac:picMkLst>
            <pc:docMk/>
            <pc:sldMk cId="3200924410" sldId="9813"/>
            <ac:picMk id="30" creationId="{D8483721-FEF5-AD2A-0D6C-54B96A10F7FA}"/>
          </ac:picMkLst>
        </pc:picChg>
        <pc:picChg chg="mod">
          <ac:chgData name="Macher, Andreas (DI FA CTR PLC PPM)" userId="f1dcac62-7bef-43eb-91f0-927336a1714f" providerId="ADAL" clId="{C5C6EC8B-092A-4999-B5EE-A1C3BF508D8A}" dt="2022-11-29T08:14:41.406" v="6082" actId="1076"/>
          <ac:picMkLst>
            <pc:docMk/>
            <pc:sldMk cId="3200924410" sldId="9813"/>
            <ac:picMk id="239" creationId="{3C6BB8BB-4BF3-35A7-1E00-37DAF3F90BFF}"/>
          </ac:picMkLst>
        </pc:picChg>
        <pc:picChg chg="mod">
          <ac:chgData name="Macher, Andreas (DI FA CTR PLC PPM)" userId="f1dcac62-7bef-43eb-91f0-927336a1714f" providerId="ADAL" clId="{C5C6EC8B-092A-4999-B5EE-A1C3BF508D8A}" dt="2022-11-29T08:14:41.406" v="6082" actId="1076"/>
          <ac:picMkLst>
            <pc:docMk/>
            <pc:sldMk cId="3200924410" sldId="9813"/>
            <ac:picMk id="240" creationId="{3BF65363-8B23-8C72-D12C-E498B09E79F4}"/>
          </ac:picMkLst>
        </pc:picChg>
        <pc:picChg chg="mod">
          <ac:chgData name="Macher, Andreas (DI FA CTR PLC PPM)" userId="f1dcac62-7bef-43eb-91f0-927336a1714f" providerId="ADAL" clId="{C5C6EC8B-092A-4999-B5EE-A1C3BF508D8A}" dt="2022-11-29T08:14:41.406" v="6082" actId="1076"/>
          <ac:picMkLst>
            <pc:docMk/>
            <pc:sldMk cId="3200924410" sldId="9813"/>
            <ac:picMk id="241" creationId="{9482FFE3-E997-22A6-DFD0-2F59369616B8}"/>
          </ac:picMkLst>
        </pc:picChg>
        <pc:picChg chg="mod">
          <ac:chgData name="Macher, Andreas (DI FA CTR PLC PPM)" userId="f1dcac62-7bef-43eb-91f0-927336a1714f" providerId="ADAL" clId="{C5C6EC8B-092A-4999-B5EE-A1C3BF508D8A}" dt="2022-11-29T08:14:41.406" v="6082" actId="1076"/>
          <ac:picMkLst>
            <pc:docMk/>
            <pc:sldMk cId="3200924410" sldId="9813"/>
            <ac:picMk id="242" creationId="{DB626E9D-CFA2-EB64-0D68-88260B4091E8}"/>
          </ac:picMkLst>
        </pc:picChg>
        <pc:picChg chg="mod">
          <ac:chgData name="Macher, Andreas (DI FA CTR PLC PPM)" userId="f1dcac62-7bef-43eb-91f0-927336a1714f" providerId="ADAL" clId="{C5C6EC8B-092A-4999-B5EE-A1C3BF508D8A}" dt="2022-11-29T08:14:41.406" v="6082" actId="1076"/>
          <ac:picMkLst>
            <pc:docMk/>
            <pc:sldMk cId="3200924410" sldId="9813"/>
            <ac:picMk id="243" creationId="{3B09CEB7-B02C-A26F-7776-A0B2E7ECE573}"/>
          </ac:picMkLst>
        </pc:picChg>
        <pc:picChg chg="mod">
          <ac:chgData name="Macher, Andreas (DI FA CTR PLC PPM)" userId="f1dcac62-7bef-43eb-91f0-927336a1714f" providerId="ADAL" clId="{C5C6EC8B-092A-4999-B5EE-A1C3BF508D8A}" dt="2022-11-29T08:14:41.406" v="6082" actId="1076"/>
          <ac:picMkLst>
            <pc:docMk/>
            <pc:sldMk cId="3200924410" sldId="9813"/>
            <ac:picMk id="244" creationId="{7747936A-990A-133E-DF9A-2F6D6FF5289E}"/>
          </ac:picMkLst>
        </pc:picChg>
        <pc:picChg chg="add mod">
          <ac:chgData name="Macher, Andreas (DI FA CTR PLC PPM)" userId="f1dcac62-7bef-43eb-91f0-927336a1714f" providerId="ADAL" clId="{C5C6EC8B-092A-4999-B5EE-A1C3BF508D8A}" dt="2022-11-29T08:14:41.406" v="6082" actId="1076"/>
          <ac:picMkLst>
            <pc:docMk/>
            <pc:sldMk cId="3200924410" sldId="9813"/>
            <ac:picMk id="246" creationId="{AEA2A1CC-F7B1-B423-72FB-3491321EBE57}"/>
          </ac:picMkLst>
        </pc:picChg>
        <pc:picChg chg="mod">
          <ac:chgData name="Macher, Andreas (DI FA CTR PLC PPM)" userId="f1dcac62-7bef-43eb-91f0-927336a1714f" providerId="ADAL" clId="{C5C6EC8B-092A-4999-B5EE-A1C3BF508D8A}" dt="2022-11-29T08:14:41.406" v="6082" actId="1076"/>
          <ac:picMkLst>
            <pc:docMk/>
            <pc:sldMk cId="3200924410" sldId="9813"/>
            <ac:picMk id="251" creationId="{D8960284-73A4-62AC-03A3-2BE945A4F60E}"/>
          </ac:picMkLst>
        </pc:picChg>
        <pc:picChg chg="mod">
          <ac:chgData name="Macher, Andreas (DI FA CTR PLC PPM)" userId="f1dcac62-7bef-43eb-91f0-927336a1714f" providerId="ADAL" clId="{C5C6EC8B-092A-4999-B5EE-A1C3BF508D8A}" dt="2022-11-29T08:14:41.406" v="6082" actId="1076"/>
          <ac:picMkLst>
            <pc:docMk/>
            <pc:sldMk cId="3200924410" sldId="9813"/>
            <ac:picMk id="256" creationId="{DB0E37E0-F89B-82DB-F9A8-F0922389092D}"/>
          </ac:picMkLst>
        </pc:picChg>
        <pc:picChg chg="mod">
          <ac:chgData name="Macher, Andreas (DI FA CTR PLC PPM)" userId="f1dcac62-7bef-43eb-91f0-927336a1714f" providerId="ADAL" clId="{C5C6EC8B-092A-4999-B5EE-A1C3BF508D8A}" dt="2022-11-29T08:14:41.406" v="6082" actId="1076"/>
          <ac:picMkLst>
            <pc:docMk/>
            <pc:sldMk cId="3200924410" sldId="9813"/>
            <ac:picMk id="264" creationId="{6CBFA22A-D367-9BC6-46CB-94E350EFF0C6}"/>
          </ac:picMkLst>
        </pc:picChg>
        <pc:picChg chg="mod">
          <ac:chgData name="Macher, Andreas (DI FA CTR PLC PPM)" userId="f1dcac62-7bef-43eb-91f0-927336a1714f" providerId="ADAL" clId="{C5C6EC8B-092A-4999-B5EE-A1C3BF508D8A}" dt="2022-11-29T08:14:41.406" v="6082" actId="1076"/>
          <ac:picMkLst>
            <pc:docMk/>
            <pc:sldMk cId="3200924410" sldId="9813"/>
            <ac:picMk id="265" creationId="{1ED96396-89E4-1A4B-2491-D899C36C826D}"/>
          </ac:picMkLst>
        </pc:picChg>
        <pc:picChg chg="del">
          <ac:chgData name="Macher, Andreas (DI FA CTR PLC PPM)" userId="f1dcac62-7bef-43eb-91f0-927336a1714f" providerId="ADAL" clId="{C5C6EC8B-092A-4999-B5EE-A1C3BF508D8A}" dt="2022-11-29T07:55:09.503" v="5410" actId="478"/>
          <ac:picMkLst>
            <pc:docMk/>
            <pc:sldMk cId="3200924410" sldId="9813"/>
            <ac:picMk id="267" creationId="{0D915113-0986-15BC-F0AA-B515757F13E7}"/>
          </ac:picMkLst>
        </pc:picChg>
        <pc:cxnChg chg="add mod">
          <ac:chgData name="Macher, Andreas (DI FA CTR PLC PPM)" userId="f1dcac62-7bef-43eb-91f0-927336a1714f" providerId="ADAL" clId="{C5C6EC8B-092A-4999-B5EE-A1C3BF508D8A}" dt="2022-11-29T08:17:00.905" v="6132" actId="108"/>
          <ac:cxnSpMkLst>
            <pc:docMk/>
            <pc:sldMk cId="3200924410" sldId="9813"/>
            <ac:cxnSpMk id="279" creationId="{5BD753C8-8A6D-49CE-461A-FC871F435D3C}"/>
          </ac:cxnSpMkLst>
        </pc:cxnChg>
      </pc:sldChg>
      <pc:sldChg chg="delSp modSp add mod">
        <pc:chgData name="Macher, Andreas (DI FA CTR PLC PPM)" userId="f1dcac62-7bef-43eb-91f0-927336a1714f" providerId="ADAL" clId="{C5C6EC8B-092A-4999-B5EE-A1C3BF508D8A}" dt="2022-11-29T16:10:14.085" v="9211"/>
        <pc:sldMkLst>
          <pc:docMk/>
          <pc:sldMk cId="1839891976" sldId="9814"/>
        </pc:sldMkLst>
        <pc:spChg chg="mod">
          <ac:chgData name="Macher, Andreas (DI FA CTR PLC PPM)" userId="f1dcac62-7bef-43eb-91f0-927336a1714f" providerId="ADAL" clId="{C5C6EC8B-092A-4999-B5EE-A1C3BF508D8A}" dt="2022-11-29T16:10:14.085" v="9211"/>
          <ac:spMkLst>
            <pc:docMk/>
            <pc:sldMk cId="1839891976" sldId="9814"/>
            <ac:spMk id="2" creationId="{0342A3D6-98FE-48A7-AFE2-71450107450D}"/>
          </ac:spMkLst>
        </pc:spChg>
        <pc:spChg chg="del">
          <ac:chgData name="Macher, Andreas (DI FA CTR PLC PPM)" userId="f1dcac62-7bef-43eb-91f0-927336a1714f" providerId="ADAL" clId="{C5C6EC8B-092A-4999-B5EE-A1C3BF508D8A}" dt="2022-11-29T08:21:30.738" v="6177" actId="478"/>
          <ac:spMkLst>
            <pc:docMk/>
            <pc:sldMk cId="1839891976" sldId="9814"/>
            <ac:spMk id="3" creationId="{B076F1B7-AA91-2841-296E-B8E175BB9433}"/>
          </ac:spMkLst>
        </pc:spChg>
        <pc:spChg chg="mod">
          <ac:chgData name="Macher, Andreas (DI FA CTR PLC PPM)" userId="f1dcac62-7bef-43eb-91f0-927336a1714f" providerId="ADAL" clId="{C5C6EC8B-092A-4999-B5EE-A1C3BF508D8A}" dt="2022-11-29T07:56:45.154" v="5505" actId="20577"/>
          <ac:spMkLst>
            <pc:docMk/>
            <pc:sldMk cId="1839891976" sldId="9814"/>
            <ac:spMk id="4" creationId="{A645F354-40D6-4D3D-BA93-7A74F09635B4}"/>
          </ac:spMkLst>
        </pc:spChg>
        <pc:spChg chg="mod">
          <ac:chgData name="Macher, Andreas (DI FA CTR PLC PPM)" userId="f1dcac62-7bef-43eb-91f0-927336a1714f" providerId="ADAL" clId="{C5C6EC8B-092A-4999-B5EE-A1C3BF508D8A}" dt="2022-11-29T07:57:06.100" v="5546" actId="20577"/>
          <ac:spMkLst>
            <pc:docMk/>
            <pc:sldMk cId="1839891976" sldId="9814"/>
            <ac:spMk id="5" creationId="{7D06A950-B2BF-4D5B-AC72-5B76B61FC3A8}"/>
          </ac:spMkLst>
        </pc:spChg>
      </pc:sldChg>
      <pc:sldChg chg="addSp delSp modSp add mod">
        <pc:chgData name="Macher, Andreas (DI FA CTR PLC PPM)" userId="f1dcac62-7bef-43eb-91f0-927336a1714f" providerId="ADAL" clId="{C5C6EC8B-092A-4999-B5EE-A1C3BF508D8A}" dt="2022-11-29T16:10:05.146" v="9210"/>
        <pc:sldMkLst>
          <pc:docMk/>
          <pc:sldMk cId="3076197480" sldId="9815"/>
        </pc:sldMkLst>
        <pc:spChg chg="mod">
          <ac:chgData name="Macher, Andreas (DI FA CTR PLC PPM)" userId="f1dcac62-7bef-43eb-91f0-927336a1714f" providerId="ADAL" clId="{C5C6EC8B-092A-4999-B5EE-A1C3BF508D8A}" dt="2022-11-29T10:29:23.541" v="8258" actId="20577"/>
          <ac:spMkLst>
            <pc:docMk/>
            <pc:sldMk cId="3076197480" sldId="9815"/>
            <ac:spMk id="2" creationId="{00000000-0000-0000-0000-000000000000}"/>
          </ac:spMkLst>
        </pc:spChg>
        <pc:spChg chg="del">
          <ac:chgData name="Macher, Andreas (DI FA CTR PLC PPM)" userId="f1dcac62-7bef-43eb-91f0-927336a1714f" providerId="ADAL" clId="{C5C6EC8B-092A-4999-B5EE-A1C3BF508D8A}" dt="2022-11-29T09:33:39.186" v="7322" actId="478"/>
          <ac:spMkLst>
            <pc:docMk/>
            <pc:sldMk cId="3076197480" sldId="9815"/>
            <ac:spMk id="3" creationId="{FF3F7F0A-0A9C-B15C-2B85-7A6BDD577926}"/>
          </ac:spMkLst>
        </pc:spChg>
        <pc:spChg chg="del">
          <ac:chgData name="Macher, Andreas (DI FA CTR PLC PPM)" userId="f1dcac62-7bef-43eb-91f0-927336a1714f" providerId="ADAL" clId="{C5C6EC8B-092A-4999-B5EE-A1C3BF508D8A}" dt="2022-11-29T09:34:42.295" v="7419" actId="478"/>
          <ac:spMkLst>
            <pc:docMk/>
            <pc:sldMk cId="3076197480" sldId="9815"/>
            <ac:spMk id="5" creationId="{949D7F01-CC2C-408D-882A-C511851B449D}"/>
          </ac:spMkLst>
        </pc:spChg>
        <pc:spChg chg="mod">
          <ac:chgData name="Macher, Andreas (DI FA CTR PLC PPM)" userId="f1dcac62-7bef-43eb-91f0-927336a1714f" providerId="ADAL" clId="{C5C6EC8B-092A-4999-B5EE-A1C3BF508D8A}" dt="2022-11-29T16:10:05.146" v="9210"/>
          <ac:spMkLst>
            <pc:docMk/>
            <pc:sldMk cId="3076197480" sldId="9815"/>
            <ac:spMk id="6" creationId="{52486D80-3DF7-470D-823E-765DCE86C853}"/>
          </ac:spMkLst>
        </pc:spChg>
        <pc:spChg chg="del">
          <ac:chgData name="Macher, Andreas (DI FA CTR PLC PPM)" userId="f1dcac62-7bef-43eb-91f0-927336a1714f" providerId="ADAL" clId="{C5C6EC8B-092A-4999-B5EE-A1C3BF508D8A}" dt="2022-11-29T09:33:07.031" v="7288" actId="478"/>
          <ac:spMkLst>
            <pc:docMk/>
            <pc:sldMk cId="3076197480" sldId="9815"/>
            <ac:spMk id="8" creationId="{D70EC1EC-A084-2659-2A9F-3BBE28E026B6}"/>
          </ac:spMkLst>
        </pc:spChg>
        <pc:spChg chg="del">
          <ac:chgData name="Macher, Andreas (DI FA CTR PLC PPM)" userId="f1dcac62-7bef-43eb-91f0-927336a1714f" providerId="ADAL" clId="{C5C6EC8B-092A-4999-B5EE-A1C3BF508D8A}" dt="2022-11-29T09:33:34.574" v="7321" actId="478"/>
          <ac:spMkLst>
            <pc:docMk/>
            <pc:sldMk cId="3076197480" sldId="9815"/>
            <ac:spMk id="13" creationId="{D6E861BD-0FD6-F2A7-E540-1E8425A3CAA7}"/>
          </ac:spMkLst>
        </pc:spChg>
        <pc:spChg chg="del">
          <ac:chgData name="Macher, Andreas (DI FA CTR PLC PPM)" userId="f1dcac62-7bef-43eb-91f0-927336a1714f" providerId="ADAL" clId="{C5C6EC8B-092A-4999-B5EE-A1C3BF508D8A}" dt="2022-11-29T09:33:39.186" v="7322" actId="478"/>
          <ac:spMkLst>
            <pc:docMk/>
            <pc:sldMk cId="3076197480" sldId="9815"/>
            <ac:spMk id="16" creationId="{217D58A4-98D4-AE95-A5BB-77BBEFA431E0}"/>
          </ac:spMkLst>
        </pc:spChg>
        <pc:spChg chg="del">
          <ac:chgData name="Macher, Andreas (DI FA CTR PLC PPM)" userId="f1dcac62-7bef-43eb-91f0-927336a1714f" providerId="ADAL" clId="{C5C6EC8B-092A-4999-B5EE-A1C3BF508D8A}" dt="2022-11-29T09:33:39.186" v="7322" actId="478"/>
          <ac:spMkLst>
            <pc:docMk/>
            <pc:sldMk cId="3076197480" sldId="9815"/>
            <ac:spMk id="17" creationId="{0ED9C93A-D06D-1006-0998-1BB8A435D1F4}"/>
          </ac:spMkLst>
        </pc:spChg>
        <pc:spChg chg="mod">
          <ac:chgData name="Macher, Andreas (DI FA CTR PLC PPM)" userId="f1dcac62-7bef-43eb-91f0-927336a1714f" providerId="ADAL" clId="{C5C6EC8B-092A-4999-B5EE-A1C3BF508D8A}" dt="2022-11-29T09:47:52.330" v="7860" actId="1037"/>
          <ac:spMkLst>
            <pc:docMk/>
            <pc:sldMk cId="3076197480" sldId="9815"/>
            <ac:spMk id="18" creationId="{18047BBA-2591-CB4B-BABA-8A1D1F4A5834}"/>
          </ac:spMkLst>
        </pc:spChg>
        <pc:spChg chg="mod">
          <ac:chgData name="Macher, Andreas (DI FA CTR PLC PPM)" userId="f1dcac62-7bef-43eb-91f0-927336a1714f" providerId="ADAL" clId="{C5C6EC8B-092A-4999-B5EE-A1C3BF508D8A}" dt="2022-11-29T09:47:52.330" v="7860" actId="1037"/>
          <ac:spMkLst>
            <pc:docMk/>
            <pc:sldMk cId="3076197480" sldId="9815"/>
            <ac:spMk id="19" creationId="{41B2A700-1094-06D6-C418-4255F9720870}"/>
          </ac:spMkLst>
        </pc:spChg>
        <pc:spChg chg="del">
          <ac:chgData name="Macher, Andreas (DI FA CTR PLC PPM)" userId="f1dcac62-7bef-43eb-91f0-927336a1714f" providerId="ADAL" clId="{C5C6EC8B-092A-4999-B5EE-A1C3BF508D8A}" dt="2022-11-29T09:33:11.054" v="7289" actId="478"/>
          <ac:spMkLst>
            <pc:docMk/>
            <pc:sldMk cId="3076197480" sldId="9815"/>
            <ac:spMk id="20" creationId="{8D24A08D-0CDF-19CA-399C-36ED7A3CB0E6}"/>
          </ac:spMkLst>
        </pc:spChg>
        <pc:spChg chg="mod">
          <ac:chgData name="Macher, Andreas (DI FA CTR PLC PPM)" userId="f1dcac62-7bef-43eb-91f0-927336a1714f" providerId="ADAL" clId="{C5C6EC8B-092A-4999-B5EE-A1C3BF508D8A}" dt="2022-11-29T15:17:46.122" v="9209" actId="1076"/>
          <ac:spMkLst>
            <pc:docMk/>
            <pc:sldMk cId="3076197480" sldId="9815"/>
            <ac:spMk id="24" creationId="{1382EB62-BEA8-46A4-0B6D-DB9DF454410C}"/>
          </ac:spMkLst>
        </pc:spChg>
        <pc:spChg chg="del">
          <ac:chgData name="Macher, Andreas (DI FA CTR PLC PPM)" userId="f1dcac62-7bef-43eb-91f0-927336a1714f" providerId="ADAL" clId="{C5C6EC8B-092A-4999-B5EE-A1C3BF508D8A}" dt="2022-11-29T09:33:39.186" v="7322" actId="478"/>
          <ac:spMkLst>
            <pc:docMk/>
            <pc:sldMk cId="3076197480" sldId="9815"/>
            <ac:spMk id="122" creationId="{232F4B8C-AD91-11A9-0D4D-02088C050C88}"/>
          </ac:spMkLst>
        </pc:spChg>
        <pc:spChg chg="del">
          <ac:chgData name="Macher, Andreas (DI FA CTR PLC PPM)" userId="f1dcac62-7bef-43eb-91f0-927336a1714f" providerId="ADAL" clId="{C5C6EC8B-092A-4999-B5EE-A1C3BF508D8A}" dt="2022-11-29T09:33:39.186" v="7322" actId="478"/>
          <ac:spMkLst>
            <pc:docMk/>
            <pc:sldMk cId="3076197480" sldId="9815"/>
            <ac:spMk id="123" creationId="{D0E67438-1981-AB10-F6DD-937CE3484ED3}"/>
          </ac:spMkLst>
        </pc:spChg>
        <pc:spChg chg="del">
          <ac:chgData name="Macher, Andreas (DI FA CTR PLC PPM)" userId="f1dcac62-7bef-43eb-91f0-927336a1714f" providerId="ADAL" clId="{C5C6EC8B-092A-4999-B5EE-A1C3BF508D8A}" dt="2022-11-29T09:33:39.186" v="7322" actId="478"/>
          <ac:spMkLst>
            <pc:docMk/>
            <pc:sldMk cId="3076197480" sldId="9815"/>
            <ac:spMk id="153" creationId="{170FD330-ED6F-528E-7219-21CE0DA23994}"/>
          </ac:spMkLst>
        </pc:spChg>
        <pc:spChg chg="del">
          <ac:chgData name="Macher, Andreas (DI FA CTR PLC PPM)" userId="f1dcac62-7bef-43eb-91f0-927336a1714f" providerId="ADAL" clId="{C5C6EC8B-092A-4999-B5EE-A1C3BF508D8A}" dt="2022-11-29T09:33:39.186" v="7322" actId="478"/>
          <ac:spMkLst>
            <pc:docMk/>
            <pc:sldMk cId="3076197480" sldId="9815"/>
            <ac:spMk id="159" creationId="{6911F848-ACB0-5C61-F711-C5B83A6E4C3D}"/>
          </ac:spMkLst>
        </pc:spChg>
        <pc:spChg chg="mod">
          <ac:chgData name="Macher, Andreas (DI FA CTR PLC PPM)" userId="f1dcac62-7bef-43eb-91f0-927336a1714f" providerId="ADAL" clId="{C5C6EC8B-092A-4999-B5EE-A1C3BF508D8A}" dt="2022-11-29T09:47:52.330" v="7860" actId="1037"/>
          <ac:spMkLst>
            <pc:docMk/>
            <pc:sldMk cId="3076197480" sldId="9815"/>
            <ac:spMk id="185" creationId="{99C6E699-C572-DE49-D110-F3E028E48615}"/>
          </ac:spMkLst>
        </pc:spChg>
        <pc:spChg chg="mod">
          <ac:chgData name="Macher, Andreas (DI FA CTR PLC PPM)" userId="f1dcac62-7bef-43eb-91f0-927336a1714f" providerId="ADAL" clId="{C5C6EC8B-092A-4999-B5EE-A1C3BF508D8A}" dt="2022-11-29T09:47:52.330" v="7860" actId="1037"/>
          <ac:spMkLst>
            <pc:docMk/>
            <pc:sldMk cId="3076197480" sldId="9815"/>
            <ac:spMk id="188" creationId="{3A92E14C-F860-B0AC-7AB4-8C389A534006}"/>
          </ac:spMkLst>
        </pc:spChg>
        <pc:spChg chg="mod">
          <ac:chgData name="Macher, Andreas (DI FA CTR PLC PPM)" userId="f1dcac62-7bef-43eb-91f0-927336a1714f" providerId="ADAL" clId="{C5C6EC8B-092A-4999-B5EE-A1C3BF508D8A}" dt="2022-11-29T09:47:52.330" v="7860" actId="1037"/>
          <ac:spMkLst>
            <pc:docMk/>
            <pc:sldMk cId="3076197480" sldId="9815"/>
            <ac:spMk id="274" creationId="{B17D21DC-1285-8B08-DAE6-CCEE18248143}"/>
          </ac:spMkLst>
        </pc:spChg>
        <pc:spChg chg="mod">
          <ac:chgData name="Macher, Andreas (DI FA CTR PLC PPM)" userId="f1dcac62-7bef-43eb-91f0-927336a1714f" providerId="ADAL" clId="{C5C6EC8B-092A-4999-B5EE-A1C3BF508D8A}" dt="2022-11-29T09:47:52.330" v="7860" actId="1037"/>
          <ac:spMkLst>
            <pc:docMk/>
            <pc:sldMk cId="3076197480" sldId="9815"/>
            <ac:spMk id="275" creationId="{4EF09A29-56A5-1D71-7C21-B2E26E57C3E2}"/>
          </ac:spMkLst>
        </pc:spChg>
        <pc:spChg chg="del">
          <ac:chgData name="Macher, Andreas (DI FA CTR PLC PPM)" userId="f1dcac62-7bef-43eb-91f0-927336a1714f" providerId="ADAL" clId="{C5C6EC8B-092A-4999-B5EE-A1C3BF508D8A}" dt="2022-11-29T09:33:43.519" v="7323" actId="478"/>
          <ac:spMkLst>
            <pc:docMk/>
            <pc:sldMk cId="3076197480" sldId="9815"/>
            <ac:spMk id="281" creationId="{E7D864F6-D177-8338-DDE6-42AD7AECEB6D}"/>
          </ac:spMkLst>
        </pc:spChg>
        <pc:spChg chg="mod">
          <ac:chgData name="Macher, Andreas (DI FA CTR PLC PPM)" userId="f1dcac62-7bef-43eb-91f0-927336a1714f" providerId="ADAL" clId="{C5C6EC8B-092A-4999-B5EE-A1C3BF508D8A}" dt="2022-11-29T09:47:52.330" v="7860" actId="1037"/>
          <ac:spMkLst>
            <pc:docMk/>
            <pc:sldMk cId="3076197480" sldId="9815"/>
            <ac:spMk id="282" creationId="{14808A14-DF35-9768-E28D-C9B4DD299FDA}"/>
          </ac:spMkLst>
        </pc:spChg>
        <pc:spChg chg="mod">
          <ac:chgData name="Macher, Andreas (DI FA CTR PLC PPM)" userId="f1dcac62-7bef-43eb-91f0-927336a1714f" providerId="ADAL" clId="{C5C6EC8B-092A-4999-B5EE-A1C3BF508D8A}" dt="2022-11-29T09:47:52.330" v="7860" actId="1037"/>
          <ac:spMkLst>
            <pc:docMk/>
            <pc:sldMk cId="3076197480" sldId="9815"/>
            <ac:spMk id="283" creationId="{73FDA1B6-43E8-2766-102A-0540A688ED8D}"/>
          </ac:spMkLst>
        </pc:spChg>
        <pc:grpChg chg="del">
          <ac:chgData name="Macher, Andreas (DI FA CTR PLC PPM)" userId="f1dcac62-7bef-43eb-91f0-927336a1714f" providerId="ADAL" clId="{C5C6EC8B-092A-4999-B5EE-A1C3BF508D8A}" dt="2022-11-29T09:33:39.186" v="7322" actId="478"/>
          <ac:grpSpMkLst>
            <pc:docMk/>
            <pc:sldMk cId="3076197480" sldId="9815"/>
            <ac:grpSpMk id="124" creationId="{2ED7BC09-865A-A3E1-9EB3-8836C0020923}"/>
          </ac:grpSpMkLst>
        </pc:grpChg>
        <pc:grpChg chg="del">
          <ac:chgData name="Macher, Andreas (DI FA CTR PLC PPM)" userId="f1dcac62-7bef-43eb-91f0-927336a1714f" providerId="ADAL" clId="{C5C6EC8B-092A-4999-B5EE-A1C3BF508D8A}" dt="2022-11-29T09:33:39.186" v="7322" actId="478"/>
          <ac:grpSpMkLst>
            <pc:docMk/>
            <pc:sldMk cId="3076197480" sldId="9815"/>
            <ac:grpSpMk id="141" creationId="{27F4565A-045F-AD43-B095-945BD062F8AF}"/>
          </ac:grpSpMkLst>
        </pc:grpChg>
        <pc:grpChg chg="del">
          <ac:chgData name="Macher, Andreas (DI FA CTR PLC PPM)" userId="f1dcac62-7bef-43eb-91f0-927336a1714f" providerId="ADAL" clId="{C5C6EC8B-092A-4999-B5EE-A1C3BF508D8A}" dt="2022-11-29T09:33:39.186" v="7322" actId="478"/>
          <ac:grpSpMkLst>
            <pc:docMk/>
            <pc:sldMk cId="3076197480" sldId="9815"/>
            <ac:grpSpMk id="154" creationId="{F3A26EBC-CC4E-8145-4A89-4AD0005FD4AE}"/>
          </ac:grpSpMkLst>
        </pc:grpChg>
        <pc:grpChg chg="mod">
          <ac:chgData name="Macher, Andreas (DI FA CTR PLC PPM)" userId="f1dcac62-7bef-43eb-91f0-927336a1714f" providerId="ADAL" clId="{C5C6EC8B-092A-4999-B5EE-A1C3BF508D8A}" dt="2022-11-29T09:47:52.330" v="7860" actId="1037"/>
          <ac:grpSpMkLst>
            <pc:docMk/>
            <pc:sldMk cId="3076197480" sldId="9815"/>
            <ac:grpSpMk id="168" creationId="{CA3F1FA8-FE56-1F17-7540-54320543E01B}"/>
          </ac:grpSpMkLst>
        </pc:grpChg>
        <pc:grpChg chg="mod">
          <ac:chgData name="Macher, Andreas (DI FA CTR PLC PPM)" userId="f1dcac62-7bef-43eb-91f0-927336a1714f" providerId="ADAL" clId="{C5C6EC8B-092A-4999-B5EE-A1C3BF508D8A}" dt="2022-11-29T09:47:52.330" v="7860" actId="1037"/>
          <ac:grpSpMkLst>
            <pc:docMk/>
            <pc:sldMk cId="3076197480" sldId="9815"/>
            <ac:grpSpMk id="183" creationId="{3BE9BE44-3DC2-08E3-DF09-500F204C7567}"/>
          </ac:grpSpMkLst>
        </pc:grpChg>
        <pc:grpChg chg="mod">
          <ac:chgData name="Macher, Andreas (DI FA CTR PLC PPM)" userId="f1dcac62-7bef-43eb-91f0-927336a1714f" providerId="ADAL" clId="{C5C6EC8B-092A-4999-B5EE-A1C3BF508D8A}" dt="2022-11-29T09:47:52.330" v="7860" actId="1037"/>
          <ac:grpSpMkLst>
            <pc:docMk/>
            <pc:sldMk cId="3076197480" sldId="9815"/>
            <ac:grpSpMk id="184" creationId="{4C8F9462-B24E-1A20-B886-815003E0E6A1}"/>
          </ac:grpSpMkLst>
        </pc:grpChg>
        <pc:picChg chg="del">
          <ac:chgData name="Macher, Andreas (DI FA CTR PLC PPM)" userId="f1dcac62-7bef-43eb-91f0-927336a1714f" providerId="ADAL" clId="{C5C6EC8B-092A-4999-B5EE-A1C3BF508D8A}" dt="2022-11-29T09:33:39.186" v="7322" actId="478"/>
          <ac:picMkLst>
            <pc:docMk/>
            <pc:sldMk cId="3076197480" sldId="9815"/>
            <ac:picMk id="150" creationId="{292AE3D1-9766-D2EC-D30F-A67ECD2E301D}"/>
          </ac:picMkLst>
        </pc:picChg>
        <pc:picChg chg="del">
          <ac:chgData name="Macher, Andreas (DI FA CTR PLC PPM)" userId="f1dcac62-7bef-43eb-91f0-927336a1714f" providerId="ADAL" clId="{C5C6EC8B-092A-4999-B5EE-A1C3BF508D8A}" dt="2022-11-29T09:33:39.186" v="7322" actId="478"/>
          <ac:picMkLst>
            <pc:docMk/>
            <pc:sldMk cId="3076197480" sldId="9815"/>
            <ac:picMk id="151" creationId="{2B178381-A1C4-AD04-5B8B-6F3EA1A909F7}"/>
          </ac:picMkLst>
        </pc:picChg>
        <pc:picChg chg="mod">
          <ac:chgData name="Macher, Andreas (DI FA CTR PLC PPM)" userId="f1dcac62-7bef-43eb-91f0-927336a1714f" providerId="ADAL" clId="{C5C6EC8B-092A-4999-B5EE-A1C3BF508D8A}" dt="2022-11-29T09:47:52.330" v="7860" actId="1037"/>
          <ac:picMkLst>
            <pc:docMk/>
            <pc:sldMk cId="3076197480" sldId="9815"/>
            <ac:picMk id="189" creationId="{717FB884-B157-7E1E-234E-BC8E07119888}"/>
          </ac:picMkLst>
        </pc:picChg>
        <pc:picChg chg="mod">
          <ac:chgData name="Macher, Andreas (DI FA CTR PLC PPM)" userId="f1dcac62-7bef-43eb-91f0-927336a1714f" providerId="ADAL" clId="{C5C6EC8B-092A-4999-B5EE-A1C3BF508D8A}" dt="2022-11-29T09:47:52.330" v="7860" actId="1037"/>
          <ac:picMkLst>
            <pc:docMk/>
            <pc:sldMk cId="3076197480" sldId="9815"/>
            <ac:picMk id="190" creationId="{B82DC44A-7E8E-5B7F-8DCB-649593862875}"/>
          </ac:picMkLst>
        </pc:picChg>
        <pc:picChg chg="mod">
          <ac:chgData name="Macher, Andreas (DI FA CTR PLC PPM)" userId="f1dcac62-7bef-43eb-91f0-927336a1714f" providerId="ADAL" clId="{C5C6EC8B-092A-4999-B5EE-A1C3BF508D8A}" dt="2022-11-29T09:47:52.330" v="7860" actId="1037"/>
          <ac:picMkLst>
            <pc:docMk/>
            <pc:sldMk cId="3076197480" sldId="9815"/>
            <ac:picMk id="191" creationId="{B01ADCFB-F629-B53B-BA36-305F0A9C7C8C}"/>
          </ac:picMkLst>
        </pc:picChg>
        <pc:picChg chg="mod">
          <ac:chgData name="Macher, Andreas (DI FA CTR PLC PPM)" userId="f1dcac62-7bef-43eb-91f0-927336a1714f" providerId="ADAL" clId="{C5C6EC8B-092A-4999-B5EE-A1C3BF508D8A}" dt="2022-11-29T09:47:52.330" v="7860" actId="1037"/>
          <ac:picMkLst>
            <pc:docMk/>
            <pc:sldMk cId="3076197480" sldId="9815"/>
            <ac:picMk id="192" creationId="{4A7A88BC-8726-4C45-6D38-A5867ED102FC}"/>
          </ac:picMkLst>
        </pc:picChg>
        <pc:picChg chg="mod">
          <ac:chgData name="Macher, Andreas (DI FA CTR PLC PPM)" userId="f1dcac62-7bef-43eb-91f0-927336a1714f" providerId="ADAL" clId="{C5C6EC8B-092A-4999-B5EE-A1C3BF508D8A}" dt="2022-11-29T09:47:52.330" v="7860" actId="1037"/>
          <ac:picMkLst>
            <pc:docMk/>
            <pc:sldMk cId="3076197480" sldId="9815"/>
            <ac:picMk id="193" creationId="{8F417D9A-A80A-1013-9F57-0141BE7B2847}"/>
          </ac:picMkLst>
        </pc:picChg>
        <pc:picChg chg="mod">
          <ac:chgData name="Macher, Andreas (DI FA CTR PLC PPM)" userId="f1dcac62-7bef-43eb-91f0-927336a1714f" providerId="ADAL" clId="{C5C6EC8B-092A-4999-B5EE-A1C3BF508D8A}" dt="2022-11-29T09:47:52.330" v="7860" actId="1037"/>
          <ac:picMkLst>
            <pc:docMk/>
            <pc:sldMk cId="3076197480" sldId="9815"/>
            <ac:picMk id="194" creationId="{8F799012-0D99-41FB-04E6-729498A9BEF0}"/>
          </ac:picMkLst>
        </pc:picChg>
        <pc:picChg chg="mod">
          <ac:chgData name="Macher, Andreas (DI FA CTR PLC PPM)" userId="f1dcac62-7bef-43eb-91f0-927336a1714f" providerId="ADAL" clId="{C5C6EC8B-092A-4999-B5EE-A1C3BF508D8A}" dt="2022-11-29T09:47:52.330" v="7860" actId="1037"/>
          <ac:picMkLst>
            <pc:docMk/>
            <pc:sldMk cId="3076197480" sldId="9815"/>
            <ac:picMk id="276" creationId="{58478E98-02AA-1CE6-56FA-BDBB4AFFB2F4}"/>
          </ac:picMkLst>
        </pc:picChg>
        <pc:picChg chg="mod">
          <ac:chgData name="Macher, Andreas (DI FA CTR PLC PPM)" userId="f1dcac62-7bef-43eb-91f0-927336a1714f" providerId="ADAL" clId="{C5C6EC8B-092A-4999-B5EE-A1C3BF508D8A}" dt="2022-11-29T09:47:52.330" v="7860" actId="1037"/>
          <ac:picMkLst>
            <pc:docMk/>
            <pc:sldMk cId="3076197480" sldId="9815"/>
            <ac:picMk id="280" creationId="{39B5F509-8E8D-6DFD-9FF8-51764A5A0B5D}"/>
          </ac:picMkLst>
        </pc:picChg>
        <pc:cxnChg chg="add del mod">
          <ac:chgData name="Macher, Andreas (DI FA CTR PLC PPM)" userId="f1dcac62-7bef-43eb-91f0-927336a1714f" providerId="ADAL" clId="{C5C6EC8B-092A-4999-B5EE-A1C3BF508D8A}" dt="2022-11-29T09:47:59.847" v="7861" actId="21"/>
          <ac:cxnSpMkLst>
            <pc:docMk/>
            <pc:sldMk cId="3076197480" sldId="9815"/>
            <ac:cxnSpMk id="4" creationId="{914FF305-4EC3-8D36-075C-E75BCF0495B1}"/>
          </ac:cxnSpMkLst>
        </pc:cxnChg>
        <pc:cxnChg chg="mod">
          <ac:chgData name="Macher, Andreas (DI FA CTR PLC PPM)" userId="f1dcac62-7bef-43eb-91f0-927336a1714f" providerId="ADAL" clId="{C5C6EC8B-092A-4999-B5EE-A1C3BF508D8A}" dt="2022-11-29T09:47:52.330" v="7860" actId="1037"/>
          <ac:cxnSpMkLst>
            <pc:docMk/>
            <pc:sldMk cId="3076197480" sldId="9815"/>
            <ac:cxnSpMk id="7" creationId="{156A6CB8-159E-9F29-9F07-7921F252B120}"/>
          </ac:cxnSpMkLst>
        </pc:cxnChg>
        <pc:cxnChg chg="add del mod">
          <ac:chgData name="Macher, Andreas (DI FA CTR PLC PPM)" userId="f1dcac62-7bef-43eb-91f0-927336a1714f" providerId="ADAL" clId="{C5C6EC8B-092A-4999-B5EE-A1C3BF508D8A}" dt="2022-11-29T09:47:59.847" v="7861" actId="21"/>
          <ac:cxnSpMkLst>
            <pc:docMk/>
            <pc:sldMk cId="3076197480" sldId="9815"/>
            <ac:cxnSpMk id="11" creationId="{A5202830-1890-BB56-4834-AE6CC28F82FD}"/>
          </ac:cxnSpMkLst>
        </pc:cxnChg>
      </pc:sldChg>
      <pc:sldChg chg="addSp delSp modSp add del mod">
        <pc:chgData name="Macher, Andreas (DI FA CTR PLC PPM)" userId="f1dcac62-7bef-43eb-91f0-927336a1714f" providerId="ADAL" clId="{C5C6EC8B-092A-4999-B5EE-A1C3BF508D8A}" dt="2022-11-29T09:31:31.049" v="7259" actId="47"/>
        <pc:sldMkLst>
          <pc:docMk/>
          <pc:sldMk cId="2192048542" sldId="9816"/>
        </pc:sldMkLst>
        <pc:spChg chg="mod">
          <ac:chgData name="Macher, Andreas (DI FA CTR PLC PPM)" userId="f1dcac62-7bef-43eb-91f0-927336a1714f" providerId="ADAL" clId="{C5C6EC8B-092A-4999-B5EE-A1C3BF508D8A}" dt="2022-11-29T09:20:37.536" v="7126" actId="6549"/>
          <ac:spMkLst>
            <pc:docMk/>
            <pc:sldMk cId="2192048542" sldId="9816"/>
            <ac:spMk id="2" creationId="{00000000-0000-0000-0000-000000000000}"/>
          </ac:spMkLst>
        </pc:spChg>
        <pc:spChg chg="del">
          <ac:chgData name="Macher, Andreas (DI FA CTR PLC PPM)" userId="f1dcac62-7bef-43eb-91f0-927336a1714f" providerId="ADAL" clId="{C5C6EC8B-092A-4999-B5EE-A1C3BF508D8A}" dt="2022-11-29T08:28:41.273" v="6290" actId="478"/>
          <ac:spMkLst>
            <pc:docMk/>
            <pc:sldMk cId="2192048542" sldId="9816"/>
            <ac:spMk id="3" creationId="{FF3F7F0A-0A9C-B15C-2B85-7A6BDD577926}"/>
          </ac:spMkLst>
        </pc:spChg>
        <pc:spChg chg="add del">
          <ac:chgData name="Macher, Andreas (DI FA CTR PLC PPM)" userId="f1dcac62-7bef-43eb-91f0-927336a1714f" providerId="ADAL" clId="{C5C6EC8B-092A-4999-B5EE-A1C3BF508D8A}" dt="2022-11-29T08:28:32.785" v="6287" actId="478"/>
          <ac:spMkLst>
            <pc:docMk/>
            <pc:sldMk cId="2192048542" sldId="9816"/>
            <ac:spMk id="10" creationId="{EA4F1B28-3D85-8242-0542-B88FCD1E9715}"/>
          </ac:spMkLst>
        </pc:spChg>
        <pc:spChg chg="add mod">
          <ac:chgData name="Macher, Andreas (DI FA CTR PLC PPM)" userId="f1dcac62-7bef-43eb-91f0-927336a1714f" providerId="ADAL" clId="{C5C6EC8B-092A-4999-B5EE-A1C3BF508D8A}" dt="2022-11-29T08:28:13.998" v="6280" actId="14100"/>
          <ac:spMkLst>
            <pc:docMk/>
            <pc:sldMk cId="2192048542" sldId="9816"/>
            <ac:spMk id="14" creationId="{D55662A6-F606-F273-FC8F-2BC95538DC0D}"/>
          </ac:spMkLst>
        </pc:spChg>
        <pc:spChg chg="add mod">
          <ac:chgData name="Macher, Andreas (DI FA CTR PLC PPM)" userId="f1dcac62-7bef-43eb-91f0-927336a1714f" providerId="ADAL" clId="{C5C6EC8B-092A-4999-B5EE-A1C3BF508D8A}" dt="2022-11-29T08:28:27.863" v="6284" actId="108"/>
          <ac:spMkLst>
            <pc:docMk/>
            <pc:sldMk cId="2192048542" sldId="9816"/>
            <ac:spMk id="15" creationId="{13DC8046-3BF3-FA2E-F157-2D6FF81045A1}"/>
          </ac:spMkLst>
        </pc:spChg>
        <pc:spChg chg="del">
          <ac:chgData name="Macher, Andreas (DI FA CTR PLC PPM)" userId="f1dcac62-7bef-43eb-91f0-927336a1714f" providerId="ADAL" clId="{C5C6EC8B-092A-4999-B5EE-A1C3BF508D8A}" dt="2022-11-29T08:28:38.439" v="6289" actId="478"/>
          <ac:spMkLst>
            <pc:docMk/>
            <pc:sldMk cId="2192048542" sldId="9816"/>
            <ac:spMk id="122" creationId="{232F4B8C-AD91-11A9-0D4D-02088C050C88}"/>
          </ac:spMkLst>
        </pc:spChg>
        <pc:spChg chg="del">
          <ac:chgData name="Macher, Andreas (DI FA CTR PLC PPM)" userId="f1dcac62-7bef-43eb-91f0-927336a1714f" providerId="ADAL" clId="{C5C6EC8B-092A-4999-B5EE-A1C3BF508D8A}" dt="2022-11-29T08:28:30.403" v="6285" actId="478"/>
          <ac:spMkLst>
            <pc:docMk/>
            <pc:sldMk cId="2192048542" sldId="9816"/>
            <ac:spMk id="123" creationId="{D0E67438-1981-AB10-F6DD-937CE3484ED3}"/>
          </ac:spMkLst>
        </pc:spChg>
        <pc:spChg chg="del">
          <ac:chgData name="Macher, Andreas (DI FA CTR PLC PPM)" userId="f1dcac62-7bef-43eb-91f0-927336a1714f" providerId="ADAL" clId="{C5C6EC8B-092A-4999-B5EE-A1C3BF508D8A}" dt="2022-11-29T08:28:35.699" v="6288" actId="478"/>
          <ac:spMkLst>
            <pc:docMk/>
            <pc:sldMk cId="2192048542" sldId="9816"/>
            <ac:spMk id="153" creationId="{170FD330-ED6F-528E-7219-21CE0DA23994}"/>
          </ac:spMkLst>
        </pc:spChg>
        <pc:spChg chg="del">
          <ac:chgData name="Macher, Andreas (DI FA CTR PLC PPM)" userId="f1dcac62-7bef-43eb-91f0-927336a1714f" providerId="ADAL" clId="{C5C6EC8B-092A-4999-B5EE-A1C3BF508D8A}" dt="2022-11-29T09:15:18.029" v="7123" actId="478"/>
          <ac:spMkLst>
            <pc:docMk/>
            <pc:sldMk cId="2192048542" sldId="9816"/>
            <ac:spMk id="159" creationId="{6911F848-ACB0-5C61-F711-C5B83A6E4C3D}"/>
          </ac:spMkLst>
        </pc:spChg>
        <pc:grpChg chg="add del mod">
          <ac:chgData name="Macher, Andreas (DI FA CTR PLC PPM)" userId="f1dcac62-7bef-43eb-91f0-927336a1714f" providerId="ADAL" clId="{C5C6EC8B-092A-4999-B5EE-A1C3BF508D8A}" dt="2022-11-29T08:27:27.518" v="6275" actId="165"/>
          <ac:grpSpMkLst>
            <pc:docMk/>
            <pc:sldMk cId="2192048542" sldId="9816"/>
            <ac:grpSpMk id="4" creationId="{FB1BBFAA-266E-1F09-A60E-A51FF13423C4}"/>
          </ac:grpSpMkLst>
        </pc:grpChg>
        <pc:picChg chg="mod ord topLvl">
          <ac:chgData name="Macher, Andreas (DI FA CTR PLC PPM)" userId="f1dcac62-7bef-43eb-91f0-927336a1714f" providerId="ADAL" clId="{C5C6EC8B-092A-4999-B5EE-A1C3BF508D8A}" dt="2022-11-29T08:29:02.075" v="6292" actId="166"/>
          <ac:picMkLst>
            <pc:docMk/>
            <pc:sldMk cId="2192048542" sldId="9816"/>
            <ac:picMk id="8" creationId="{57211E8A-D002-9B6A-7500-F65E67912DDE}"/>
          </ac:picMkLst>
        </pc:picChg>
        <pc:picChg chg="del mod topLvl">
          <ac:chgData name="Macher, Andreas (DI FA CTR PLC PPM)" userId="f1dcac62-7bef-43eb-91f0-927336a1714f" providerId="ADAL" clId="{C5C6EC8B-092A-4999-B5EE-A1C3BF508D8A}" dt="2022-11-29T08:30:12.085" v="6301" actId="478"/>
          <ac:picMkLst>
            <pc:docMk/>
            <pc:sldMk cId="2192048542" sldId="9816"/>
            <ac:picMk id="11" creationId="{C3B66249-5F2F-867E-9634-FB50381A1120}"/>
          </ac:picMkLst>
        </pc:picChg>
        <pc:picChg chg="del mod topLvl">
          <ac:chgData name="Macher, Andreas (DI FA CTR PLC PPM)" userId="f1dcac62-7bef-43eb-91f0-927336a1714f" providerId="ADAL" clId="{C5C6EC8B-092A-4999-B5EE-A1C3BF508D8A}" dt="2022-11-29T08:30:12.085" v="6301" actId="478"/>
          <ac:picMkLst>
            <pc:docMk/>
            <pc:sldMk cId="2192048542" sldId="9816"/>
            <ac:picMk id="12" creationId="{2D9A4799-2936-CF5B-F5FF-8153C4C431A2}"/>
          </ac:picMkLst>
        </pc:picChg>
        <pc:picChg chg="del mod topLvl">
          <ac:chgData name="Macher, Andreas (DI FA CTR PLC PPM)" userId="f1dcac62-7bef-43eb-91f0-927336a1714f" providerId="ADAL" clId="{C5C6EC8B-092A-4999-B5EE-A1C3BF508D8A}" dt="2022-11-29T08:30:12.085" v="6301" actId="478"/>
          <ac:picMkLst>
            <pc:docMk/>
            <pc:sldMk cId="2192048542" sldId="9816"/>
            <ac:picMk id="13" creationId="{D548EFC9-A7BE-EFA5-497D-2B6FF83F4432}"/>
          </ac:picMkLst>
        </pc:picChg>
        <pc:picChg chg="add mod">
          <ac:chgData name="Macher, Andreas (DI FA CTR PLC PPM)" userId="f1dcac62-7bef-43eb-91f0-927336a1714f" providerId="ADAL" clId="{C5C6EC8B-092A-4999-B5EE-A1C3BF508D8A}" dt="2022-11-29T08:29:20.184" v="6294" actId="1076"/>
          <ac:picMkLst>
            <pc:docMk/>
            <pc:sldMk cId="2192048542" sldId="9816"/>
            <ac:picMk id="18" creationId="{D2630C52-F955-FCBB-850D-D768E24A294C}"/>
          </ac:picMkLst>
        </pc:picChg>
        <pc:picChg chg="ord">
          <ac:chgData name="Macher, Andreas (DI FA CTR PLC PPM)" userId="f1dcac62-7bef-43eb-91f0-927336a1714f" providerId="ADAL" clId="{C5C6EC8B-092A-4999-B5EE-A1C3BF508D8A}" dt="2022-11-29T08:29:59.579" v="6300" actId="166"/>
          <ac:picMkLst>
            <pc:docMk/>
            <pc:sldMk cId="2192048542" sldId="9816"/>
            <ac:picMk id="150" creationId="{292AE3D1-9766-D2EC-D30F-A67ECD2E301D}"/>
          </ac:picMkLst>
        </pc:picChg>
        <pc:picChg chg="ord">
          <ac:chgData name="Macher, Andreas (DI FA CTR PLC PPM)" userId="f1dcac62-7bef-43eb-91f0-927336a1714f" providerId="ADAL" clId="{C5C6EC8B-092A-4999-B5EE-A1C3BF508D8A}" dt="2022-11-29T08:29:59.579" v="6300" actId="166"/>
          <ac:picMkLst>
            <pc:docMk/>
            <pc:sldMk cId="2192048542" sldId="9816"/>
            <ac:picMk id="151" creationId="{2B178381-A1C4-AD04-5B8B-6F3EA1A909F7}"/>
          </ac:picMkLst>
        </pc:picChg>
        <pc:cxnChg chg="del mod topLvl">
          <ac:chgData name="Macher, Andreas (DI FA CTR PLC PPM)" userId="f1dcac62-7bef-43eb-91f0-927336a1714f" providerId="ADAL" clId="{C5C6EC8B-092A-4999-B5EE-A1C3BF508D8A}" dt="2022-11-29T08:30:12.085" v="6301" actId="478"/>
          <ac:cxnSpMkLst>
            <pc:docMk/>
            <pc:sldMk cId="2192048542" sldId="9816"/>
            <ac:cxnSpMk id="5" creationId="{8FB9FA40-3F6B-622B-D1F0-2E080F43E2FC}"/>
          </ac:cxnSpMkLst>
        </pc:cxnChg>
        <pc:cxnChg chg="mod topLvl">
          <ac:chgData name="Macher, Andreas (DI FA CTR PLC PPM)" userId="f1dcac62-7bef-43eb-91f0-927336a1714f" providerId="ADAL" clId="{C5C6EC8B-092A-4999-B5EE-A1C3BF508D8A}" dt="2022-11-29T08:29:37.382" v="6297" actId="14100"/>
          <ac:cxnSpMkLst>
            <pc:docMk/>
            <pc:sldMk cId="2192048542" sldId="9816"/>
            <ac:cxnSpMk id="7" creationId="{37FA80F6-8A01-8E7E-35D5-AFDCF15AC219}"/>
          </ac:cxnSpMkLst>
        </pc:cxnChg>
        <pc:cxnChg chg="add mod">
          <ac:chgData name="Macher, Andreas (DI FA CTR PLC PPM)" userId="f1dcac62-7bef-43eb-91f0-927336a1714f" providerId="ADAL" clId="{C5C6EC8B-092A-4999-B5EE-A1C3BF508D8A}" dt="2022-11-29T08:29:47.643" v="6299" actId="1076"/>
          <ac:cxnSpMkLst>
            <pc:docMk/>
            <pc:sldMk cId="2192048542" sldId="9816"/>
            <ac:cxnSpMk id="22" creationId="{97A9FDB2-9A20-C23B-F38D-613A6A6F7231}"/>
          </ac:cxnSpMkLst>
        </pc:cxnChg>
      </pc:sldChg>
      <pc:sldChg chg="add del">
        <pc:chgData name="Macher, Andreas (DI FA CTR PLC PPM)" userId="f1dcac62-7bef-43eb-91f0-927336a1714f" providerId="ADAL" clId="{C5C6EC8B-092A-4999-B5EE-A1C3BF508D8A}" dt="2022-11-29T08:24:49.679" v="6192"/>
        <pc:sldMkLst>
          <pc:docMk/>
          <pc:sldMk cId="2398933714" sldId="9816"/>
        </pc:sldMkLst>
      </pc:sldChg>
      <pc:sldChg chg="addSp delSp modSp add mod">
        <pc:chgData name="Macher, Andreas (DI FA CTR PLC PPM)" userId="f1dcac62-7bef-43eb-91f0-927336a1714f" providerId="ADAL" clId="{C5C6EC8B-092A-4999-B5EE-A1C3BF508D8A}" dt="2022-11-29T16:10:05.146" v="9210"/>
        <pc:sldMkLst>
          <pc:docMk/>
          <pc:sldMk cId="3910385073" sldId="9817"/>
        </pc:sldMkLst>
        <pc:spChg chg="mod">
          <ac:chgData name="Macher, Andreas (DI FA CTR PLC PPM)" userId="f1dcac62-7bef-43eb-91f0-927336a1714f" providerId="ADAL" clId="{C5C6EC8B-092A-4999-B5EE-A1C3BF508D8A}" dt="2022-11-29T09:07:18.020" v="6697" actId="6549"/>
          <ac:spMkLst>
            <pc:docMk/>
            <pc:sldMk cId="3910385073" sldId="9817"/>
            <ac:spMk id="2" creationId="{00000000-0000-0000-0000-000000000000}"/>
          </ac:spMkLst>
        </pc:spChg>
        <pc:spChg chg="add mod">
          <ac:chgData name="Macher, Andreas (DI FA CTR PLC PPM)" userId="f1dcac62-7bef-43eb-91f0-927336a1714f" providerId="ADAL" clId="{C5C6EC8B-092A-4999-B5EE-A1C3BF508D8A}" dt="2022-11-29T08:31:07.429" v="6327"/>
          <ac:spMkLst>
            <pc:docMk/>
            <pc:sldMk cId="3910385073" sldId="9817"/>
            <ac:spMk id="3" creationId="{8B6C0F5C-796F-FF04-FC4A-C2D94A53481E}"/>
          </ac:spMkLst>
        </pc:spChg>
        <pc:spChg chg="del">
          <ac:chgData name="Macher, Andreas (DI FA CTR PLC PPM)" userId="f1dcac62-7bef-43eb-91f0-927336a1714f" providerId="ADAL" clId="{C5C6EC8B-092A-4999-B5EE-A1C3BF508D8A}" dt="2022-11-29T09:14:57.102" v="7119" actId="478"/>
          <ac:spMkLst>
            <pc:docMk/>
            <pc:sldMk cId="3910385073" sldId="9817"/>
            <ac:spMk id="4" creationId="{D6EB2DB1-BFAD-283C-FCED-53D178966CF8}"/>
          </ac:spMkLst>
        </pc:spChg>
        <pc:spChg chg="mod">
          <ac:chgData name="Macher, Andreas (DI FA CTR PLC PPM)" userId="f1dcac62-7bef-43eb-91f0-927336a1714f" providerId="ADAL" clId="{C5C6EC8B-092A-4999-B5EE-A1C3BF508D8A}" dt="2022-11-29T16:10:05.146" v="9210"/>
          <ac:spMkLst>
            <pc:docMk/>
            <pc:sldMk cId="3910385073" sldId="9817"/>
            <ac:spMk id="6" creationId="{52486D80-3DF7-470D-823E-765DCE86C853}"/>
          </ac:spMkLst>
        </pc:spChg>
        <pc:spChg chg="mod ord">
          <ac:chgData name="Macher, Andreas (DI FA CTR PLC PPM)" userId="f1dcac62-7bef-43eb-91f0-927336a1714f" providerId="ADAL" clId="{C5C6EC8B-092A-4999-B5EE-A1C3BF508D8A}" dt="2022-11-29T09:03:09.316" v="6542" actId="167"/>
          <ac:spMkLst>
            <pc:docMk/>
            <pc:sldMk cId="3910385073" sldId="9817"/>
            <ac:spMk id="11" creationId="{50538284-0E59-7DAB-9179-8F0D020C3AF3}"/>
          </ac:spMkLst>
        </pc:spChg>
        <pc:spChg chg="add mod">
          <ac:chgData name="Macher, Andreas (DI FA CTR PLC PPM)" userId="f1dcac62-7bef-43eb-91f0-927336a1714f" providerId="ADAL" clId="{C5C6EC8B-092A-4999-B5EE-A1C3BF508D8A}" dt="2022-11-29T09:04:10.534" v="6566" actId="14100"/>
          <ac:spMkLst>
            <pc:docMk/>
            <pc:sldMk cId="3910385073" sldId="9817"/>
            <ac:spMk id="13" creationId="{0D2A3379-F9BE-DCB6-07AA-15EB94C17822}"/>
          </ac:spMkLst>
        </pc:spChg>
        <pc:spChg chg="mod">
          <ac:chgData name="Macher, Andreas (DI FA CTR PLC PPM)" userId="f1dcac62-7bef-43eb-91f0-927336a1714f" providerId="ADAL" clId="{C5C6EC8B-092A-4999-B5EE-A1C3BF508D8A}" dt="2022-11-29T09:05:39.693" v="6671" actId="20577"/>
          <ac:spMkLst>
            <pc:docMk/>
            <pc:sldMk cId="3910385073" sldId="9817"/>
            <ac:spMk id="99" creationId="{53B79C5F-BF56-ED54-7615-E0E73B02DA14}"/>
          </ac:spMkLst>
        </pc:spChg>
        <pc:spChg chg="del">
          <ac:chgData name="Macher, Andreas (DI FA CTR PLC PPM)" userId="f1dcac62-7bef-43eb-91f0-927336a1714f" providerId="ADAL" clId="{C5C6EC8B-092A-4999-B5EE-A1C3BF508D8A}" dt="2022-11-29T08:33:27.090" v="6352" actId="478"/>
          <ac:spMkLst>
            <pc:docMk/>
            <pc:sldMk cId="3910385073" sldId="9817"/>
            <ac:spMk id="101" creationId="{BFCDD911-C4E0-D4CB-02F6-76E9A7D75546}"/>
          </ac:spMkLst>
        </pc:spChg>
        <pc:spChg chg="del">
          <ac:chgData name="Macher, Andreas (DI FA CTR PLC PPM)" userId="f1dcac62-7bef-43eb-91f0-927336a1714f" providerId="ADAL" clId="{C5C6EC8B-092A-4999-B5EE-A1C3BF508D8A}" dt="2022-11-29T08:33:27.090" v="6352" actId="478"/>
          <ac:spMkLst>
            <pc:docMk/>
            <pc:sldMk cId="3910385073" sldId="9817"/>
            <ac:spMk id="102" creationId="{98A2C848-DD1D-1671-E97C-9A37CDE27AA9}"/>
          </ac:spMkLst>
        </pc:spChg>
        <pc:spChg chg="del">
          <ac:chgData name="Macher, Andreas (DI FA CTR PLC PPM)" userId="f1dcac62-7bef-43eb-91f0-927336a1714f" providerId="ADAL" clId="{C5C6EC8B-092A-4999-B5EE-A1C3BF508D8A}" dt="2022-11-29T08:33:27.090" v="6352" actId="478"/>
          <ac:spMkLst>
            <pc:docMk/>
            <pc:sldMk cId="3910385073" sldId="9817"/>
            <ac:spMk id="103" creationId="{948D7EA1-A5B0-86C1-72CE-AA055B6394F6}"/>
          </ac:spMkLst>
        </pc:spChg>
        <pc:spChg chg="del">
          <ac:chgData name="Macher, Andreas (DI FA CTR PLC PPM)" userId="f1dcac62-7bef-43eb-91f0-927336a1714f" providerId="ADAL" clId="{C5C6EC8B-092A-4999-B5EE-A1C3BF508D8A}" dt="2022-11-29T08:33:27.090" v="6352" actId="478"/>
          <ac:spMkLst>
            <pc:docMk/>
            <pc:sldMk cId="3910385073" sldId="9817"/>
            <ac:spMk id="115" creationId="{6BCD7357-EC45-8B02-0CE6-6A9169B29F36}"/>
          </ac:spMkLst>
        </pc:spChg>
        <pc:spChg chg="del">
          <ac:chgData name="Macher, Andreas (DI FA CTR PLC PPM)" userId="f1dcac62-7bef-43eb-91f0-927336a1714f" providerId="ADAL" clId="{C5C6EC8B-092A-4999-B5EE-A1C3BF508D8A}" dt="2022-11-29T08:33:27.090" v="6352" actId="478"/>
          <ac:spMkLst>
            <pc:docMk/>
            <pc:sldMk cId="3910385073" sldId="9817"/>
            <ac:spMk id="140" creationId="{08CB804F-6D4F-0164-F95F-C60A38B1BC75}"/>
          </ac:spMkLst>
        </pc:spChg>
        <pc:spChg chg="del">
          <ac:chgData name="Macher, Andreas (DI FA CTR PLC PPM)" userId="f1dcac62-7bef-43eb-91f0-927336a1714f" providerId="ADAL" clId="{C5C6EC8B-092A-4999-B5EE-A1C3BF508D8A}" dt="2022-11-29T08:33:27.090" v="6352" actId="478"/>
          <ac:spMkLst>
            <pc:docMk/>
            <pc:sldMk cId="3910385073" sldId="9817"/>
            <ac:spMk id="144" creationId="{B5E110E9-6BDC-25E2-7D34-8C94B897184B}"/>
          </ac:spMkLst>
        </pc:spChg>
        <pc:spChg chg="del">
          <ac:chgData name="Macher, Andreas (DI FA CTR PLC PPM)" userId="f1dcac62-7bef-43eb-91f0-927336a1714f" providerId="ADAL" clId="{C5C6EC8B-092A-4999-B5EE-A1C3BF508D8A}" dt="2022-11-29T08:33:27.090" v="6352" actId="478"/>
          <ac:spMkLst>
            <pc:docMk/>
            <pc:sldMk cId="3910385073" sldId="9817"/>
            <ac:spMk id="145" creationId="{1A42577E-E82C-3C85-A184-2836008C4C56}"/>
          </ac:spMkLst>
        </pc:spChg>
        <pc:spChg chg="del">
          <ac:chgData name="Macher, Andreas (DI FA CTR PLC PPM)" userId="f1dcac62-7bef-43eb-91f0-927336a1714f" providerId="ADAL" clId="{C5C6EC8B-092A-4999-B5EE-A1C3BF508D8A}" dt="2022-11-29T08:33:27.090" v="6352" actId="478"/>
          <ac:spMkLst>
            <pc:docMk/>
            <pc:sldMk cId="3910385073" sldId="9817"/>
            <ac:spMk id="146" creationId="{050537E5-3DFE-CB16-FFB5-016723309920}"/>
          </ac:spMkLst>
        </pc:spChg>
        <pc:spChg chg="del">
          <ac:chgData name="Macher, Andreas (DI FA CTR PLC PPM)" userId="f1dcac62-7bef-43eb-91f0-927336a1714f" providerId="ADAL" clId="{C5C6EC8B-092A-4999-B5EE-A1C3BF508D8A}" dt="2022-11-29T08:33:27.090" v="6352" actId="478"/>
          <ac:spMkLst>
            <pc:docMk/>
            <pc:sldMk cId="3910385073" sldId="9817"/>
            <ac:spMk id="147" creationId="{1B5B0191-041D-649E-5339-E9A36280C9B6}"/>
          </ac:spMkLst>
        </pc:spChg>
        <pc:spChg chg="del">
          <ac:chgData name="Macher, Andreas (DI FA CTR PLC PPM)" userId="f1dcac62-7bef-43eb-91f0-927336a1714f" providerId="ADAL" clId="{C5C6EC8B-092A-4999-B5EE-A1C3BF508D8A}" dt="2022-11-29T08:33:27.090" v="6352" actId="478"/>
          <ac:spMkLst>
            <pc:docMk/>
            <pc:sldMk cId="3910385073" sldId="9817"/>
            <ac:spMk id="148" creationId="{295B6060-8977-27C9-BEDD-96F1939B0486}"/>
          </ac:spMkLst>
        </pc:spChg>
        <pc:spChg chg="del">
          <ac:chgData name="Macher, Andreas (DI FA CTR PLC PPM)" userId="f1dcac62-7bef-43eb-91f0-927336a1714f" providerId="ADAL" clId="{C5C6EC8B-092A-4999-B5EE-A1C3BF508D8A}" dt="2022-11-29T08:33:27.090" v="6352" actId="478"/>
          <ac:spMkLst>
            <pc:docMk/>
            <pc:sldMk cId="3910385073" sldId="9817"/>
            <ac:spMk id="155" creationId="{1D36F0A8-E4EE-8D27-FA78-ACDA852A2CB8}"/>
          </ac:spMkLst>
        </pc:spChg>
        <pc:spChg chg="del mod">
          <ac:chgData name="Macher, Andreas (DI FA CTR PLC PPM)" userId="f1dcac62-7bef-43eb-91f0-927336a1714f" providerId="ADAL" clId="{C5C6EC8B-092A-4999-B5EE-A1C3BF508D8A}" dt="2022-11-29T09:02:35.810" v="6534" actId="478"/>
          <ac:spMkLst>
            <pc:docMk/>
            <pc:sldMk cId="3910385073" sldId="9817"/>
            <ac:spMk id="247" creationId="{4058F77D-F556-64D3-0D9B-3C046D333A1D}"/>
          </ac:spMkLst>
        </pc:spChg>
        <pc:spChg chg="del mod">
          <ac:chgData name="Macher, Andreas (DI FA CTR PLC PPM)" userId="f1dcac62-7bef-43eb-91f0-927336a1714f" providerId="ADAL" clId="{C5C6EC8B-092A-4999-B5EE-A1C3BF508D8A}" dt="2022-11-29T09:02:41.203" v="6537" actId="478"/>
          <ac:spMkLst>
            <pc:docMk/>
            <pc:sldMk cId="3910385073" sldId="9817"/>
            <ac:spMk id="248" creationId="{862C1800-3D72-4632-EA5A-BF2C8BA5E706}"/>
          </ac:spMkLst>
        </pc:spChg>
        <pc:spChg chg="del mod">
          <ac:chgData name="Macher, Andreas (DI FA CTR PLC PPM)" userId="f1dcac62-7bef-43eb-91f0-927336a1714f" providerId="ADAL" clId="{C5C6EC8B-092A-4999-B5EE-A1C3BF508D8A}" dt="2022-11-29T09:02:39.935" v="6536" actId="478"/>
          <ac:spMkLst>
            <pc:docMk/>
            <pc:sldMk cId="3910385073" sldId="9817"/>
            <ac:spMk id="263" creationId="{26D9C2DF-5679-B805-7DD2-04CFD3040A9B}"/>
          </ac:spMkLst>
        </pc:spChg>
        <pc:spChg chg="del mod">
          <ac:chgData name="Macher, Andreas (DI FA CTR PLC PPM)" userId="f1dcac62-7bef-43eb-91f0-927336a1714f" providerId="ADAL" clId="{C5C6EC8B-092A-4999-B5EE-A1C3BF508D8A}" dt="2022-11-29T09:02:37.346" v="6535" actId="478"/>
          <ac:spMkLst>
            <pc:docMk/>
            <pc:sldMk cId="3910385073" sldId="9817"/>
            <ac:spMk id="270" creationId="{C7D56EBE-D5D9-FBAE-8796-9C821465260B}"/>
          </ac:spMkLst>
        </pc:spChg>
        <pc:grpChg chg="del">
          <ac:chgData name="Macher, Andreas (DI FA CTR PLC PPM)" userId="f1dcac62-7bef-43eb-91f0-927336a1714f" providerId="ADAL" clId="{C5C6EC8B-092A-4999-B5EE-A1C3BF508D8A}" dt="2022-11-29T08:33:27.090" v="6352" actId="478"/>
          <ac:grpSpMkLst>
            <pc:docMk/>
            <pc:sldMk cId="3910385073" sldId="9817"/>
            <ac:grpSpMk id="104" creationId="{63621D50-5204-DE44-61CD-43DD5B1C87C0}"/>
          </ac:grpSpMkLst>
        </pc:grpChg>
        <pc:grpChg chg="mod">
          <ac:chgData name="Macher, Andreas (DI FA CTR PLC PPM)" userId="f1dcac62-7bef-43eb-91f0-927336a1714f" providerId="ADAL" clId="{C5C6EC8B-092A-4999-B5EE-A1C3BF508D8A}" dt="2022-11-29T09:03:53.229" v="6554" actId="1035"/>
          <ac:grpSpMkLst>
            <pc:docMk/>
            <pc:sldMk cId="3910385073" sldId="9817"/>
            <ac:grpSpMk id="116" creationId="{BB6E87A8-C12D-521A-13C6-BCDD87C6F8D9}"/>
          </ac:grpSpMkLst>
        </pc:grpChg>
        <pc:grpChg chg="del">
          <ac:chgData name="Macher, Andreas (DI FA CTR PLC PPM)" userId="f1dcac62-7bef-43eb-91f0-927336a1714f" providerId="ADAL" clId="{C5C6EC8B-092A-4999-B5EE-A1C3BF508D8A}" dt="2022-11-29T08:33:27.090" v="6352" actId="478"/>
          <ac:grpSpMkLst>
            <pc:docMk/>
            <pc:sldMk cId="3910385073" sldId="9817"/>
            <ac:grpSpMk id="135" creationId="{C8FD1661-4ED7-41C7-7110-7E59A086C123}"/>
          </ac:grpSpMkLst>
        </pc:grpChg>
        <pc:grpChg chg="del">
          <ac:chgData name="Macher, Andreas (DI FA CTR PLC PPM)" userId="f1dcac62-7bef-43eb-91f0-927336a1714f" providerId="ADAL" clId="{C5C6EC8B-092A-4999-B5EE-A1C3BF508D8A}" dt="2022-11-29T08:33:27.090" v="6352" actId="478"/>
          <ac:grpSpMkLst>
            <pc:docMk/>
            <pc:sldMk cId="3910385073" sldId="9817"/>
            <ac:grpSpMk id="156" creationId="{F42825C2-104C-7FBC-260E-AE4D9C15FDA6}"/>
          </ac:grpSpMkLst>
        </pc:grpChg>
        <pc:grpChg chg="del mod">
          <ac:chgData name="Macher, Andreas (DI FA CTR PLC PPM)" userId="f1dcac62-7bef-43eb-91f0-927336a1714f" providerId="ADAL" clId="{C5C6EC8B-092A-4999-B5EE-A1C3BF508D8A}" dt="2022-11-29T08:40:38.934" v="6511" actId="478"/>
          <ac:grpSpMkLst>
            <pc:docMk/>
            <pc:sldMk cId="3910385073" sldId="9817"/>
            <ac:grpSpMk id="271" creationId="{E7B480D3-1E93-A0F0-1CEE-9153737A3CFF}"/>
          </ac:grpSpMkLst>
        </pc:grpChg>
        <pc:picChg chg="add mod ord">
          <ac:chgData name="Macher, Andreas (DI FA CTR PLC PPM)" userId="f1dcac62-7bef-43eb-91f0-927336a1714f" providerId="ADAL" clId="{C5C6EC8B-092A-4999-B5EE-A1C3BF508D8A}" dt="2022-11-29T08:33:09.163" v="6349" actId="166"/>
          <ac:picMkLst>
            <pc:docMk/>
            <pc:sldMk cId="3910385073" sldId="9817"/>
            <ac:picMk id="5" creationId="{5C6038CF-5B0A-65E7-C292-E67D68DC75CD}"/>
          </ac:picMkLst>
        </pc:picChg>
        <pc:picChg chg="add mod ord">
          <ac:chgData name="Macher, Andreas (DI FA CTR PLC PPM)" userId="f1dcac62-7bef-43eb-91f0-927336a1714f" providerId="ADAL" clId="{C5C6EC8B-092A-4999-B5EE-A1C3BF508D8A}" dt="2022-11-29T08:33:09.163" v="6349" actId="166"/>
          <ac:picMkLst>
            <pc:docMk/>
            <pc:sldMk cId="3910385073" sldId="9817"/>
            <ac:picMk id="7" creationId="{0F36BB99-DB8D-3645-1F5F-5FF8AB7604E4}"/>
          </ac:picMkLst>
        </pc:picChg>
        <pc:picChg chg="add mod">
          <ac:chgData name="Macher, Andreas (DI FA CTR PLC PPM)" userId="f1dcac62-7bef-43eb-91f0-927336a1714f" providerId="ADAL" clId="{C5C6EC8B-092A-4999-B5EE-A1C3BF508D8A}" dt="2022-11-29T09:03:21.219" v="6544" actId="1076"/>
          <ac:picMkLst>
            <pc:docMk/>
            <pc:sldMk cId="3910385073" sldId="9817"/>
            <ac:picMk id="16" creationId="{3993BC8C-70EC-AEEB-7A2B-5EC11B9E13D1}"/>
          </ac:picMkLst>
        </pc:picChg>
        <pc:picChg chg="add mod">
          <ac:chgData name="Macher, Andreas (DI FA CTR PLC PPM)" userId="f1dcac62-7bef-43eb-91f0-927336a1714f" providerId="ADAL" clId="{C5C6EC8B-092A-4999-B5EE-A1C3BF508D8A}" dt="2022-11-29T09:03:31.153" v="6545" actId="1076"/>
          <ac:picMkLst>
            <pc:docMk/>
            <pc:sldMk cId="3910385073" sldId="9817"/>
            <ac:picMk id="17" creationId="{DCD6578C-7C02-D35D-83D8-A7EC61DF03B0}"/>
          </ac:picMkLst>
        </pc:picChg>
        <pc:picChg chg="mod">
          <ac:chgData name="Macher, Andreas (DI FA CTR PLC PPM)" userId="f1dcac62-7bef-43eb-91f0-927336a1714f" providerId="ADAL" clId="{C5C6EC8B-092A-4999-B5EE-A1C3BF508D8A}" dt="2022-11-29T08:32:53.971" v="6346" actId="1035"/>
          <ac:picMkLst>
            <pc:docMk/>
            <pc:sldMk cId="3910385073" sldId="9817"/>
            <ac:picMk id="117" creationId="{F1888F07-6F10-1091-6210-E378193BC7FF}"/>
          </ac:picMkLst>
        </pc:picChg>
        <pc:picChg chg="mod">
          <ac:chgData name="Macher, Andreas (DI FA CTR PLC PPM)" userId="f1dcac62-7bef-43eb-91f0-927336a1714f" providerId="ADAL" clId="{C5C6EC8B-092A-4999-B5EE-A1C3BF508D8A}" dt="2022-11-29T08:32:53.971" v="6346" actId="1035"/>
          <ac:picMkLst>
            <pc:docMk/>
            <pc:sldMk cId="3910385073" sldId="9817"/>
            <ac:picMk id="118" creationId="{50DA40C0-FCFC-11F1-1CFB-BB6156D3E90A}"/>
          </ac:picMkLst>
        </pc:picChg>
        <pc:picChg chg="mod">
          <ac:chgData name="Macher, Andreas (DI FA CTR PLC PPM)" userId="f1dcac62-7bef-43eb-91f0-927336a1714f" providerId="ADAL" clId="{C5C6EC8B-092A-4999-B5EE-A1C3BF508D8A}" dt="2022-11-29T08:32:53.971" v="6346" actId="1035"/>
          <ac:picMkLst>
            <pc:docMk/>
            <pc:sldMk cId="3910385073" sldId="9817"/>
            <ac:picMk id="119" creationId="{F48609CB-1A05-A7D4-5AF6-903DFF121AD8}"/>
          </ac:picMkLst>
        </pc:picChg>
        <pc:picChg chg="mod">
          <ac:chgData name="Macher, Andreas (DI FA CTR PLC PPM)" userId="f1dcac62-7bef-43eb-91f0-927336a1714f" providerId="ADAL" clId="{C5C6EC8B-092A-4999-B5EE-A1C3BF508D8A}" dt="2022-11-29T08:32:53.971" v="6346" actId="1035"/>
          <ac:picMkLst>
            <pc:docMk/>
            <pc:sldMk cId="3910385073" sldId="9817"/>
            <ac:picMk id="120" creationId="{146438D4-7A26-59C2-9E81-680BBFBF82C4}"/>
          </ac:picMkLst>
        </pc:picChg>
        <pc:picChg chg="del">
          <ac:chgData name="Macher, Andreas (DI FA CTR PLC PPM)" userId="f1dcac62-7bef-43eb-91f0-927336a1714f" providerId="ADAL" clId="{C5C6EC8B-092A-4999-B5EE-A1C3BF508D8A}" dt="2022-11-29T08:33:27.090" v="6352" actId="478"/>
          <ac:picMkLst>
            <pc:docMk/>
            <pc:sldMk cId="3910385073" sldId="9817"/>
            <ac:picMk id="121" creationId="{042E8613-E0F9-8ECC-DDD2-3C2914605194}"/>
          </ac:picMkLst>
        </pc:picChg>
        <pc:picChg chg="mod">
          <ac:chgData name="Macher, Andreas (DI FA CTR PLC PPM)" userId="f1dcac62-7bef-43eb-91f0-927336a1714f" providerId="ADAL" clId="{C5C6EC8B-092A-4999-B5EE-A1C3BF508D8A}" dt="2022-11-29T09:03:57.828" v="6564" actId="1036"/>
          <ac:picMkLst>
            <pc:docMk/>
            <pc:sldMk cId="3910385073" sldId="9817"/>
            <ac:picMk id="267" creationId="{0D915113-0986-15BC-F0AA-B515757F13E7}"/>
          </ac:picMkLst>
        </pc:picChg>
        <pc:cxnChg chg="add mod">
          <ac:chgData name="Macher, Andreas (DI FA CTR PLC PPM)" userId="f1dcac62-7bef-43eb-91f0-927336a1714f" providerId="ADAL" clId="{C5C6EC8B-092A-4999-B5EE-A1C3BF508D8A}" dt="2022-11-29T08:32:45.417" v="6340" actId="14100"/>
          <ac:cxnSpMkLst>
            <pc:docMk/>
            <pc:sldMk cId="3910385073" sldId="9817"/>
            <ac:cxnSpMk id="8" creationId="{0E961614-A474-C49A-04D6-7AD2F166C770}"/>
          </ac:cxnSpMkLst>
        </pc:cxnChg>
        <pc:cxnChg chg="add mod">
          <ac:chgData name="Macher, Andreas (DI FA CTR PLC PPM)" userId="f1dcac62-7bef-43eb-91f0-927336a1714f" providerId="ADAL" clId="{C5C6EC8B-092A-4999-B5EE-A1C3BF508D8A}" dt="2022-11-29T08:33:03.157" v="6348" actId="1076"/>
          <ac:cxnSpMkLst>
            <pc:docMk/>
            <pc:sldMk cId="3910385073" sldId="9817"/>
            <ac:cxnSpMk id="12" creationId="{8F4BBE3B-9146-C456-274F-E83716846A5C}"/>
          </ac:cxnSpMkLst>
        </pc:cxnChg>
        <pc:cxnChg chg="add mod">
          <ac:chgData name="Macher, Andreas (DI FA CTR PLC PPM)" userId="f1dcac62-7bef-43eb-91f0-927336a1714f" providerId="ADAL" clId="{C5C6EC8B-092A-4999-B5EE-A1C3BF508D8A}" dt="2022-11-29T09:03:45.303" v="6549" actId="1076"/>
          <ac:cxnSpMkLst>
            <pc:docMk/>
            <pc:sldMk cId="3910385073" sldId="9817"/>
            <ac:cxnSpMk id="18" creationId="{C71A89AE-D47F-FD94-EAD1-899EBDDC7B5B}"/>
          </ac:cxnSpMkLst>
        </pc:cxnChg>
        <pc:cxnChg chg="add mod">
          <ac:chgData name="Macher, Andreas (DI FA CTR PLC PPM)" userId="f1dcac62-7bef-43eb-91f0-927336a1714f" providerId="ADAL" clId="{C5C6EC8B-092A-4999-B5EE-A1C3BF508D8A}" dt="2022-11-29T09:03:49.215" v="6551" actId="1076"/>
          <ac:cxnSpMkLst>
            <pc:docMk/>
            <pc:sldMk cId="3910385073" sldId="9817"/>
            <ac:cxnSpMk id="19" creationId="{29A49856-7F7B-2DD3-A64E-4C860942218D}"/>
          </ac:cxnSpMkLst>
        </pc:cxnChg>
        <pc:cxnChg chg="del">
          <ac:chgData name="Macher, Andreas (DI FA CTR PLC PPM)" userId="f1dcac62-7bef-43eb-91f0-927336a1714f" providerId="ADAL" clId="{C5C6EC8B-092A-4999-B5EE-A1C3BF508D8A}" dt="2022-11-29T08:33:27.090" v="6352" actId="478"/>
          <ac:cxnSpMkLst>
            <pc:docMk/>
            <pc:sldMk cId="3910385073" sldId="9817"/>
            <ac:cxnSpMk id="162" creationId="{EC6DEA5F-1FCF-24F3-B805-B9F1819E91BF}"/>
          </ac:cxnSpMkLst>
        </pc:cxnChg>
        <pc:cxnChg chg="del">
          <ac:chgData name="Macher, Andreas (DI FA CTR PLC PPM)" userId="f1dcac62-7bef-43eb-91f0-927336a1714f" providerId="ADAL" clId="{C5C6EC8B-092A-4999-B5EE-A1C3BF508D8A}" dt="2022-11-29T08:33:27.090" v="6352" actId="478"/>
          <ac:cxnSpMkLst>
            <pc:docMk/>
            <pc:sldMk cId="3910385073" sldId="9817"/>
            <ac:cxnSpMk id="163" creationId="{EF9C3C85-B48B-C0EB-AD6D-3419E92A89BA}"/>
          </ac:cxnSpMkLst>
        </pc:cxnChg>
        <pc:cxnChg chg="del">
          <ac:chgData name="Macher, Andreas (DI FA CTR PLC PPM)" userId="f1dcac62-7bef-43eb-91f0-927336a1714f" providerId="ADAL" clId="{C5C6EC8B-092A-4999-B5EE-A1C3BF508D8A}" dt="2022-11-29T08:33:27.090" v="6352" actId="478"/>
          <ac:cxnSpMkLst>
            <pc:docMk/>
            <pc:sldMk cId="3910385073" sldId="9817"/>
            <ac:cxnSpMk id="165" creationId="{76547873-1FD7-DF75-3E8E-48062602EBD1}"/>
          </ac:cxnSpMkLst>
        </pc:cxnChg>
      </pc:sldChg>
      <pc:sldChg chg="addSp delSp modSp add mod">
        <pc:chgData name="Macher, Andreas (DI FA CTR PLC PPM)" userId="f1dcac62-7bef-43eb-91f0-927336a1714f" providerId="ADAL" clId="{C5C6EC8B-092A-4999-B5EE-A1C3BF508D8A}" dt="2022-11-30T10:06:58.043" v="9398" actId="207"/>
        <pc:sldMkLst>
          <pc:docMk/>
          <pc:sldMk cId="1038859061" sldId="9818"/>
        </pc:sldMkLst>
        <pc:spChg chg="mod">
          <ac:chgData name="Macher, Andreas (DI FA CTR PLC PPM)" userId="f1dcac62-7bef-43eb-91f0-927336a1714f" providerId="ADAL" clId="{C5C6EC8B-092A-4999-B5EE-A1C3BF508D8A}" dt="2022-11-29T10:30:13.604" v="8265" actId="20577"/>
          <ac:spMkLst>
            <pc:docMk/>
            <pc:sldMk cId="1038859061" sldId="9818"/>
            <ac:spMk id="2" creationId="{00000000-0000-0000-0000-000000000000}"/>
          </ac:spMkLst>
        </pc:spChg>
        <pc:spChg chg="add mod">
          <ac:chgData name="Macher, Andreas (DI FA CTR PLC PPM)" userId="f1dcac62-7bef-43eb-91f0-927336a1714f" providerId="ADAL" clId="{C5C6EC8B-092A-4999-B5EE-A1C3BF508D8A}" dt="2022-11-29T09:13:40.681" v="7117" actId="1036"/>
          <ac:spMkLst>
            <pc:docMk/>
            <pc:sldMk cId="1038859061" sldId="9818"/>
            <ac:spMk id="4" creationId="{4608F11A-B469-2368-61B7-A589B76BC3E6}"/>
          </ac:spMkLst>
        </pc:spChg>
        <pc:spChg chg="del">
          <ac:chgData name="Macher, Andreas (DI FA CTR PLC PPM)" userId="f1dcac62-7bef-43eb-91f0-927336a1714f" providerId="ADAL" clId="{C5C6EC8B-092A-4999-B5EE-A1C3BF508D8A}" dt="2022-11-29T09:07:52.059" v="6700" actId="478"/>
          <ac:spMkLst>
            <pc:docMk/>
            <pc:sldMk cId="1038859061" sldId="9818"/>
            <ac:spMk id="5" creationId="{12F755DB-DE73-A0BC-EB8E-D94C175E2BD9}"/>
          </ac:spMkLst>
        </pc:spChg>
        <pc:spChg chg="add mod ord">
          <ac:chgData name="Macher, Andreas (DI FA CTR PLC PPM)" userId="f1dcac62-7bef-43eb-91f0-927336a1714f" providerId="ADAL" clId="{C5C6EC8B-092A-4999-B5EE-A1C3BF508D8A}" dt="2022-11-29T15:14:52.554" v="9157" actId="167"/>
          <ac:spMkLst>
            <pc:docMk/>
            <pc:sldMk cId="1038859061" sldId="9818"/>
            <ac:spMk id="5" creationId="{C21168AB-8FB4-7511-9173-87FC43098D6E}"/>
          </ac:spMkLst>
        </pc:spChg>
        <pc:spChg chg="mod">
          <ac:chgData name="Macher, Andreas (DI FA CTR PLC PPM)" userId="f1dcac62-7bef-43eb-91f0-927336a1714f" providerId="ADAL" clId="{C5C6EC8B-092A-4999-B5EE-A1C3BF508D8A}" dt="2022-11-29T16:10:05.146" v="9210"/>
          <ac:spMkLst>
            <pc:docMk/>
            <pc:sldMk cId="1038859061" sldId="9818"/>
            <ac:spMk id="6" creationId="{52486D80-3DF7-470D-823E-765DCE86C853}"/>
          </ac:spMkLst>
        </pc:spChg>
        <pc:spChg chg="del">
          <ac:chgData name="Macher, Andreas (DI FA CTR PLC PPM)" userId="f1dcac62-7bef-43eb-91f0-927336a1714f" providerId="ADAL" clId="{C5C6EC8B-092A-4999-B5EE-A1C3BF508D8A}" dt="2022-11-29T09:07:52.059" v="6700" actId="478"/>
          <ac:spMkLst>
            <pc:docMk/>
            <pc:sldMk cId="1038859061" sldId="9818"/>
            <ac:spMk id="7" creationId="{448C620B-C3FB-D48A-21FF-06EA14134BDE}"/>
          </ac:spMkLst>
        </pc:spChg>
        <pc:spChg chg="add mod ord">
          <ac:chgData name="Macher, Andreas (DI FA CTR PLC PPM)" userId="f1dcac62-7bef-43eb-91f0-927336a1714f" providerId="ADAL" clId="{C5C6EC8B-092A-4999-B5EE-A1C3BF508D8A}" dt="2022-11-29T15:15:35.938" v="9165" actId="1076"/>
          <ac:spMkLst>
            <pc:docMk/>
            <pc:sldMk cId="1038859061" sldId="9818"/>
            <ac:spMk id="7" creationId="{677FE9B6-9AD2-E329-74C0-C3D3029A808D}"/>
          </ac:spMkLst>
        </pc:spChg>
        <pc:spChg chg="add mod">
          <ac:chgData name="Macher, Andreas (DI FA CTR PLC PPM)" userId="f1dcac62-7bef-43eb-91f0-927336a1714f" providerId="ADAL" clId="{C5C6EC8B-092A-4999-B5EE-A1C3BF508D8A}" dt="2022-11-29T09:13:40.681" v="7117" actId="1036"/>
          <ac:spMkLst>
            <pc:docMk/>
            <pc:sldMk cId="1038859061" sldId="9818"/>
            <ac:spMk id="12" creationId="{07085563-3AED-1FC8-49CC-0F84A73F5208}"/>
          </ac:spMkLst>
        </pc:spChg>
        <pc:spChg chg="add del mod">
          <ac:chgData name="Macher, Andreas (DI FA CTR PLC PPM)" userId="f1dcac62-7bef-43eb-91f0-927336a1714f" providerId="ADAL" clId="{C5C6EC8B-092A-4999-B5EE-A1C3BF508D8A}" dt="2022-11-29T15:15:20.573" v="9162" actId="478"/>
          <ac:spMkLst>
            <pc:docMk/>
            <pc:sldMk cId="1038859061" sldId="9818"/>
            <ac:spMk id="14" creationId="{715CC3CE-B25D-B751-ADCC-4FD143025994}"/>
          </ac:spMkLst>
        </pc:spChg>
        <pc:spChg chg="add mod">
          <ac:chgData name="Macher, Andreas (DI FA CTR PLC PPM)" userId="f1dcac62-7bef-43eb-91f0-927336a1714f" providerId="ADAL" clId="{C5C6EC8B-092A-4999-B5EE-A1C3BF508D8A}" dt="2022-11-29T09:13:40.681" v="7117" actId="1036"/>
          <ac:spMkLst>
            <pc:docMk/>
            <pc:sldMk cId="1038859061" sldId="9818"/>
            <ac:spMk id="15" creationId="{43E0F555-3916-D125-9DE6-662AA73B1D5E}"/>
          </ac:spMkLst>
        </pc:spChg>
        <pc:spChg chg="del">
          <ac:chgData name="Macher, Andreas (DI FA CTR PLC PPM)" userId="f1dcac62-7bef-43eb-91f0-927336a1714f" providerId="ADAL" clId="{C5C6EC8B-092A-4999-B5EE-A1C3BF508D8A}" dt="2022-11-29T09:07:52.059" v="6700" actId="478"/>
          <ac:spMkLst>
            <pc:docMk/>
            <pc:sldMk cId="1038859061" sldId="9818"/>
            <ac:spMk id="24" creationId="{B02B44C0-AC8B-4A87-AC35-7FAC49286568}"/>
          </ac:spMkLst>
        </pc:spChg>
        <pc:spChg chg="del">
          <ac:chgData name="Macher, Andreas (DI FA CTR PLC PPM)" userId="f1dcac62-7bef-43eb-91f0-927336a1714f" providerId="ADAL" clId="{C5C6EC8B-092A-4999-B5EE-A1C3BF508D8A}" dt="2022-11-29T09:15:07.005" v="7121" actId="478"/>
          <ac:spMkLst>
            <pc:docMk/>
            <pc:sldMk cId="1038859061" sldId="9818"/>
            <ac:spMk id="31" creationId="{CD552377-FC1D-8D53-18BA-EDE778ED9084}"/>
          </ac:spMkLst>
        </pc:spChg>
        <pc:spChg chg="add mod">
          <ac:chgData name="Macher, Andreas (DI FA CTR PLC PPM)" userId="f1dcac62-7bef-43eb-91f0-927336a1714f" providerId="ADAL" clId="{C5C6EC8B-092A-4999-B5EE-A1C3BF508D8A}" dt="2022-11-29T09:13:40.681" v="7117" actId="1036"/>
          <ac:spMkLst>
            <pc:docMk/>
            <pc:sldMk cId="1038859061" sldId="9818"/>
            <ac:spMk id="224" creationId="{D5AF5FAC-8438-928D-C876-F1F6BF859411}"/>
          </ac:spMkLst>
        </pc:spChg>
        <pc:spChg chg="mod">
          <ac:chgData name="Macher, Andreas (DI FA CTR PLC PPM)" userId="f1dcac62-7bef-43eb-91f0-927336a1714f" providerId="ADAL" clId="{C5C6EC8B-092A-4999-B5EE-A1C3BF508D8A}" dt="2022-11-30T10:06:58.043" v="9398" actId="207"/>
          <ac:spMkLst>
            <pc:docMk/>
            <pc:sldMk cId="1038859061" sldId="9818"/>
            <ac:spMk id="230" creationId="{821565C2-FC3D-7D35-EC2E-175AB41BE910}"/>
          </ac:spMkLst>
        </pc:spChg>
        <pc:spChg chg="del">
          <ac:chgData name="Macher, Andreas (DI FA CTR PLC PPM)" userId="f1dcac62-7bef-43eb-91f0-927336a1714f" providerId="ADAL" clId="{C5C6EC8B-092A-4999-B5EE-A1C3BF508D8A}" dt="2022-11-29T15:14:43.957" v="9154" actId="478"/>
          <ac:spMkLst>
            <pc:docMk/>
            <pc:sldMk cId="1038859061" sldId="9818"/>
            <ac:spMk id="231" creationId="{4B4A2BEF-59FD-0881-1A33-3025B871E3D8}"/>
          </ac:spMkLst>
        </pc:spChg>
        <pc:spChg chg="del">
          <ac:chgData name="Macher, Andreas (DI FA CTR PLC PPM)" userId="f1dcac62-7bef-43eb-91f0-927336a1714f" providerId="ADAL" clId="{C5C6EC8B-092A-4999-B5EE-A1C3BF508D8A}" dt="2022-11-29T09:10:47.198" v="7015" actId="478"/>
          <ac:spMkLst>
            <pc:docMk/>
            <pc:sldMk cId="1038859061" sldId="9818"/>
            <ac:spMk id="232" creationId="{C8DAA235-3BBA-D374-67E0-B72D0BC5FC2F}"/>
          </ac:spMkLst>
        </pc:spChg>
        <pc:spChg chg="del">
          <ac:chgData name="Macher, Andreas (DI FA CTR PLC PPM)" userId="f1dcac62-7bef-43eb-91f0-927336a1714f" providerId="ADAL" clId="{C5C6EC8B-092A-4999-B5EE-A1C3BF508D8A}" dt="2022-11-29T09:10:43.261" v="7011" actId="478"/>
          <ac:spMkLst>
            <pc:docMk/>
            <pc:sldMk cId="1038859061" sldId="9818"/>
            <ac:spMk id="233" creationId="{37D04D3B-47D7-27E1-54C6-2D57F8D2159D}"/>
          </ac:spMkLst>
        </pc:spChg>
        <pc:spChg chg="mod">
          <ac:chgData name="Macher, Andreas (DI FA CTR PLC PPM)" userId="f1dcac62-7bef-43eb-91f0-927336a1714f" providerId="ADAL" clId="{C5C6EC8B-092A-4999-B5EE-A1C3BF508D8A}" dt="2022-11-29T09:13:40.681" v="7117" actId="1036"/>
          <ac:spMkLst>
            <pc:docMk/>
            <pc:sldMk cId="1038859061" sldId="9818"/>
            <ac:spMk id="237" creationId="{A4084482-360B-4CBE-D982-5ACFE138D2A1}"/>
          </ac:spMkLst>
        </pc:spChg>
        <pc:spChg chg="mod">
          <ac:chgData name="Macher, Andreas (DI FA CTR PLC PPM)" userId="f1dcac62-7bef-43eb-91f0-927336a1714f" providerId="ADAL" clId="{C5C6EC8B-092A-4999-B5EE-A1C3BF508D8A}" dt="2022-11-29T09:13:40.681" v="7117" actId="1036"/>
          <ac:spMkLst>
            <pc:docMk/>
            <pc:sldMk cId="1038859061" sldId="9818"/>
            <ac:spMk id="238" creationId="{D9B0C8AB-4817-48E0-1A87-97CD095A8A29}"/>
          </ac:spMkLst>
        </pc:spChg>
        <pc:spChg chg="del">
          <ac:chgData name="Macher, Andreas (DI FA CTR PLC PPM)" userId="f1dcac62-7bef-43eb-91f0-927336a1714f" providerId="ADAL" clId="{C5C6EC8B-092A-4999-B5EE-A1C3BF508D8A}" dt="2022-11-29T09:10:45.364" v="7013" actId="478"/>
          <ac:spMkLst>
            <pc:docMk/>
            <pc:sldMk cId="1038859061" sldId="9818"/>
            <ac:spMk id="245" creationId="{0E04C8EB-562A-6E20-D6D9-F4A0C84981F6}"/>
          </ac:spMkLst>
        </pc:spChg>
        <pc:spChg chg="mod">
          <ac:chgData name="Macher, Andreas (DI FA CTR PLC PPM)" userId="f1dcac62-7bef-43eb-91f0-927336a1714f" providerId="ADAL" clId="{C5C6EC8B-092A-4999-B5EE-A1C3BF508D8A}" dt="2022-11-29T09:13:40.681" v="7117" actId="1036"/>
          <ac:spMkLst>
            <pc:docMk/>
            <pc:sldMk cId="1038859061" sldId="9818"/>
            <ac:spMk id="266" creationId="{B139BE73-005A-E931-31AE-68ADDDC71681}"/>
          </ac:spMkLst>
        </pc:spChg>
        <pc:spChg chg="mod">
          <ac:chgData name="Macher, Andreas (DI FA CTR PLC PPM)" userId="f1dcac62-7bef-43eb-91f0-927336a1714f" providerId="ADAL" clId="{C5C6EC8B-092A-4999-B5EE-A1C3BF508D8A}" dt="2022-11-29T09:13:40.681" v="7117" actId="1036"/>
          <ac:spMkLst>
            <pc:docMk/>
            <pc:sldMk cId="1038859061" sldId="9818"/>
            <ac:spMk id="268" creationId="{80BF56CF-CA71-C150-0847-FF77E1F7144C}"/>
          </ac:spMkLst>
        </pc:spChg>
        <pc:spChg chg="mod">
          <ac:chgData name="Macher, Andreas (DI FA CTR PLC PPM)" userId="f1dcac62-7bef-43eb-91f0-927336a1714f" providerId="ADAL" clId="{C5C6EC8B-092A-4999-B5EE-A1C3BF508D8A}" dt="2022-11-29T09:13:40.681" v="7117" actId="1036"/>
          <ac:spMkLst>
            <pc:docMk/>
            <pc:sldMk cId="1038859061" sldId="9818"/>
            <ac:spMk id="269" creationId="{C9E5D21F-C4EC-92AB-A69E-071FF0CDAA4F}"/>
          </ac:spMkLst>
        </pc:spChg>
        <pc:spChg chg="mod">
          <ac:chgData name="Macher, Andreas (DI FA CTR PLC PPM)" userId="f1dcac62-7bef-43eb-91f0-927336a1714f" providerId="ADAL" clId="{C5C6EC8B-092A-4999-B5EE-A1C3BF508D8A}" dt="2022-11-29T09:13:40.681" v="7117" actId="1036"/>
          <ac:spMkLst>
            <pc:docMk/>
            <pc:sldMk cId="1038859061" sldId="9818"/>
            <ac:spMk id="274" creationId="{7CDD6F49-980C-BE23-9CE3-A7B912EFB276}"/>
          </ac:spMkLst>
        </pc:spChg>
        <pc:spChg chg="mod">
          <ac:chgData name="Macher, Andreas (DI FA CTR PLC PPM)" userId="f1dcac62-7bef-43eb-91f0-927336a1714f" providerId="ADAL" clId="{C5C6EC8B-092A-4999-B5EE-A1C3BF508D8A}" dt="2022-11-29T09:13:40.681" v="7117" actId="1036"/>
          <ac:spMkLst>
            <pc:docMk/>
            <pc:sldMk cId="1038859061" sldId="9818"/>
            <ac:spMk id="275" creationId="{A5666F01-5624-A830-9285-C61C683CBE70}"/>
          </ac:spMkLst>
        </pc:spChg>
        <pc:spChg chg="del">
          <ac:chgData name="Macher, Andreas (DI FA CTR PLC PPM)" userId="f1dcac62-7bef-43eb-91f0-927336a1714f" providerId="ADAL" clId="{C5C6EC8B-092A-4999-B5EE-A1C3BF508D8A}" dt="2022-11-29T09:10:46.165" v="7014" actId="478"/>
          <ac:spMkLst>
            <pc:docMk/>
            <pc:sldMk cId="1038859061" sldId="9818"/>
            <ac:spMk id="276" creationId="{49DC3EDF-5EB3-B0E6-FD5D-7DE24A9237F1}"/>
          </ac:spMkLst>
        </pc:spChg>
        <pc:spChg chg="del">
          <ac:chgData name="Macher, Andreas (DI FA CTR PLC PPM)" userId="f1dcac62-7bef-43eb-91f0-927336a1714f" providerId="ADAL" clId="{C5C6EC8B-092A-4999-B5EE-A1C3BF508D8A}" dt="2022-11-29T09:10:40.396" v="7010" actId="478"/>
          <ac:spMkLst>
            <pc:docMk/>
            <pc:sldMk cId="1038859061" sldId="9818"/>
            <ac:spMk id="277" creationId="{F458133F-B2BD-BBAC-523A-C174FE1F2897}"/>
          </ac:spMkLst>
        </pc:spChg>
        <pc:grpChg chg="del">
          <ac:chgData name="Macher, Andreas (DI FA CTR PLC PPM)" userId="f1dcac62-7bef-43eb-91f0-927336a1714f" providerId="ADAL" clId="{C5C6EC8B-092A-4999-B5EE-A1C3BF508D8A}" dt="2022-11-29T09:07:52.059" v="6700" actId="478"/>
          <ac:grpSpMkLst>
            <pc:docMk/>
            <pc:sldMk cId="1038859061" sldId="9818"/>
            <ac:grpSpMk id="26" creationId="{CDDE2903-124F-88D5-AFEA-582242FDBDBA}"/>
          </ac:grpSpMkLst>
        </pc:grpChg>
        <pc:grpChg chg="mod ord">
          <ac:chgData name="Macher, Andreas (DI FA CTR PLC PPM)" userId="f1dcac62-7bef-43eb-91f0-927336a1714f" providerId="ADAL" clId="{C5C6EC8B-092A-4999-B5EE-A1C3BF508D8A}" dt="2022-11-29T09:13:40.681" v="7117" actId="1036"/>
          <ac:grpSpMkLst>
            <pc:docMk/>
            <pc:sldMk cId="1038859061" sldId="9818"/>
            <ac:grpSpMk id="234" creationId="{2173BBD9-409F-3E41-C68B-D1F81B8835A6}"/>
          </ac:grpSpMkLst>
        </pc:grpChg>
        <pc:grpChg chg="mod">
          <ac:chgData name="Macher, Andreas (DI FA CTR PLC PPM)" userId="f1dcac62-7bef-43eb-91f0-927336a1714f" providerId="ADAL" clId="{C5C6EC8B-092A-4999-B5EE-A1C3BF508D8A}" dt="2022-11-29T09:13:40.681" v="7117" actId="1036"/>
          <ac:grpSpMkLst>
            <pc:docMk/>
            <pc:sldMk cId="1038859061" sldId="9818"/>
            <ac:grpSpMk id="235" creationId="{9AF6329B-D743-1454-9B88-0C09DF57D98A}"/>
          </ac:grpSpMkLst>
        </pc:grpChg>
        <pc:grpChg chg="mod">
          <ac:chgData name="Macher, Andreas (DI FA CTR PLC PPM)" userId="f1dcac62-7bef-43eb-91f0-927336a1714f" providerId="ADAL" clId="{C5C6EC8B-092A-4999-B5EE-A1C3BF508D8A}" dt="2022-11-29T09:13:40.681" v="7117" actId="1036"/>
          <ac:grpSpMkLst>
            <pc:docMk/>
            <pc:sldMk cId="1038859061" sldId="9818"/>
            <ac:grpSpMk id="236" creationId="{C039C6FA-A161-D094-6C67-C7F7F3D22801}"/>
          </ac:grpSpMkLst>
        </pc:grpChg>
        <pc:grpChg chg="del">
          <ac:chgData name="Macher, Andreas (DI FA CTR PLC PPM)" userId="f1dcac62-7bef-43eb-91f0-927336a1714f" providerId="ADAL" clId="{C5C6EC8B-092A-4999-B5EE-A1C3BF508D8A}" dt="2022-11-29T09:10:44.185" v="7012" actId="478"/>
          <ac:grpSpMkLst>
            <pc:docMk/>
            <pc:sldMk cId="1038859061" sldId="9818"/>
            <ac:grpSpMk id="250" creationId="{E798C612-5645-DD52-D6FD-B58045D212CA}"/>
          </ac:grpSpMkLst>
        </pc:grpChg>
        <pc:picChg chg="del">
          <ac:chgData name="Macher, Andreas (DI FA CTR PLC PPM)" userId="f1dcac62-7bef-43eb-91f0-927336a1714f" providerId="ADAL" clId="{C5C6EC8B-092A-4999-B5EE-A1C3BF508D8A}" dt="2022-11-29T09:07:52.059" v="6700" actId="478"/>
          <ac:picMkLst>
            <pc:docMk/>
            <pc:sldMk cId="1038859061" sldId="9818"/>
            <ac:picMk id="25" creationId="{CDD6CE35-5311-9973-CABD-E0D3DA51BE3F}"/>
          </ac:picMkLst>
        </pc:picChg>
        <pc:picChg chg="mod">
          <ac:chgData name="Macher, Andreas (DI FA CTR PLC PPM)" userId="f1dcac62-7bef-43eb-91f0-927336a1714f" providerId="ADAL" clId="{C5C6EC8B-092A-4999-B5EE-A1C3BF508D8A}" dt="2022-11-29T09:13:40.681" v="7117" actId="1036"/>
          <ac:picMkLst>
            <pc:docMk/>
            <pc:sldMk cId="1038859061" sldId="9818"/>
            <ac:picMk id="239" creationId="{3C6BB8BB-4BF3-35A7-1E00-37DAF3F90BFF}"/>
          </ac:picMkLst>
        </pc:picChg>
        <pc:picChg chg="mod">
          <ac:chgData name="Macher, Andreas (DI FA CTR PLC PPM)" userId="f1dcac62-7bef-43eb-91f0-927336a1714f" providerId="ADAL" clId="{C5C6EC8B-092A-4999-B5EE-A1C3BF508D8A}" dt="2022-11-29T09:13:40.681" v="7117" actId="1036"/>
          <ac:picMkLst>
            <pc:docMk/>
            <pc:sldMk cId="1038859061" sldId="9818"/>
            <ac:picMk id="240" creationId="{3BF65363-8B23-8C72-D12C-E498B09E79F4}"/>
          </ac:picMkLst>
        </pc:picChg>
        <pc:picChg chg="mod">
          <ac:chgData name="Macher, Andreas (DI FA CTR PLC PPM)" userId="f1dcac62-7bef-43eb-91f0-927336a1714f" providerId="ADAL" clId="{C5C6EC8B-092A-4999-B5EE-A1C3BF508D8A}" dt="2022-11-29T09:13:40.681" v="7117" actId="1036"/>
          <ac:picMkLst>
            <pc:docMk/>
            <pc:sldMk cId="1038859061" sldId="9818"/>
            <ac:picMk id="241" creationId="{9482FFE3-E997-22A6-DFD0-2F59369616B8}"/>
          </ac:picMkLst>
        </pc:picChg>
        <pc:picChg chg="mod">
          <ac:chgData name="Macher, Andreas (DI FA CTR PLC PPM)" userId="f1dcac62-7bef-43eb-91f0-927336a1714f" providerId="ADAL" clId="{C5C6EC8B-092A-4999-B5EE-A1C3BF508D8A}" dt="2022-11-29T09:13:40.681" v="7117" actId="1036"/>
          <ac:picMkLst>
            <pc:docMk/>
            <pc:sldMk cId="1038859061" sldId="9818"/>
            <ac:picMk id="242" creationId="{DB626E9D-CFA2-EB64-0D68-88260B4091E8}"/>
          </ac:picMkLst>
        </pc:picChg>
        <pc:picChg chg="mod">
          <ac:chgData name="Macher, Andreas (DI FA CTR PLC PPM)" userId="f1dcac62-7bef-43eb-91f0-927336a1714f" providerId="ADAL" clId="{C5C6EC8B-092A-4999-B5EE-A1C3BF508D8A}" dt="2022-11-29T09:13:40.681" v="7117" actId="1036"/>
          <ac:picMkLst>
            <pc:docMk/>
            <pc:sldMk cId="1038859061" sldId="9818"/>
            <ac:picMk id="243" creationId="{3B09CEB7-B02C-A26F-7776-A0B2E7ECE573}"/>
          </ac:picMkLst>
        </pc:picChg>
        <pc:picChg chg="mod">
          <ac:chgData name="Macher, Andreas (DI FA CTR PLC PPM)" userId="f1dcac62-7bef-43eb-91f0-927336a1714f" providerId="ADAL" clId="{C5C6EC8B-092A-4999-B5EE-A1C3BF508D8A}" dt="2022-11-29T09:13:40.681" v="7117" actId="1036"/>
          <ac:picMkLst>
            <pc:docMk/>
            <pc:sldMk cId="1038859061" sldId="9818"/>
            <ac:picMk id="244" creationId="{7747936A-990A-133E-DF9A-2F6D6FF5289E}"/>
          </ac:picMkLst>
        </pc:picChg>
        <pc:picChg chg="del">
          <ac:chgData name="Macher, Andreas (DI FA CTR PLC PPM)" userId="f1dcac62-7bef-43eb-91f0-927336a1714f" providerId="ADAL" clId="{C5C6EC8B-092A-4999-B5EE-A1C3BF508D8A}" dt="2022-11-29T09:10:48.883" v="7017" actId="478"/>
          <ac:picMkLst>
            <pc:docMk/>
            <pc:sldMk cId="1038859061" sldId="9818"/>
            <ac:picMk id="246" creationId="{AEA2A1CC-F7B1-B423-72FB-3491321EBE57}"/>
          </ac:picMkLst>
        </pc:picChg>
        <pc:cxnChg chg="del">
          <ac:chgData name="Macher, Andreas (DI FA CTR PLC PPM)" userId="f1dcac62-7bef-43eb-91f0-927336a1714f" providerId="ADAL" clId="{C5C6EC8B-092A-4999-B5EE-A1C3BF508D8A}" dt="2022-11-29T09:10:47.973" v="7016" actId="478"/>
          <ac:cxnSpMkLst>
            <pc:docMk/>
            <pc:sldMk cId="1038859061" sldId="9818"/>
            <ac:cxnSpMk id="279" creationId="{5BD753C8-8A6D-49CE-461A-FC871F435D3C}"/>
          </ac:cxnSpMkLst>
        </pc:cxnChg>
      </pc:sldChg>
      <pc:sldChg chg="addSp delSp modSp add del mod">
        <pc:chgData name="Macher, Andreas (DI FA CTR PLC PPM)" userId="f1dcac62-7bef-43eb-91f0-927336a1714f" providerId="ADAL" clId="{C5C6EC8B-092A-4999-B5EE-A1C3BF508D8A}" dt="2022-11-30T10:07:35.658" v="9402" actId="47"/>
        <pc:sldMkLst>
          <pc:docMk/>
          <pc:sldMk cId="402274634" sldId="9819"/>
        </pc:sldMkLst>
        <pc:spChg chg="add mod">
          <ac:chgData name="Macher, Andreas (DI FA CTR PLC PPM)" userId="f1dcac62-7bef-43eb-91f0-927336a1714f" providerId="ADAL" clId="{C5C6EC8B-092A-4999-B5EE-A1C3BF508D8A}" dt="2022-11-29T09:24:45.955" v="7136" actId="14100"/>
          <ac:spMkLst>
            <pc:docMk/>
            <pc:sldMk cId="402274634" sldId="9819"/>
            <ac:spMk id="3" creationId="{042854EA-096D-CA4E-44D4-9D312A9D93E7}"/>
          </ac:spMkLst>
        </pc:spChg>
        <pc:spChg chg="add mod">
          <ac:chgData name="Macher, Andreas (DI FA CTR PLC PPM)" userId="f1dcac62-7bef-43eb-91f0-927336a1714f" providerId="ADAL" clId="{C5C6EC8B-092A-4999-B5EE-A1C3BF508D8A}" dt="2022-11-29T09:30:03.908" v="7247" actId="208"/>
          <ac:spMkLst>
            <pc:docMk/>
            <pc:sldMk cId="402274634" sldId="9819"/>
            <ac:spMk id="4" creationId="{342D4C81-7B04-19FB-40D7-54E7BF2A11CF}"/>
          </ac:spMkLst>
        </pc:spChg>
        <pc:spChg chg="mod">
          <ac:chgData name="Macher, Andreas (DI FA CTR PLC PPM)" userId="f1dcac62-7bef-43eb-91f0-927336a1714f" providerId="ADAL" clId="{C5C6EC8B-092A-4999-B5EE-A1C3BF508D8A}" dt="2022-11-29T16:10:05.146" v="9210"/>
          <ac:spMkLst>
            <pc:docMk/>
            <pc:sldMk cId="402274634" sldId="9819"/>
            <ac:spMk id="6" creationId="{52486D80-3DF7-470D-823E-765DCE86C853}"/>
          </ac:spMkLst>
        </pc:spChg>
        <pc:spChg chg="del">
          <ac:chgData name="Macher, Andreas (DI FA CTR PLC PPM)" userId="f1dcac62-7bef-43eb-91f0-927336a1714f" providerId="ADAL" clId="{C5C6EC8B-092A-4999-B5EE-A1C3BF508D8A}" dt="2022-11-29T09:21:49.092" v="7128" actId="478"/>
          <ac:spMkLst>
            <pc:docMk/>
            <pc:sldMk cId="402274634" sldId="9819"/>
            <ac:spMk id="14" creationId="{D55662A6-F606-F273-FC8F-2BC95538DC0D}"/>
          </ac:spMkLst>
        </pc:spChg>
        <pc:spChg chg="del">
          <ac:chgData name="Macher, Andreas (DI FA CTR PLC PPM)" userId="f1dcac62-7bef-43eb-91f0-927336a1714f" providerId="ADAL" clId="{C5C6EC8B-092A-4999-B5EE-A1C3BF508D8A}" dt="2022-11-29T09:21:49.092" v="7128" actId="478"/>
          <ac:spMkLst>
            <pc:docMk/>
            <pc:sldMk cId="402274634" sldId="9819"/>
            <ac:spMk id="15" creationId="{13DC8046-3BF3-FA2E-F157-2D6FF81045A1}"/>
          </ac:spMkLst>
        </pc:spChg>
        <pc:spChg chg="add mod">
          <ac:chgData name="Macher, Andreas (DI FA CTR PLC PPM)" userId="f1dcac62-7bef-43eb-91f0-927336a1714f" providerId="ADAL" clId="{C5C6EC8B-092A-4999-B5EE-A1C3BF508D8A}" dt="2022-11-29T09:27:30.735" v="7168" actId="14100"/>
          <ac:spMkLst>
            <pc:docMk/>
            <pc:sldMk cId="402274634" sldId="9819"/>
            <ac:spMk id="21" creationId="{4415F6DC-948B-7305-8346-6238821BC179}"/>
          </ac:spMkLst>
        </pc:spChg>
        <pc:spChg chg="add mod">
          <ac:chgData name="Macher, Andreas (DI FA CTR PLC PPM)" userId="f1dcac62-7bef-43eb-91f0-927336a1714f" providerId="ADAL" clId="{C5C6EC8B-092A-4999-B5EE-A1C3BF508D8A}" dt="2022-11-29T09:27:34.749" v="7169" actId="14100"/>
          <ac:spMkLst>
            <pc:docMk/>
            <pc:sldMk cId="402274634" sldId="9819"/>
            <ac:spMk id="23" creationId="{D2728B8D-3C02-EC89-4570-A5FC610DCDD6}"/>
          </ac:spMkLst>
        </pc:spChg>
        <pc:spChg chg="mod">
          <ac:chgData name="Macher, Andreas (DI FA CTR PLC PPM)" userId="f1dcac62-7bef-43eb-91f0-927336a1714f" providerId="ADAL" clId="{C5C6EC8B-092A-4999-B5EE-A1C3BF508D8A}" dt="2022-11-29T09:29:53.023" v="7246" actId="20577"/>
          <ac:spMkLst>
            <pc:docMk/>
            <pc:sldMk cId="402274634" sldId="9819"/>
            <ac:spMk id="25" creationId="{DBC4553A-8B20-C8DD-455C-2D4E07BB289C}"/>
          </ac:spMkLst>
        </pc:spChg>
        <pc:spChg chg="mod">
          <ac:chgData name="Macher, Andreas (DI FA CTR PLC PPM)" userId="f1dcac62-7bef-43eb-91f0-927336a1714f" providerId="ADAL" clId="{C5C6EC8B-092A-4999-B5EE-A1C3BF508D8A}" dt="2022-11-29T09:30:37.462" v="7255" actId="20577"/>
          <ac:spMkLst>
            <pc:docMk/>
            <pc:sldMk cId="402274634" sldId="9819"/>
            <ac:spMk id="26" creationId="{F161C3B6-54AB-6C85-5877-18268D867A2A}"/>
          </ac:spMkLst>
        </pc:spChg>
        <pc:spChg chg="mod">
          <ac:chgData name="Macher, Andreas (DI FA CTR PLC PPM)" userId="f1dcac62-7bef-43eb-91f0-927336a1714f" providerId="ADAL" clId="{C5C6EC8B-092A-4999-B5EE-A1C3BF508D8A}" dt="2022-11-29T09:30:25.166" v="7249"/>
          <ac:spMkLst>
            <pc:docMk/>
            <pc:sldMk cId="402274634" sldId="9819"/>
            <ac:spMk id="27" creationId="{455559E7-BE41-0458-004A-F3A986A33E74}"/>
          </ac:spMkLst>
        </pc:spChg>
        <pc:spChg chg="mod">
          <ac:chgData name="Macher, Andreas (DI FA CTR PLC PPM)" userId="f1dcac62-7bef-43eb-91f0-927336a1714f" providerId="ADAL" clId="{C5C6EC8B-092A-4999-B5EE-A1C3BF508D8A}" dt="2022-11-29T09:30:47.682" v="7258" actId="20577"/>
          <ac:spMkLst>
            <pc:docMk/>
            <pc:sldMk cId="402274634" sldId="9819"/>
            <ac:spMk id="29" creationId="{DA9E9181-8160-88CD-808E-2F17DE47AB9C}"/>
          </ac:spMkLst>
        </pc:spChg>
        <pc:spChg chg="mod">
          <ac:chgData name="Macher, Andreas (DI FA CTR PLC PPM)" userId="f1dcac62-7bef-43eb-91f0-927336a1714f" providerId="ADAL" clId="{C5C6EC8B-092A-4999-B5EE-A1C3BF508D8A}" dt="2022-11-29T09:30:41.957" v="7256"/>
          <ac:spMkLst>
            <pc:docMk/>
            <pc:sldMk cId="402274634" sldId="9819"/>
            <ac:spMk id="30" creationId="{AFE99B8F-1F44-1B5C-CCBA-2AA5BB3E9813}"/>
          </ac:spMkLst>
        </pc:spChg>
        <pc:grpChg chg="add mod">
          <ac:chgData name="Macher, Andreas (DI FA CTR PLC PPM)" userId="f1dcac62-7bef-43eb-91f0-927336a1714f" providerId="ADAL" clId="{C5C6EC8B-092A-4999-B5EE-A1C3BF508D8A}" dt="2022-11-29T09:30:30.843" v="7250" actId="1076"/>
          <ac:grpSpMkLst>
            <pc:docMk/>
            <pc:sldMk cId="402274634" sldId="9819"/>
            <ac:grpSpMk id="24" creationId="{1A42B656-7CB4-B87A-0FF6-0462F03086BD}"/>
          </ac:grpSpMkLst>
        </pc:grpChg>
        <pc:grpChg chg="add mod">
          <ac:chgData name="Macher, Andreas (DI FA CTR PLC PPM)" userId="f1dcac62-7bef-43eb-91f0-927336a1714f" providerId="ADAL" clId="{C5C6EC8B-092A-4999-B5EE-A1C3BF508D8A}" dt="2022-11-29T09:30:45.806" v="7257" actId="1076"/>
          <ac:grpSpMkLst>
            <pc:docMk/>
            <pc:sldMk cId="402274634" sldId="9819"/>
            <ac:grpSpMk id="28" creationId="{57AA2112-6CFB-7676-84B6-58640DB5450B}"/>
          </ac:grpSpMkLst>
        </pc:grpChg>
        <pc:grpChg chg="del">
          <ac:chgData name="Macher, Andreas (DI FA CTR PLC PPM)" userId="f1dcac62-7bef-43eb-91f0-927336a1714f" providerId="ADAL" clId="{C5C6EC8B-092A-4999-B5EE-A1C3BF508D8A}" dt="2022-11-29T09:21:49.092" v="7128" actId="478"/>
          <ac:grpSpMkLst>
            <pc:docMk/>
            <pc:sldMk cId="402274634" sldId="9819"/>
            <ac:grpSpMk id="141" creationId="{27F4565A-045F-AD43-B095-945BD062F8AF}"/>
          </ac:grpSpMkLst>
        </pc:grpChg>
        <pc:grpChg chg="del">
          <ac:chgData name="Macher, Andreas (DI FA CTR PLC PPM)" userId="f1dcac62-7bef-43eb-91f0-927336a1714f" providerId="ADAL" clId="{C5C6EC8B-092A-4999-B5EE-A1C3BF508D8A}" dt="2022-11-29T09:21:49.092" v="7128" actId="478"/>
          <ac:grpSpMkLst>
            <pc:docMk/>
            <pc:sldMk cId="402274634" sldId="9819"/>
            <ac:grpSpMk id="154" creationId="{F3A26EBC-CC4E-8145-4A89-4AD0005FD4AE}"/>
          </ac:grpSpMkLst>
        </pc:grpChg>
        <pc:picChg chg="ord">
          <ac:chgData name="Macher, Andreas (DI FA CTR PLC PPM)" userId="f1dcac62-7bef-43eb-91f0-927336a1714f" providerId="ADAL" clId="{C5C6EC8B-092A-4999-B5EE-A1C3BF508D8A}" dt="2022-11-29T09:24:22.811" v="7132" actId="166"/>
          <ac:picMkLst>
            <pc:docMk/>
            <pc:sldMk cId="402274634" sldId="9819"/>
            <ac:picMk id="8" creationId="{57211E8A-D002-9B6A-7500-F65E67912DDE}"/>
          </ac:picMkLst>
        </pc:picChg>
        <pc:picChg chg="add mod ord">
          <ac:chgData name="Macher, Andreas (DI FA CTR PLC PPM)" userId="f1dcac62-7bef-43eb-91f0-927336a1714f" providerId="ADAL" clId="{C5C6EC8B-092A-4999-B5EE-A1C3BF508D8A}" dt="2022-11-29T09:27:22.013" v="7166" actId="166"/>
          <ac:picMkLst>
            <pc:docMk/>
            <pc:sldMk cId="402274634" sldId="9819"/>
            <ac:picMk id="12" creationId="{D8AD9BF4-6EF2-2C2D-8377-F74B4DACEA30}"/>
          </ac:picMkLst>
        </pc:picChg>
        <pc:picChg chg="add mod ord">
          <ac:chgData name="Macher, Andreas (DI FA CTR PLC PPM)" userId="f1dcac62-7bef-43eb-91f0-927336a1714f" providerId="ADAL" clId="{C5C6EC8B-092A-4999-B5EE-A1C3BF508D8A}" dt="2022-11-29T09:27:22.013" v="7166" actId="166"/>
          <ac:picMkLst>
            <pc:docMk/>
            <pc:sldMk cId="402274634" sldId="9819"/>
            <ac:picMk id="13" creationId="{27A45EF1-B697-F78E-3BDA-764147EF7622}"/>
          </ac:picMkLst>
        </pc:picChg>
        <pc:picChg chg="mod ord">
          <ac:chgData name="Macher, Andreas (DI FA CTR PLC PPM)" userId="f1dcac62-7bef-43eb-91f0-927336a1714f" providerId="ADAL" clId="{C5C6EC8B-092A-4999-B5EE-A1C3BF508D8A}" dt="2022-11-29T09:24:53.953" v="7138" actId="166"/>
          <ac:picMkLst>
            <pc:docMk/>
            <pc:sldMk cId="402274634" sldId="9819"/>
            <ac:picMk id="18" creationId="{D2630C52-F955-FCBB-850D-D768E24A294C}"/>
          </ac:picMkLst>
        </pc:picChg>
        <pc:picChg chg="add mod ord">
          <ac:chgData name="Macher, Andreas (DI FA CTR PLC PPM)" userId="f1dcac62-7bef-43eb-91f0-927336a1714f" providerId="ADAL" clId="{C5C6EC8B-092A-4999-B5EE-A1C3BF508D8A}" dt="2022-11-29T09:27:37.516" v="7170" actId="166"/>
          <ac:picMkLst>
            <pc:docMk/>
            <pc:sldMk cId="402274634" sldId="9819"/>
            <ac:picMk id="19" creationId="{A41B958C-E322-8227-BC06-864E34BAA6AC}"/>
          </ac:picMkLst>
        </pc:picChg>
        <pc:picChg chg="del">
          <ac:chgData name="Macher, Andreas (DI FA CTR PLC PPM)" userId="f1dcac62-7bef-43eb-91f0-927336a1714f" providerId="ADAL" clId="{C5C6EC8B-092A-4999-B5EE-A1C3BF508D8A}" dt="2022-11-29T09:21:49.092" v="7128" actId="478"/>
          <ac:picMkLst>
            <pc:docMk/>
            <pc:sldMk cId="402274634" sldId="9819"/>
            <ac:picMk id="150" creationId="{292AE3D1-9766-D2EC-D30F-A67ECD2E301D}"/>
          </ac:picMkLst>
        </pc:picChg>
        <pc:picChg chg="del">
          <ac:chgData name="Macher, Andreas (DI FA CTR PLC PPM)" userId="f1dcac62-7bef-43eb-91f0-927336a1714f" providerId="ADAL" clId="{C5C6EC8B-092A-4999-B5EE-A1C3BF508D8A}" dt="2022-11-29T09:21:49.092" v="7128" actId="478"/>
          <ac:picMkLst>
            <pc:docMk/>
            <pc:sldMk cId="402274634" sldId="9819"/>
            <ac:picMk id="151" creationId="{2B178381-A1C4-AD04-5B8B-6F3EA1A909F7}"/>
          </ac:picMkLst>
        </pc:picChg>
        <pc:cxnChg chg="mod">
          <ac:chgData name="Macher, Andreas (DI FA CTR PLC PPM)" userId="f1dcac62-7bef-43eb-91f0-927336a1714f" providerId="ADAL" clId="{C5C6EC8B-092A-4999-B5EE-A1C3BF508D8A}" dt="2022-11-29T09:30:08.797" v="7248" actId="208"/>
          <ac:cxnSpMkLst>
            <pc:docMk/>
            <pc:sldMk cId="402274634" sldId="9819"/>
            <ac:cxnSpMk id="22" creationId="{97A9FDB2-9A20-C23B-F38D-613A6A6F7231}"/>
          </ac:cxnSpMkLst>
        </pc:cxnChg>
        <pc:cxnChg chg="add del">
          <ac:chgData name="Macher, Andreas (DI FA CTR PLC PPM)" userId="f1dcac62-7bef-43eb-91f0-927336a1714f" providerId="ADAL" clId="{C5C6EC8B-092A-4999-B5EE-A1C3BF508D8A}" dt="2022-11-29T09:47:26.618" v="7848" actId="21"/>
          <ac:cxnSpMkLst>
            <pc:docMk/>
            <pc:sldMk cId="402274634" sldId="9819"/>
            <ac:cxnSpMk id="96" creationId="{2BE3E583-5C53-F016-06A4-B220EFA4F5D8}"/>
          </ac:cxnSpMkLst>
        </pc:cxnChg>
        <pc:cxnChg chg="add del">
          <ac:chgData name="Macher, Andreas (DI FA CTR PLC PPM)" userId="f1dcac62-7bef-43eb-91f0-927336a1714f" providerId="ADAL" clId="{C5C6EC8B-092A-4999-B5EE-A1C3BF508D8A}" dt="2022-11-29T09:47:26.618" v="7848" actId="21"/>
          <ac:cxnSpMkLst>
            <pc:docMk/>
            <pc:sldMk cId="402274634" sldId="9819"/>
            <ac:cxnSpMk id="98" creationId="{C781176F-BAF5-7DF7-DE4D-722535F4293A}"/>
          </ac:cxnSpMkLst>
        </pc:cxnChg>
      </pc:sldChg>
      <pc:sldChg chg="addSp delSp modSp add mod">
        <pc:chgData name="Macher, Andreas (DI FA CTR PLC PPM)" userId="f1dcac62-7bef-43eb-91f0-927336a1714f" providerId="ADAL" clId="{C5C6EC8B-092A-4999-B5EE-A1C3BF508D8A}" dt="2022-11-30T10:09:07.107" v="9438" actId="20577"/>
        <pc:sldMkLst>
          <pc:docMk/>
          <pc:sldMk cId="2195873607" sldId="9820"/>
        </pc:sldMkLst>
        <pc:spChg chg="mod">
          <ac:chgData name="Macher, Andreas (DI FA CTR PLC PPM)" userId="f1dcac62-7bef-43eb-91f0-927336a1714f" providerId="ADAL" clId="{C5C6EC8B-092A-4999-B5EE-A1C3BF508D8A}" dt="2022-11-29T09:35:40.512" v="7487" actId="20577"/>
          <ac:spMkLst>
            <pc:docMk/>
            <pc:sldMk cId="2195873607" sldId="9820"/>
            <ac:spMk id="2" creationId="{00000000-0000-0000-0000-000000000000}"/>
          </ac:spMkLst>
        </pc:spChg>
        <pc:spChg chg="del">
          <ac:chgData name="Macher, Andreas (DI FA CTR PLC PPM)" userId="f1dcac62-7bef-43eb-91f0-927336a1714f" providerId="ADAL" clId="{C5C6EC8B-092A-4999-B5EE-A1C3BF508D8A}" dt="2022-11-29T09:35:44.970" v="7488" actId="478"/>
          <ac:spMkLst>
            <pc:docMk/>
            <pc:sldMk cId="2195873607" sldId="9820"/>
            <ac:spMk id="3" creationId="{FF3F7F0A-0A9C-B15C-2B85-7A6BDD577926}"/>
          </ac:spMkLst>
        </pc:spChg>
        <pc:spChg chg="mod">
          <ac:chgData name="Macher, Andreas (DI FA CTR PLC PPM)" userId="f1dcac62-7bef-43eb-91f0-927336a1714f" providerId="ADAL" clId="{C5C6EC8B-092A-4999-B5EE-A1C3BF508D8A}" dt="2022-11-29T16:10:05.146" v="9210"/>
          <ac:spMkLst>
            <pc:docMk/>
            <pc:sldMk cId="2195873607" sldId="9820"/>
            <ac:spMk id="6" creationId="{52486D80-3DF7-470D-823E-765DCE86C853}"/>
          </ac:spMkLst>
        </pc:spChg>
        <pc:spChg chg="add mod">
          <ac:chgData name="Macher, Andreas (DI FA CTR PLC PPM)" userId="f1dcac62-7bef-43eb-91f0-927336a1714f" providerId="ADAL" clId="{C5C6EC8B-092A-4999-B5EE-A1C3BF508D8A}" dt="2022-11-29T09:41:06.197" v="7786" actId="1036"/>
          <ac:spMkLst>
            <pc:docMk/>
            <pc:sldMk cId="2195873607" sldId="9820"/>
            <ac:spMk id="11" creationId="{4E28B63E-1A6B-D853-7571-26102384631E}"/>
          </ac:spMkLst>
        </pc:spChg>
        <pc:spChg chg="add mod">
          <ac:chgData name="Macher, Andreas (DI FA CTR PLC PPM)" userId="f1dcac62-7bef-43eb-91f0-927336a1714f" providerId="ADAL" clId="{C5C6EC8B-092A-4999-B5EE-A1C3BF508D8A}" dt="2022-11-29T09:41:06.197" v="7786" actId="1036"/>
          <ac:spMkLst>
            <pc:docMk/>
            <pc:sldMk cId="2195873607" sldId="9820"/>
            <ac:spMk id="14" creationId="{32C6B532-0B1C-5A62-11E9-6555B32F7915}"/>
          </ac:spMkLst>
        </pc:spChg>
        <pc:spChg chg="add mod">
          <ac:chgData name="Macher, Andreas (DI FA CTR PLC PPM)" userId="f1dcac62-7bef-43eb-91f0-927336a1714f" providerId="ADAL" clId="{C5C6EC8B-092A-4999-B5EE-A1C3BF508D8A}" dt="2022-11-29T09:41:06.197" v="7786" actId="1036"/>
          <ac:spMkLst>
            <pc:docMk/>
            <pc:sldMk cId="2195873607" sldId="9820"/>
            <ac:spMk id="22" creationId="{70384FE4-8FC1-8DAC-6F69-A030386919CD}"/>
          </ac:spMkLst>
        </pc:spChg>
        <pc:spChg chg="add mod">
          <ac:chgData name="Macher, Andreas (DI FA CTR PLC PPM)" userId="f1dcac62-7bef-43eb-91f0-927336a1714f" providerId="ADAL" clId="{C5C6EC8B-092A-4999-B5EE-A1C3BF508D8A}" dt="2022-11-29T09:41:06.197" v="7786" actId="1036"/>
          <ac:spMkLst>
            <pc:docMk/>
            <pc:sldMk cId="2195873607" sldId="9820"/>
            <ac:spMk id="23" creationId="{7D4038A1-0ED3-0CB1-91A3-A6306EA01EC9}"/>
          </ac:spMkLst>
        </pc:spChg>
        <pc:spChg chg="add mod">
          <ac:chgData name="Macher, Andreas (DI FA CTR PLC PPM)" userId="f1dcac62-7bef-43eb-91f0-927336a1714f" providerId="ADAL" clId="{C5C6EC8B-092A-4999-B5EE-A1C3BF508D8A}" dt="2022-11-29T09:41:06.197" v="7786" actId="1036"/>
          <ac:spMkLst>
            <pc:docMk/>
            <pc:sldMk cId="2195873607" sldId="9820"/>
            <ac:spMk id="24" creationId="{8349117D-05F2-EA4F-3263-F4AFC888AF6A}"/>
          </ac:spMkLst>
        </pc:spChg>
        <pc:spChg chg="mod">
          <ac:chgData name="Macher, Andreas (DI FA CTR PLC PPM)" userId="f1dcac62-7bef-43eb-91f0-927336a1714f" providerId="ADAL" clId="{C5C6EC8B-092A-4999-B5EE-A1C3BF508D8A}" dt="2022-11-30T10:09:07.107" v="9438" actId="20577"/>
          <ac:spMkLst>
            <pc:docMk/>
            <pc:sldMk cId="2195873607" sldId="9820"/>
            <ac:spMk id="25" creationId="{DBC4553A-8B20-C8DD-455C-2D4E07BB289C}"/>
          </ac:spMkLst>
        </pc:spChg>
        <pc:spChg chg="add mod">
          <ac:chgData name="Macher, Andreas (DI FA CTR PLC PPM)" userId="f1dcac62-7bef-43eb-91f0-927336a1714f" providerId="ADAL" clId="{C5C6EC8B-092A-4999-B5EE-A1C3BF508D8A}" dt="2022-11-29T09:42:18.708" v="7835" actId="1076"/>
          <ac:spMkLst>
            <pc:docMk/>
            <pc:sldMk cId="2195873607" sldId="9820"/>
            <ac:spMk id="28" creationId="{B8BA1E5F-1552-607D-7066-682643C1C74B}"/>
          </ac:spMkLst>
        </pc:spChg>
        <pc:spChg chg="add mod">
          <ac:chgData name="Macher, Andreas (DI FA CTR PLC PPM)" userId="f1dcac62-7bef-43eb-91f0-927336a1714f" providerId="ADAL" clId="{C5C6EC8B-092A-4999-B5EE-A1C3BF508D8A}" dt="2022-11-29T09:42:18.708" v="7835" actId="1076"/>
          <ac:spMkLst>
            <pc:docMk/>
            <pc:sldMk cId="2195873607" sldId="9820"/>
            <ac:spMk id="29" creationId="{9933D733-575C-DDE9-0F60-70CC5E47984D}"/>
          </ac:spMkLst>
        </pc:spChg>
        <pc:spChg chg="add mod">
          <ac:chgData name="Macher, Andreas (DI FA CTR PLC PPM)" userId="f1dcac62-7bef-43eb-91f0-927336a1714f" providerId="ADAL" clId="{C5C6EC8B-092A-4999-B5EE-A1C3BF508D8A}" dt="2022-11-29T09:42:18.708" v="7835" actId="1076"/>
          <ac:spMkLst>
            <pc:docMk/>
            <pc:sldMk cId="2195873607" sldId="9820"/>
            <ac:spMk id="98" creationId="{D3FA154A-7CE9-BD09-A493-69F748ABF48A}"/>
          </ac:spMkLst>
        </pc:spChg>
        <pc:spChg chg="add mod">
          <ac:chgData name="Macher, Andreas (DI FA CTR PLC PPM)" userId="f1dcac62-7bef-43eb-91f0-927336a1714f" providerId="ADAL" clId="{C5C6EC8B-092A-4999-B5EE-A1C3BF508D8A}" dt="2022-11-29T09:41:06.197" v="7786" actId="1036"/>
          <ac:spMkLst>
            <pc:docMk/>
            <pc:sldMk cId="2195873607" sldId="9820"/>
            <ac:spMk id="103" creationId="{FE565FD2-630B-D8A5-9AD6-2008116B0702}"/>
          </ac:spMkLst>
        </pc:spChg>
        <pc:spChg chg="add del mod">
          <ac:chgData name="Macher, Andreas (DI FA CTR PLC PPM)" userId="f1dcac62-7bef-43eb-91f0-927336a1714f" providerId="ADAL" clId="{C5C6EC8B-092A-4999-B5EE-A1C3BF508D8A}" dt="2022-11-29T09:42:02.824" v="7833" actId="478"/>
          <ac:spMkLst>
            <pc:docMk/>
            <pc:sldMk cId="2195873607" sldId="9820"/>
            <ac:spMk id="104" creationId="{1F520BA9-0556-8D2E-CC10-7FDECBEA6660}"/>
          </ac:spMkLst>
        </pc:spChg>
        <pc:spChg chg="add mod ord">
          <ac:chgData name="Macher, Andreas (DI FA CTR PLC PPM)" userId="f1dcac62-7bef-43eb-91f0-927336a1714f" providerId="ADAL" clId="{C5C6EC8B-092A-4999-B5EE-A1C3BF508D8A}" dt="2022-11-29T09:41:00.564" v="7766" actId="14100"/>
          <ac:spMkLst>
            <pc:docMk/>
            <pc:sldMk cId="2195873607" sldId="9820"/>
            <ac:spMk id="105" creationId="{1BC9CFE6-8F43-753F-E7B8-104A085B3150}"/>
          </ac:spMkLst>
        </pc:spChg>
        <pc:spChg chg="add mod">
          <ac:chgData name="Macher, Andreas (DI FA CTR PLC PPM)" userId="f1dcac62-7bef-43eb-91f0-927336a1714f" providerId="ADAL" clId="{C5C6EC8B-092A-4999-B5EE-A1C3BF508D8A}" dt="2022-11-29T09:42:22.802" v="7836" actId="1076"/>
          <ac:spMkLst>
            <pc:docMk/>
            <pc:sldMk cId="2195873607" sldId="9820"/>
            <ac:spMk id="106" creationId="{4B0A74A4-5DFF-9F03-21D1-E4828AAFFBA0}"/>
          </ac:spMkLst>
        </pc:spChg>
        <pc:spChg chg="add del">
          <ac:chgData name="Macher, Andreas (DI FA CTR PLC PPM)" userId="f1dcac62-7bef-43eb-91f0-927336a1714f" providerId="ADAL" clId="{C5C6EC8B-092A-4999-B5EE-A1C3BF508D8A}" dt="2022-11-29T09:45:43.814" v="7841" actId="21"/>
          <ac:spMkLst>
            <pc:docMk/>
            <pc:sldMk cId="2195873607" sldId="9820"/>
            <ac:spMk id="109" creationId="{4F14AF1D-04A8-A747-D05B-1C2277274B21}"/>
          </ac:spMkLst>
        </pc:spChg>
        <pc:spChg chg="del">
          <ac:chgData name="Macher, Andreas (DI FA CTR PLC PPM)" userId="f1dcac62-7bef-43eb-91f0-927336a1714f" providerId="ADAL" clId="{C5C6EC8B-092A-4999-B5EE-A1C3BF508D8A}" dt="2022-11-29T09:36:01.039" v="7489" actId="478"/>
          <ac:spMkLst>
            <pc:docMk/>
            <pc:sldMk cId="2195873607" sldId="9820"/>
            <ac:spMk id="123" creationId="{D0E67438-1981-AB10-F6DD-937CE3484ED3}"/>
          </ac:spMkLst>
        </pc:spChg>
        <pc:grpChg chg="del">
          <ac:chgData name="Macher, Andreas (DI FA CTR PLC PPM)" userId="f1dcac62-7bef-43eb-91f0-927336a1714f" providerId="ADAL" clId="{C5C6EC8B-092A-4999-B5EE-A1C3BF508D8A}" dt="2022-11-29T09:36:06.023" v="7490" actId="478"/>
          <ac:grpSpMkLst>
            <pc:docMk/>
            <pc:sldMk cId="2195873607" sldId="9820"/>
            <ac:grpSpMk id="141" creationId="{27F4565A-045F-AD43-B095-945BD062F8AF}"/>
          </ac:grpSpMkLst>
        </pc:grpChg>
        <pc:grpChg chg="del">
          <ac:chgData name="Macher, Andreas (DI FA CTR PLC PPM)" userId="f1dcac62-7bef-43eb-91f0-927336a1714f" providerId="ADAL" clId="{C5C6EC8B-092A-4999-B5EE-A1C3BF508D8A}" dt="2022-11-29T09:36:07.735" v="7491" actId="478"/>
          <ac:grpSpMkLst>
            <pc:docMk/>
            <pc:sldMk cId="2195873607" sldId="9820"/>
            <ac:grpSpMk id="154" creationId="{F3A26EBC-CC4E-8145-4A89-4AD0005FD4AE}"/>
          </ac:grpSpMkLst>
        </pc:grpChg>
        <pc:picChg chg="add mod">
          <ac:chgData name="Macher, Andreas (DI FA CTR PLC PPM)" userId="f1dcac62-7bef-43eb-91f0-927336a1714f" providerId="ADAL" clId="{C5C6EC8B-092A-4999-B5EE-A1C3BF508D8A}" dt="2022-11-29T09:41:06.197" v="7786" actId="1036"/>
          <ac:picMkLst>
            <pc:docMk/>
            <pc:sldMk cId="2195873607" sldId="9820"/>
            <ac:picMk id="15" creationId="{FBA48113-38CF-5476-3DE8-412AE4AC557F}"/>
          </ac:picMkLst>
        </pc:picChg>
        <pc:picChg chg="add mod">
          <ac:chgData name="Macher, Andreas (DI FA CTR PLC PPM)" userId="f1dcac62-7bef-43eb-91f0-927336a1714f" providerId="ADAL" clId="{C5C6EC8B-092A-4999-B5EE-A1C3BF508D8A}" dt="2022-11-29T09:41:06.197" v="7786" actId="1036"/>
          <ac:picMkLst>
            <pc:docMk/>
            <pc:sldMk cId="2195873607" sldId="9820"/>
            <ac:picMk id="18" creationId="{2E61CABA-A136-86EA-6039-B0202C863721}"/>
          </ac:picMkLst>
        </pc:picChg>
        <pc:picChg chg="add mod">
          <ac:chgData name="Macher, Andreas (DI FA CTR PLC PPM)" userId="f1dcac62-7bef-43eb-91f0-927336a1714f" providerId="ADAL" clId="{C5C6EC8B-092A-4999-B5EE-A1C3BF508D8A}" dt="2022-11-29T09:41:06.197" v="7786" actId="1036"/>
          <ac:picMkLst>
            <pc:docMk/>
            <pc:sldMk cId="2195873607" sldId="9820"/>
            <ac:picMk id="19" creationId="{0515EE11-97FC-630B-5A52-947C193A053D}"/>
          </ac:picMkLst>
        </pc:picChg>
        <pc:picChg chg="add mod">
          <ac:chgData name="Macher, Andreas (DI FA CTR PLC PPM)" userId="f1dcac62-7bef-43eb-91f0-927336a1714f" providerId="ADAL" clId="{C5C6EC8B-092A-4999-B5EE-A1C3BF508D8A}" dt="2022-11-29T09:41:06.197" v="7786" actId="1036"/>
          <ac:picMkLst>
            <pc:docMk/>
            <pc:sldMk cId="2195873607" sldId="9820"/>
            <ac:picMk id="21" creationId="{B0B90EC8-A0C1-DBA5-D9AD-857F5813DFAE}"/>
          </ac:picMkLst>
        </pc:picChg>
        <pc:picChg chg="add mod">
          <ac:chgData name="Macher, Andreas (DI FA CTR PLC PPM)" userId="f1dcac62-7bef-43eb-91f0-927336a1714f" providerId="ADAL" clId="{C5C6EC8B-092A-4999-B5EE-A1C3BF508D8A}" dt="2022-11-29T09:41:06.197" v="7786" actId="1036"/>
          <ac:picMkLst>
            <pc:docMk/>
            <pc:sldMk cId="2195873607" sldId="9820"/>
            <ac:picMk id="26" creationId="{9E039485-E150-6122-BD5F-2C43A3771974}"/>
          </ac:picMkLst>
        </pc:picChg>
        <pc:picChg chg="add mod">
          <ac:chgData name="Macher, Andreas (DI FA CTR PLC PPM)" userId="f1dcac62-7bef-43eb-91f0-927336a1714f" providerId="ADAL" clId="{C5C6EC8B-092A-4999-B5EE-A1C3BF508D8A}" dt="2022-11-29T09:41:06.197" v="7786" actId="1036"/>
          <ac:picMkLst>
            <pc:docMk/>
            <pc:sldMk cId="2195873607" sldId="9820"/>
            <ac:picMk id="27" creationId="{9E903D89-A3C3-10D6-E800-B56FA559C3A9}"/>
          </ac:picMkLst>
        </pc:picChg>
        <pc:picChg chg="add mod">
          <ac:chgData name="Macher, Andreas (DI FA CTR PLC PPM)" userId="f1dcac62-7bef-43eb-91f0-927336a1714f" providerId="ADAL" clId="{C5C6EC8B-092A-4999-B5EE-A1C3BF508D8A}" dt="2022-11-29T09:42:18.708" v="7835" actId="1076"/>
          <ac:picMkLst>
            <pc:docMk/>
            <pc:sldMk cId="2195873607" sldId="9820"/>
            <ac:picMk id="30" creationId="{53C0E302-A2A6-7F0E-857F-3773615C4342}"/>
          </ac:picMkLst>
        </pc:picChg>
        <pc:picChg chg="add mod">
          <ac:chgData name="Macher, Andreas (DI FA CTR PLC PPM)" userId="f1dcac62-7bef-43eb-91f0-927336a1714f" providerId="ADAL" clId="{C5C6EC8B-092A-4999-B5EE-A1C3BF508D8A}" dt="2022-11-29T09:42:18.708" v="7835" actId="1076"/>
          <ac:picMkLst>
            <pc:docMk/>
            <pc:sldMk cId="2195873607" sldId="9820"/>
            <ac:picMk id="31" creationId="{137941BD-1FF9-CA8C-D5B1-7B54F27AB1DB}"/>
          </ac:picMkLst>
        </pc:picChg>
        <pc:picChg chg="add mod">
          <ac:chgData name="Macher, Andreas (DI FA CTR PLC PPM)" userId="f1dcac62-7bef-43eb-91f0-927336a1714f" providerId="ADAL" clId="{C5C6EC8B-092A-4999-B5EE-A1C3BF508D8A}" dt="2022-11-29T09:42:18.708" v="7835" actId="1076"/>
          <ac:picMkLst>
            <pc:docMk/>
            <pc:sldMk cId="2195873607" sldId="9820"/>
            <ac:picMk id="96" creationId="{20F6E718-D67E-A891-A1DF-60167993C7B7}"/>
          </ac:picMkLst>
        </pc:picChg>
        <pc:picChg chg="add mod">
          <ac:chgData name="Macher, Andreas (DI FA CTR PLC PPM)" userId="f1dcac62-7bef-43eb-91f0-927336a1714f" providerId="ADAL" clId="{C5C6EC8B-092A-4999-B5EE-A1C3BF508D8A}" dt="2022-11-29T09:42:18.708" v="7835" actId="1076"/>
          <ac:picMkLst>
            <pc:docMk/>
            <pc:sldMk cId="2195873607" sldId="9820"/>
            <ac:picMk id="97" creationId="{C5DAC9BD-BB1B-BC47-8D49-77360F0FC4AB}"/>
          </ac:picMkLst>
        </pc:picChg>
        <pc:picChg chg="add mod">
          <ac:chgData name="Macher, Andreas (DI FA CTR PLC PPM)" userId="f1dcac62-7bef-43eb-91f0-927336a1714f" providerId="ADAL" clId="{C5C6EC8B-092A-4999-B5EE-A1C3BF508D8A}" dt="2022-11-29T09:42:18.708" v="7835" actId="1076"/>
          <ac:picMkLst>
            <pc:docMk/>
            <pc:sldMk cId="2195873607" sldId="9820"/>
            <ac:picMk id="99" creationId="{2F23F998-38CA-A53B-4C78-81057341B921}"/>
          </ac:picMkLst>
        </pc:picChg>
        <pc:picChg chg="add mod">
          <ac:chgData name="Macher, Andreas (DI FA CTR PLC PPM)" userId="f1dcac62-7bef-43eb-91f0-927336a1714f" providerId="ADAL" clId="{C5C6EC8B-092A-4999-B5EE-A1C3BF508D8A}" dt="2022-11-29T09:42:18.708" v="7835" actId="1076"/>
          <ac:picMkLst>
            <pc:docMk/>
            <pc:sldMk cId="2195873607" sldId="9820"/>
            <ac:picMk id="100" creationId="{090A971F-128D-B01F-A842-D096E7CF060C}"/>
          </ac:picMkLst>
        </pc:picChg>
        <pc:picChg chg="add mod">
          <ac:chgData name="Macher, Andreas (DI FA CTR PLC PPM)" userId="f1dcac62-7bef-43eb-91f0-927336a1714f" providerId="ADAL" clId="{C5C6EC8B-092A-4999-B5EE-A1C3BF508D8A}" dt="2022-11-29T09:42:18.708" v="7835" actId="1076"/>
          <ac:picMkLst>
            <pc:docMk/>
            <pc:sldMk cId="2195873607" sldId="9820"/>
            <ac:picMk id="101" creationId="{2391E7AA-19A2-14B5-8D96-E6E642B31A4D}"/>
          </ac:picMkLst>
        </pc:picChg>
        <pc:picChg chg="add mod">
          <ac:chgData name="Macher, Andreas (DI FA CTR PLC PPM)" userId="f1dcac62-7bef-43eb-91f0-927336a1714f" providerId="ADAL" clId="{C5C6EC8B-092A-4999-B5EE-A1C3BF508D8A}" dt="2022-11-29T09:42:18.708" v="7835" actId="1076"/>
          <ac:picMkLst>
            <pc:docMk/>
            <pc:sldMk cId="2195873607" sldId="9820"/>
            <ac:picMk id="102" creationId="{1A0CA80F-145B-A5AD-54C6-A48D0E50F441}"/>
          </ac:picMkLst>
        </pc:picChg>
        <pc:cxnChg chg="add mod">
          <ac:chgData name="Macher, Andreas (DI FA CTR PLC PPM)" userId="f1dcac62-7bef-43eb-91f0-927336a1714f" providerId="ADAL" clId="{C5C6EC8B-092A-4999-B5EE-A1C3BF508D8A}" dt="2022-11-29T09:36:29.189" v="7493" actId="108"/>
          <ac:cxnSpMkLst>
            <pc:docMk/>
            <pc:sldMk cId="2195873607" sldId="9820"/>
            <ac:cxnSpMk id="5" creationId="{3BFAD9AF-7793-CC87-8B11-B260B10E1FA8}"/>
          </ac:cxnSpMkLst>
        </pc:cxnChg>
        <pc:cxnChg chg="add mod">
          <ac:chgData name="Macher, Andreas (DI FA CTR PLC PPM)" userId="f1dcac62-7bef-43eb-91f0-927336a1714f" providerId="ADAL" clId="{C5C6EC8B-092A-4999-B5EE-A1C3BF508D8A}" dt="2022-11-29T09:42:18.708" v="7835" actId="1076"/>
          <ac:cxnSpMkLst>
            <pc:docMk/>
            <pc:sldMk cId="2195873607" sldId="9820"/>
            <ac:cxnSpMk id="7" creationId="{BF2E9E4A-C445-E73F-B862-2B0A5B7FE7CD}"/>
          </ac:cxnSpMkLst>
        </pc:cxnChg>
        <pc:cxnChg chg="add mod">
          <ac:chgData name="Macher, Andreas (DI FA CTR PLC PPM)" userId="f1dcac62-7bef-43eb-91f0-927336a1714f" providerId="ADAL" clId="{C5C6EC8B-092A-4999-B5EE-A1C3BF508D8A}" dt="2022-11-29T09:42:18.708" v="7835" actId="1076"/>
          <ac:cxnSpMkLst>
            <pc:docMk/>
            <pc:sldMk cId="2195873607" sldId="9820"/>
            <ac:cxnSpMk id="8" creationId="{F35D0DFB-57CD-12B8-A9C4-0B5318E6FC4A}"/>
          </ac:cxnSpMkLst>
        </pc:cxnChg>
        <pc:cxnChg chg="add mod">
          <ac:chgData name="Macher, Andreas (DI FA CTR PLC PPM)" userId="f1dcac62-7bef-43eb-91f0-927336a1714f" providerId="ADAL" clId="{C5C6EC8B-092A-4999-B5EE-A1C3BF508D8A}" dt="2022-11-29T09:41:06.197" v="7786" actId="1036"/>
          <ac:cxnSpMkLst>
            <pc:docMk/>
            <pc:sldMk cId="2195873607" sldId="9820"/>
            <ac:cxnSpMk id="12" creationId="{B98836B4-51B6-6CF1-5063-F3AFF49310BD}"/>
          </ac:cxnSpMkLst>
        </pc:cxnChg>
        <pc:cxnChg chg="add mod">
          <ac:chgData name="Macher, Andreas (DI FA CTR PLC PPM)" userId="f1dcac62-7bef-43eb-91f0-927336a1714f" providerId="ADAL" clId="{C5C6EC8B-092A-4999-B5EE-A1C3BF508D8A}" dt="2022-11-29T09:41:06.197" v="7786" actId="1036"/>
          <ac:cxnSpMkLst>
            <pc:docMk/>
            <pc:sldMk cId="2195873607" sldId="9820"/>
            <ac:cxnSpMk id="13" creationId="{21B97307-947C-9154-E42F-AFF472F3ADA9}"/>
          </ac:cxnSpMkLst>
        </pc:cxnChg>
        <pc:cxnChg chg="add">
          <ac:chgData name="Macher, Andreas (DI FA CTR PLC PPM)" userId="f1dcac62-7bef-43eb-91f0-927336a1714f" providerId="ADAL" clId="{C5C6EC8B-092A-4999-B5EE-A1C3BF508D8A}" dt="2022-11-29T09:42:29.195" v="7837" actId="11529"/>
          <ac:cxnSpMkLst>
            <pc:docMk/>
            <pc:sldMk cId="2195873607" sldId="9820"/>
            <ac:cxnSpMk id="108" creationId="{046FD1A2-6957-63B3-25EC-068359E80C7A}"/>
          </ac:cxnSpMkLst>
        </pc:cxnChg>
      </pc:sldChg>
      <pc:sldChg chg="modSp add mod">
        <pc:chgData name="Macher, Andreas (DI FA CTR PLC PPM)" userId="f1dcac62-7bef-43eb-91f0-927336a1714f" providerId="ADAL" clId="{C5C6EC8B-092A-4999-B5EE-A1C3BF508D8A}" dt="2022-11-29T16:10:36.058" v="9214" actId="6549"/>
        <pc:sldMkLst>
          <pc:docMk/>
          <pc:sldMk cId="4138150436" sldId="9821"/>
        </pc:sldMkLst>
        <pc:spChg chg="mod">
          <ac:chgData name="Macher, Andreas (DI FA CTR PLC PPM)" userId="f1dcac62-7bef-43eb-91f0-927336a1714f" providerId="ADAL" clId="{C5C6EC8B-092A-4999-B5EE-A1C3BF508D8A}" dt="2022-11-29T16:10:14.085" v="9211"/>
          <ac:spMkLst>
            <pc:docMk/>
            <pc:sldMk cId="4138150436" sldId="9821"/>
            <ac:spMk id="2" creationId="{0342A3D6-98FE-48A7-AFE2-71450107450D}"/>
          </ac:spMkLst>
        </pc:spChg>
        <pc:spChg chg="mod">
          <ac:chgData name="Macher, Andreas (DI FA CTR PLC PPM)" userId="f1dcac62-7bef-43eb-91f0-927336a1714f" providerId="ADAL" clId="{C5C6EC8B-092A-4999-B5EE-A1C3BF508D8A}" dt="2022-11-29T16:10:36.058" v="9214" actId="6549"/>
          <ac:spMkLst>
            <pc:docMk/>
            <pc:sldMk cId="4138150436" sldId="9821"/>
            <ac:spMk id="4" creationId="{A645F354-40D6-4D3D-BA93-7A74F09635B4}"/>
          </ac:spMkLst>
        </pc:spChg>
      </pc:sldChg>
      <pc:sldChg chg="addSp delSp modSp add mod">
        <pc:chgData name="Macher, Andreas (DI FA CTR PLC PPM)" userId="f1dcac62-7bef-43eb-91f0-927336a1714f" providerId="ADAL" clId="{C5C6EC8B-092A-4999-B5EE-A1C3BF508D8A}" dt="2022-11-30T10:01:58.509" v="9253" actId="207"/>
        <pc:sldMkLst>
          <pc:docMk/>
          <pc:sldMk cId="873921267" sldId="9822"/>
        </pc:sldMkLst>
        <pc:spChg chg="mod">
          <ac:chgData name="Macher, Andreas (DI FA CTR PLC PPM)" userId="f1dcac62-7bef-43eb-91f0-927336a1714f" providerId="ADAL" clId="{C5C6EC8B-092A-4999-B5EE-A1C3BF508D8A}" dt="2022-11-29T16:10:45.169" v="9216" actId="20577"/>
          <ac:spMkLst>
            <pc:docMk/>
            <pc:sldMk cId="873921267" sldId="9822"/>
            <ac:spMk id="2" creationId="{00000000-0000-0000-0000-000000000000}"/>
          </ac:spMkLst>
        </pc:spChg>
        <pc:spChg chg="add mod">
          <ac:chgData name="Macher, Andreas (DI FA CTR PLC PPM)" userId="f1dcac62-7bef-43eb-91f0-927336a1714f" providerId="ADAL" clId="{C5C6EC8B-092A-4999-B5EE-A1C3BF508D8A}" dt="2022-11-29T09:55:20.115" v="8016" actId="1076"/>
          <ac:spMkLst>
            <pc:docMk/>
            <pc:sldMk cId="873921267" sldId="9822"/>
            <ac:spMk id="3" creationId="{AF67B22F-8040-204B-03C8-5FF6DD18640B}"/>
          </ac:spMkLst>
        </pc:spChg>
        <pc:spChg chg="add mod">
          <ac:chgData name="Macher, Andreas (DI FA CTR PLC PPM)" userId="f1dcac62-7bef-43eb-91f0-927336a1714f" providerId="ADAL" clId="{C5C6EC8B-092A-4999-B5EE-A1C3BF508D8A}" dt="2022-11-29T09:55:20.115" v="8016" actId="1076"/>
          <ac:spMkLst>
            <pc:docMk/>
            <pc:sldMk cId="873921267" sldId="9822"/>
            <ac:spMk id="4" creationId="{B23A433F-9334-039C-06F8-F0908E4E57A2}"/>
          </ac:spMkLst>
        </pc:spChg>
        <pc:spChg chg="mod">
          <ac:chgData name="Macher, Andreas (DI FA CTR PLC PPM)" userId="f1dcac62-7bef-43eb-91f0-927336a1714f" providerId="ADAL" clId="{C5C6EC8B-092A-4999-B5EE-A1C3BF508D8A}" dt="2022-11-29T16:10:05.146" v="9210"/>
          <ac:spMkLst>
            <pc:docMk/>
            <pc:sldMk cId="873921267" sldId="9822"/>
            <ac:spMk id="6" creationId="{52486D80-3DF7-470D-823E-765DCE86C853}"/>
          </ac:spMkLst>
        </pc:spChg>
        <pc:spChg chg="mod">
          <ac:chgData name="Macher, Andreas (DI FA CTR PLC PPM)" userId="f1dcac62-7bef-43eb-91f0-927336a1714f" providerId="ADAL" clId="{C5C6EC8B-092A-4999-B5EE-A1C3BF508D8A}" dt="2022-11-29T09:54:30.585" v="8009" actId="1076"/>
          <ac:spMkLst>
            <pc:docMk/>
            <pc:sldMk cId="873921267" sldId="9822"/>
            <ac:spMk id="8" creationId="{6438AA16-815F-D209-CF3A-EEBB847AEB2C}"/>
          </ac:spMkLst>
        </pc:spChg>
        <pc:spChg chg="ord">
          <ac:chgData name="Macher, Andreas (DI FA CTR PLC PPM)" userId="f1dcac62-7bef-43eb-91f0-927336a1714f" providerId="ADAL" clId="{C5C6EC8B-092A-4999-B5EE-A1C3BF508D8A}" dt="2022-11-29T09:58:53.332" v="8067" actId="167"/>
          <ac:spMkLst>
            <pc:docMk/>
            <pc:sldMk cId="873921267" sldId="9822"/>
            <ac:spMk id="11" creationId="{50538284-0E59-7DAB-9179-8F0D020C3AF3}"/>
          </ac:spMkLst>
        </pc:spChg>
        <pc:spChg chg="mod">
          <ac:chgData name="Macher, Andreas (DI FA CTR PLC PPM)" userId="f1dcac62-7bef-43eb-91f0-927336a1714f" providerId="ADAL" clId="{C5C6EC8B-092A-4999-B5EE-A1C3BF508D8A}" dt="2022-11-29T09:55:07.294" v="8014"/>
          <ac:spMkLst>
            <pc:docMk/>
            <pc:sldMk cId="873921267" sldId="9822"/>
            <ac:spMk id="13" creationId="{F6CA7B64-59DB-E93D-B7A0-3444258FDCF3}"/>
          </ac:spMkLst>
        </pc:spChg>
        <pc:spChg chg="add del mod">
          <ac:chgData name="Macher, Andreas (DI FA CTR PLC PPM)" userId="f1dcac62-7bef-43eb-91f0-927336a1714f" providerId="ADAL" clId="{C5C6EC8B-092A-4999-B5EE-A1C3BF508D8A}" dt="2022-11-29T10:18:08.944" v="8162" actId="21"/>
          <ac:spMkLst>
            <pc:docMk/>
            <pc:sldMk cId="873921267" sldId="9822"/>
            <ac:spMk id="14" creationId="{53CE43BF-E1E9-39B8-D2BF-A89159503378}"/>
          </ac:spMkLst>
        </pc:spChg>
        <pc:spChg chg="del">
          <ac:chgData name="Macher, Andreas (DI FA CTR PLC PPM)" userId="f1dcac62-7bef-43eb-91f0-927336a1714f" providerId="ADAL" clId="{C5C6EC8B-092A-4999-B5EE-A1C3BF508D8A}" dt="2022-11-29T09:54:57.198" v="8011" actId="478"/>
          <ac:spMkLst>
            <pc:docMk/>
            <pc:sldMk cId="873921267" sldId="9822"/>
            <ac:spMk id="14" creationId="{E74EDA2A-8E1E-08A0-1074-BE2D94A6ABD3}"/>
          </ac:spMkLst>
        </pc:spChg>
        <pc:spChg chg="del">
          <ac:chgData name="Macher, Andreas (DI FA CTR PLC PPM)" userId="f1dcac62-7bef-43eb-91f0-927336a1714f" providerId="ADAL" clId="{C5C6EC8B-092A-4999-B5EE-A1C3BF508D8A}" dt="2022-11-29T09:54:57.198" v="8011" actId="478"/>
          <ac:spMkLst>
            <pc:docMk/>
            <pc:sldMk cId="873921267" sldId="9822"/>
            <ac:spMk id="15" creationId="{231B9F21-7785-8E2D-D9F4-9D6E43752C44}"/>
          </ac:spMkLst>
        </pc:spChg>
        <pc:spChg chg="mod">
          <ac:chgData name="Macher, Andreas (DI FA CTR PLC PPM)" userId="f1dcac62-7bef-43eb-91f0-927336a1714f" providerId="ADAL" clId="{C5C6EC8B-092A-4999-B5EE-A1C3BF508D8A}" dt="2022-11-29T10:17:52.373" v="8160" actId="1076"/>
          <ac:spMkLst>
            <pc:docMk/>
            <pc:sldMk cId="873921267" sldId="9822"/>
            <ac:spMk id="16" creationId="{6402D50C-3799-1A83-3CD3-EB5550E948BC}"/>
          </ac:spMkLst>
        </pc:spChg>
        <pc:spChg chg="add del mod">
          <ac:chgData name="Macher, Andreas (DI FA CTR PLC PPM)" userId="f1dcac62-7bef-43eb-91f0-927336a1714f" providerId="ADAL" clId="{C5C6EC8B-092A-4999-B5EE-A1C3BF508D8A}" dt="2022-11-29T09:57:28.731" v="8061" actId="478"/>
          <ac:spMkLst>
            <pc:docMk/>
            <pc:sldMk cId="873921267" sldId="9822"/>
            <ac:spMk id="16" creationId="{C736245D-955B-59B4-D2E3-F7F7D014CA07}"/>
          </ac:spMkLst>
        </pc:spChg>
        <pc:spChg chg="mod">
          <ac:chgData name="Macher, Andreas (DI FA CTR PLC PPM)" userId="f1dcac62-7bef-43eb-91f0-927336a1714f" providerId="ADAL" clId="{C5C6EC8B-092A-4999-B5EE-A1C3BF508D8A}" dt="2022-11-29T10:17:52.373" v="8160" actId="1076"/>
          <ac:spMkLst>
            <pc:docMk/>
            <pc:sldMk cId="873921267" sldId="9822"/>
            <ac:spMk id="17" creationId="{6432F590-8238-45F6-2A5E-DE89CA620926}"/>
          </ac:spMkLst>
        </pc:spChg>
        <pc:spChg chg="add del mod">
          <ac:chgData name="Macher, Andreas (DI FA CTR PLC PPM)" userId="f1dcac62-7bef-43eb-91f0-927336a1714f" providerId="ADAL" clId="{C5C6EC8B-092A-4999-B5EE-A1C3BF508D8A}" dt="2022-11-29T09:57:28.731" v="8061" actId="478"/>
          <ac:spMkLst>
            <pc:docMk/>
            <pc:sldMk cId="873921267" sldId="9822"/>
            <ac:spMk id="17" creationId="{AB742FB3-A3C3-D2CF-7E41-0222E1FDD5CC}"/>
          </ac:spMkLst>
        </pc:spChg>
        <pc:spChg chg="mod">
          <ac:chgData name="Macher, Andreas (DI FA CTR PLC PPM)" userId="f1dcac62-7bef-43eb-91f0-927336a1714f" providerId="ADAL" clId="{C5C6EC8B-092A-4999-B5EE-A1C3BF508D8A}" dt="2022-11-29T09:55:52.795" v="8020" actId="1076"/>
          <ac:spMkLst>
            <pc:docMk/>
            <pc:sldMk cId="873921267" sldId="9822"/>
            <ac:spMk id="20" creationId="{00979F60-AE7C-F189-D035-9156F8575BAE}"/>
          </ac:spMkLst>
        </pc:spChg>
        <pc:spChg chg="mod">
          <ac:chgData name="Macher, Andreas (DI FA CTR PLC PPM)" userId="f1dcac62-7bef-43eb-91f0-927336a1714f" providerId="ADAL" clId="{C5C6EC8B-092A-4999-B5EE-A1C3BF508D8A}" dt="2022-11-29T09:55:52.795" v="8020" actId="1076"/>
          <ac:spMkLst>
            <pc:docMk/>
            <pc:sldMk cId="873921267" sldId="9822"/>
            <ac:spMk id="23" creationId="{81B605E0-02FA-BD9E-9D89-6F51CAFA72B3}"/>
          </ac:spMkLst>
        </pc:spChg>
        <pc:spChg chg="add mod">
          <ac:chgData name="Macher, Andreas (DI FA CTR PLC PPM)" userId="f1dcac62-7bef-43eb-91f0-927336a1714f" providerId="ADAL" clId="{C5C6EC8B-092A-4999-B5EE-A1C3BF508D8A}" dt="2022-11-29T10:02:44.838" v="8093" actId="1076"/>
          <ac:spMkLst>
            <pc:docMk/>
            <pc:sldMk cId="873921267" sldId="9822"/>
            <ac:spMk id="25" creationId="{EE253A7D-DF95-75AB-7DFE-118AFC66E608}"/>
          </ac:spMkLst>
        </pc:spChg>
        <pc:spChg chg="add mod">
          <ac:chgData name="Macher, Andreas (DI FA CTR PLC PPM)" userId="f1dcac62-7bef-43eb-91f0-927336a1714f" providerId="ADAL" clId="{C5C6EC8B-092A-4999-B5EE-A1C3BF508D8A}" dt="2022-11-29T09:58:39.930" v="8063" actId="1076"/>
          <ac:spMkLst>
            <pc:docMk/>
            <pc:sldMk cId="873921267" sldId="9822"/>
            <ac:spMk id="26" creationId="{E2C9F54C-8FCC-FF77-FD13-1F4DFD2D38B4}"/>
          </ac:spMkLst>
        </pc:spChg>
        <pc:spChg chg="mod">
          <ac:chgData name="Macher, Andreas (DI FA CTR PLC PPM)" userId="f1dcac62-7bef-43eb-91f0-927336a1714f" providerId="ADAL" clId="{C5C6EC8B-092A-4999-B5EE-A1C3BF508D8A}" dt="2022-11-29T10:17:52.373" v="8160" actId="1076"/>
          <ac:spMkLst>
            <pc:docMk/>
            <pc:sldMk cId="873921267" sldId="9822"/>
            <ac:spMk id="31" creationId="{6800BA78-1788-DC95-8F5D-210761B3771D}"/>
          </ac:spMkLst>
        </pc:spChg>
        <pc:spChg chg="add del mod">
          <ac:chgData name="Macher, Andreas (DI FA CTR PLC PPM)" userId="f1dcac62-7bef-43eb-91f0-927336a1714f" providerId="ADAL" clId="{C5C6EC8B-092A-4999-B5EE-A1C3BF508D8A}" dt="2022-11-29T09:59:36.919" v="8070" actId="478"/>
          <ac:spMkLst>
            <pc:docMk/>
            <pc:sldMk cId="873921267" sldId="9822"/>
            <ac:spMk id="31" creationId="{8B00793F-8DA0-46A5-D85A-0846F4ECF157}"/>
          </ac:spMkLst>
        </pc:spChg>
        <pc:spChg chg="del">
          <ac:chgData name="Macher, Andreas (DI FA CTR PLC PPM)" userId="f1dcac62-7bef-43eb-91f0-927336a1714f" providerId="ADAL" clId="{C5C6EC8B-092A-4999-B5EE-A1C3BF508D8A}" dt="2022-11-29T09:55:00.634" v="8012" actId="478"/>
          <ac:spMkLst>
            <pc:docMk/>
            <pc:sldMk cId="873921267" sldId="9822"/>
            <ac:spMk id="98" creationId="{581FB178-1B87-BA0E-4E31-F96CE6132266}"/>
          </ac:spMkLst>
        </pc:spChg>
        <pc:spChg chg="mod">
          <ac:chgData name="Macher, Andreas (DI FA CTR PLC PPM)" userId="f1dcac62-7bef-43eb-91f0-927336a1714f" providerId="ADAL" clId="{C5C6EC8B-092A-4999-B5EE-A1C3BF508D8A}" dt="2022-11-30T10:01:58.509" v="9253" actId="207"/>
          <ac:spMkLst>
            <pc:docMk/>
            <pc:sldMk cId="873921267" sldId="9822"/>
            <ac:spMk id="99" creationId="{53B79C5F-BF56-ED54-7615-E0E73B02DA14}"/>
          </ac:spMkLst>
        </pc:spChg>
        <pc:spChg chg="del">
          <ac:chgData name="Macher, Andreas (DI FA CTR PLC PPM)" userId="f1dcac62-7bef-43eb-91f0-927336a1714f" providerId="ADAL" clId="{C5C6EC8B-092A-4999-B5EE-A1C3BF508D8A}" dt="2022-11-29T09:57:28.731" v="8061" actId="478"/>
          <ac:spMkLst>
            <pc:docMk/>
            <pc:sldMk cId="873921267" sldId="9822"/>
            <ac:spMk id="101" creationId="{BFCDD911-C4E0-D4CB-02F6-76E9A7D75546}"/>
          </ac:spMkLst>
        </pc:spChg>
        <pc:spChg chg="del">
          <ac:chgData name="Macher, Andreas (DI FA CTR PLC PPM)" userId="f1dcac62-7bef-43eb-91f0-927336a1714f" providerId="ADAL" clId="{C5C6EC8B-092A-4999-B5EE-A1C3BF508D8A}" dt="2022-11-29T09:57:28.731" v="8061" actId="478"/>
          <ac:spMkLst>
            <pc:docMk/>
            <pc:sldMk cId="873921267" sldId="9822"/>
            <ac:spMk id="102" creationId="{98A2C848-DD1D-1671-E97C-9A37CDE27AA9}"/>
          </ac:spMkLst>
        </pc:spChg>
        <pc:spChg chg="del">
          <ac:chgData name="Macher, Andreas (DI FA CTR PLC PPM)" userId="f1dcac62-7bef-43eb-91f0-927336a1714f" providerId="ADAL" clId="{C5C6EC8B-092A-4999-B5EE-A1C3BF508D8A}" dt="2022-11-29T09:57:28.731" v="8061" actId="478"/>
          <ac:spMkLst>
            <pc:docMk/>
            <pc:sldMk cId="873921267" sldId="9822"/>
            <ac:spMk id="103" creationId="{948D7EA1-A5B0-86C1-72CE-AA055B6394F6}"/>
          </ac:spMkLst>
        </pc:spChg>
        <pc:spChg chg="del">
          <ac:chgData name="Macher, Andreas (DI FA CTR PLC PPM)" userId="f1dcac62-7bef-43eb-91f0-927336a1714f" providerId="ADAL" clId="{C5C6EC8B-092A-4999-B5EE-A1C3BF508D8A}" dt="2022-11-29T09:57:28.731" v="8061" actId="478"/>
          <ac:spMkLst>
            <pc:docMk/>
            <pc:sldMk cId="873921267" sldId="9822"/>
            <ac:spMk id="115" creationId="{6BCD7357-EC45-8B02-0CE6-6A9169B29F36}"/>
          </ac:spMkLst>
        </pc:spChg>
        <pc:spChg chg="del">
          <ac:chgData name="Macher, Andreas (DI FA CTR PLC PPM)" userId="f1dcac62-7bef-43eb-91f0-927336a1714f" providerId="ADAL" clId="{C5C6EC8B-092A-4999-B5EE-A1C3BF508D8A}" dt="2022-11-29T09:55:39.591" v="8018" actId="478"/>
          <ac:spMkLst>
            <pc:docMk/>
            <pc:sldMk cId="873921267" sldId="9822"/>
            <ac:spMk id="140" creationId="{08CB804F-6D4F-0164-F95F-C60A38B1BC75}"/>
          </ac:spMkLst>
        </pc:spChg>
        <pc:spChg chg="del">
          <ac:chgData name="Macher, Andreas (DI FA CTR PLC PPM)" userId="f1dcac62-7bef-43eb-91f0-927336a1714f" providerId="ADAL" clId="{C5C6EC8B-092A-4999-B5EE-A1C3BF508D8A}" dt="2022-11-29T09:55:39.591" v="8018" actId="478"/>
          <ac:spMkLst>
            <pc:docMk/>
            <pc:sldMk cId="873921267" sldId="9822"/>
            <ac:spMk id="144" creationId="{B5E110E9-6BDC-25E2-7D34-8C94B897184B}"/>
          </ac:spMkLst>
        </pc:spChg>
        <pc:spChg chg="del">
          <ac:chgData name="Macher, Andreas (DI FA CTR PLC PPM)" userId="f1dcac62-7bef-43eb-91f0-927336a1714f" providerId="ADAL" clId="{C5C6EC8B-092A-4999-B5EE-A1C3BF508D8A}" dt="2022-11-29T09:55:39.591" v="8018" actId="478"/>
          <ac:spMkLst>
            <pc:docMk/>
            <pc:sldMk cId="873921267" sldId="9822"/>
            <ac:spMk id="145" creationId="{1A42577E-E82C-3C85-A184-2836008C4C56}"/>
          </ac:spMkLst>
        </pc:spChg>
        <pc:spChg chg="del mod">
          <ac:chgData name="Macher, Andreas (DI FA CTR PLC PPM)" userId="f1dcac62-7bef-43eb-91f0-927336a1714f" providerId="ADAL" clId="{C5C6EC8B-092A-4999-B5EE-A1C3BF508D8A}" dt="2022-11-29T09:57:28.731" v="8061" actId="478"/>
          <ac:spMkLst>
            <pc:docMk/>
            <pc:sldMk cId="873921267" sldId="9822"/>
            <ac:spMk id="146" creationId="{050537E5-3DFE-CB16-FFB5-016723309920}"/>
          </ac:spMkLst>
        </pc:spChg>
        <pc:spChg chg="del mod">
          <ac:chgData name="Macher, Andreas (DI FA CTR PLC PPM)" userId="f1dcac62-7bef-43eb-91f0-927336a1714f" providerId="ADAL" clId="{C5C6EC8B-092A-4999-B5EE-A1C3BF508D8A}" dt="2022-11-29T09:57:28.731" v="8061" actId="478"/>
          <ac:spMkLst>
            <pc:docMk/>
            <pc:sldMk cId="873921267" sldId="9822"/>
            <ac:spMk id="147" creationId="{1B5B0191-041D-649E-5339-E9A36280C9B6}"/>
          </ac:spMkLst>
        </pc:spChg>
        <pc:spChg chg="del">
          <ac:chgData name="Macher, Andreas (DI FA CTR PLC PPM)" userId="f1dcac62-7bef-43eb-91f0-927336a1714f" providerId="ADAL" clId="{C5C6EC8B-092A-4999-B5EE-A1C3BF508D8A}" dt="2022-11-29T09:57:28.731" v="8061" actId="478"/>
          <ac:spMkLst>
            <pc:docMk/>
            <pc:sldMk cId="873921267" sldId="9822"/>
            <ac:spMk id="148" creationId="{295B6060-8977-27C9-BEDD-96F1939B0486}"/>
          </ac:spMkLst>
        </pc:spChg>
        <pc:spChg chg="del">
          <ac:chgData name="Macher, Andreas (DI FA CTR PLC PPM)" userId="f1dcac62-7bef-43eb-91f0-927336a1714f" providerId="ADAL" clId="{C5C6EC8B-092A-4999-B5EE-A1C3BF508D8A}" dt="2022-11-29T09:57:28.731" v="8061" actId="478"/>
          <ac:spMkLst>
            <pc:docMk/>
            <pc:sldMk cId="873921267" sldId="9822"/>
            <ac:spMk id="155" creationId="{1D36F0A8-E4EE-8D27-FA78-ACDA852A2CB8}"/>
          </ac:spMkLst>
        </pc:spChg>
        <pc:spChg chg="mod">
          <ac:chgData name="Macher, Andreas (DI FA CTR PLC PPM)" userId="f1dcac62-7bef-43eb-91f0-927336a1714f" providerId="ADAL" clId="{C5C6EC8B-092A-4999-B5EE-A1C3BF508D8A}" dt="2022-11-29T10:17:52.373" v="8160" actId="1076"/>
          <ac:spMkLst>
            <pc:docMk/>
            <pc:sldMk cId="873921267" sldId="9822"/>
            <ac:spMk id="224" creationId="{587DE385-BDDA-DACD-CA34-EA0846D11530}"/>
          </ac:spMkLst>
        </pc:spChg>
        <pc:spChg chg="add del mod">
          <ac:chgData name="Macher, Andreas (DI FA CTR PLC PPM)" userId="f1dcac62-7bef-43eb-91f0-927336a1714f" providerId="ADAL" clId="{C5C6EC8B-092A-4999-B5EE-A1C3BF508D8A}" dt="2022-11-29T10:02:21.850" v="8090" actId="478"/>
          <ac:spMkLst>
            <pc:docMk/>
            <pc:sldMk cId="873921267" sldId="9822"/>
            <ac:spMk id="225" creationId="{2F4042CD-B05B-89F0-DE58-A8236C576960}"/>
          </ac:spMkLst>
        </pc:spChg>
        <pc:spChg chg="add mod">
          <ac:chgData name="Macher, Andreas (DI FA CTR PLC PPM)" userId="f1dcac62-7bef-43eb-91f0-927336a1714f" providerId="ADAL" clId="{C5C6EC8B-092A-4999-B5EE-A1C3BF508D8A}" dt="2022-11-29T10:03:15.510" v="8103" actId="1076"/>
          <ac:spMkLst>
            <pc:docMk/>
            <pc:sldMk cId="873921267" sldId="9822"/>
            <ac:spMk id="226" creationId="{A976A23F-7BC0-0B62-C7EA-7A4447737E2F}"/>
          </ac:spMkLst>
        </pc:spChg>
        <pc:spChg chg="add mod">
          <ac:chgData name="Macher, Andreas (DI FA CTR PLC PPM)" userId="f1dcac62-7bef-43eb-91f0-927336a1714f" providerId="ADAL" clId="{C5C6EC8B-092A-4999-B5EE-A1C3BF508D8A}" dt="2022-11-29T10:03:55.848" v="8108" actId="1076"/>
          <ac:spMkLst>
            <pc:docMk/>
            <pc:sldMk cId="873921267" sldId="9822"/>
            <ac:spMk id="228" creationId="{9CD30F50-0876-289E-7540-0317BECFB5F3}"/>
          </ac:spMkLst>
        </pc:spChg>
        <pc:spChg chg="add del mod">
          <ac:chgData name="Macher, Andreas (DI FA CTR PLC PPM)" userId="f1dcac62-7bef-43eb-91f0-927336a1714f" providerId="ADAL" clId="{C5C6EC8B-092A-4999-B5EE-A1C3BF508D8A}" dt="2022-11-29T10:04:24.564" v="8111" actId="478"/>
          <ac:spMkLst>
            <pc:docMk/>
            <pc:sldMk cId="873921267" sldId="9822"/>
            <ac:spMk id="229" creationId="{57587E6A-5CAE-7BBD-6698-D361CA7A0625}"/>
          </ac:spMkLst>
        </pc:spChg>
        <pc:grpChg chg="add mod">
          <ac:chgData name="Macher, Andreas (DI FA CTR PLC PPM)" userId="f1dcac62-7bef-43eb-91f0-927336a1714f" providerId="ADAL" clId="{C5C6EC8B-092A-4999-B5EE-A1C3BF508D8A}" dt="2022-11-29T09:55:06.068" v="8013" actId="1076"/>
          <ac:grpSpMkLst>
            <pc:docMk/>
            <pc:sldMk cId="873921267" sldId="9822"/>
            <ac:grpSpMk id="5" creationId="{D42E994C-7343-3A06-A8F8-C5F64D5AC402}"/>
          </ac:grpSpMkLst>
        </pc:grpChg>
        <pc:grpChg chg="add mod">
          <ac:chgData name="Macher, Andreas (DI FA CTR PLC PPM)" userId="f1dcac62-7bef-43eb-91f0-927336a1714f" providerId="ADAL" clId="{C5C6EC8B-092A-4999-B5EE-A1C3BF508D8A}" dt="2022-11-29T09:55:11.747" v="8015" actId="1076"/>
          <ac:grpSpMkLst>
            <pc:docMk/>
            <pc:sldMk cId="873921267" sldId="9822"/>
            <ac:grpSpMk id="10" creationId="{D57BB216-E0D9-4776-B747-7C8813777732}"/>
          </ac:grpSpMkLst>
        </pc:grpChg>
        <pc:grpChg chg="add del mod">
          <ac:chgData name="Macher, Andreas (DI FA CTR PLC PPM)" userId="f1dcac62-7bef-43eb-91f0-927336a1714f" providerId="ADAL" clId="{C5C6EC8B-092A-4999-B5EE-A1C3BF508D8A}" dt="2022-11-29T10:18:08.944" v="8162" actId="21"/>
          <ac:grpSpMkLst>
            <pc:docMk/>
            <pc:sldMk cId="873921267" sldId="9822"/>
            <ac:grpSpMk id="15" creationId="{39153460-FD7B-5FA7-5036-1689CAEC9012}"/>
          </ac:grpSpMkLst>
        </pc:grpChg>
        <pc:grpChg chg="add del mod">
          <ac:chgData name="Macher, Andreas (DI FA CTR PLC PPM)" userId="f1dcac62-7bef-43eb-91f0-927336a1714f" providerId="ADAL" clId="{C5C6EC8B-092A-4999-B5EE-A1C3BF508D8A}" dt="2022-11-29T10:18:08.944" v="8162" actId="21"/>
          <ac:grpSpMkLst>
            <pc:docMk/>
            <pc:sldMk cId="873921267" sldId="9822"/>
            <ac:grpSpMk id="18" creationId="{7113BA3D-2B70-07C4-295C-808B1C7A1636}"/>
          </ac:grpSpMkLst>
        </pc:grpChg>
        <pc:grpChg chg="add del mod">
          <ac:chgData name="Macher, Andreas (DI FA CTR PLC PPM)" userId="f1dcac62-7bef-43eb-91f0-927336a1714f" providerId="ADAL" clId="{C5C6EC8B-092A-4999-B5EE-A1C3BF508D8A}" dt="2022-11-29T09:57:28.731" v="8061" actId="478"/>
          <ac:grpSpMkLst>
            <pc:docMk/>
            <pc:sldMk cId="873921267" sldId="9822"/>
            <ac:grpSpMk id="18" creationId="{98B8512E-3CF8-EBCF-6DB3-7BFBAECAAEF1}"/>
          </ac:grpSpMkLst>
        </pc:grpChg>
        <pc:grpChg chg="add del mod">
          <ac:chgData name="Macher, Andreas (DI FA CTR PLC PPM)" userId="f1dcac62-7bef-43eb-91f0-927336a1714f" providerId="ADAL" clId="{C5C6EC8B-092A-4999-B5EE-A1C3BF508D8A}" dt="2022-11-29T09:57:28.731" v="8061" actId="478"/>
          <ac:grpSpMkLst>
            <pc:docMk/>
            <pc:sldMk cId="873921267" sldId="9822"/>
            <ac:grpSpMk id="21" creationId="{0B8FBF81-AFCD-0A2F-2385-90499178ABEE}"/>
          </ac:grpSpMkLst>
        </pc:grpChg>
        <pc:grpChg chg="add del mod">
          <ac:chgData name="Macher, Andreas (DI FA CTR PLC PPM)" userId="f1dcac62-7bef-43eb-91f0-927336a1714f" providerId="ADAL" clId="{C5C6EC8B-092A-4999-B5EE-A1C3BF508D8A}" dt="2022-11-29T10:18:08.944" v="8162" actId="21"/>
          <ac:grpSpMkLst>
            <pc:docMk/>
            <pc:sldMk cId="873921267" sldId="9822"/>
            <ac:grpSpMk id="30" creationId="{C624A88D-199B-FF91-551C-C35DA7EAAE80}"/>
          </ac:grpSpMkLst>
        </pc:grpChg>
        <pc:grpChg chg="del">
          <ac:chgData name="Macher, Andreas (DI FA CTR PLC PPM)" userId="f1dcac62-7bef-43eb-91f0-927336a1714f" providerId="ADAL" clId="{C5C6EC8B-092A-4999-B5EE-A1C3BF508D8A}" dt="2022-11-29T09:55:33.611" v="8017" actId="478"/>
          <ac:grpSpMkLst>
            <pc:docMk/>
            <pc:sldMk cId="873921267" sldId="9822"/>
            <ac:grpSpMk id="104" creationId="{63621D50-5204-DE44-61CD-43DD5B1C87C0}"/>
          </ac:grpSpMkLst>
        </pc:grpChg>
        <pc:grpChg chg="del">
          <ac:chgData name="Macher, Andreas (DI FA CTR PLC PPM)" userId="f1dcac62-7bef-43eb-91f0-927336a1714f" providerId="ADAL" clId="{C5C6EC8B-092A-4999-B5EE-A1C3BF508D8A}" dt="2022-11-29T09:57:28.731" v="8061" actId="478"/>
          <ac:grpSpMkLst>
            <pc:docMk/>
            <pc:sldMk cId="873921267" sldId="9822"/>
            <ac:grpSpMk id="135" creationId="{C8FD1661-4ED7-41C7-7110-7E59A086C123}"/>
          </ac:grpSpMkLst>
        </pc:grpChg>
        <pc:grpChg chg="del">
          <ac:chgData name="Macher, Andreas (DI FA CTR PLC PPM)" userId="f1dcac62-7bef-43eb-91f0-927336a1714f" providerId="ADAL" clId="{C5C6EC8B-092A-4999-B5EE-A1C3BF508D8A}" dt="2022-11-29T09:57:28.731" v="8061" actId="478"/>
          <ac:grpSpMkLst>
            <pc:docMk/>
            <pc:sldMk cId="873921267" sldId="9822"/>
            <ac:grpSpMk id="156" creationId="{F42825C2-104C-7FBC-260E-AE4D9C15FDA6}"/>
          </ac:grpSpMkLst>
        </pc:grpChg>
        <pc:grpChg chg="del">
          <ac:chgData name="Macher, Andreas (DI FA CTR PLC PPM)" userId="f1dcac62-7bef-43eb-91f0-927336a1714f" providerId="ADAL" clId="{C5C6EC8B-092A-4999-B5EE-A1C3BF508D8A}" dt="2022-11-29T09:54:52.027" v="8010" actId="478"/>
          <ac:grpSpMkLst>
            <pc:docMk/>
            <pc:sldMk cId="873921267" sldId="9822"/>
            <ac:grpSpMk id="249" creationId="{CED7F32F-1344-778F-E1D1-BB175311AC5C}"/>
          </ac:grpSpMkLst>
        </pc:grpChg>
        <pc:picChg chg="mod">
          <ac:chgData name="Macher, Andreas (DI FA CTR PLC PPM)" userId="f1dcac62-7bef-43eb-91f0-927336a1714f" providerId="ADAL" clId="{C5C6EC8B-092A-4999-B5EE-A1C3BF508D8A}" dt="2022-11-29T09:54:30.585" v="8009" actId="1076"/>
          <ac:picMkLst>
            <pc:docMk/>
            <pc:sldMk cId="873921267" sldId="9822"/>
            <ac:picMk id="7" creationId="{FF5FC723-82D8-DD9E-2600-8E9869BA733B}"/>
          </ac:picMkLst>
        </pc:picChg>
        <pc:picChg chg="mod">
          <ac:chgData name="Macher, Andreas (DI FA CTR PLC PPM)" userId="f1dcac62-7bef-43eb-91f0-927336a1714f" providerId="ADAL" clId="{C5C6EC8B-092A-4999-B5EE-A1C3BF508D8A}" dt="2022-11-29T09:55:07.294" v="8014"/>
          <ac:picMkLst>
            <pc:docMk/>
            <pc:sldMk cId="873921267" sldId="9822"/>
            <ac:picMk id="12" creationId="{D286AF15-8B9A-1214-C104-641CCA9565F4}"/>
          </ac:picMkLst>
        </pc:picChg>
        <pc:picChg chg="mod">
          <ac:chgData name="Macher, Andreas (DI FA CTR PLC PPM)" userId="f1dcac62-7bef-43eb-91f0-927336a1714f" providerId="ADAL" clId="{C5C6EC8B-092A-4999-B5EE-A1C3BF508D8A}" dt="2022-11-29T09:55:52.795" v="8020" actId="1076"/>
          <ac:picMkLst>
            <pc:docMk/>
            <pc:sldMk cId="873921267" sldId="9822"/>
            <ac:picMk id="19" creationId="{B04E0EF7-A004-F9E5-AF71-DE9CD46BC549}"/>
          </ac:picMkLst>
        </pc:picChg>
        <pc:picChg chg="mod">
          <ac:chgData name="Macher, Andreas (DI FA CTR PLC PPM)" userId="f1dcac62-7bef-43eb-91f0-927336a1714f" providerId="ADAL" clId="{C5C6EC8B-092A-4999-B5EE-A1C3BF508D8A}" dt="2022-11-29T10:17:52.373" v="8160" actId="1076"/>
          <ac:picMkLst>
            <pc:docMk/>
            <pc:sldMk cId="873921267" sldId="9822"/>
            <ac:picMk id="21" creationId="{651EC0E2-2F66-93FF-6B73-B0E3AF60EFDD}"/>
          </ac:picMkLst>
        </pc:picChg>
        <pc:picChg chg="mod">
          <ac:chgData name="Macher, Andreas (DI FA CTR PLC PPM)" userId="f1dcac62-7bef-43eb-91f0-927336a1714f" providerId="ADAL" clId="{C5C6EC8B-092A-4999-B5EE-A1C3BF508D8A}" dt="2022-11-29T10:17:52.373" v="8160" actId="1076"/>
          <ac:picMkLst>
            <pc:docMk/>
            <pc:sldMk cId="873921267" sldId="9822"/>
            <ac:picMk id="22" creationId="{2610CF82-DACF-4795-68D8-C6840861EA3C}"/>
          </ac:picMkLst>
        </pc:picChg>
        <pc:picChg chg="mod">
          <ac:chgData name="Macher, Andreas (DI FA CTR PLC PPM)" userId="f1dcac62-7bef-43eb-91f0-927336a1714f" providerId="ADAL" clId="{C5C6EC8B-092A-4999-B5EE-A1C3BF508D8A}" dt="2022-11-29T09:55:52.795" v="8020" actId="1076"/>
          <ac:picMkLst>
            <pc:docMk/>
            <pc:sldMk cId="873921267" sldId="9822"/>
            <ac:picMk id="22" creationId="{C0D7E403-0094-1945-74AD-3E3424D53F07}"/>
          </ac:picMkLst>
        </pc:picChg>
        <pc:picChg chg="mod">
          <ac:chgData name="Macher, Andreas (DI FA CTR PLC PPM)" userId="f1dcac62-7bef-43eb-91f0-927336a1714f" providerId="ADAL" clId="{C5C6EC8B-092A-4999-B5EE-A1C3BF508D8A}" dt="2022-11-29T10:17:52.373" v="8160" actId="1076"/>
          <ac:picMkLst>
            <pc:docMk/>
            <pc:sldMk cId="873921267" sldId="9822"/>
            <ac:picMk id="23" creationId="{122204ED-FAF5-9AC8-1522-F773FE9F7ACF}"/>
          </ac:picMkLst>
        </pc:picChg>
        <pc:picChg chg="mod">
          <ac:chgData name="Macher, Andreas (DI FA CTR PLC PPM)" userId="f1dcac62-7bef-43eb-91f0-927336a1714f" providerId="ADAL" clId="{C5C6EC8B-092A-4999-B5EE-A1C3BF508D8A}" dt="2022-11-29T10:17:52.373" v="8160" actId="1076"/>
          <ac:picMkLst>
            <pc:docMk/>
            <pc:sldMk cId="873921267" sldId="9822"/>
            <ac:picMk id="24" creationId="{6BF26152-8054-05C9-71AE-C066968BD161}"/>
          </ac:picMkLst>
        </pc:picChg>
        <pc:picChg chg="add mod">
          <ac:chgData name="Macher, Andreas (DI FA CTR PLC PPM)" userId="f1dcac62-7bef-43eb-91f0-927336a1714f" providerId="ADAL" clId="{C5C6EC8B-092A-4999-B5EE-A1C3BF508D8A}" dt="2022-11-29T10:02:44.838" v="8093" actId="1076"/>
          <ac:picMkLst>
            <pc:docMk/>
            <pc:sldMk cId="873921267" sldId="9822"/>
            <ac:picMk id="27" creationId="{1C480BDA-8B0F-11B5-7272-693B849CBB36}"/>
          </ac:picMkLst>
        </pc:picChg>
        <pc:picChg chg="add mod">
          <ac:chgData name="Macher, Andreas (DI FA CTR PLC PPM)" userId="f1dcac62-7bef-43eb-91f0-927336a1714f" providerId="ADAL" clId="{C5C6EC8B-092A-4999-B5EE-A1C3BF508D8A}" dt="2022-11-29T10:03:00.426" v="8097" actId="1076"/>
          <ac:picMkLst>
            <pc:docMk/>
            <pc:sldMk cId="873921267" sldId="9822"/>
            <ac:picMk id="28" creationId="{C1AF76DE-60E9-C89E-222C-4D177D6682E3}"/>
          </ac:picMkLst>
        </pc:picChg>
        <pc:picChg chg="add del mod">
          <ac:chgData name="Macher, Andreas (DI FA CTR PLC PPM)" userId="f1dcac62-7bef-43eb-91f0-927336a1714f" providerId="ADAL" clId="{C5C6EC8B-092A-4999-B5EE-A1C3BF508D8A}" dt="2022-11-29T09:59:36.919" v="8070" actId="478"/>
          <ac:picMkLst>
            <pc:docMk/>
            <pc:sldMk cId="873921267" sldId="9822"/>
            <ac:picMk id="30" creationId="{50BFBBC1-A7B4-EDA6-18E8-85056E030CDA}"/>
          </ac:picMkLst>
        </pc:picChg>
        <pc:picChg chg="del">
          <ac:chgData name="Macher, Andreas (DI FA CTR PLC PPM)" userId="f1dcac62-7bef-43eb-91f0-927336a1714f" providerId="ADAL" clId="{C5C6EC8B-092A-4999-B5EE-A1C3BF508D8A}" dt="2022-11-29T09:57:28.731" v="8061" actId="478"/>
          <ac:picMkLst>
            <pc:docMk/>
            <pc:sldMk cId="873921267" sldId="9822"/>
            <ac:picMk id="121" creationId="{042E8613-E0F9-8ECC-DDD2-3C2914605194}"/>
          </ac:picMkLst>
        </pc:picChg>
        <pc:cxnChg chg="mod">
          <ac:chgData name="Macher, Andreas (DI FA CTR PLC PPM)" userId="f1dcac62-7bef-43eb-91f0-927336a1714f" providerId="ADAL" clId="{C5C6EC8B-092A-4999-B5EE-A1C3BF508D8A}" dt="2022-11-29T10:17:52.373" v="8160" actId="1076"/>
          <ac:cxnSpMkLst>
            <pc:docMk/>
            <pc:sldMk cId="873921267" sldId="9822"/>
            <ac:cxnSpMk id="19" creationId="{8F30064D-49DE-642D-383A-1C856A023332}"/>
          </ac:cxnSpMkLst>
        </pc:cxnChg>
        <pc:cxnChg chg="mod">
          <ac:chgData name="Macher, Andreas (DI FA CTR PLC PPM)" userId="f1dcac62-7bef-43eb-91f0-927336a1714f" providerId="ADAL" clId="{C5C6EC8B-092A-4999-B5EE-A1C3BF508D8A}" dt="2022-11-29T10:17:52.373" v="8160" actId="1076"/>
          <ac:cxnSpMkLst>
            <pc:docMk/>
            <pc:sldMk cId="873921267" sldId="9822"/>
            <ac:cxnSpMk id="20" creationId="{EFB4AB4D-5214-C857-82C1-7C0051F5DACA}"/>
          </ac:cxnSpMkLst>
        </pc:cxnChg>
        <pc:cxnChg chg="add del mod">
          <ac:chgData name="Macher, Andreas (DI FA CTR PLC PPM)" userId="f1dcac62-7bef-43eb-91f0-927336a1714f" providerId="ADAL" clId="{C5C6EC8B-092A-4999-B5EE-A1C3BF508D8A}" dt="2022-11-29T10:02:50.953" v="8095" actId="478"/>
          <ac:cxnSpMkLst>
            <pc:docMk/>
            <pc:sldMk cId="873921267" sldId="9822"/>
            <ac:cxnSpMk id="24" creationId="{DAC01F49-50B6-30D1-81D2-A78BFD2DE6E8}"/>
          </ac:cxnSpMkLst>
        </pc:cxnChg>
        <pc:cxnChg chg="add mod">
          <ac:chgData name="Macher, Andreas (DI FA CTR PLC PPM)" userId="f1dcac62-7bef-43eb-91f0-927336a1714f" providerId="ADAL" clId="{C5C6EC8B-092A-4999-B5EE-A1C3BF508D8A}" dt="2022-11-29T10:02:54.971" v="8096" actId="14100"/>
          <ac:cxnSpMkLst>
            <pc:docMk/>
            <pc:sldMk cId="873921267" sldId="9822"/>
            <ac:cxnSpMk id="29" creationId="{156662EF-5411-FC8D-FB6B-880A92EE500B}"/>
          </ac:cxnSpMkLst>
        </pc:cxnChg>
        <pc:cxnChg chg="del">
          <ac:chgData name="Macher, Andreas (DI FA CTR PLC PPM)" userId="f1dcac62-7bef-43eb-91f0-927336a1714f" providerId="ADAL" clId="{C5C6EC8B-092A-4999-B5EE-A1C3BF508D8A}" dt="2022-11-29T09:57:28.731" v="8061" actId="478"/>
          <ac:cxnSpMkLst>
            <pc:docMk/>
            <pc:sldMk cId="873921267" sldId="9822"/>
            <ac:cxnSpMk id="162" creationId="{EC6DEA5F-1FCF-24F3-B805-B9F1819E91BF}"/>
          </ac:cxnSpMkLst>
        </pc:cxnChg>
        <pc:cxnChg chg="del">
          <ac:chgData name="Macher, Andreas (DI FA CTR PLC PPM)" userId="f1dcac62-7bef-43eb-91f0-927336a1714f" providerId="ADAL" clId="{C5C6EC8B-092A-4999-B5EE-A1C3BF508D8A}" dt="2022-11-29T09:57:28.731" v="8061" actId="478"/>
          <ac:cxnSpMkLst>
            <pc:docMk/>
            <pc:sldMk cId="873921267" sldId="9822"/>
            <ac:cxnSpMk id="163" creationId="{EF9C3C85-B48B-C0EB-AD6D-3419E92A89BA}"/>
          </ac:cxnSpMkLst>
        </pc:cxnChg>
        <pc:cxnChg chg="del">
          <ac:chgData name="Macher, Andreas (DI FA CTR PLC PPM)" userId="f1dcac62-7bef-43eb-91f0-927336a1714f" providerId="ADAL" clId="{C5C6EC8B-092A-4999-B5EE-A1C3BF508D8A}" dt="2022-11-29T09:57:28.731" v="8061" actId="478"/>
          <ac:cxnSpMkLst>
            <pc:docMk/>
            <pc:sldMk cId="873921267" sldId="9822"/>
            <ac:cxnSpMk id="165" creationId="{76547873-1FD7-DF75-3E8E-48062602EBD1}"/>
          </ac:cxnSpMkLst>
        </pc:cxnChg>
        <pc:cxnChg chg="add del mod">
          <ac:chgData name="Macher, Andreas (DI FA CTR PLC PPM)" userId="f1dcac62-7bef-43eb-91f0-927336a1714f" providerId="ADAL" clId="{C5C6EC8B-092A-4999-B5EE-A1C3BF508D8A}" dt="2022-11-29T09:59:36.919" v="8070" actId="478"/>
          <ac:cxnSpMkLst>
            <pc:docMk/>
            <pc:sldMk cId="873921267" sldId="9822"/>
            <ac:cxnSpMk id="224" creationId="{6980D561-9FE0-D40E-4282-00084BA94465}"/>
          </ac:cxnSpMkLst>
        </pc:cxnChg>
      </pc:sldChg>
      <pc:sldChg chg="addSp delSp modSp add mod">
        <pc:chgData name="Macher, Andreas (DI FA CTR PLC PPM)" userId="f1dcac62-7bef-43eb-91f0-927336a1714f" providerId="ADAL" clId="{C5C6EC8B-092A-4999-B5EE-A1C3BF508D8A}" dt="2022-11-30T10:05:40.511" v="9390" actId="20577"/>
        <pc:sldMkLst>
          <pc:docMk/>
          <pc:sldMk cId="2954686816" sldId="9823"/>
        </pc:sldMkLst>
        <pc:spChg chg="mod">
          <ac:chgData name="Macher, Andreas (DI FA CTR PLC PPM)" userId="f1dcac62-7bef-43eb-91f0-927336a1714f" providerId="ADAL" clId="{C5C6EC8B-092A-4999-B5EE-A1C3BF508D8A}" dt="2022-11-29T16:12:17.263" v="9250" actId="6549"/>
          <ac:spMkLst>
            <pc:docMk/>
            <pc:sldMk cId="2954686816" sldId="9823"/>
            <ac:spMk id="2" creationId="{00000000-0000-0000-0000-000000000000}"/>
          </ac:spMkLst>
        </pc:spChg>
        <pc:spChg chg="mod">
          <ac:chgData name="Macher, Andreas (DI FA CTR PLC PPM)" userId="f1dcac62-7bef-43eb-91f0-927336a1714f" providerId="ADAL" clId="{C5C6EC8B-092A-4999-B5EE-A1C3BF508D8A}" dt="2022-11-29T16:10:05.146" v="9210"/>
          <ac:spMkLst>
            <pc:docMk/>
            <pc:sldMk cId="2954686816" sldId="9823"/>
            <ac:spMk id="6" creationId="{52486D80-3DF7-470D-823E-765DCE86C853}"/>
          </ac:spMkLst>
        </pc:spChg>
        <pc:spChg chg="mod">
          <ac:chgData name="Macher, Andreas (DI FA CTR PLC PPM)" userId="f1dcac62-7bef-43eb-91f0-927336a1714f" providerId="ADAL" clId="{C5C6EC8B-092A-4999-B5EE-A1C3BF508D8A}" dt="2022-11-29T10:18:38.446" v="8167" actId="1076"/>
          <ac:spMkLst>
            <pc:docMk/>
            <pc:sldMk cId="2954686816" sldId="9823"/>
            <ac:spMk id="11" creationId="{50538284-0E59-7DAB-9179-8F0D020C3AF3}"/>
          </ac:spMkLst>
        </pc:spChg>
        <pc:spChg chg="mod">
          <ac:chgData name="Macher, Andreas (DI FA CTR PLC PPM)" userId="f1dcac62-7bef-43eb-91f0-927336a1714f" providerId="ADAL" clId="{C5C6EC8B-092A-4999-B5EE-A1C3BF508D8A}" dt="2022-11-29T10:20:35.025" v="8183" actId="14100"/>
          <ac:spMkLst>
            <pc:docMk/>
            <pc:sldMk cId="2954686816" sldId="9823"/>
            <ac:spMk id="14" creationId="{53CE43BF-E1E9-39B8-D2BF-A89159503378}"/>
          </ac:spMkLst>
        </pc:spChg>
        <pc:spChg chg="add mod">
          <ac:chgData name="Macher, Andreas (DI FA CTR PLC PPM)" userId="f1dcac62-7bef-43eb-91f0-927336a1714f" providerId="ADAL" clId="{C5C6EC8B-092A-4999-B5EE-A1C3BF508D8A}" dt="2022-11-30T10:05:40.511" v="9390" actId="20577"/>
          <ac:spMkLst>
            <pc:docMk/>
            <pc:sldMk cId="2954686816" sldId="9823"/>
            <ac:spMk id="15" creationId="{457C9FB6-8854-A100-1D6B-DE84D9FE8746}"/>
          </ac:spMkLst>
        </pc:spChg>
        <pc:spChg chg="del">
          <ac:chgData name="Macher, Andreas (DI FA CTR PLC PPM)" userId="f1dcac62-7bef-43eb-91f0-927336a1714f" providerId="ADAL" clId="{C5C6EC8B-092A-4999-B5EE-A1C3BF508D8A}" dt="2022-11-29T10:18:45.872" v="8168" actId="478"/>
          <ac:spMkLst>
            <pc:docMk/>
            <pc:sldMk cId="2954686816" sldId="9823"/>
            <ac:spMk id="25" creationId="{EE253A7D-DF95-75AB-7DFE-118AFC66E608}"/>
          </ac:spMkLst>
        </pc:spChg>
        <pc:spChg chg="del">
          <ac:chgData name="Macher, Andreas (DI FA CTR PLC PPM)" userId="f1dcac62-7bef-43eb-91f0-927336a1714f" providerId="ADAL" clId="{C5C6EC8B-092A-4999-B5EE-A1C3BF508D8A}" dt="2022-11-29T10:18:15.964" v="8163" actId="478"/>
          <ac:spMkLst>
            <pc:docMk/>
            <pc:sldMk cId="2954686816" sldId="9823"/>
            <ac:spMk id="26" creationId="{E2C9F54C-8FCC-FF77-FD13-1F4DFD2D38B4}"/>
          </ac:spMkLst>
        </pc:spChg>
        <pc:spChg chg="mod">
          <ac:chgData name="Macher, Andreas (DI FA CTR PLC PPM)" userId="f1dcac62-7bef-43eb-91f0-927336a1714f" providerId="ADAL" clId="{C5C6EC8B-092A-4999-B5EE-A1C3BF508D8A}" dt="2022-11-29T10:19:15.774" v="8169" actId="1076"/>
          <ac:spMkLst>
            <pc:docMk/>
            <pc:sldMk cId="2954686816" sldId="9823"/>
            <ac:spMk id="31" creationId="{6800BA78-1788-DC95-8F5D-210761B3771D}"/>
          </ac:spMkLst>
        </pc:spChg>
        <pc:spChg chg="mod">
          <ac:chgData name="Macher, Andreas (DI FA CTR PLC PPM)" userId="f1dcac62-7bef-43eb-91f0-927336a1714f" providerId="ADAL" clId="{C5C6EC8B-092A-4999-B5EE-A1C3BF508D8A}" dt="2022-11-30T10:04:42.306" v="9311" actId="20577"/>
          <ac:spMkLst>
            <pc:docMk/>
            <pc:sldMk cId="2954686816" sldId="9823"/>
            <ac:spMk id="99" creationId="{53B79C5F-BF56-ED54-7615-E0E73B02DA14}"/>
          </ac:spMkLst>
        </pc:spChg>
        <pc:spChg chg="mod">
          <ac:chgData name="Macher, Andreas (DI FA CTR PLC PPM)" userId="f1dcac62-7bef-43eb-91f0-927336a1714f" providerId="ADAL" clId="{C5C6EC8B-092A-4999-B5EE-A1C3BF508D8A}" dt="2022-11-29T10:19:15.774" v="8169" actId="1076"/>
          <ac:spMkLst>
            <pc:docMk/>
            <pc:sldMk cId="2954686816" sldId="9823"/>
            <ac:spMk id="224" creationId="{587DE385-BDDA-DACD-CA34-EA0846D11530}"/>
          </ac:spMkLst>
        </pc:spChg>
        <pc:spChg chg="del">
          <ac:chgData name="Macher, Andreas (DI FA CTR PLC PPM)" userId="f1dcac62-7bef-43eb-91f0-927336a1714f" providerId="ADAL" clId="{C5C6EC8B-092A-4999-B5EE-A1C3BF508D8A}" dt="2022-11-29T10:18:15.964" v="8163" actId="478"/>
          <ac:spMkLst>
            <pc:docMk/>
            <pc:sldMk cId="2954686816" sldId="9823"/>
            <ac:spMk id="226" creationId="{A976A23F-7BC0-0B62-C7EA-7A4447737E2F}"/>
          </ac:spMkLst>
        </pc:spChg>
        <pc:spChg chg="add mod">
          <ac:chgData name="Macher, Andreas (DI FA CTR PLC PPM)" userId="f1dcac62-7bef-43eb-91f0-927336a1714f" providerId="ADAL" clId="{C5C6EC8B-092A-4999-B5EE-A1C3BF508D8A}" dt="2022-11-29T10:19:48.666" v="8174" actId="1076"/>
          <ac:spMkLst>
            <pc:docMk/>
            <pc:sldMk cId="2954686816" sldId="9823"/>
            <ac:spMk id="227" creationId="{9BB1267B-744A-97BC-40A5-F68B8AD5C106}"/>
          </ac:spMkLst>
        </pc:spChg>
        <pc:spChg chg="del">
          <ac:chgData name="Macher, Andreas (DI FA CTR PLC PPM)" userId="f1dcac62-7bef-43eb-91f0-927336a1714f" providerId="ADAL" clId="{C5C6EC8B-092A-4999-B5EE-A1C3BF508D8A}" dt="2022-11-29T10:23:00.013" v="8192" actId="478"/>
          <ac:spMkLst>
            <pc:docMk/>
            <pc:sldMk cId="2954686816" sldId="9823"/>
            <ac:spMk id="228" creationId="{9CD30F50-0876-289E-7540-0317BECFB5F3}"/>
          </ac:spMkLst>
        </pc:spChg>
        <pc:spChg chg="add mod">
          <ac:chgData name="Macher, Andreas (DI FA CTR PLC PPM)" userId="f1dcac62-7bef-43eb-91f0-927336a1714f" providerId="ADAL" clId="{C5C6EC8B-092A-4999-B5EE-A1C3BF508D8A}" dt="2022-11-29T10:20:00.204" v="8177" actId="1076"/>
          <ac:spMkLst>
            <pc:docMk/>
            <pc:sldMk cId="2954686816" sldId="9823"/>
            <ac:spMk id="232" creationId="{93B848FC-4949-A04C-8097-FC711DB9435E}"/>
          </ac:spMkLst>
        </pc:spChg>
        <pc:spChg chg="add del mod">
          <ac:chgData name="Macher, Andreas (DI FA CTR PLC PPM)" userId="f1dcac62-7bef-43eb-91f0-927336a1714f" providerId="ADAL" clId="{C5C6EC8B-092A-4999-B5EE-A1C3BF508D8A}" dt="2022-11-29T10:20:25.745" v="8181"/>
          <ac:spMkLst>
            <pc:docMk/>
            <pc:sldMk cId="2954686816" sldId="9823"/>
            <ac:spMk id="234" creationId="{EA698E8F-E8E2-BB1D-B1C8-28AD907FACB6}"/>
          </ac:spMkLst>
        </pc:spChg>
        <pc:grpChg chg="del">
          <ac:chgData name="Macher, Andreas (DI FA CTR PLC PPM)" userId="f1dcac62-7bef-43eb-91f0-927336a1714f" providerId="ADAL" clId="{C5C6EC8B-092A-4999-B5EE-A1C3BF508D8A}" dt="2022-11-29T10:18:31.134" v="8165" actId="478"/>
          <ac:grpSpMkLst>
            <pc:docMk/>
            <pc:sldMk cId="2954686816" sldId="9823"/>
            <ac:grpSpMk id="15" creationId="{39153460-FD7B-5FA7-5036-1689CAEC9012}"/>
          </ac:grpSpMkLst>
        </pc:grpChg>
        <pc:grpChg chg="mod">
          <ac:chgData name="Macher, Andreas (DI FA CTR PLC PPM)" userId="f1dcac62-7bef-43eb-91f0-927336a1714f" providerId="ADAL" clId="{C5C6EC8B-092A-4999-B5EE-A1C3BF508D8A}" dt="2022-11-29T10:19:15.774" v="8169" actId="1076"/>
          <ac:grpSpMkLst>
            <pc:docMk/>
            <pc:sldMk cId="2954686816" sldId="9823"/>
            <ac:grpSpMk id="18" creationId="{7113BA3D-2B70-07C4-295C-808B1C7A1636}"/>
          </ac:grpSpMkLst>
        </pc:grpChg>
        <pc:grpChg chg="mod">
          <ac:chgData name="Macher, Andreas (DI FA CTR PLC PPM)" userId="f1dcac62-7bef-43eb-91f0-927336a1714f" providerId="ADAL" clId="{C5C6EC8B-092A-4999-B5EE-A1C3BF508D8A}" dt="2022-11-29T10:19:15.774" v="8169" actId="1076"/>
          <ac:grpSpMkLst>
            <pc:docMk/>
            <pc:sldMk cId="2954686816" sldId="9823"/>
            <ac:grpSpMk id="30" creationId="{C624A88D-199B-FF91-551C-C35DA7EAAE80}"/>
          </ac:grpSpMkLst>
        </pc:grpChg>
        <pc:picChg chg="mod">
          <ac:chgData name="Macher, Andreas (DI FA CTR PLC PPM)" userId="f1dcac62-7bef-43eb-91f0-927336a1714f" providerId="ADAL" clId="{C5C6EC8B-092A-4999-B5EE-A1C3BF508D8A}" dt="2022-11-29T10:19:15.774" v="8169" actId="1076"/>
          <ac:picMkLst>
            <pc:docMk/>
            <pc:sldMk cId="2954686816" sldId="9823"/>
            <ac:picMk id="21" creationId="{651EC0E2-2F66-93FF-6B73-B0E3AF60EFDD}"/>
          </ac:picMkLst>
        </pc:picChg>
        <pc:picChg chg="mod">
          <ac:chgData name="Macher, Andreas (DI FA CTR PLC PPM)" userId="f1dcac62-7bef-43eb-91f0-927336a1714f" providerId="ADAL" clId="{C5C6EC8B-092A-4999-B5EE-A1C3BF508D8A}" dt="2022-11-29T10:19:15.774" v="8169" actId="1076"/>
          <ac:picMkLst>
            <pc:docMk/>
            <pc:sldMk cId="2954686816" sldId="9823"/>
            <ac:picMk id="22" creationId="{2610CF82-DACF-4795-68D8-C6840861EA3C}"/>
          </ac:picMkLst>
        </pc:picChg>
        <pc:picChg chg="mod">
          <ac:chgData name="Macher, Andreas (DI FA CTR PLC PPM)" userId="f1dcac62-7bef-43eb-91f0-927336a1714f" providerId="ADAL" clId="{C5C6EC8B-092A-4999-B5EE-A1C3BF508D8A}" dt="2022-11-29T10:19:15.774" v="8169" actId="1076"/>
          <ac:picMkLst>
            <pc:docMk/>
            <pc:sldMk cId="2954686816" sldId="9823"/>
            <ac:picMk id="23" creationId="{122204ED-FAF5-9AC8-1522-F773FE9F7ACF}"/>
          </ac:picMkLst>
        </pc:picChg>
        <pc:picChg chg="mod">
          <ac:chgData name="Macher, Andreas (DI FA CTR PLC PPM)" userId="f1dcac62-7bef-43eb-91f0-927336a1714f" providerId="ADAL" clId="{C5C6EC8B-092A-4999-B5EE-A1C3BF508D8A}" dt="2022-11-29T10:19:15.774" v="8169" actId="1076"/>
          <ac:picMkLst>
            <pc:docMk/>
            <pc:sldMk cId="2954686816" sldId="9823"/>
            <ac:picMk id="24" creationId="{6BF26152-8054-05C9-71AE-C066968BD161}"/>
          </ac:picMkLst>
        </pc:picChg>
        <pc:picChg chg="del">
          <ac:chgData name="Macher, Andreas (DI FA CTR PLC PPM)" userId="f1dcac62-7bef-43eb-91f0-927336a1714f" providerId="ADAL" clId="{C5C6EC8B-092A-4999-B5EE-A1C3BF508D8A}" dt="2022-11-29T10:18:15.964" v="8163" actId="478"/>
          <ac:picMkLst>
            <pc:docMk/>
            <pc:sldMk cId="2954686816" sldId="9823"/>
            <ac:picMk id="27" creationId="{1C480BDA-8B0F-11B5-7272-693B849CBB36}"/>
          </ac:picMkLst>
        </pc:picChg>
        <pc:picChg chg="del">
          <ac:chgData name="Macher, Andreas (DI FA CTR PLC PPM)" userId="f1dcac62-7bef-43eb-91f0-927336a1714f" providerId="ADAL" clId="{C5C6EC8B-092A-4999-B5EE-A1C3BF508D8A}" dt="2022-11-29T10:18:15.964" v="8163" actId="478"/>
          <ac:picMkLst>
            <pc:docMk/>
            <pc:sldMk cId="2954686816" sldId="9823"/>
            <ac:picMk id="28" creationId="{C1AF76DE-60E9-C89E-222C-4D177D6682E3}"/>
          </ac:picMkLst>
        </pc:picChg>
        <pc:picChg chg="add mod ord">
          <ac:chgData name="Macher, Andreas (DI FA CTR PLC PPM)" userId="f1dcac62-7bef-43eb-91f0-927336a1714f" providerId="ADAL" clId="{C5C6EC8B-092A-4999-B5EE-A1C3BF508D8A}" dt="2022-11-29T10:21:40.123" v="8190" actId="207"/>
          <ac:picMkLst>
            <pc:docMk/>
            <pc:sldMk cId="2954686816" sldId="9823"/>
            <ac:picMk id="233" creationId="{3A814065-2768-094E-63F7-188770E62D7E}"/>
          </ac:picMkLst>
        </pc:picChg>
        <pc:picChg chg="add mod ord">
          <ac:chgData name="Macher, Andreas (DI FA CTR PLC PPM)" userId="f1dcac62-7bef-43eb-91f0-927336a1714f" providerId="ADAL" clId="{C5C6EC8B-092A-4999-B5EE-A1C3BF508D8A}" dt="2022-11-29T10:21:40.123" v="8190" actId="207"/>
          <ac:picMkLst>
            <pc:docMk/>
            <pc:sldMk cId="2954686816" sldId="9823"/>
            <ac:picMk id="235" creationId="{09605EED-02F2-7BD8-CB69-6D39280F68AB}"/>
          </ac:picMkLst>
        </pc:picChg>
        <pc:cxnChg chg="mod">
          <ac:chgData name="Macher, Andreas (DI FA CTR PLC PPM)" userId="f1dcac62-7bef-43eb-91f0-927336a1714f" providerId="ADAL" clId="{C5C6EC8B-092A-4999-B5EE-A1C3BF508D8A}" dt="2022-11-29T10:19:15.774" v="8169" actId="1076"/>
          <ac:cxnSpMkLst>
            <pc:docMk/>
            <pc:sldMk cId="2954686816" sldId="9823"/>
            <ac:cxnSpMk id="19" creationId="{8F30064D-49DE-642D-383A-1C856A023332}"/>
          </ac:cxnSpMkLst>
        </pc:cxnChg>
        <pc:cxnChg chg="mod">
          <ac:chgData name="Macher, Andreas (DI FA CTR PLC PPM)" userId="f1dcac62-7bef-43eb-91f0-927336a1714f" providerId="ADAL" clId="{C5C6EC8B-092A-4999-B5EE-A1C3BF508D8A}" dt="2022-11-29T10:19:15.774" v="8169" actId="1076"/>
          <ac:cxnSpMkLst>
            <pc:docMk/>
            <pc:sldMk cId="2954686816" sldId="9823"/>
            <ac:cxnSpMk id="20" creationId="{EFB4AB4D-5214-C857-82C1-7C0051F5DACA}"/>
          </ac:cxnSpMkLst>
        </pc:cxnChg>
        <pc:cxnChg chg="del">
          <ac:chgData name="Macher, Andreas (DI FA CTR PLC PPM)" userId="f1dcac62-7bef-43eb-91f0-927336a1714f" providerId="ADAL" clId="{C5C6EC8B-092A-4999-B5EE-A1C3BF508D8A}" dt="2022-11-29T10:18:20.364" v="8164" actId="478"/>
          <ac:cxnSpMkLst>
            <pc:docMk/>
            <pc:sldMk cId="2954686816" sldId="9823"/>
            <ac:cxnSpMk id="29" creationId="{156662EF-5411-FC8D-FB6B-880A92EE500B}"/>
          </ac:cxnSpMkLst>
        </pc:cxnChg>
        <pc:cxnChg chg="add mod">
          <ac:chgData name="Macher, Andreas (DI FA CTR PLC PPM)" userId="f1dcac62-7bef-43eb-91f0-927336a1714f" providerId="ADAL" clId="{C5C6EC8B-092A-4999-B5EE-A1C3BF508D8A}" dt="2022-11-29T10:19:51.326" v="8175" actId="14100"/>
          <ac:cxnSpMkLst>
            <pc:docMk/>
            <pc:sldMk cId="2954686816" sldId="9823"/>
            <ac:cxnSpMk id="225" creationId="{AA5B5D2A-63E2-B462-4445-6A40BEAE99FC}"/>
          </ac:cxnSpMkLst>
        </pc:cxnChg>
        <pc:cxnChg chg="add mod">
          <ac:chgData name="Macher, Andreas (DI FA CTR PLC PPM)" userId="f1dcac62-7bef-43eb-91f0-927336a1714f" providerId="ADAL" clId="{C5C6EC8B-092A-4999-B5EE-A1C3BF508D8A}" dt="2022-11-29T10:20:00.204" v="8177" actId="1076"/>
          <ac:cxnSpMkLst>
            <pc:docMk/>
            <pc:sldMk cId="2954686816" sldId="9823"/>
            <ac:cxnSpMk id="231" creationId="{10B10998-1985-F7F6-67C7-BBB6109DB73F}"/>
          </ac:cxnSpMkLst>
        </pc:cxnChg>
      </pc:sldChg>
      <pc:sldChg chg="addSp delSp modSp add mod">
        <pc:chgData name="Macher, Andreas (DI FA CTR PLC PPM)" userId="f1dcac62-7bef-43eb-91f0-927336a1714f" providerId="ADAL" clId="{C5C6EC8B-092A-4999-B5EE-A1C3BF508D8A}" dt="2022-11-30T10:10:39.231" v="9455" actId="207"/>
        <pc:sldMkLst>
          <pc:docMk/>
          <pc:sldMk cId="2169948991" sldId="9824"/>
        </pc:sldMkLst>
        <pc:spChg chg="mod">
          <ac:chgData name="Macher, Andreas (DI FA CTR PLC PPM)" userId="f1dcac62-7bef-43eb-91f0-927336a1714f" providerId="ADAL" clId="{C5C6EC8B-092A-4999-B5EE-A1C3BF508D8A}" dt="2022-11-29T16:10:14.085" v="9211"/>
          <ac:spMkLst>
            <pc:docMk/>
            <pc:sldMk cId="2169948991" sldId="9824"/>
            <ac:spMk id="2" creationId="{0342A3D6-98FE-48A7-AFE2-71450107450D}"/>
          </ac:spMkLst>
        </pc:spChg>
        <pc:spChg chg="mod">
          <ac:chgData name="Macher, Andreas (DI FA CTR PLC PPM)" userId="f1dcac62-7bef-43eb-91f0-927336a1714f" providerId="ADAL" clId="{C5C6EC8B-092A-4999-B5EE-A1C3BF508D8A}" dt="2022-11-30T10:10:39.231" v="9455" actId="207"/>
          <ac:spMkLst>
            <pc:docMk/>
            <pc:sldMk cId="2169948991" sldId="9824"/>
            <ac:spMk id="4" creationId="{A645F354-40D6-4D3D-BA93-7A74F09635B4}"/>
          </ac:spMkLst>
        </pc:spChg>
        <pc:spChg chg="del">
          <ac:chgData name="Macher, Andreas (DI FA CTR PLC PPM)" userId="f1dcac62-7bef-43eb-91f0-927336a1714f" providerId="ADAL" clId="{C5C6EC8B-092A-4999-B5EE-A1C3BF508D8A}" dt="2022-11-29T10:34:57.514" v="8318" actId="478"/>
          <ac:spMkLst>
            <pc:docMk/>
            <pc:sldMk cId="2169948991" sldId="9824"/>
            <ac:spMk id="5" creationId="{7D06A950-B2BF-4D5B-AC72-5B76B61FC3A8}"/>
          </ac:spMkLst>
        </pc:spChg>
        <pc:spChg chg="add del mod">
          <ac:chgData name="Macher, Andreas (DI FA CTR PLC PPM)" userId="f1dcac62-7bef-43eb-91f0-927336a1714f" providerId="ADAL" clId="{C5C6EC8B-092A-4999-B5EE-A1C3BF508D8A}" dt="2022-11-29T10:35:00.206" v="8319" actId="478"/>
          <ac:spMkLst>
            <pc:docMk/>
            <pc:sldMk cId="2169948991" sldId="9824"/>
            <ac:spMk id="7" creationId="{2514F15D-CCC0-0F34-2648-532C4DE48E12}"/>
          </ac:spMkLst>
        </pc:spChg>
      </pc:sldChg>
      <pc:sldChg chg="add del">
        <pc:chgData name="Macher, Andreas (DI FA CTR PLC PPM)" userId="f1dcac62-7bef-43eb-91f0-927336a1714f" providerId="ADAL" clId="{C5C6EC8B-092A-4999-B5EE-A1C3BF508D8A}" dt="2022-11-29T10:57:26.465" v="9043" actId="47"/>
        <pc:sldMkLst>
          <pc:docMk/>
          <pc:sldMk cId="110789424" sldId="9825"/>
        </pc:sldMkLst>
      </pc:sldChg>
      <pc:sldChg chg="addSp delSp modSp add mod">
        <pc:chgData name="Macher, Andreas (DI FA CTR PLC PPM)" userId="f1dcac62-7bef-43eb-91f0-927336a1714f" providerId="ADAL" clId="{C5C6EC8B-092A-4999-B5EE-A1C3BF508D8A}" dt="2022-11-30T11:25:47.174" v="9731" actId="790"/>
        <pc:sldMkLst>
          <pc:docMk/>
          <pc:sldMk cId="2238762799" sldId="9826"/>
        </pc:sldMkLst>
        <pc:spChg chg="mod">
          <ac:chgData name="Macher, Andreas (DI FA CTR PLC PPM)" userId="f1dcac62-7bef-43eb-91f0-927336a1714f" providerId="ADAL" clId="{C5C6EC8B-092A-4999-B5EE-A1C3BF508D8A}" dt="2022-11-29T10:54:03.019" v="8927" actId="20577"/>
          <ac:spMkLst>
            <pc:docMk/>
            <pc:sldMk cId="2238762799" sldId="9826"/>
            <ac:spMk id="2" creationId="{00000000-0000-0000-0000-000000000000}"/>
          </ac:spMkLst>
        </pc:spChg>
        <pc:spChg chg="mod">
          <ac:chgData name="Macher, Andreas (DI FA CTR PLC PPM)" userId="f1dcac62-7bef-43eb-91f0-927336a1714f" providerId="ADAL" clId="{C5C6EC8B-092A-4999-B5EE-A1C3BF508D8A}" dt="2022-11-30T11:25:47.174" v="9731" actId="790"/>
          <ac:spMkLst>
            <pc:docMk/>
            <pc:sldMk cId="2238762799" sldId="9826"/>
            <ac:spMk id="6" creationId="{52486D80-3DF7-470D-823E-765DCE86C853}"/>
          </ac:spMkLst>
        </pc:spChg>
        <pc:spChg chg="add mod">
          <ac:chgData name="Macher, Andreas (DI FA CTR PLC PPM)" userId="f1dcac62-7bef-43eb-91f0-927336a1714f" providerId="ADAL" clId="{C5C6EC8B-092A-4999-B5EE-A1C3BF508D8A}" dt="2022-11-29T10:46:16.740" v="8666" actId="1076"/>
          <ac:spMkLst>
            <pc:docMk/>
            <pc:sldMk cId="2238762799" sldId="9826"/>
            <ac:spMk id="7" creationId="{61459C94-C2F5-CA0E-43F2-8AE96681D5DD}"/>
          </ac:spMkLst>
        </pc:spChg>
        <pc:spChg chg="del">
          <ac:chgData name="Macher, Andreas (DI FA CTR PLC PPM)" userId="f1dcac62-7bef-43eb-91f0-927336a1714f" providerId="ADAL" clId="{C5C6EC8B-092A-4999-B5EE-A1C3BF508D8A}" dt="2022-11-29T10:45:48.376" v="8664" actId="478"/>
          <ac:spMkLst>
            <pc:docMk/>
            <pc:sldMk cId="2238762799" sldId="9826"/>
            <ac:spMk id="10" creationId="{F33D4C5C-1C6D-CC2E-50D6-B7223EDD13E5}"/>
          </ac:spMkLst>
        </pc:spChg>
        <pc:spChg chg="add mod">
          <ac:chgData name="Macher, Andreas (DI FA CTR PLC PPM)" userId="f1dcac62-7bef-43eb-91f0-927336a1714f" providerId="ADAL" clId="{C5C6EC8B-092A-4999-B5EE-A1C3BF508D8A}" dt="2022-11-29T10:54:55.176" v="8931" actId="947"/>
          <ac:spMkLst>
            <pc:docMk/>
            <pc:sldMk cId="2238762799" sldId="9826"/>
            <ac:spMk id="11" creationId="{A18915FD-0E6A-C55F-CE43-590AC22BC359}"/>
          </ac:spMkLst>
        </pc:spChg>
        <pc:spChg chg="add mod">
          <ac:chgData name="Macher, Andreas (DI FA CTR PLC PPM)" userId="f1dcac62-7bef-43eb-91f0-927336a1714f" providerId="ADAL" clId="{C5C6EC8B-092A-4999-B5EE-A1C3BF508D8A}" dt="2022-11-29T10:57:16.086" v="9042" actId="207"/>
          <ac:spMkLst>
            <pc:docMk/>
            <pc:sldMk cId="2238762799" sldId="9826"/>
            <ac:spMk id="13" creationId="{4B64E9A4-1F33-63A4-35ED-45782D824206}"/>
          </ac:spMkLst>
        </pc:spChg>
        <pc:spChg chg="add mod">
          <ac:chgData name="Macher, Andreas (DI FA CTR PLC PPM)" userId="f1dcac62-7bef-43eb-91f0-927336a1714f" providerId="ADAL" clId="{C5C6EC8B-092A-4999-B5EE-A1C3BF508D8A}" dt="2022-11-29T10:56:55.565" v="9037" actId="1076"/>
          <ac:spMkLst>
            <pc:docMk/>
            <pc:sldMk cId="2238762799" sldId="9826"/>
            <ac:spMk id="21" creationId="{BA4C143B-0F05-8725-E633-174B64E35B8A}"/>
          </ac:spMkLst>
        </pc:spChg>
        <pc:spChg chg="del">
          <ac:chgData name="Macher, Andreas (DI FA CTR PLC PPM)" userId="f1dcac62-7bef-43eb-91f0-927336a1714f" providerId="ADAL" clId="{C5C6EC8B-092A-4999-B5EE-A1C3BF508D8A}" dt="2022-11-29T10:47:51.697" v="8724" actId="478"/>
          <ac:spMkLst>
            <pc:docMk/>
            <pc:sldMk cId="2238762799" sldId="9826"/>
            <ac:spMk id="31" creationId="{2429C294-B850-9463-0DCB-6A1D6E04C040}"/>
          </ac:spMkLst>
        </pc:spChg>
        <pc:spChg chg="del">
          <ac:chgData name="Macher, Andreas (DI FA CTR PLC PPM)" userId="f1dcac62-7bef-43eb-91f0-927336a1714f" providerId="ADAL" clId="{C5C6EC8B-092A-4999-B5EE-A1C3BF508D8A}" dt="2022-11-29T10:45:44.544" v="8663" actId="478"/>
          <ac:spMkLst>
            <pc:docMk/>
            <pc:sldMk cId="2238762799" sldId="9826"/>
            <ac:spMk id="55" creationId="{212C136A-B4B7-99C3-4AE0-968C470D2FA0}"/>
          </ac:spMkLst>
        </pc:spChg>
        <pc:spChg chg="del">
          <ac:chgData name="Macher, Andreas (DI FA CTR PLC PPM)" userId="f1dcac62-7bef-43eb-91f0-927336a1714f" providerId="ADAL" clId="{C5C6EC8B-092A-4999-B5EE-A1C3BF508D8A}" dt="2022-11-29T10:45:40.416" v="8662" actId="478"/>
          <ac:spMkLst>
            <pc:docMk/>
            <pc:sldMk cId="2238762799" sldId="9826"/>
            <ac:spMk id="270" creationId="{C7D56EBE-D5D9-FBAE-8796-9C821465260B}"/>
          </ac:spMkLst>
        </pc:spChg>
        <pc:picChg chg="mod">
          <ac:chgData name="Macher, Andreas (DI FA CTR PLC PPM)" userId="f1dcac62-7bef-43eb-91f0-927336a1714f" providerId="ADAL" clId="{C5C6EC8B-092A-4999-B5EE-A1C3BF508D8A}" dt="2022-11-29T10:52:05.557" v="8831" actId="207"/>
          <ac:picMkLst>
            <pc:docMk/>
            <pc:sldMk cId="2238762799" sldId="9826"/>
            <ac:picMk id="59" creationId="{7786CB75-1347-5623-503D-B358DE50A336}"/>
          </ac:picMkLst>
        </pc:picChg>
      </pc:sldChg>
      <pc:sldChg chg="modSp add mod">
        <pc:chgData name="Macher, Andreas (DI FA CTR PLC PPM)" userId="f1dcac62-7bef-43eb-91f0-927336a1714f" providerId="ADAL" clId="{C5C6EC8B-092A-4999-B5EE-A1C3BF508D8A}" dt="2022-11-29T16:10:14.085" v="9211"/>
        <pc:sldMkLst>
          <pc:docMk/>
          <pc:sldMk cId="1318178626" sldId="9827"/>
        </pc:sldMkLst>
        <pc:spChg chg="mod">
          <ac:chgData name="Macher, Andreas (DI FA CTR PLC PPM)" userId="f1dcac62-7bef-43eb-91f0-927336a1714f" providerId="ADAL" clId="{C5C6EC8B-092A-4999-B5EE-A1C3BF508D8A}" dt="2022-11-29T16:10:14.085" v="9211"/>
          <ac:spMkLst>
            <pc:docMk/>
            <pc:sldMk cId="1318178626" sldId="9827"/>
            <ac:spMk id="2" creationId="{0342A3D6-98FE-48A7-AFE2-71450107450D}"/>
          </ac:spMkLst>
        </pc:spChg>
        <pc:spChg chg="mod">
          <ac:chgData name="Macher, Andreas (DI FA CTR PLC PPM)" userId="f1dcac62-7bef-43eb-91f0-927336a1714f" providerId="ADAL" clId="{C5C6EC8B-092A-4999-B5EE-A1C3BF508D8A}" dt="2022-11-29T10:58:55.577" v="9093" actId="20577"/>
          <ac:spMkLst>
            <pc:docMk/>
            <pc:sldMk cId="1318178626" sldId="9827"/>
            <ac:spMk id="4" creationId="{A645F354-40D6-4D3D-BA93-7A74F09635B4}"/>
          </ac:spMkLst>
        </pc:spChg>
      </pc:sldChg>
      <pc:sldChg chg="del">
        <pc:chgData name="Macher, Andreas (DI FA CTR PLC PPM)" userId="f1dcac62-7bef-43eb-91f0-927336a1714f" providerId="ADAL" clId="{C5C6EC8B-092A-4999-B5EE-A1C3BF508D8A}" dt="2022-11-30T10:06:31.165" v="9397" actId="47"/>
        <pc:sldMkLst>
          <pc:docMk/>
          <pc:sldMk cId="4027571449" sldId="9828"/>
        </pc:sldMkLst>
      </pc:sldChg>
      <pc:sldChg chg="modSp mod">
        <pc:chgData name="Macher, Andreas (DI FA CTR PLC PPM)" userId="f1dcac62-7bef-43eb-91f0-927336a1714f" providerId="ADAL" clId="{C5C6EC8B-092A-4999-B5EE-A1C3BF508D8A}" dt="2022-11-30T10:11:01.850" v="9456" actId="207"/>
        <pc:sldMkLst>
          <pc:docMk/>
          <pc:sldMk cId="563333407" sldId="9830"/>
        </pc:sldMkLst>
        <pc:spChg chg="mod">
          <ac:chgData name="Macher, Andreas (DI FA CTR PLC PPM)" userId="f1dcac62-7bef-43eb-91f0-927336a1714f" providerId="ADAL" clId="{C5C6EC8B-092A-4999-B5EE-A1C3BF508D8A}" dt="2022-11-30T10:11:01.850" v="9456" actId="207"/>
          <ac:spMkLst>
            <pc:docMk/>
            <pc:sldMk cId="563333407" sldId="9830"/>
            <ac:spMk id="4" creationId="{A645F354-40D6-4D3D-BA93-7A74F09635B4}"/>
          </ac:spMkLst>
        </pc:spChg>
      </pc:sldChg>
      <pc:sldChg chg="addSp delSp modSp mod">
        <pc:chgData name="Macher, Andreas (DI FA CTR PLC PPM)" userId="f1dcac62-7bef-43eb-91f0-927336a1714f" providerId="ADAL" clId="{C5C6EC8B-092A-4999-B5EE-A1C3BF508D8A}" dt="2022-11-30T11:26:02.614" v="9733" actId="790"/>
        <pc:sldMkLst>
          <pc:docMk/>
          <pc:sldMk cId="3536078743" sldId="9831"/>
        </pc:sldMkLst>
        <pc:spChg chg="mod">
          <ac:chgData name="Macher, Andreas (DI FA CTR PLC PPM)" userId="f1dcac62-7bef-43eb-91f0-927336a1714f" providerId="ADAL" clId="{C5C6EC8B-092A-4999-B5EE-A1C3BF508D8A}" dt="2022-11-30T11:26:02.614" v="9733" actId="790"/>
          <ac:spMkLst>
            <pc:docMk/>
            <pc:sldMk cId="3536078743" sldId="9831"/>
            <ac:spMk id="3" creationId="{5B29ED0E-BD37-60C9-B59B-A2601008EAE3}"/>
          </ac:spMkLst>
        </pc:spChg>
        <pc:spChg chg="mod">
          <ac:chgData name="Macher, Andreas (DI FA CTR PLC PPM)" userId="f1dcac62-7bef-43eb-91f0-927336a1714f" providerId="ADAL" clId="{C5C6EC8B-092A-4999-B5EE-A1C3BF508D8A}" dt="2022-11-30T10:13:17.152" v="9478" actId="14100"/>
          <ac:spMkLst>
            <pc:docMk/>
            <pc:sldMk cId="3536078743" sldId="9831"/>
            <ac:spMk id="6" creationId="{34D04DF0-F8CD-7B8D-CFE4-68324A111265}"/>
          </ac:spMkLst>
        </pc:spChg>
        <pc:spChg chg="mod">
          <ac:chgData name="Macher, Andreas (DI FA CTR PLC PPM)" userId="f1dcac62-7bef-43eb-91f0-927336a1714f" providerId="ADAL" clId="{C5C6EC8B-092A-4999-B5EE-A1C3BF508D8A}" dt="2022-11-30T10:13:49.207" v="9487" actId="207"/>
          <ac:spMkLst>
            <pc:docMk/>
            <pc:sldMk cId="3536078743" sldId="9831"/>
            <ac:spMk id="41" creationId="{BB75C713-56FE-2557-36C7-D4D360C5A4F0}"/>
          </ac:spMkLst>
        </pc:spChg>
        <pc:spChg chg="add mod">
          <ac:chgData name="Macher, Andreas (DI FA CTR PLC PPM)" userId="f1dcac62-7bef-43eb-91f0-927336a1714f" providerId="ADAL" clId="{C5C6EC8B-092A-4999-B5EE-A1C3BF508D8A}" dt="2022-11-30T10:13:54.313" v="9488" actId="1076"/>
          <ac:spMkLst>
            <pc:docMk/>
            <pc:sldMk cId="3536078743" sldId="9831"/>
            <ac:spMk id="44" creationId="{66EE0B5D-60A7-7061-8395-186EC07A1BC3}"/>
          </ac:spMkLst>
        </pc:spChg>
        <pc:spChg chg="del">
          <ac:chgData name="Macher, Andreas (DI FA CTR PLC PPM)" userId="f1dcac62-7bef-43eb-91f0-927336a1714f" providerId="ADAL" clId="{C5C6EC8B-092A-4999-B5EE-A1C3BF508D8A}" dt="2022-11-30T11:21:44.788" v="9507" actId="478"/>
          <ac:spMkLst>
            <pc:docMk/>
            <pc:sldMk cId="3536078743" sldId="9831"/>
            <ac:spMk id="53" creationId="{98B2CBBC-B0BB-2A3E-94A4-E52564DB84CE}"/>
          </ac:spMkLst>
        </pc:spChg>
        <pc:spChg chg="mod">
          <ac:chgData name="Macher, Andreas (DI FA CTR PLC PPM)" userId="f1dcac62-7bef-43eb-91f0-927336a1714f" providerId="ADAL" clId="{C5C6EC8B-092A-4999-B5EE-A1C3BF508D8A}" dt="2022-11-30T10:12:58.101" v="9474" actId="1036"/>
          <ac:spMkLst>
            <pc:docMk/>
            <pc:sldMk cId="3536078743" sldId="9831"/>
            <ac:spMk id="74" creationId="{44C3BEF4-95F1-AF3C-56C0-34C081F66BBE}"/>
          </ac:spMkLst>
        </pc:spChg>
        <pc:spChg chg="add mod">
          <ac:chgData name="Macher, Andreas (DI FA CTR PLC PPM)" userId="f1dcac62-7bef-43eb-91f0-927336a1714f" providerId="ADAL" clId="{C5C6EC8B-092A-4999-B5EE-A1C3BF508D8A}" dt="2022-11-30T11:23:27.844" v="9724" actId="20577"/>
          <ac:spMkLst>
            <pc:docMk/>
            <pc:sldMk cId="3536078743" sldId="9831"/>
            <ac:spMk id="78" creationId="{520FF496-F3BE-15E1-6368-989E20F4606F}"/>
          </ac:spMkLst>
        </pc:spChg>
        <pc:cxnChg chg="mod">
          <ac:chgData name="Macher, Andreas (DI FA CTR PLC PPM)" userId="f1dcac62-7bef-43eb-91f0-927336a1714f" providerId="ADAL" clId="{C5C6EC8B-092A-4999-B5EE-A1C3BF508D8A}" dt="2022-11-30T10:12:46.319" v="9468" actId="1036"/>
          <ac:cxnSpMkLst>
            <pc:docMk/>
            <pc:sldMk cId="3536078743" sldId="9831"/>
            <ac:cxnSpMk id="40" creationId="{C9B90BF8-A3CE-6F70-C957-3AA3447DC9F0}"/>
          </ac:cxnSpMkLst>
        </pc:cxnChg>
        <pc:cxnChg chg="add mod">
          <ac:chgData name="Macher, Andreas (DI FA CTR PLC PPM)" userId="f1dcac62-7bef-43eb-91f0-927336a1714f" providerId="ADAL" clId="{C5C6EC8B-092A-4999-B5EE-A1C3BF508D8A}" dt="2022-11-30T10:12:58.101" v="9474" actId="1036"/>
          <ac:cxnSpMkLst>
            <pc:docMk/>
            <pc:sldMk cId="3536078743" sldId="9831"/>
            <ac:cxnSpMk id="45" creationId="{F4D1008C-A443-8AA5-6A85-529679B86E81}"/>
          </ac:cxnSpMkLst>
        </pc:cxnChg>
        <pc:cxnChg chg="add mod">
          <ac:chgData name="Macher, Andreas (DI FA CTR PLC PPM)" userId="f1dcac62-7bef-43eb-91f0-927336a1714f" providerId="ADAL" clId="{C5C6EC8B-092A-4999-B5EE-A1C3BF508D8A}" dt="2022-11-30T10:13:26.065" v="9481" actId="1036"/>
          <ac:cxnSpMkLst>
            <pc:docMk/>
            <pc:sldMk cId="3536078743" sldId="9831"/>
            <ac:cxnSpMk id="59" creationId="{9DC189ED-DC1D-7A4B-1DF5-B0F7A91C7615}"/>
          </ac:cxnSpMkLst>
        </pc:cxnChg>
        <pc:cxnChg chg="add mod">
          <ac:chgData name="Macher, Andreas (DI FA CTR PLC PPM)" userId="f1dcac62-7bef-43eb-91f0-927336a1714f" providerId="ADAL" clId="{C5C6EC8B-092A-4999-B5EE-A1C3BF508D8A}" dt="2022-11-30T10:13:39.216" v="9485" actId="14100"/>
          <ac:cxnSpMkLst>
            <pc:docMk/>
            <pc:sldMk cId="3536078743" sldId="9831"/>
            <ac:cxnSpMk id="61" creationId="{112169E8-E125-76E1-FE92-B4D87D86F2A2}"/>
          </ac:cxnSpMkLst>
        </pc:cxnChg>
        <pc:cxnChg chg="mod">
          <ac:chgData name="Macher, Andreas (DI FA CTR PLC PPM)" userId="f1dcac62-7bef-43eb-91f0-927336a1714f" providerId="ADAL" clId="{C5C6EC8B-092A-4999-B5EE-A1C3BF508D8A}" dt="2022-11-30T10:12:58.101" v="9474" actId="1036"/>
          <ac:cxnSpMkLst>
            <pc:docMk/>
            <pc:sldMk cId="3536078743" sldId="9831"/>
            <ac:cxnSpMk id="73" creationId="{6E87AB79-5364-3702-B5B0-087442ACB97A}"/>
          </ac:cxnSpMkLst>
        </pc:cxnChg>
      </pc:sldChg>
      <pc:sldChg chg="modSp mod">
        <pc:chgData name="Macher, Andreas (DI FA CTR PLC PPM)" userId="f1dcac62-7bef-43eb-91f0-927336a1714f" providerId="ADAL" clId="{C5C6EC8B-092A-4999-B5EE-A1C3BF508D8A}" dt="2022-11-30T11:26:37.067" v="9736" actId="790"/>
        <pc:sldMkLst>
          <pc:docMk/>
          <pc:sldMk cId="2225980322" sldId="9832"/>
        </pc:sldMkLst>
        <pc:spChg chg="mod">
          <ac:chgData name="Macher, Andreas (DI FA CTR PLC PPM)" userId="f1dcac62-7bef-43eb-91f0-927336a1714f" providerId="ADAL" clId="{C5C6EC8B-092A-4999-B5EE-A1C3BF508D8A}" dt="2022-11-30T11:26:37.067" v="9736" actId="790"/>
          <ac:spMkLst>
            <pc:docMk/>
            <pc:sldMk cId="2225980322" sldId="9832"/>
            <ac:spMk id="2" creationId="{14B36D8B-A456-4817-BDD8-C29BA942C350}"/>
          </ac:spMkLst>
        </pc:spChg>
      </pc:sldChg>
      <pc:sldChg chg="modSp mod">
        <pc:chgData name="Macher, Andreas (DI FA CTR PLC PPM)" userId="f1dcac62-7bef-43eb-91f0-927336a1714f" providerId="ADAL" clId="{C5C6EC8B-092A-4999-B5EE-A1C3BF508D8A}" dt="2022-11-30T11:26:45.947" v="9737" actId="790"/>
        <pc:sldMkLst>
          <pc:docMk/>
          <pc:sldMk cId="3793418847" sldId="9833"/>
        </pc:sldMkLst>
        <pc:spChg chg="mod">
          <ac:chgData name="Macher, Andreas (DI FA CTR PLC PPM)" userId="f1dcac62-7bef-43eb-91f0-927336a1714f" providerId="ADAL" clId="{C5C6EC8B-092A-4999-B5EE-A1C3BF508D8A}" dt="2022-11-30T11:26:45.947" v="9737" actId="790"/>
          <ac:spMkLst>
            <pc:docMk/>
            <pc:sldMk cId="3793418847" sldId="9833"/>
            <ac:spMk id="2" creationId="{14B36D8B-A456-4817-BDD8-C29BA942C350}"/>
          </ac:spMkLst>
        </pc:spChg>
      </pc:sldChg>
      <pc:sldChg chg="addSp delSp modSp add mod">
        <pc:chgData name="Macher, Andreas (DI FA CTR PLC PPM)" userId="f1dcac62-7bef-43eb-91f0-927336a1714f" providerId="ADAL" clId="{C5C6EC8B-092A-4999-B5EE-A1C3BF508D8A}" dt="2022-11-30T11:25:55.810" v="9732" actId="790"/>
        <pc:sldMkLst>
          <pc:docMk/>
          <pc:sldMk cId="3332254763" sldId="9834"/>
        </pc:sldMkLst>
        <pc:spChg chg="mod">
          <ac:chgData name="Macher, Andreas (DI FA CTR PLC PPM)" userId="f1dcac62-7bef-43eb-91f0-927336a1714f" providerId="ADAL" clId="{C5C6EC8B-092A-4999-B5EE-A1C3BF508D8A}" dt="2022-11-30T11:25:55.810" v="9732" actId="790"/>
          <ac:spMkLst>
            <pc:docMk/>
            <pc:sldMk cId="3332254763" sldId="9834"/>
            <ac:spMk id="3" creationId="{5B29ED0E-BD37-60C9-B59B-A2601008EAE3}"/>
          </ac:spMkLst>
        </pc:spChg>
        <pc:spChg chg="mod">
          <ac:chgData name="Macher, Andreas (DI FA CTR PLC PPM)" userId="f1dcac62-7bef-43eb-91f0-927336a1714f" providerId="ADAL" clId="{C5C6EC8B-092A-4999-B5EE-A1C3BF508D8A}" dt="2022-11-30T10:17:45.319" v="9494" actId="108"/>
          <ac:spMkLst>
            <pc:docMk/>
            <pc:sldMk cId="3332254763" sldId="9834"/>
            <ac:spMk id="41" creationId="{BB75C713-56FE-2557-36C7-D4D360C5A4F0}"/>
          </ac:spMkLst>
        </pc:spChg>
        <pc:spChg chg="del">
          <ac:chgData name="Macher, Andreas (DI FA CTR PLC PPM)" userId="f1dcac62-7bef-43eb-91f0-927336a1714f" providerId="ADAL" clId="{C5C6EC8B-092A-4999-B5EE-A1C3BF508D8A}" dt="2022-11-30T10:17:28.038" v="9491" actId="478"/>
          <ac:spMkLst>
            <pc:docMk/>
            <pc:sldMk cId="3332254763" sldId="9834"/>
            <ac:spMk id="44" creationId="{66EE0B5D-60A7-7061-8395-186EC07A1BC3}"/>
          </ac:spMkLst>
        </pc:spChg>
        <pc:spChg chg="add del mod">
          <ac:chgData name="Macher, Andreas (DI FA CTR PLC PPM)" userId="f1dcac62-7bef-43eb-91f0-927336a1714f" providerId="ADAL" clId="{C5C6EC8B-092A-4999-B5EE-A1C3BF508D8A}" dt="2022-11-30T11:20:55.705" v="9505" actId="478"/>
          <ac:spMkLst>
            <pc:docMk/>
            <pc:sldMk cId="3332254763" sldId="9834"/>
            <ac:spMk id="46" creationId="{1E1CBBAB-AA90-F135-838B-91E29339128B}"/>
          </ac:spMkLst>
        </pc:spChg>
        <pc:spChg chg="add del mod">
          <ac:chgData name="Macher, Andreas (DI FA CTR PLC PPM)" userId="f1dcac62-7bef-43eb-91f0-927336a1714f" providerId="ADAL" clId="{C5C6EC8B-092A-4999-B5EE-A1C3BF508D8A}" dt="2022-11-30T11:21:08.978" v="9506" actId="478"/>
          <ac:spMkLst>
            <pc:docMk/>
            <pc:sldMk cId="3332254763" sldId="9834"/>
            <ac:spMk id="47" creationId="{70C49813-C1DA-B42F-5B7A-57EE706DC90F}"/>
          </ac:spMkLst>
        </pc:spChg>
        <pc:spChg chg="mod">
          <ac:chgData name="Macher, Andreas (DI FA CTR PLC PPM)" userId="f1dcac62-7bef-43eb-91f0-927336a1714f" providerId="ADAL" clId="{C5C6EC8B-092A-4999-B5EE-A1C3BF508D8A}" dt="2022-11-30T11:19:53.320" v="9500" actId="1076"/>
          <ac:spMkLst>
            <pc:docMk/>
            <pc:sldMk cId="3332254763" sldId="9834"/>
            <ac:spMk id="53" creationId="{98B2CBBC-B0BB-2A3E-94A4-E52564DB84CE}"/>
          </ac:spMkLst>
        </pc:spChg>
        <pc:spChg chg="mod">
          <ac:chgData name="Macher, Andreas (DI FA CTR PLC PPM)" userId="f1dcac62-7bef-43eb-91f0-927336a1714f" providerId="ADAL" clId="{C5C6EC8B-092A-4999-B5EE-A1C3BF508D8A}" dt="2022-11-30T11:19:08.030" v="9496" actId="207"/>
          <ac:spMkLst>
            <pc:docMk/>
            <pc:sldMk cId="3332254763" sldId="9834"/>
            <ac:spMk id="54" creationId="{57E808ED-8026-AFE2-8BBD-128A68AADCC0}"/>
          </ac:spMkLst>
        </pc:spChg>
        <pc:spChg chg="mod">
          <ac:chgData name="Macher, Andreas (DI FA CTR PLC PPM)" userId="f1dcac62-7bef-43eb-91f0-927336a1714f" providerId="ADAL" clId="{C5C6EC8B-092A-4999-B5EE-A1C3BF508D8A}" dt="2022-11-30T11:19:11.085" v="9497" actId="207"/>
          <ac:spMkLst>
            <pc:docMk/>
            <pc:sldMk cId="3332254763" sldId="9834"/>
            <ac:spMk id="55" creationId="{0E622B39-37FF-FFAA-1882-14531BF3E230}"/>
          </ac:spMkLst>
        </pc:spChg>
        <pc:cxnChg chg="del">
          <ac:chgData name="Macher, Andreas (DI FA CTR PLC PPM)" userId="f1dcac62-7bef-43eb-91f0-927336a1714f" providerId="ADAL" clId="{C5C6EC8B-092A-4999-B5EE-A1C3BF508D8A}" dt="2022-11-30T10:17:26.973" v="9490" actId="478"/>
          <ac:cxnSpMkLst>
            <pc:docMk/>
            <pc:sldMk cId="3332254763" sldId="9834"/>
            <ac:cxnSpMk id="45" creationId="{F4D1008C-A443-8AA5-6A85-529679B86E81}"/>
          </ac:cxnSpMkLst>
        </pc:cxnChg>
        <pc:cxnChg chg="del">
          <ac:chgData name="Macher, Andreas (DI FA CTR PLC PPM)" userId="f1dcac62-7bef-43eb-91f0-927336a1714f" providerId="ADAL" clId="{C5C6EC8B-092A-4999-B5EE-A1C3BF508D8A}" dt="2022-11-30T10:17:31.263" v="9492" actId="478"/>
          <ac:cxnSpMkLst>
            <pc:docMk/>
            <pc:sldMk cId="3332254763" sldId="9834"/>
            <ac:cxnSpMk id="59" creationId="{9DC189ED-DC1D-7A4B-1DF5-B0F7A91C7615}"/>
          </ac:cxnSpMkLst>
        </pc:cxnChg>
        <pc:cxnChg chg="del">
          <ac:chgData name="Macher, Andreas (DI FA CTR PLC PPM)" userId="f1dcac62-7bef-43eb-91f0-927336a1714f" providerId="ADAL" clId="{C5C6EC8B-092A-4999-B5EE-A1C3BF508D8A}" dt="2022-11-30T10:17:32.142" v="9493" actId="478"/>
          <ac:cxnSpMkLst>
            <pc:docMk/>
            <pc:sldMk cId="3332254763" sldId="9834"/>
            <ac:cxnSpMk id="61" creationId="{112169E8-E125-76E1-FE92-B4D87D86F2A2}"/>
          </ac:cxnSpMkLst>
        </pc:cxnChg>
      </pc:sldChg>
      <pc:sldMasterChg chg="modSp modSldLayout">
        <pc:chgData name="Macher, Andreas (DI FA CTR PLC PPM)" userId="f1dcac62-7bef-43eb-91f0-927336a1714f" providerId="ADAL" clId="{C5C6EC8B-092A-4999-B5EE-A1C3BF508D8A}" dt="2022-11-29T16:10:05.146" v="9210"/>
        <pc:sldMasterMkLst>
          <pc:docMk/>
          <pc:sldMasterMk cId="1698585145" sldId="2147483648"/>
        </pc:sldMasterMkLst>
        <pc:spChg chg="mod">
          <ac:chgData name="Macher, Andreas (DI FA CTR PLC PPM)" userId="f1dcac62-7bef-43eb-91f0-927336a1714f" providerId="ADAL" clId="{C5C6EC8B-092A-4999-B5EE-A1C3BF508D8A}" dt="2022-11-29T16:10:05.146" v="9210"/>
          <ac:spMkLst>
            <pc:docMk/>
            <pc:sldMasterMk cId="1698585145" sldId="2147483648"/>
            <ac:spMk id="5" creationId="{4F5CAFE5-0972-49AB-B42B-7C613C153AFE}"/>
          </ac:spMkLst>
        </pc:spChg>
        <pc:sldLayoutChg chg="modSp">
          <pc:chgData name="Macher, Andreas (DI FA CTR PLC PPM)" userId="f1dcac62-7bef-43eb-91f0-927336a1714f" providerId="ADAL" clId="{C5C6EC8B-092A-4999-B5EE-A1C3BF508D8A}" dt="2022-11-29T16:10:05.146" v="9210"/>
          <pc:sldLayoutMkLst>
            <pc:docMk/>
            <pc:sldMasterMk cId="1698585145" sldId="2147483648"/>
            <pc:sldLayoutMk cId="1842942607" sldId="2147483650"/>
          </pc:sldLayoutMkLst>
          <pc:spChg chg="mod">
            <ac:chgData name="Macher, Andreas (DI FA CTR PLC PPM)" userId="f1dcac62-7bef-43eb-91f0-927336a1714f" providerId="ADAL" clId="{C5C6EC8B-092A-4999-B5EE-A1C3BF508D8A}" dt="2022-11-29T16:10:05.146" v="9210"/>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C5C6EC8B-092A-4999-B5EE-A1C3BF508D8A}" dt="2022-11-29T16:10:05.146" v="9210"/>
          <pc:sldLayoutMkLst>
            <pc:docMk/>
            <pc:sldMasterMk cId="1698585145" sldId="2147483648"/>
            <pc:sldLayoutMk cId="2943002918" sldId="2147483655"/>
          </pc:sldLayoutMkLst>
          <pc:spChg chg="mod">
            <ac:chgData name="Macher, Andreas (DI FA CTR PLC PPM)" userId="f1dcac62-7bef-43eb-91f0-927336a1714f" providerId="ADAL" clId="{C5C6EC8B-092A-4999-B5EE-A1C3BF508D8A}" dt="2022-11-29T16:10:05.146" v="9210"/>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C5C6EC8B-092A-4999-B5EE-A1C3BF508D8A}" dt="2022-11-29T16:10:05.146" v="9210"/>
          <pc:sldLayoutMkLst>
            <pc:docMk/>
            <pc:sldMasterMk cId="1698585145" sldId="2147483648"/>
            <pc:sldLayoutMk cId="4100799088" sldId="2147483678"/>
          </pc:sldLayoutMkLst>
          <pc:spChg chg="mod">
            <ac:chgData name="Macher, Andreas (DI FA CTR PLC PPM)" userId="f1dcac62-7bef-43eb-91f0-927336a1714f" providerId="ADAL" clId="{C5C6EC8B-092A-4999-B5EE-A1C3BF508D8A}" dt="2022-11-29T16:10:05.146" v="9210"/>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C5C6EC8B-092A-4999-B5EE-A1C3BF508D8A}" dt="2022-11-29T16:10:05.146" v="9210"/>
          <pc:sldLayoutMkLst>
            <pc:docMk/>
            <pc:sldMasterMk cId="1698585145" sldId="2147483648"/>
            <pc:sldLayoutMk cId="674823635" sldId="2147483708"/>
          </pc:sldLayoutMkLst>
          <pc:spChg chg="mod">
            <ac:chgData name="Macher, Andreas (DI FA CTR PLC PPM)" userId="f1dcac62-7bef-43eb-91f0-927336a1714f" providerId="ADAL" clId="{C5C6EC8B-092A-4999-B5EE-A1C3BF508D8A}" dt="2022-11-29T16:10:05.146" v="9210"/>
            <ac:spMkLst>
              <pc:docMk/>
              <pc:sldMasterMk cId="1698585145" sldId="2147483648"/>
              <pc:sldLayoutMk cId="674823635" sldId="2147483708"/>
              <ac:spMk id="5" creationId="{16495290-0795-4AB1-8AEA-2BB786783622}"/>
            </ac:spMkLst>
          </pc:spChg>
        </pc:sldLayoutChg>
      </pc:sldMasterChg>
    </pc:docChg>
  </pc:docChgLst>
  <pc:docChgLst>
    <pc:chgData name="Macher, Andreas (DI FA CTR PLC PPM)" userId="f1dcac62-7bef-43eb-91f0-927336a1714f" providerId="ADAL" clId="{91A7750A-C69B-4970-962F-36B3D7EFFB05}"/>
    <pc:docChg chg="undo custSel addSld delSld modSld modSection">
      <pc:chgData name="Macher, Andreas (DI FA CTR PLC PPM)" userId="f1dcac62-7bef-43eb-91f0-927336a1714f" providerId="ADAL" clId="{91A7750A-C69B-4970-962F-36B3D7EFFB05}" dt="2022-08-12T13:45:43.177" v="1524" actId="1076"/>
      <pc:docMkLst>
        <pc:docMk/>
      </pc:docMkLst>
      <pc:sldChg chg="modSp mod">
        <pc:chgData name="Macher, Andreas (DI FA CTR PLC PPM)" userId="f1dcac62-7bef-43eb-91f0-927336a1714f" providerId="ADAL" clId="{91A7750A-C69B-4970-962F-36B3D7EFFB05}" dt="2022-08-12T11:43:35.007" v="58" actId="207"/>
        <pc:sldMkLst>
          <pc:docMk/>
          <pc:sldMk cId="801858518" sldId="9069"/>
        </pc:sldMkLst>
        <pc:spChg chg="mod">
          <ac:chgData name="Macher, Andreas (DI FA CTR PLC PPM)" userId="f1dcac62-7bef-43eb-91f0-927336a1714f" providerId="ADAL" clId="{91A7750A-C69B-4970-962F-36B3D7EFFB05}" dt="2022-08-12T11:43:35.007" v="58" actId="207"/>
          <ac:spMkLst>
            <pc:docMk/>
            <pc:sldMk cId="801858518" sldId="9069"/>
            <ac:spMk id="2" creationId="{00000000-0000-0000-0000-000000000000}"/>
          </ac:spMkLst>
        </pc:spChg>
        <pc:spChg chg="mod">
          <ac:chgData name="Macher, Andreas (DI FA CTR PLC PPM)" userId="f1dcac62-7bef-43eb-91f0-927336a1714f" providerId="ADAL" clId="{91A7750A-C69B-4970-962F-36B3D7EFFB05}" dt="2022-08-12T11:42:45.699" v="56" actId="6549"/>
          <ac:spMkLst>
            <pc:docMk/>
            <pc:sldMk cId="801858518" sldId="9069"/>
            <ac:spMk id="43" creationId="{00000000-0000-0000-0000-000000000000}"/>
          </ac:spMkLst>
        </pc:spChg>
        <pc:spChg chg="mod">
          <ac:chgData name="Macher, Andreas (DI FA CTR PLC PPM)" userId="f1dcac62-7bef-43eb-91f0-927336a1714f" providerId="ADAL" clId="{91A7750A-C69B-4970-962F-36B3D7EFFB05}" dt="2022-08-12T11:42:37.367" v="55" actId="113"/>
          <ac:spMkLst>
            <pc:docMk/>
            <pc:sldMk cId="801858518" sldId="9069"/>
            <ac:spMk id="72" creationId="{D2C665E0-8895-47C4-B60B-F50F8E7BA94B}"/>
          </ac:spMkLst>
        </pc:spChg>
      </pc:sldChg>
      <pc:sldChg chg="modSp mod">
        <pc:chgData name="Macher, Andreas (DI FA CTR PLC PPM)" userId="f1dcac62-7bef-43eb-91f0-927336a1714f" providerId="ADAL" clId="{91A7750A-C69B-4970-962F-36B3D7EFFB05}" dt="2022-08-12T11:45:09.125" v="103" actId="6549"/>
        <pc:sldMkLst>
          <pc:docMk/>
          <pc:sldMk cId="269201748" sldId="9734"/>
        </pc:sldMkLst>
        <pc:spChg chg="mod">
          <ac:chgData name="Macher, Andreas (DI FA CTR PLC PPM)" userId="f1dcac62-7bef-43eb-91f0-927336a1714f" providerId="ADAL" clId="{91A7750A-C69B-4970-962F-36B3D7EFFB05}" dt="2022-08-12T11:43:40.371" v="59" actId="207"/>
          <ac:spMkLst>
            <pc:docMk/>
            <pc:sldMk cId="269201748" sldId="9734"/>
            <ac:spMk id="2" creationId="{00000000-0000-0000-0000-000000000000}"/>
          </ac:spMkLst>
        </pc:spChg>
        <pc:spChg chg="mod">
          <ac:chgData name="Macher, Andreas (DI FA CTR PLC PPM)" userId="f1dcac62-7bef-43eb-91f0-927336a1714f" providerId="ADAL" clId="{91A7750A-C69B-4970-962F-36B3D7EFFB05}" dt="2022-08-12T11:41:31.804" v="54" actId="20577"/>
          <ac:spMkLst>
            <pc:docMk/>
            <pc:sldMk cId="269201748" sldId="9734"/>
            <ac:spMk id="13" creationId="{1B045889-8054-D743-CEF7-227859B875E2}"/>
          </ac:spMkLst>
        </pc:spChg>
        <pc:spChg chg="mod">
          <ac:chgData name="Macher, Andreas (DI FA CTR PLC PPM)" userId="f1dcac62-7bef-43eb-91f0-927336a1714f" providerId="ADAL" clId="{91A7750A-C69B-4970-962F-36B3D7EFFB05}" dt="2022-08-12T11:40:14.009" v="49" actId="20577"/>
          <ac:spMkLst>
            <pc:docMk/>
            <pc:sldMk cId="269201748" sldId="9734"/>
            <ac:spMk id="23" creationId="{AC65D4B8-B8E2-4E03-BCFD-965AC16EB98E}"/>
          </ac:spMkLst>
        </pc:spChg>
        <pc:spChg chg="mod">
          <ac:chgData name="Macher, Andreas (DI FA CTR PLC PPM)" userId="f1dcac62-7bef-43eb-91f0-927336a1714f" providerId="ADAL" clId="{91A7750A-C69B-4970-962F-36B3D7EFFB05}" dt="2022-08-12T11:45:09.125" v="103" actId="6549"/>
          <ac:spMkLst>
            <pc:docMk/>
            <pc:sldMk cId="269201748" sldId="9734"/>
            <ac:spMk id="80" creationId="{9768DBB1-827C-49EB-808D-C4455E1A34B5}"/>
          </ac:spMkLst>
        </pc:spChg>
        <pc:spChg chg="mod">
          <ac:chgData name="Macher, Andreas (DI FA CTR PLC PPM)" userId="f1dcac62-7bef-43eb-91f0-927336a1714f" providerId="ADAL" clId="{91A7750A-C69B-4970-962F-36B3D7EFFB05}" dt="2022-08-12T11:43:01.444" v="57" actId="6549"/>
          <ac:spMkLst>
            <pc:docMk/>
            <pc:sldMk cId="269201748" sldId="9734"/>
            <ac:spMk id="104" creationId="{666C7063-5E11-3655-137D-0EFE3559E1A2}"/>
          </ac:spMkLst>
        </pc:spChg>
        <pc:cxnChg chg="mod">
          <ac:chgData name="Macher, Andreas (DI FA CTR PLC PPM)" userId="f1dcac62-7bef-43eb-91f0-927336a1714f" providerId="ADAL" clId="{91A7750A-C69B-4970-962F-36B3D7EFFB05}" dt="2022-08-12T11:40:45.806" v="50" actId="167"/>
          <ac:cxnSpMkLst>
            <pc:docMk/>
            <pc:sldMk cId="269201748" sldId="9734"/>
            <ac:cxnSpMk id="5" creationId="{9021FCF2-CEA8-7585-0DA2-9137169EB80A}"/>
          </ac:cxnSpMkLst>
        </pc:cxnChg>
      </pc:sldChg>
      <pc:sldChg chg="del">
        <pc:chgData name="Macher, Andreas (DI FA CTR PLC PPM)" userId="f1dcac62-7bef-43eb-91f0-927336a1714f" providerId="ADAL" clId="{91A7750A-C69B-4970-962F-36B3D7EFFB05}" dt="2022-08-11T09:54:16.597" v="1" actId="47"/>
        <pc:sldMkLst>
          <pc:docMk/>
          <pc:sldMk cId="3721668768" sldId="9781"/>
        </pc:sldMkLst>
      </pc:sldChg>
      <pc:sldChg chg="modSp add mod">
        <pc:chgData name="Macher, Andreas (DI FA CTR PLC PPM)" userId="f1dcac62-7bef-43eb-91f0-927336a1714f" providerId="ADAL" clId="{91A7750A-C69B-4970-962F-36B3D7EFFB05}" dt="2022-08-11T09:54:24.055" v="29" actId="1036"/>
        <pc:sldMkLst>
          <pc:docMk/>
          <pc:sldMk cId="1590557290" sldId="9783"/>
        </pc:sldMkLst>
        <pc:grpChg chg="mod">
          <ac:chgData name="Macher, Andreas (DI FA CTR PLC PPM)" userId="f1dcac62-7bef-43eb-91f0-927336a1714f" providerId="ADAL" clId="{91A7750A-C69B-4970-962F-36B3D7EFFB05}" dt="2022-08-11T09:54:24.055" v="29" actId="1036"/>
          <ac:grpSpMkLst>
            <pc:docMk/>
            <pc:sldMk cId="1590557290" sldId="9783"/>
            <ac:grpSpMk id="9" creationId="{27A92C2F-D47D-57BB-8D48-72EC2F30F9AE}"/>
          </ac:grpSpMkLst>
        </pc:grpChg>
      </pc:sldChg>
      <pc:sldChg chg="addSp delSp modSp add mod">
        <pc:chgData name="Macher, Andreas (DI FA CTR PLC PPM)" userId="f1dcac62-7bef-43eb-91f0-927336a1714f" providerId="ADAL" clId="{91A7750A-C69B-4970-962F-36B3D7EFFB05}" dt="2022-08-12T13:45:34.228" v="1522" actId="21"/>
        <pc:sldMkLst>
          <pc:docMk/>
          <pc:sldMk cId="2899078255" sldId="9784"/>
        </pc:sldMkLst>
        <pc:spChg chg="mod">
          <ac:chgData name="Macher, Andreas (DI FA CTR PLC PPM)" userId="f1dcac62-7bef-43eb-91f0-927336a1714f" providerId="ADAL" clId="{91A7750A-C69B-4970-962F-36B3D7EFFB05}" dt="2022-08-12T11:44:39.658" v="100" actId="20577"/>
          <ac:spMkLst>
            <pc:docMk/>
            <pc:sldMk cId="2899078255" sldId="9784"/>
            <ac:spMk id="2" creationId="{00000000-0000-0000-0000-000000000000}"/>
          </ac:spMkLst>
        </pc:spChg>
        <pc:spChg chg="add mod">
          <ac:chgData name="Macher, Andreas (DI FA CTR PLC PPM)" userId="f1dcac62-7bef-43eb-91f0-927336a1714f" providerId="ADAL" clId="{91A7750A-C69B-4970-962F-36B3D7EFFB05}" dt="2022-08-12T11:57:20.241" v="296" actId="1076"/>
          <ac:spMkLst>
            <pc:docMk/>
            <pc:sldMk cId="2899078255" sldId="9784"/>
            <ac:spMk id="11" creationId="{968B7CE8-05DD-620E-0199-05FC1EE5FC17}"/>
          </ac:spMkLst>
        </pc:spChg>
        <pc:spChg chg="add mod">
          <ac:chgData name="Macher, Andreas (DI FA CTR PLC PPM)" userId="f1dcac62-7bef-43eb-91f0-927336a1714f" providerId="ADAL" clId="{91A7750A-C69B-4970-962F-36B3D7EFFB05}" dt="2022-08-12T11:57:20.241" v="296" actId="1076"/>
          <ac:spMkLst>
            <pc:docMk/>
            <pc:sldMk cId="2899078255" sldId="9784"/>
            <ac:spMk id="12" creationId="{D3483D58-4568-3802-3498-33DF0E8D193D}"/>
          </ac:spMkLst>
        </pc:spChg>
        <pc:spChg chg="del">
          <ac:chgData name="Macher, Andreas (DI FA CTR PLC PPM)" userId="f1dcac62-7bef-43eb-91f0-927336a1714f" providerId="ADAL" clId="{91A7750A-C69B-4970-962F-36B3D7EFFB05}" dt="2022-08-12T11:45:26.102" v="104" actId="478"/>
          <ac:spMkLst>
            <pc:docMk/>
            <pc:sldMk cId="2899078255" sldId="9784"/>
            <ac:spMk id="13" creationId="{1B045889-8054-D743-CEF7-227859B875E2}"/>
          </ac:spMkLst>
        </pc:spChg>
        <pc:spChg chg="add mod">
          <ac:chgData name="Macher, Andreas (DI FA CTR PLC PPM)" userId="f1dcac62-7bef-43eb-91f0-927336a1714f" providerId="ADAL" clId="{91A7750A-C69B-4970-962F-36B3D7EFFB05}" dt="2022-08-12T11:54:06.996" v="233" actId="1035"/>
          <ac:spMkLst>
            <pc:docMk/>
            <pc:sldMk cId="2899078255" sldId="9784"/>
            <ac:spMk id="14" creationId="{F0926D6C-F110-C9CF-54D3-D826180D589A}"/>
          </ac:spMkLst>
        </pc:spChg>
        <pc:spChg chg="add del">
          <ac:chgData name="Macher, Andreas (DI FA CTR PLC PPM)" userId="f1dcac62-7bef-43eb-91f0-927336a1714f" providerId="ADAL" clId="{91A7750A-C69B-4970-962F-36B3D7EFFB05}" dt="2022-08-12T11:53:25.885" v="211" actId="478"/>
          <ac:spMkLst>
            <pc:docMk/>
            <pc:sldMk cId="2899078255" sldId="9784"/>
            <ac:spMk id="15" creationId="{D599F720-F644-8227-107D-CEF4D9A640BF}"/>
          </ac:spMkLst>
        </pc:spChg>
        <pc:spChg chg="add mod">
          <ac:chgData name="Macher, Andreas (DI FA CTR PLC PPM)" userId="f1dcac62-7bef-43eb-91f0-927336a1714f" providerId="ADAL" clId="{91A7750A-C69B-4970-962F-36B3D7EFFB05}" dt="2022-08-12T11:55:16.251" v="270" actId="108"/>
          <ac:spMkLst>
            <pc:docMk/>
            <pc:sldMk cId="2899078255" sldId="9784"/>
            <ac:spMk id="20" creationId="{B180EBE3-F096-9179-96F3-2A656150A919}"/>
          </ac:spMkLst>
        </pc:spChg>
        <pc:spChg chg="del">
          <ac:chgData name="Macher, Andreas (DI FA CTR PLC PPM)" userId="f1dcac62-7bef-43eb-91f0-927336a1714f" providerId="ADAL" clId="{91A7750A-C69B-4970-962F-36B3D7EFFB05}" dt="2022-08-12T11:44:44.683" v="101" actId="478"/>
          <ac:spMkLst>
            <pc:docMk/>
            <pc:sldMk cId="2899078255" sldId="9784"/>
            <ac:spMk id="23" creationId="{AC65D4B8-B8E2-4E03-BCFD-965AC16EB98E}"/>
          </ac:spMkLst>
        </pc:spChg>
        <pc:spChg chg="del">
          <ac:chgData name="Macher, Andreas (DI FA CTR PLC PPM)" userId="f1dcac62-7bef-43eb-91f0-927336a1714f" providerId="ADAL" clId="{91A7750A-C69B-4970-962F-36B3D7EFFB05}" dt="2022-08-12T11:45:26.102" v="104" actId="478"/>
          <ac:spMkLst>
            <pc:docMk/>
            <pc:sldMk cId="2899078255" sldId="9784"/>
            <ac:spMk id="24" creationId="{4391C8F4-4C69-4AA8-8607-DC4045211468}"/>
          </ac:spMkLst>
        </pc:spChg>
        <pc:spChg chg="add del mod">
          <ac:chgData name="Macher, Andreas (DI FA CTR PLC PPM)" userId="f1dcac62-7bef-43eb-91f0-927336a1714f" providerId="ADAL" clId="{91A7750A-C69B-4970-962F-36B3D7EFFB05}" dt="2022-08-12T12:13:12.499" v="311" actId="478"/>
          <ac:spMkLst>
            <pc:docMk/>
            <pc:sldMk cId="2899078255" sldId="9784"/>
            <ac:spMk id="26" creationId="{D30D84B2-29FD-D715-6AC3-A27D89F7DF87}"/>
          </ac:spMkLst>
        </pc:spChg>
        <pc:spChg chg="del">
          <ac:chgData name="Macher, Andreas (DI FA CTR PLC PPM)" userId="f1dcac62-7bef-43eb-91f0-927336a1714f" providerId="ADAL" clId="{91A7750A-C69B-4970-962F-36B3D7EFFB05}" dt="2022-08-12T11:44:51.139" v="102" actId="478"/>
          <ac:spMkLst>
            <pc:docMk/>
            <pc:sldMk cId="2899078255" sldId="9784"/>
            <ac:spMk id="33" creationId="{50255018-8CB7-4824-BA4D-FEFB0A6AFB66}"/>
          </ac:spMkLst>
        </pc:spChg>
        <pc:spChg chg="del">
          <ac:chgData name="Macher, Andreas (DI FA CTR PLC PPM)" userId="f1dcac62-7bef-43eb-91f0-927336a1714f" providerId="ADAL" clId="{91A7750A-C69B-4970-962F-36B3D7EFFB05}" dt="2022-08-12T11:45:26.102" v="104" actId="478"/>
          <ac:spMkLst>
            <pc:docMk/>
            <pc:sldMk cId="2899078255" sldId="9784"/>
            <ac:spMk id="55" creationId="{00000000-0000-0000-0000-000000000000}"/>
          </ac:spMkLst>
        </pc:spChg>
        <pc:spChg chg="del">
          <ac:chgData name="Macher, Andreas (DI FA CTR PLC PPM)" userId="f1dcac62-7bef-43eb-91f0-927336a1714f" providerId="ADAL" clId="{91A7750A-C69B-4970-962F-36B3D7EFFB05}" dt="2022-08-12T11:45:26.102" v="104" actId="478"/>
          <ac:spMkLst>
            <pc:docMk/>
            <pc:sldMk cId="2899078255" sldId="9784"/>
            <ac:spMk id="56" creationId="{00000000-0000-0000-0000-000000000000}"/>
          </ac:spMkLst>
        </pc:spChg>
        <pc:spChg chg="del">
          <ac:chgData name="Macher, Andreas (DI FA CTR PLC PPM)" userId="f1dcac62-7bef-43eb-91f0-927336a1714f" providerId="ADAL" clId="{91A7750A-C69B-4970-962F-36B3D7EFFB05}" dt="2022-08-12T11:45:26.102" v="104" actId="478"/>
          <ac:spMkLst>
            <pc:docMk/>
            <pc:sldMk cId="2899078255" sldId="9784"/>
            <ac:spMk id="66" creationId="{00000000-0000-0000-0000-000000000000}"/>
          </ac:spMkLst>
        </pc:spChg>
        <pc:spChg chg="del">
          <ac:chgData name="Macher, Andreas (DI FA CTR PLC PPM)" userId="f1dcac62-7bef-43eb-91f0-927336a1714f" providerId="ADAL" clId="{91A7750A-C69B-4970-962F-36B3D7EFFB05}" dt="2022-08-12T11:45:26.102" v="104" actId="478"/>
          <ac:spMkLst>
            <pc:docMk/>
            <pc:sldMk cId="2899078255" sldId="9784"/>
            <ac:spMk id="79" creationId="{874A421D-E9B8-4F72-AB3A-71FEB4702665}"/>
          </ac:spMkLst>
        </pc:spChg>
        <pc:spChg chg="del">
          <ac:chgData name="Macher, Andreas (DI FA CTR PLC PPM)" userId="f1dcac62-7bef-43eb-91f0-927336a1714f" providerId="ADAL" clId="{91A7750A-C69B-4970-962F-36B3D7EFFB05}" dt="2022-08-12T11:45:26.102" v="104" actId="478"/>
          <ac:spMkLst>
            <pc:docMk/>
            <pc:sldMk cId="2899078255" sldId="9784"/>
            <ac:spMk id="80" creationId="{9768DBB1-827C-49EB-808D-C4455E1A34B5}"/>
          </ac:spMkLst>
        </pc:spChg>
        <pc:spChg chg="del">
          <ac:chgData name="Macher, Andreas (DI FA CTR PLC PPM)" userId="f1dcac62-7bef-43eb-91f0-927336a1714f" providerId="ADAL" clId="{91A7750A-C69B-4970-962F-36B3D7EFFB05}" dt="2022-08-12T11:45:26.102" v="104" actId="478"/>
          <ac:spMkLst>
            <pc:docMk/>
            <pc:sldMk cId="2899078255" sldId="9784"/>
            <ac:spMk id="92" creationId="{2541A486-7956-4ED9-91E8-B081AA95F159}"/>
          </ac:spMkLst>
        </pc:spChg>
        <pc:spChg chg="del">
          <ac:chgData name="Macher, Andreas (DI FA CTR PLC PPM)" userId="f1dcac62-7bef-43eb-91f0-927336a1714f" providerId="ADAL" clId="{91A7750A-C69B-4970-962F-36B3D7EFFB05}" dt="2022-08-12T11:45:26.102" v="104" actId="478"/>
          <ac:spMkLst>
            <pc:docMk/>
            <pc:sldMk cId="2899078255" sldId="9784"/>
            <ac:spMk id="94" creationId="{097AC3E8-6E67-4395-D2A2-F14C8BA0E264}"/>
          </ac:spMkLst>
        </pc:spChg>
        <pc:spChg chg="del">
          <ac:chgData name="Macher, Andreas (DI FA CTR PLC PPM)" userId="f1dcac62-7bef-43eb-91f0-927336a1714f" providerId="ADAL" clId="{91A7750A-C69B-4970-962F-36B3D7EFFB05}" dt="2022-08-12T11:45:26.102" v="104" actId="478"/>
          <ac:spMkLst>
            <pc:docMk/>
            <pc:sldMk cId="2899078255" sldId="9784"/>
            <ac:spMk id="97" creationId="{7E4E1D5F-015E-7B1F-B275-92F3E08ECAF5}"/>
          </ac:spMkLst>
        </pc:spChg>
        <pc:spChg chg="del">
          <ac:chgData name="Macher, Andreas (DI FA CTR PLC PPM)" userId="f1dcac62-7bef-43eb-91f0-927336a1714f" providerId="ADAL" clId="{91A7750A-C69B-4970-962F-36B3D7EFFB05}" dt="2022-08-12T11:45:26.102" v="104" actId="478"/>
          <ac:spMkLst>
            <pc:docMk/>
            <pc:sldMk cId="2899078255" sldId="9784"/>
            <ac:spMk id="98" creationId="{90F8A039-3C3F-63B4-0612-8E6D97686938}"/>
          </ac:spMkLst>
        </pc:spChg>
        <pc:spChg chg="del">
          <ac:chgData name="Macher, Andreas (DI FA CTR PLC PPM)" userId="f1dcac62-7bef-43eb-91f0-927336a1714f" providerId="ADAL" clId="{91A7750A-C69B-4970-962F-36B3D7EFFB05}" dt="2022-08-12T11:45:26.102" v="104" actId="478"/>
          <ac:spMkLst>
            <pc:docMk/>
            <pc:sldMk cId="2899078255" sldId="9784"/>
            <ac:spMk id="99" creationId="{15F2162B-7F5E-94C2-C9CB-C54C34AEB10E}"/>
          </ac:spMkLst>
        </pc:spChg>
        <pc:spChg chg="del">
          <ac:chgData name="Macher, Andreas (DI FA CTR PLC PPM)" userId="f1dcac62-7bef-43eb-91f0-927336a1714f" providerId="ADAL" clId="{91A7750A-C69B-4970-962F-36B3D7EFFB05}" dt="2022-08-12T11:45:26.102" v="104" actId="478"/>
          <ac:spMkLst>
            <pc:docMk/>
            <pc:sldMk cId="2899078255" sldId="9784"/>
            <ac:spMk id="100" creationId="{D362E664-A09D-4C33-A4CB-CD79BBCD5769}"/>
          </ac:spMkLst>
        </pc:spChg>
        <pc:spChg chg="del">
          <ac:chgData name="Macher, Andreas (DI FA CTR PLC PPM)" userId="f1dcac62-7bef-43eb-91f0-927336a1714f" providerId="ADAL" clId="{91A7750A-C69B-4970-962F-36B3D7EFFB05}" dt="2022-08-12T11:45:26.102" v="104" actId="478"/>
          <ac:spMkLst>
            <pc:docMk/>
            <pc:sldMk cId="2899078255" sldId="9784"/>
            <ac:spMk id="101" creationId="{00000000-0000-0000-0000-000000000000}"/>
          </ac:spMkLst>
        </pc:spChg>
        <pc:spChg chg="del">
          <ac:chgData name="Macher, Andreas (DI FA CTR PLC PPM)" userId="f1dcac62-7bef-43eb-91f0-927336a1714f" providerId="ADAL" clId="{91A7750A-C69B-4970-962F-36B3D7EFFB05}" dt="2022-08-12T11:45:26.102" v="104" actId="478"/>
          <ac:spMkLst>
            <pc:docMk/>
            <pc:sldMk cId="2899078255" sldId="9784"/>
            <ac:spMk id="102" creationId="{00000000-0000-0000-0000-000000000000}"/>
          </ac:spMkLst>
        </pc:spChg>
        <pc:spChg chg="del">
          <ac:chgData name="Macher, Andreas (DI FA CTR PLC PPM)" userId="f1dcac62-7bef-43eb-91f0-927336a1714f" providerId="ADAL" clId="{91A7750A-C69B-4970-962F-36B3D7EFFB05}" dt="2022-08-12T11:45:26.102" v="104" actId="478"/>
          <ac:spMkLst>
            <pc:docMk/>
            <pc:sldMk cId="2899078255" sldId="9784"/>
            <ac:spMk id="103" creationId="{47F7289E-4C85-1647-5C29-55EB3A80BBB6}"/>
          </ac:spMkLst>
        </pc:spChg>
        <pc:spChg chg="del">
          <ac:chgData name="Macher, Andreas (DI FA CTR PLC PPM)" userId="f1dcac62-7bef-43eb-91f0-927336a1714f" providerId="ADAL" clId="{91A7750A-C69B-4970-962F-36B3D7EFFB05}" dt="2022-08-12T11:45:26.102" v="104" actId="478"/>
          <ac:spMkLst>
            <pc:docMk/>
            <pc:sldMk cId="2899078255" sldId="9784"/>
            <ac:spMk id="104" creationId="{666C7063-5E11-3655-137D-0EFE3559E1A2}"/>
          </ac:spMkLst>
        </pc:spChg>
        <pc:spChg chg="del">
          <ac:chgData name="Macher, Andreas (DI FA CTR PLC PPM)" userId="f1dcac62-7bef-43eb-91f0-927336a1714f" providerId="ADAL" clId="{91A7750A-C69B-4970-962F-36B3D7EFFB05}" dt="2022-08-12T11:45:26.102" v="104" actId="478"/>
          <ac:spMkLst>
            <pc:docMk/>
            <pc:sldMk cId="2899078255" sldId="9784"/>
            <ac:spMk id="105" creationId="{FF0E2337-2E93-B8A5-527C-B94193BFBB99}"/>
          </ac:spMkLst>
        </pc:spChg>
        <pc:spChg chg="add mod topLvl">
          <ac:chgData name="Macher, Andreas (DI FA CTR PLC PPM)" userId="f1dcac62-7bef-43eb-91f0-927336a1714f" providerId="ADAL" clId="{91A7750A-C69B-4970-962F-36B3D7EFFB05}" dt="2022-08-12T11:57:20.241" v="296" actId="1076"/>
          <ac:spMkLst>
            <pc:docMk/>
            <pc:sldMk cId="2899078255" sldId="9784"/>
            <ac:spMk id="109" creationId="{0E0E9A24-F2E6-EEB1-4367-6F890A96C9AD}"/>
          </ac:spMkLst>
        </pc:spChg>
        <pc:spChg chg="add del mod topLvl">
          <ac:chgData name="Macher, Andreas (DI FA CTR PLC PPM)" userId="f1dcac62-7bef-43eb-91f0-927336a1714f" providerId="ADAL" clId="{91A7750A-C69B-4970-962F-36B3D7EFFB05}" dt="2022-08-12T11:47:17.462" v="120" actId="478"/>
          <ac:spMkLst>
            <pc:docMk/>
            <pc:sldMk cId="2899078255" sldId="9784"/>
            <ac:spMk id="111" creationId="{902E3355-C57B-827A-190D-57454B004F0C}"/>
          </ac:spMkLst>
        </pc:spChg>
        <pc:spChg chg="add del mod topLvl">
          <ac:chgData name="Macher, Andreas (DI FA CTR PLC PPM)" userId="f1dcac62-7bef-43eb-91f0-927336a1714f" providerId="ADAL" clId="{91A7750A-C69B-4970-962F-36B3D7EFFB05}" dt="2022-08-12T11:48:49.050" v="131" actId="478"/>
          <ac:spMkLst>
            <pc:docMk/>
            <pc:sldMk cId="2899078255" sldId="9784"/>
            <ac:spMk id="113" creationId="{D87A54D4-20ED-EC0B-D11E-813E12E3BEA1}"/>
          </ac:spMkLst>
        </pc:spChg>
        <pc:spChg chg="add del mod topLvl">
          <ac:chgData name="Macher, Andreas (DI FA CTR PLC PPM)" userId="f1dcac62-7bef-43eb-91f0-927336a1714f" providerId="ADAL" clId="{91A7750A-C69B-4970-962F-36B3D7EFFB05}" dt="2022-08-12T11:48:50.599" v="132" actId="478"/>
          <ac:spMkLst>
            <pc:docMk/>
            <pc:sldMk cId="2899078255" sldId="9784"/>
            <ac:spMk id="119" creationId="{E9ACE9F0-479A-510F-AAF0-5CAAAC5AF3C5}"/>
          </ac:spMkLst>
        </pc:spChg>
        <pc:spChg chg="del">
          <ac:chgData name="Macher, Andreas (DI FA CTR PLC PPM)" userId="f1dcac62-7bef-43eb-91f0-927336a1714f" providerId="ADAL" clId="{91A7750A-C69B-4970-962F-36B3D7EFFB05}" dt="2022-08-12T11:45:26.102" v="104" actId="478"/>
          <ac:spMkLst>
            <pc:docMk/>
            <pc:sldMk cId="2899078255" sldId="9784"/>
            <ac:spMk id="122" creationId="{4E6C54B3-2368-35E1-D876-F6C6D80FD999}"/>
          </ac:spMkLst>
        </pc:spChg>
        <pc:spChg chg="del">
          <ac:chgData name="Macher, Andreas (DI FA CTR PLC PPM)" userId="f1dcac62-7bef-43eb-91f0-927336a1714f" providerId="ADAL" clId="{91A7750A-C69B-4970-962F-36B3D7EFFB05}" dt="2022-08-12T11:45:26.102" v="104" actId="478"/>
          <ac:spMkLst>
            <pc:docMk/>
            <pc:sldMk cId="2899078255" sldId="9784"/>
            <ac:spMk id="125" creationId="{9CCDFA5F-52B6-9BDC-1D23-82BE99D6AD23}"/>
          </ac:spMkLst>
        </pc:spChg>
        <pc:spChg chg="del">
          <ac:chgData name="Macher, Andreas (DI FA CTR PLC PPM)" userId="f1dcac62-7bef-43eb-91f0-927336a1714f" providerId="ADAL" clId="{91A7750A-C69B-4970-962F-36B3D7EFFB05}" dt="2022-08-12T11:45:26.102" v="104" actId="478"/>
          <ac:spMkLst>
            <pc:docMk/>
            <pc:sldMk cId="2899078255" sldId="9784"/>
            <ac:spMk id="126" creationId="{BB8C3C3D-2675-6C21-5547-8D0EF75EA9C6}"/>
          </ac:spMkLst>
        </pc:spChg>
        <pc:spChg chg="del">
          <ac:chgData name="Macher, Andreas (DI FA CTR PLC PPM)" userId="f1dcac62-7bef-43eb-91f0-927336a1714f" providerId="ADAL" clId="{91A7750A-C69B-4970-962F-36B3D7EFFB05}" dt="2022-08-12T11:45:26.102" v="104" actId="478"/>
          <ac:spMkLst>
            <pc:docMk/>
            <pc:sldMk cId="2899078255" sldId="9784"/>
            <ac:spMk id="128" creationId="{19698964-C315-9207-5D66-1B3EEF96262A}"/>
          </ac:spMkLst>
        </pc:spChg>
        <pc:spChg chg="del">
          <ac:chgData name="Macher, Andreas (DI FA CTR PLC PPM)" userId="f1dcac62-7bef-43eb-91f0-927336a1714f" providerId="ADAL" clId="{91A7750A-C69B-4970-962F-36B3D7EFFB05}" dt="2022-08-12T11:45:26.102" v="104" actId="478"/>
          <ac:spMkLst>
            <pc:docMk/>
            <pc:sldMk cId="2899078255" sldId="9784"/>
            <ac:spMk id="130" creationId="{4A9E1C25-C051-2E69-7ABD-39D6D0C356EB}"/>
          </ac:spMkLst>
        </pc:spChg>
        <pc:spChg chg="del">
          <ac:chgData name="Macher, Andreas (DI FA CTR PLC PPM)" userId="f1dcac62-7bef-43eb-91f0-927336a1714f" providerId="ADAL" clId="{91A7750A-C69B-4970-962F-36B3D7EFFB05}" dt="2022-08-12T11:45:26.102" v="104" actId="478"/>
          <ac:spMkLst>
            <pc:docMk/>
            <pc:sldMk cId="2899078255" sldId="9784"/>
            <ac:spMk id="145" creationId="{3FD4A738-B813-01E2-B083-4E0D63DF1994}"/>
          </ac:spMkLst>
        </pc:spChg>
        <pc:spChg chg="del">
          <ac:chgData name="Macher, Andreas (DI FA CTR PLC PPM)" userId="f1dcac62-7bef-43eb-91f0-927336a1714f" providerId="ADAL" clId="{91A7750A-C69B-4970-962F-36B3D7EFFB05}" dt="2022-08-12T11:45:26.102" v="104" actId="478"/>
          <ac:spMkLst>
            <pc:docMk/>
            <pc:sldMk cId="2899078255" sldId="9784"/>
            <ac:spMk id="146" creationId="{C0D6A251-2369-A55E-C9FD-991BFFF9BD05}"/>
          </ac:spMkLst>
        </pc:spChg>
        <pc:spChg chg="del">
          <ac:chgData name="Macher, Andreas (DI FA CTR PLC PPM)" userId="f1dcac62-7bef-43eb-91f0-927336a1714f" providerId="ADAL" clId="{91A7750A-C69B-4970-962F-36B3D7EFFB05}" dt="2022-08-12T11:45:26.102" v="104" actId="478"/>
          <ac:spMkLst>
            <pc:docMk/>
            <pc:sldMk cId="2899078255" sldId="9784"/>
            <ac:spMk id="147" creationId="{639699F1-9038-AD90-91D0-0ED3B77EC4F0}"/>
          </ac:spMkLst>
        </pc:spChg>
        <pc:spChg chg="del">
          <ac:chgData name="Macher, Andreas (DI FA CTR PLC PPM)" userId="f1dcac62-7bef-43eb-91f0-927336a1714f" providerId="ADAL" clId="{91A7750A-C69B-4970-962F-36B3D7EFFB05}" dt="2022-08-12T11:45:26.102" v="104" actId="478"/>
          <ac:spMkLst>
            <pc:docMk/>
            <pc:sldMk cId="2899078255" sldId="9784"/>
            <ac:spMk id="148" creationId="{61D7BB6E-E82C-81CD-B361-FEA63C708535}"/>
          </ac:spMkLst>
        </pc:spChg>
        <pc:spChg chg="add mod topLvl">
          <ac:chgData name="Macher, Andreas (DI FA CTR PLC PPM)" userId="f1dcac62-7bef-43eb-91f0-927336a1714f" providerId="ADAL" clId="{91A7750A-C69B-4970-962F-36B3D7EFFB05}" dt="2022-08-12T11:57:20.241" v="296" actId="1076"/>
          <ac:spMkLst>
            <pc:docMk/>
            <pc:sldMk cId="2899078255" sldId="9784"/>
            <ac:spMk id="156" creationId="{915788DC-E984-2BB8-E529-44EA44CC30EE}"/>
          </ac:spMkLst>
        </pc:spChg>
        <pc:spChg chg="add del mod topLvl">
          <ac:chgData name="Macher, Andreas (DI FA CTR PLC PPM)" userId="f1dcac62-7bef-43eb-91f0-927336a1714f" providerId="ADAL" clId="{91A7750A-C69B-4970-962F-36B3D7EFFB05}" dt="2022-08-12T11:48:30.330" v="126" actId="478"/>
          <ac:spMkLst>
            <pc:docMk/>
            <pc:sldMk cId="2899078255" sldId="9784"/>
            <ac:spMk id="158" creationId="{0B7D40C2-5AD1-1D7C-BD05-626D8FCE6151}"/>
          </ac:spMkLst>
        </pc:spChg>
        <pc:spChg chg="del">
          <ac:chgData name="Macher, Andreas (DI FA CTR PLC PPM)" userId="f1dcac62-7bef-43eb-91f0-927336a1714f" providerId="ADAL" clId="{91A7750A-C69B-4970-962F-36B3D7EFFB05}" dt="2022-08-12T11:45:26.102" v="104" actId="478"/>
          <ac:spMkLst>
            <pc:docMk/>
            <pc:sldMk cId="2899078255" sldId="9784"/>
            <ac:spMk id="159" creationId="{EA792AA5-9201-9D5A-7B45-423E6F5BA1B2}"/>
          </ac:spMkLst>
        </pc:spChg>
        <pc:spChg chg="del mod">
          <ac:chgData name="Macher, Andreas (DI FA CTR PLC PPM)" userId="f1dcac62-7bef-43eb-91f0-927336a1714f" providerId="ADAL" clId="{91A7750A-C69B-4970-962F-36B3D7EFFB05}" dt="2022-08-12T11:47:13.030" v="118" actId="478"/>
          <ac:spMkLst>
            <pc:docMk/>
            <pc:sldMk cId="2899078255" sldId="9784"/>
            <ac:spMk id="162" creationId="{8871D7FE-F099-A8B4-CFE8-4AFF2D4E2A4A}"/>
          </ac:spMkLst>
        </pc:spChg>
        <pc:spChg chg="del mod">
          <ac:chgData name="Macher, Andreas (DI FA CTR PLC PPM)" userId="f1dcac62-7bef-43eb-91f0-927336a1714f" providerId="ADAL" clId="{91A7750A-C69B-4970-962F-36B3D7EFFB05}" dt="2022-08-12T11:47:15.050" v="119" actId="478"/>
          <ac:spMkLst>
            <pc:docMk/>
            <pc:sldMk cId="2899078255" sldId="9784"/>
            <ac:spMk id="163" creationId="{CF0D75B9-3C7F-0B33-25F4-C083ED356D48}"/>
          </ac:spMkLst>
        </pc:spChg>
        <pc:spChg chg="mod">
          <ac:chgData name="Macher, Andreas (DI FA CTR PLC PPM)" userId="f1dcac62-7bef-43eb-91f0-927336a1714f" providerId="ADAL" clId="{91A7750A-C69B-4970-962F-36B3D7EFFB05}" dt="2022-08-12T11:57:20.241" v="296" actId="1076"/>
          <ac:spMkLst>
            <pc:docMk/>
            <pc:sldMk cId="2899078255" sldId="9784"/>
            <ac:spMk id="166" creationId="{F1B8599F-33E4-C2ED-BC17-03FCA26EBB97}"/>
          </ac:spMkLst>
        </pc:spChg>
        <pc:spChg chg="mod">
          <ac:chgData name="Macher, Andreas (DI FA CTR PLC PPM)" userId="f1dcac62-7bef-43eb-91f0-927336a1714f" providerId="ADAL" clId="{91A7750A-C69B-4970-962F-36B3D7EFFB05}" dt="2022-08-12T11:57:20.241" v="296" actId="1076"/>
          <ac:spMkLst>
            <pc:docMk/>
            <pc:sldMk cId="2899078255" sldId="9784"/>
            <ac:spMk id="167" creationId="{7D475B88-0FB7-0C26-090A-DB6C876F3360}"/>
          </ac:spMkLst>
        </pc:spChg>
        <pc:spChg chg="del mod">
          <ac:chgData name="Macher, Andreas (DI FA CTR PLC PPM)" userId="f1dcac62-7bef-43eb-91f0-927336a1714f" providerId="ADAL" clId="{91A7750A-C69B-4970-962F-36B3D7EFFB05}" dt="2022-08-12T11:50:22.486" v="167" actId="478"/>
          <ac:spMkLst>
            <pc:docMk/>
            <pc:sldMk cId="2899078255" sldId="9784"/>
            <ac:spMk id="168" creationId="{3441C79E-C3DC-2A53-F85F-8A160BBF4347}"/>
          </ac:spMkLst>
        </pc:spChg>
        <pc:spChg chg="add mod topLvl">
          <ac:chgData name="Macher, Andreas (DI FA CTR PLC PPM)" userId="f1dcac62-7bef-43eb-91f0-927336a1714f" providerId="ADAL" clId="{91A7750A-C69B-4970-962F-36B3D7EFFB05}" dt="2022-08-12T11:57:20.241" v="296" actId="1076"/>
          <ac:spMkLst>
            <pc:docMk/>
            <pc:sldMk cId="2899078255" sldId="9784"/>
            <ac:spMk id="175" creationId="{D085C95B-6003-3BAE-889B-6E7203FEE143}"/>
          </ac:spMkLst>
        </pc:spChg>
        <pc:spChg chg="add mod topLvl">
          <ac:chgData name="Macher, Andreas (DI FA CTR PLC PPM)" userId="f1dcac62-7bef-43eb-91f0-927336a1714f" providerId="ADAL" clId="{91A7750A-C69B-4970-962F-36B3D7EFFB05}" dt="2022-08-12T11:57:20.241" v="296" actId="1076"/>
          <ac:spMkLst>
            <pc:docMk/>
            <pc:sldMk cId="2899078255" sldId="9784"/>
            <ac:spMk id="176" creationId="{4FDE4CC4-FD81-9DEA-AE7C-2EC13353AD97}"/>
          </ac:spMkLst>
        </pc:spChg>
        <pc:spChg chg="add del mod topLvl">
          <ac:chgData name="Macher, Andreas (DI FA CTR PLC PPM)" userId="f1dcac62-7bef-43eb-91f0-927336a1714f" providerId="ADAL" clId="{91A7750A-C69B-4970-962F-36B3D7EFFB05}" dt="2022-08-12T11:46:25.228" v="113" actId="478"/>
          <ac:spMkLst>
            <pc:docMk/>
            <pc:sldMk cId="2899078255" sldId="9784"/>
            <ac:spMk id="183" creationId="{5EFAE66C-EB68-D4FC-EC74-BBA727490599}"/>
          </ac:spMkLst>
        </pc:spChg>
        <pc:spChg chg="add del mod topLvl">
          <ac:chgData name="Macher, Andreas (DI FA CTR PLC PPM)" userId="f1dcac62-7bef-43eb-91f0-927336a1714f" providerId="ADAL" clId="{91A7750A-C69B-4970-962F-36B3D7EFFB05}" dt="2022-08-12T11:48:52.887" v="133" actId="478"/>
          <ac:spMkLst>
            <pc:docMk/>
            <pc:sldMk cId="2899078255" sldId="9784"/>
            <ac:spMk id="184" creationId="{10B8DA98-CBA7-425B-4D30-8530E06A909F}"/>
          </ac:spMkLst>
        </pc:spChg>
        <pc:spChg chg="add del mod topLvl">
          <ac:chgData name="Macher, Andreas (DI FA CTR PLC PPM)" userId="f1dcac62-7bef-43eb-91f0-927336a1714f" providerId="ADAL" clId="{91A7750A-C69B-4970-962F-36B3D7EFFB05}" dt="2022-08-12T11:48:31.882" v="127" actId="478"/>
          <ac:spMkLst>
            <pc:docMk/>
            <pc:sldMk cId="2899078255" sldId="9784"/>
            <ac:spMk id="185" creationId="{9A8C9BA6-83A1-6A35-8EBC-2E5C08B6C61E}"/>
          </ac:spMkLst>
        </pc:spChg>
        <pc:spChg chg="add mod topLvl">
          <ac:chgData name="Macher, Andreas (DI FA CTR PLC PPM)" userId="f1dcac62-7bef-43eb-91f0-927336a1714f" providerId="ADAL" clId="{91A7750A-C69B-4970-962F-36B3D7EFFB05}" dt="2022-08-12T11:57:20.241" v="296" actId="1076"/>
          <ac:spMkLst>
            <pc:docMk/>
            <pc:sldMk cId="2899078255" sldId="9784"/>
            <ac:spMk id="186" creationId="{4BE4EB97-804A-125C-A961-C870AF8B7490}"/>
          </ac:spMkLst>
        </pc:spChg>
        <pc:spChg chg="add del mod">
          <ac:chgData name="Macher, Andreas (DI FA CTR PLC PPM)" userId="f1dcac62-7bef-43eb-91f0-927336a1714f" providerId="ADAL" clId="{91A7750A-C69B-4970-962F-36B3D7EFFB05}" dt="2022-08-12T11:53:08.085" v="209" actId="478"/>
          <ac:spMkLst>
            <pc:docMk/>
            <pc:sldMk cId="2899078255" sldId="9784"/>
            <ac:spMk id="188" creationId="{A9E38B37-9BEB-4537-D0FF-0B7264B3F577}"/>
          </ac:spMkLst>
        </pc:spChg>
        <pc:spChg chg="add del mod">
          <ac:chgData name="Macher, Andreas (DI FA CTR PLC PPM)" userId="f1dcac62-7bef-43eb-91f0-927336a1714f" providerId="ADAL" clId="{91A7750A-C69B-4970-962F-36B3D7EFFB05}" dt="2022-08-12T11:53:04.526" v="207" actId="478"/>
          <ac:spMkLst>
            <pc:docMk/>
            <pc:sldMk cId="2899078255" sldId="9784"/>
            <ac:spMk id="191" creationId="{F55328DA-1283-CD48-CD06-9F2DA9681BC1}"/>
          </ac:spMkLst>
        </pc:spChg>
        <pc:spChg chg="add del mod">
          <ac:chgData name="Macher, Andreas (DI FA CTR PLC PPM)" userId="f1dcac62-7bef-43eb-91f0-927336a1714f" providerId="ADAL" clId="{91A7750A-C69B-4970-962F-36B3D7EFFB05}" dt="2022-08-12T11:52:32.739" v="200" actId="478"/>
          <ac:spMkLst>
            <pc:docMk/>
            <pc:sldMk cId="2899078255" sldId="9784"/>
            <ac:spMk id="193" creationId="{E65BBAE2-B75B-9082-8BF9-439E8AABCE84}"/>
          </ac:spMkLst>
        </pc:spChg>
        <pc:spChg chg="mod topLvl">
          <ac:chgData name="Macher, Andreas (DI FA CTR PLC PPM)" userId="f1dcac62-7bef-43eb-91f0-927336a1714f" providerId="ADAL" clId="{91A7750A-C69B-4970-962F-36B3D7EFFB05}" dt="2022-08-12T11:54:42.661" v="250" actId="338"/>
          <ac:spMkLst>
            <pc:docMk/>
            <pc:sldMk cId="2899078255" sldId="9784"/>
            <ac:spMk id="197" creationId="{641FAAA5-31AE-FE90-8C37-340B7267AF3E}"/>
          </ac:spMkLst>
        </pc:spChg>
        <pc:spChg chg="mod topLvl">
          <ac:chgData name="Macher, Andreas (DI FA CTR PLC PPM)" userId="f1dcac62-7bef-43eb-91f0-927336a1714f" providerId="ADAL" clId="{91A7750A-C69B-4970-962F-36B3D7EFFB05}" dt="2022-08-12T11:54:42.661" v="250" actId="338"/>
          <ac:spMkLst>
            <pc:docMk/>
            <pc:sldMk cId="2899078255" sldId="9784"/>
            <ac:spMk id="198" creationId="{53ED59CF-A020-02FC-7707-40FF0AD0C913}"/>
          </ac:spMkLst>
        </pc:spChg>
        <pc:spChg chg="add mod">
          <ac:chgData name="Macher, Andreas (DI FA CTR PLC PPM)" userId="f1dcac62-7bef-43eb-91f0-927336a1714f" providerId="ADAL" clId="{91A7750A-C69B-4970-962F-36B3D7EFFB05}" dt="2022-08-12T11:51:40.019" v="196" actId="1076"/>
          <ac:spMkLst>
            <pc:docMk/>
            <pc:sldMk cId="2899078255" sldId="9784"/>
            <ac:spMk id="205" creationId="{611076A1-F0D8-D9A1-6436-4CC7B8D55DEA}"/>
          </ac:spMkLst>
        </pc:spChg>
        <pc:spChg chg="add mod">
          <ac:chgData name="Macher, Andreas (DI FA CTR PLC PPM)" userId="f1dcac62-7bef-43eb-91f0-927336a1714f" providerId="ADAL" clId="{91A7750A-C69B-4970-962F-36B3D7EFFB05}" dt="2022-08-12T11:54:13.093" v="234" actId="1076"/>
          <ac:spMkLst>
            <pc:docMk/>
            <pc:sldMk cId="2899078255" sldId="9784"/>
            <ac:spMk id="206" creationId="{EED2DB8A-34C1-26BF-6EA3-3D8B59A4DC35}"/>
          </ac:spMkLst>
        </pc:spChg>
        <pc:spChg chg="add del mod">
          <ac:chgData name="Macher, Andreas (DI FA CTR PLC PPM)" userId="f1dcac62-7bef-43eb-91f0-927336a1714f" providerId="ADAL" clId="{91A7750A-C69B-4970-962F-36B3D7EFFB05}" dt="2022-08-12T11:53:03.477" v="206" actId="478"/>
          <ac:spMkLst>
            <pc:docMk/>
            <pc:sldMk cId="2899078255" sldId="9784"/>
            <ac:spMk id="213" creationId="{D0D57858-FA84-5C0E-C22B-D571F5AE0469}"/>
          </ac:spMkLst>
        </pc:spChg>
        <pc:spChg chg="add mod">
          <ac:chgData name="Macher, Andreas (DI FA CTR PLC PPM)" userId="f1dcac62-7bef-43eb-91f0-927336a1714f" providerId="ADAL" clId="{91A7750A-C69B-4970-962F-36B3D7EFFB05}" dt="2022-08-12T11:55:51.631" v="291" actId="20577"/>
          <ac:spMkLst>
            <pc:docMk/>
            <pc:sldMk cId="2899078255" sldId="9784"/>
            <ac:spMk id="215" creationId="{56759995-26B0-BA29-53D3-CF18D7616756}"/>
          </ac:spMkLst>
        </pc:spChg>
        <pc:spChg chg="add mod">
          <ac:chgData name="Macher, Andreas (DI FA CTR PLC PPM)" userId="f1dcac62-7bef-43eb-91f0-927336a1714f" providerId="ADAL" clId="{91A7750A-C69B-4970-962F-36B3D7EFFB05}" dt="2022-08-12T11:55:33.283" v="274" actId="14100"/>
          <ac:spMkLst>
            <pc:docMk/>
            <pc:sldMk cId="2899078255" sldId="9784"/>
            <ac:spMk id="218" creationId="{8DBEA2F0-DBD7-387D-CB95-88E284191D01}"/>
          </ac:spMkLst>
        </pc:spChg>
        <pc:spChg chg="add mod">
          <ac:chgData name="Macher, Andreas (DI FA CTR PLC PPM)" userId="f1dcac62-7bef-43eb-91f0-927336a1714f" providerId="ADAL" clId="{91A7750A-C69B-4970-962F-36B3D7EFFB05}" dt="2022-08-12T11:57:37.166" v="304" actId="1076"/>
          <ac:spMkLst>
            <pc:docMk/>
            <pc:sldMk cId="2899078255" sldId="9784"/>
            <ac:spMk id="219" creationId="{2C4FA53C-F756-2595-9381-0F91CE8A75F7}"/>
          </ac:spMkLst>
        </pc:spChg>
        <pc:spChg chg="add mod">
          <ac:chgData name="Macher, Andreas (DI FA CTR PLC PPM)" userId="f1dcac62-7bef-43eb-91f0-927336a1714f" providerId="ADAL" clId="{91A7750A-C69B-4970-962F-36B3D7EFFB05}" dt="2022-08-12T11:57:37.166" v="304" actId="1076"/>
          <ac:spMkLst>
            <pc:docMk/>
            <pc:sldMk cId="2899078255" sldId="9784"/>
            <ac:spMk id="220" creationId="{CB88242E-21D2-203B-631D-FD58E30F7523}"/>
          </ac:spMkLst>
        </pc:spChg>
        <pc:spChg chg="add mod">
          <ac:chgData name="Macher, Andreas (DI FA CTR PLC PPM)" userId="f1dcac62-7bef-43eb-91f0-927336a1714f" providerId="ADAL" clId="{91A7750A-C69B-4970-962F-36B3D7EFFB05}" dt="2022-08-12T11:57:37.166" v="304" actId="1076"/>
          <ac:spMkLst>
            <pc:docMk/>
            <pc:sldMk cId="2899078255" sldId="9784"/>
            <ac:spMk id="223" creationId="{74C7A6DE-D48B-A557-AAEB-A5B8EB05422E}"/>
          </ac:spMkLst>
        </pc:spChg>
        <pc:spChg chg="add del mod">
          <ac:chgData name="Macher, Andreas (DI FA CTR PLC PPM)" userId="f1dcac62-7bef-43eb-91f0-927336a1714f" providerId="ADAL" clId="{91A7750A-C69B-4970-962F-36B3D7EFFB05}" dt="2022-08-12T11:56:45.233" v="294" actId="478"/>
          <ac:spMkLst>
            <pc:docMk/>
            <pc:sldMk cId="2899078255" sldId="9784"/>
            <ac:spMk id="224" creationId="{A17C7350-C917-51E8-7AD4-E5F0DDDC6C34}"/>
          </ac:spMkLst>
        </pc:spChg>
        <pc:spChg chg="mod">
          <ac:chgData name="Macher, Andreas (DI FA CTR PLC PPM)" userId="f1dcac62-7bef-43eb-91f0-927336a1714f" providerId="ADAL" clId="{91A7750A-C69B-4970-962F-36B3D7EFFB05}" dt="2022-08-12T11:57:37.166" v="304" actId="1076"/>
          <ac:spMkLst>
            <pc:docMk/>
            <pc:sldMk cId="2899078255" sldId="9784"/>
            <ac:spMk id="230" creationId="{294C1A33-A8F5-1261-A877-26EE3B29B3C8}"/>
          </ac:spMkLst>
        </pc:spChg>
        <pc:spChg chg="mod">
          <ac:chgData name="Macher, Andreas (DI FA CTR PLC PPM)" userId="f1dcac62-7bef-43eb-91f0-927336a1714f" providerId="ADAL" clId="{91A7750A-C69B-4970-962F-36B3D7EFFB05}" dt="2022-08-12T11:57:37.166" v="304" actId="1076"/>
          <ac:spMkLst>
            <pc:docMk/>
            <pc:sldMk cId="2899078255" sldId="9784"/>
            <ac:spMk id="231" creationId="{029E3A69-CE01-D7A7-2C44-AF36DACE0A88}"/>
          </ac:spMkLst>
        </pc:spChg>
        <pc:spChg chg="add mod">
          <ac:chgData name="Macher, Andreas (DI FA CTR PLC PPM)" userId="f1dcac62-7bef-43eb-91f0-927336a1714f" providerId="ADAL" clId="{91A7750A-C69B-4970-962F-36B3D7EFFB05}" dt="2022-08-12T11:57:37.166" v="304" actId="1076"/>
          <ac:spMkLst>
            <pc:docMk/>
            <pc:sldMk cId="2899078255" sldId="9784"/>
            <ac:spMk id="238" creationId="{0BF0691B-8F2D-CF81-74B5-CA8C0E051A7D}"/>
          </ac:spMkLst>
        </pc:spChg>
        <pc:spChg chg="add mod">
          <ac:chgData name="Macher, Andreas (DI FA CTR PLC PPM)" userId="f1dcac62-7bef-43eb-91f0-927336a1714f" providerId="ADAL" clId="{91A7750A-C69B-4970-962F-36B3D7EFFB05}" dt="2022-08-12T11:57:37.166" v="304" actId="1076"/>
          <ac:spMkLst>
            <pc:docMk/>
            <pc:sldMk cId="2899078255" sldId="9784"/>
            <ac:spMk id="239" creationId="{A1886710-A886-1BA5-2F17-AB3BE5BD8C12}"/>
          </ac:spMkLst>
        </pc:spChg>
        <pc:spChg chg="add mod">
          <ac:chgData name="Macher, Andreas (DI FA CTR PLC PPM)" userId="f1dcac62-7bef-43eb-91f0-927336a1714f" providerId="ADAL" clId="{91A7750A-C69B-4970-962F-36B3D7EFFB05}" dt="2022-08-12T12:14:41.315" v="313" actId="1076"/>
          <ac:spMkLst>
            <pc:docMk/>
            <pc:sldMk cId="2899078255" sldId="9784"/>
            <ac:spMk id="247" creationId="{4058F77D-F556-64D3-0D9B-3C046D333A1D}"/>
          </ac:spMkLst>
        </pc:spChg>
        <pc:spChg chg="add mod">
          <ac:chgData name="Macher, Andreas (DI FA CTR PLC PPM)" userId="f1dcac62-7bef-43eb-91f0-927336a1714f" providerId="ADAL" clId="{91A7750A-C69B-4970-962F-36B3D7EFFB05}" dt="2022-08-12T12:14:41.315" v="313" actId="1076"/>
          <ac:spMkLst>
            <pc:docMk/>
            <pc:sldMk cId="2899078255" sldId="9784"/>
            <ac:spMk id="248" creationId="{862C1800-3D72-4632-EA5A-BF2C8BA5E706}"/>
          </ac:spMkLst>
        </pc:spChg>
        <pc:spChg chg="mod">
          <ac:chgData name="Macher, Andreas (DI FA CTR PLC PPM)" userId="f1dcac62-7bef-43eb-91f0-927336a1714f" providerId="ADAL" clId="{91A7750A-C69B-4970-962F-36B3D7EFFB05}" dt="2022-08-12T12:14:41.315" v="313" actId="1076"/>
          <ac:spMkLst>
            <pc:docMk/>
            <pc:sldMk cId="2899078255" sldId="9784"/>
            <ac:spMk id="250" creationId="{EB184FCA-6333-A7B0-EE3D-68D447C576F9}"/>
          </ac:spMkLst>
        </pc:spChg>
        <pc:spChg chg="mod">
          <ac:chgData name="Macher, Andreas (DI FA CTR PLC PPM)" userId="f1dcac62-7bef-43eb-91f0-927336a1714f" providerId="ADAL" clId="{91A7750A-C69B-4970-962F-36B3D7EFFB05}" dt="2022-08-12T12:14:41.315" v="313" actId="1076"/>
          <ac:spMkLst>
            <pc:docMk/>
            <pc:sldMk cId="2899078255" sldId="9784"/>
            <ac:spMk id="251" creationId="{BFAAA621-863C-4C98-D41D-856DDF3F0158}"/>
          </ac:spMkLst>
        </pc:spChg>
        <pc:spChg chg="mod">
          <ac:chgData name="Macher, Andreas (DI FA CTR PLC PPM)" userId="f1dcac62-7bef-43eb-91f0-927336a1714f" providerId="ADAL" clId="{91A7750A-C69B-4970-962F-36B3D7EFFB05}" dt="2022-08-12T12:14:41.315" v="313" actId="1076"/>
          <ac:spMkLst>
            <pc:docMk/>
            <pc:sldMk cId="2899078255" sldId="9784"/>
            <ac:spMk id="254" creationId="{B215A96E-1115-B502-FE53-4D6516B5E8C3}"/>
          </ac:spMkLst>
        </pc:spChg>
        <pc:spChg chg="mod">
          <ac:chgData name="Macher, Andreas (DI FA CTR PLC PPM)" userId="f1dcac62-7bef-43eb-91f0-927336a1714f" providerId="ADAL" clId="{91A7750A-C69B-4970-962F-36B3D7EFFB05}" dt="2022-08-12T12:14:41.315" v="313" actId="1076"/>
          <ac:spMkLst>
            <pc:docMk/>
            <pc:sldMk cId="2899078255" sldId="9784"/>
            <ac:spMk id="255" creationId="{36DE6FED-3446-0068-03D6-9FD0B6B84782}"/>
          </ac:spMkLst>
        </pc:spChg>
        <pc:spChg chg="mod">
          <ac:chgData name="Macher, Andreas (DI FA CTR PLC PPM)" userId="f1dcac62-7bef-43eb-91f0-927336a1714f" providerId="ADAL" clId="{91A7750A-C69B-4970-962F-36B3D7EFFB05}" dt="2022-08-12T12:14:41.315" v="313" actId="1076"/>
          <ac:spMkLst>
            <pc:docMk/>
            <pc:sldMk cId="2899078255" sldId="9784"/>
            <ac:spMk id="256" creationId="{8DB77908-3E16-369D-132D-3AD5F54A979D}"/>
          </ac:spMkLst>
        </pc:spChg>
        <pc:spChg chg="add mod">
          <ac:chgData name="Macher, Andreas (DI FA CTR PLC PPM)" userId="f1dcac62-7bef-43eb-91f0-927336a1714f" providerId="ADAL" clId="{91A7750A-C69B-4970-962F-36B3D7EFFB05}" dt="2022-08-12T12:14:41.315" v="313" actId="1076"/>
          <ac:spMkLst>
            <pc:docMk/>
            <pc:sldMk cId="2899078255" sldId="9784"/>
            <ac:spMk id="263" creationId="{26D9C2DF-5679-B805-7DD2-04CFD3040A9B}"/>
          </ac:spMkLst>
        </pc:spChg>
        <pc:spChg chg="add mod">
          <ac:chgData name="Macher, Andreas (DI FA CTR PLC PPM)" userId="f1dcac62-7bef-43eb-91f0-927336a1714f" providerId="ADAL" clId="{91A7750A-C69B-4970-962F-36B3D7EFFB05}" dt="2022-08-12T12:14:41.315" v="313" actId="1076"/>
          <ac:spMkLst>
            <pc:docMk/>
            <pc:sldMk cId="2899078255" sldId="9784"/>
            <ac:spMk id="264" creationId="{0E5D10E9-273E-54F9-BD27-53E62D6298A3}"/>
          </ac:spMkLst>
        </pc:spChg>
        <pc:spChg chg="add mod">
          <ac:chgData name="Macher, Andreas (DI FA CTR PLC PPM)" userId="f1dcac62-7bef-43eb-91f0-927336a1714f" providerId="ADAL" clId="{91A7750A-C69B-4970-962F-36B3D7EFFB05}" dt="2022-08-12T12:14:41.315" v="313" actId="1076"/>
          <ac:spMkLst>
            <pc:docMk/>
            <pc:sldMk cId="2899078255" sldId="9784"/>
            <ac:spMk id="269" creationId="{02957075-90ED-5FC2-6823-1D6AB324BA66}"/>
          </ac:spMkLst>
        </pc:spChg>
        <pc:spChg chg="add mod">
          <ac:chgData name="Macher, Andreas (DI FA CTR PLC PPM)" userId="f1dcac62-7bef-43eb-91f0-927336a1714f" providerId="ADAL" clId="{91A7750A-C69B-4970-962F-36B3D7EFFB05}" dt="2022-08-12T12:14:41.315" v="313" actId="1076"/>
          <ac:spMkLst>
            <pc:docMk/>
            <pc:sldMk cId="2899078255" sldId="9784"/>
            <ac:spMk id="270" creationId="{C7D56EBE-D5D9-FBAE-8796-9C821465260B}"/>
          </ac:spMkLst>
        </pc:spChg>
        <pc:spChg chg="mod">
          <ac:chgData name="Macher, Andreas (DI FA CTR PLC PPM)" userId="f1dcac62-7bef-43eb-91f0-927336a1714f" providerId="ADAL" clId="{91A7750A-C69B-4970-962F-36B3D7EFFB05}" dt="2022-08-12T12:14:41.315" v="313" actId="1076"/>
          <ac:spMkLst>
            <pc:docMk/>
            <pc:sldMk cId="2899078255" sldId="9784"/>
            <ac:spMk id="272" creationId="{811EEB8E-3762-F0D7-70BB-E5C1242A585B}"/>
          </ac:spMkLst>
        </pc:spChg>
        <pc:spChg chg="mod">
          <ac:chgData name="Macher, Andreas (DI FA CTR PLC PPM)" userId="f1dcac62-7bef-43eb-91f0-927336a1714f" providerId="ADAL" clId="{91A7750A-C69B-4970-962F-36B3D7EFFB05}" dt="2022-08-12T12:14:41.315" v="313" actId="1076"/>
          <ac:spMkLst>
            <pc:docMk/>
            <pc:sldMk cId="2899078255" sldId="9784"/>
            <ac:spMk id="273" creationId="{FCB7B8E6-B4CD-F9CA-1B61-618474442902}"/>
          </ac:spMkLst>
        </pc:spChg>
        <pc:grpChg chg="add del mod">
          <ac:chgData name="Macher, Andreas (DI FA CTR PLC PPM)" userId="f1dcac62-7bef-43eb-91f0-927336a1714f" providerId="ADAL" clId="{91A7750A-C69B-4970-962F-36B3D7EFFB05}" dt="2022-08-12T11:46:15.706" v="112" actId="165"/>
          <ac:grpSpMkLst>
            <pc:docMk/>
            <pc:sldMk cId="2899078255" sldId="9784"/>
            <ac:grpSpMk id="3" creationId="{DC2821FB-8486-E4BB-740A-4A3AAF86536E}"/>
          </ac:grpSpMkLst>
        </pc:grpChg>
        <pc:grpChg chg="del">
          <ac:chgData name="Macher, Andreas (DI FA CTR PLC PPM)" userId="f1dcac62-7bef-43eb-91f0-927336a1714f" providerId="ADAL" clId="{91A7750A-C69B-4970-962F-36B3D7EFFB05}" dt="2022-08-12T11:45:26.102" v="104" actId="478"/>
          <ac:grpSpMkLst>
            <pc:docMk/>
            <pc:sldMk cId="2899078255" sldId="9784"/>
            <ac:grpSpMk id="7" creationId="{89926E2A-F5A5-4264-9024-0F9FB3B950C0}"/>
          </ac:grpSpMkLst>
        </pc:grpChg>
        <pc:grpChg chg="add mod ord">
          <ac:chgData name="Macher, Andreas (DI FA CTR PLC PPM)" userId="f1dcac62-7bef-43eb-91f0-927336a1714f" providerId="ADAL" clId="{91A7750A-C69B-4970-962F-36B3D7EFFB05}" dt="2022-08-12T11:54:48.797" v="253" actId="166"/>
          <ac:grpSpMkLst>
            <pc:docMk/>
            <pc:sldMk cId="2899078255" sldId="9784"/>
            <ac:grpSpMk id="19" creationId="{EA4F3B4A-4119-FD2D-B37F-1030E86BCB48}"/>
          </ac:grpSpMkLst>
        </pc:grpChg>
        <pc:grpChg chg="add mod">
          <ac:chgData name="Macher, Andreas (DI FA CTR PLC PPM)" userId="f1dcac62-7bef-43eb-91f0-927336a1714f" providerId="ADAL" clId="{91A7750A-C69B-4970-962F-36B3D7EFFB05}" dt="2022-08-12T11:57:20.241" v="296" actId="1076"/>
          <ac:grpSpMkLst>
            <pc:docMk/>
            <pc:sldMk cId="2899078255" sldId="9784"/>
            <ac:grpSpMk id="21" creationId="{42075BB7-8706-85C2-0DA6-C5CB075B9C08}"/>
          </ac:grpSpMkLst>
        </pc:grpChg>
        <pc:grpChg chg="add mod">
          <ac:chgData name="Macher, Andreas (DI FA CTR PLC PPM)" userId="f1dcac62-7bef-43eb-91f0-927336a1714f" providerId="ADAL" clId="{91A7750A-C69B-4970-962F-36B3D7EFFB05}" dt="2022-08-12T11:57:37.166" v="304" actId="1076"/>
          <ac:grpSpMkLst>
            <pc:docMk/>
            <pc:sldMk cId="2899078255" sldId="9784"/>
            <ac:grpSpMk id="22" creationId="{D4097E3D-6D3A-2919-E412-9FBE9A46E83E}"/>
          </ac:grpSpMkLst>
        </pc:grpChg>
        <pc:grpChg chg="del">
          <ac:chgData name="Macher, Andreas (DI FA CTR PLC PPM)" userId="f1dcac62-7bef-43eb-91f0-927336a1714f" providerId="ADAL" clId="{91A7750A-C69B-4970-962F-36B3D7EFFB05}" dt="2022-08-12T11:45:26.102" v="104" actId="478"/>
          <ac:grpSpMkLst>
            <pc:docMk/>
            <pc:sldMk cId="2899078255" sldId="9784"/>
            <ac:grpSpMk id="114" creationId="{16A5A8A4-A184-4137-8D75-BD1C59616E65}"/>
          </ac:grpSpMkLst>
        </pc:grpChg>
        <pc:grpChg chg="del">
          <ac:chgData name="Macher, Andreas (DI FA CTR PLC PPM)" userId="f1dcac62-7bef-43eb-91f0-927336a1714f" providerId="ADAL" clId="{91A7750A-C69B-4970-962F-36B3D7EFFB05}" dt="2022-08-12T11:45:26.102" v="104" actId="478"/>
          <ac:grpSpMkLst>
            <pc:docMk/>
            <pc:sldMk cId="2899078255" sldId="9784"/>
            <ac:grpSpMk id="131" creationId="{4C3E727E-D62E-BB63-81F6-7612F6EBEBFB}"/>
          </ac:grpSpMkLst>
        </pc:grpChg>
        <pc:grpChg chg="del">
          <ac:chgData name="Macher, Andreas (DI FA CTR PLC PPM)" userId="f1dcac62-7bef-43eb-91f0-927336a1714f" providerId="ADAL" clId="{91A7750A-C69B-4970-962F-36B3D7EFFB05}" dt="2022-08-12T11:45:26.102" v="104" actId="478"/>
          <ac:grpSpMkLst>
            <pc:docMk/>
            <pc:sldMk cId="2899078255" sldId="9784"/>
            <ac:grpSpMk id="149" creationId="{BF1163C9-FDE6-D355-6A4C-FF2262C11B77}"/>
          </ac:grpSpMkLst>
        </pc:grpChg>
        <pc:grpChg chg="add mod topLvl">
          <ac:chgData name="Macher, Andreas (DI FA CTR PLC PPM)" userId="f1dcac62-7bef-43eb-91f0-927336a1714f" providerId="ADAL" clId="{91A7750A-C69B-4970-962F-36B3D7EFFB05}" dt="2022-08-12T11:57:20.241" v="296" actId="1076"/>
          <ac:grpSpMkLst>
            <pc:docMk/>
            <pc:sldMk cId="2899078255" sldId="9784"/>
            <ac:grpSpMk id="161" creationId="{C35BEF04-D568-9519-56CC-21506299B7DE}"/>
          </ac:grpSpMkLst>
        </pc:grpChg>
        <pc:grpChg chg="mod">
          <ac:chgData name="Macher, Andreas (DI FA CTR PLC PPM)" userId="f1dcac62-7bef-43eb-91f0-927336a1714f" providerId="ADAL" clId="{91A7750A-C69B-4970-962F-36B3D7EFFB05}" dt="2022-08-12T11:57:20.241" v="296" actId="1076"/>
          <ac:grpSpMkLst>
            <pc:docMk/>
            <pc:sldMk cId="2899078255" sldId="9784"/>
            <ac:grpSpMk id="164" creationId="{AD9EB194-EDF0-FE56-914C-0D0A8D40882F}"/>
          </ac:grpSpMkLst>
        </pc:grpChg>
        <pc:grpChg chg="mod">
          <ac:chgData name="Macher, Andreas (DI FA CTR PLC PPM)" userId="f1dcac62-7bef-43eb-91f0-927336a1714f" providerId="ADAL" clId="{91A7750A-C69B-4970-962F-36B3D7EFFB05}" dt="2022-08-12T11:57:20.241" v="296" actId="1076"/>
          <ac:grpSpMkLst>
            <pc:docMk/>
            <pc:sldMk cId="2899078255" sldId="9784"/>
            <ac:grpSpMk id="165" creationId="{172342A9-E45C-86FF-E19F-1AF5B0535AD9}"/>
          </ac:grpSpMkLst>
        </pc:grpChg>
        <pc:grpChg chg="add mod topLvl">
          <ac:chgData name="Macher, Andreas (DI FA CTR PLC PPM)" userId="f1dcac62-7bef-43eb-91f0-927336a1714f" providerId="ADAL" clId="{91A7750A-C69B-4970-962F-36B3D7EFFB05}" dt="2022-08-12T11:57:20.241" v="296" actId="1076"/>
          <ac:grpSpMkLst>
            <pc:docMk/>
            <pc:sldMk cId="2899078255" sldId="9784"/>
            <ac:grpSpMk id="177" creationId="{E2CEECFE-B2BA-EC92-B3D9-815E0BFCA31E}"/>
          </ac:grpSpMkLst>
        </pc:grpChg>
        <pc:grpChg chg="add del mod">
          <ac:chgData name="Macher, Andreas (DI FA CTR PLC PPM)" userId="f1dcac62-7bef-43eb-91f0-927336a1714f" providerId="ADAL" clId="{91A7750A-C69B-4970-962F-36B3D7EFFB05}" dt="2022-08-12T11:54:28.240" v="248" actId="165"/>
          <ac:grpSpMkLst>
            <pc:docMk/>
            <pc:sldMk cId="2899078255" sldId="9784"/>
            <ac:grpSpMk id="194" creationId="{4756DDA0-ED03-DB16-592D-10E54BC408B6}"/>
          </ac:grpSpMkLst>
        </pc:grpChg>
        <pc:grpChg chg="mod topLvl">
          <ac:chgData name="Macher, Andreas (DI FA CTR PLC PPM)" userId="f1dcac62-7bef-43eb-91f0-927336a1714f" providerId="ADAL" clId="{91A7750A-C69B-4970-962F-36B3D7EFFB05}" dt="2022-08-12T11:54:42.661" v="250" actId="338"/>
          <ac:grpSpMkLst>
            <pc:docMk/>
            <pc:sldMk cId="2899078255" sldId="9784"/>
            <ac:grpSpMk id="195" creationId="{0CB40696-F15F-AD88-CE6C-6634496B152C}"/>
          </ac:grpSpMkLst>
        </pc:grpChg>
        <pc:grpChg chg="mod topLvl">
          <ac:chgData name="Macher, Andreas (DI FA CTR PLC PPM)" userId="f1dcac62-7bef-43eb-91f0-927336a1714f" providerId="ADAL" clId="{91A7750A-C69B-4970-962F-36B3D7EFFB05}" dt="2022-08-12T11:54:42.661" v="250" actId="338"/>
          <ac:grpSpMkLst>
            <pc:docMk/>
            <pc:sldMk cId="2899078255" sldId="9784"/>
            <ac:grpSpMk id="196" creationId="{F44B5197-5AE3-2499-B2C8-6F46C2B7C07C}"/>
          </ac:grpSpMkLst>
        </pc:grpChg>
        <pc:grpChg chg="add mod ord">
          <ac:chgData name="Macher, Andreas (DI FA CTR PLC PPM)" userId="f1dcac62-7bef-43eb-91f0-927336a1714f" providerId="ADAL" clId="{91A7750A-C69B-4970-962F-36B3D7EFFB05}" dt="2022-08-12T11:55:41.265" v="287" actId="166"/>
          <ac:grpSpMkLst>
            <pc:docMk/>
            <pc:sldMk cId="2899078255" sldId="9784"/>
            <ac:grpSpMk id="207" creationId="{A283DE30-84D9-BE52-B182-326C4EA39A39}"/>
          </ac:grpSpMkLst>
        </pc:grpChg>
        <pc:grpChg chg="add mod">
          <ac:chgData name="Macher, Andreas (DI FA CTR PLC PPM)" userId="f1dcac62-7bef-43eb-91f0-927336a1714f" providerId="ADAL" clId="{91A7750A-C69B-4970-962F-36B3D7EFFB05}" dt="2022-08-12T11:57:37.166" v="304" actId="1076"/>
          <ac:grpSpMkLst>
            <pc:docMk/>
            <pc:sldMk cId="2899078255" sldId="9784"/>
            <ac:grpSpMk id="227" creationId="{D99FDA49-8A9C-E9CF-92AA-EDDCC5E0ECBD}"/>
          </ac:grpSpMkLst>
        </pc:grpChg>
        <pc:grpChg chg="mod">
          <ac:chgData name="Macher, Andreas (DI FA CTR PLC PPM)" userId="f1dcac62-7bef-43eb-91f0-927336a1714f" providerId="ADAL" clId="{91A7750A-C69B-4970-962F-36B3D7EFFB05}" dt="2022-08-12T11:57:37.166" v="304" actId="1076"/>
          <ac:grpSpMkLst>
            <pc:docMk/>
            <pc:sldMk cId="2899078255" sldId="9784"/>
            <ac:grpSpMk id="228" creationId="{FE993CA9-C186-DB5E-9B48-9D5EC478612E}"/>
          </ac:grpSpMkLst>
        </pc:grpChg>
        <pc:grpChg chg="mod">
          <ac:chgData name="Macher, Andreas (DI FA CTR PLC PPM)" userId="f1dcac62-7bef-43eb-91f0-927336a1714f" providerId="ADAL" clId="{91A7750A-C69B-4970-962F-36B3D7EFFB05}" dt="2022-08-12T11:57:37.166" v="304" actId="1076"/>
          <ac:grpSpMkLst>
            <pc:docMk/>
            <pc:sldMk cId="2899078255" sldId="9784"/>
            <ac:grpSpMk id="229" creationId="{FFB81E09-8D60-0662-8A50-372809B133D2}"/>
          </ac:grpSpMkLst>
        </pc:grpChg>
        <pc:grpChg chg="add mod">
          <ac:chgData name="Macher, Andreas (DI FA CTR PLC PPM)" userId="f1dcac62-7bef-43eb-91f0-927336a1714f" providerId="ADAL" clId="{91A7750A-C69B-4970-962F-36B3D7EFFB05}" dt="2022-08-12T11:57:37.166" v="304" actId="1076"/>
          <ac:grpSpMkLst>
            <pc:docMk/>
            <pc:sldMk cId="2899078255" sldId="9784"/>
            <ac:grpSpMk id="240" creationId="{C28E4320-8EFC-6CAB-1A2F-D5B91CA9CD2D}"/>
          </ac:grpSpMkLst>
        </pc:grpChg>
        <pc:grpChg chg="add mod">
          <ac:chgData name="Macher, Andreas (DI FA CTR PLC PPM)" userId="f1dcac62-7bef-43eb-91f0-927336a1714f" providerId="ADAL" clId="{91A7750A-C69B-4970-962F-36B3D7EFFB05}" dt="2022-08-12T12:14:41.315" v="313" actId="1076"/>
          <ac:grpSpMkLst>
            <pc:docMk/>
            <pc:sldMk cId="2899078255" sldId="9784"/>
            <ac:grpSpMk id="249" creationId="{CED7F32F-1344-778F-E1D1-BB175311AC5C}"/>
          </ac:grpSpMkLst>
        </pc:grpChg>
        <pc:grpChg chg="mod">
          <ac:chgData name="Macher, Andreas (DI FA CTR PLC PPM)" userId="f1dcac62-7bef-43eb-91f0-927336a1714f" providerId="ADAL" clId="{91A7750A-C69B-4970-962F-36B3D7EFFB05}" dt="2022-08-12T12:14:41.315" v="313" actId="1076"/>
          <ac:grpSpMkLst>
            <pc:docMk/>
            <pc:sldMk cId="2899078255" sldId="9784"/>
            <ac:grpSpMk id="252" creationId="{54CE4811-6A01-FA74-D3DB-3115E8BC382C}"/>
          </ac:grpSpMkLst>
        </pc:grpChg>
        <pc:grpChg chg="mod">
          <ac:chgData name="Macher, Andreas (DI FA CTR PLC PPM)" userId="f1dcac62-7bef-43eb-91f0-927336a1714f" providerId="ADAL" clId="{91A7750A-C69B-4970-962F-36B3D7EFFB05}" dt="2022-08-12T12:14:41.315" v="313" actId="1076"/>
          <ac:grpSpMkLst>
            <pc:docMk/>
            <pc:sldMk cId="2899078255" sldId="9784"/>
            <ac:grpSpMk id="253" creationId="{14F55F1B-B627-CF71-5A94-06B976CD0984}"/>
          </ac:grpSpMkLst>
        </pc:grpChg>
        <pc:grpChg chg="add mod">
          <ac:chgData name="Macher, Andreas (DI FA CTR PLC PPM)" userId="f1dcac62-7bef-43eb-91f0-927336a1714f" providerId="ADAL" clId="{91A7750A-C69B-4970-962F-36B3D7EFFB05}" dt="2022-08-12T12:14:41.315" v="313" actId="1076"/>
          <ac:grpSpMkLst>
            <pc:docMk/>
            <pc:sldMk cId="2899078255" sldId="9784"/>
            <ac:grpSpMk id="271" creationId="{E7B480D3-1E93-A0F0-1CEE-9153737A3CFF}"/>
          </ac:grpSpMkLst>
        </pc:grpChg>
        <pc:picChg chg="del">
          <ac:chgData name="Macher, Andreas (DI FA CTR PLC PPM)" userId="f1dcac62-7bef-43eb-91f0-927336a1714f" providerId="ADAL" clId="{91A7750A-C69B-4970-962F-36B3D7EFFB05}" dt="2022-08-12T11:45:26.102" v="104" actId="478"/>
          <ac:picMkLst>
            <pc:docMk/>
            <pc:sldMk cId="2899078255" sldId="9784"/>
            <ac:picMk id="76" creationId="{25C49F5D-CEC3-4A09-8C59-A26E7C986EA1}"/>
          </ac:picMkLst>
        </pc:picChg>
        <pc:picChg chg="del">
          <ac:chgData name="Macher, Andreas (DI FA CTR PLC PPM)" userId="f1dcac62-7bef-43eb-91f0-927336a1714f" providerId="ADAL" clId="{91A7750A-C69B-4970-962F-36B3D7EFFB05}" dt="2022-08-12T11:45:26.102" v="104" actId="478"/>
          <ac:picMkLst>
            <pc:docMk/>
            <pc:sldMk cId="2899078255" sldId="9784"/>
            <ac:picMk id="120" creationId="{6BB968FB-F383-4B7A-97DC-0CB70CD4044E}"/>
          </ac:picMkLst>
        </pc:picChg>
        <pc:picChg chg="del">
          <ac:chgData name="Macher, Andreas (DI FA CTR PLC PPM)" userId="f1dcac62-7bef-43eb-91f0-927336a1714f" providerId="ADAL" clId="{91A7750A-C69B-4970-962F-36B3D7EFFB05}" dt="2022-08-12T11:45:26.102" v="104" actId="478"/>
          <ac:picMkLst>
            <pc:docMk/>
            <pc:sldMk cId="2899078255" sldId="9784"/>
            <ac:picMk id="129" creationId="{2B8BB2C5-7879-1195-224E-2DF74084CB70}"/>
          </ac:picMkLst>
        </pc:picChg>
        <pc:picChg chg="del">
          <ac:chgData name="Macher, Andreas (DI FA CTR PLC PPM)" userId="f1dcac62-7bef-43eb-91f0-927336a1714f" providerId="ADAL" clId="{91A7750A-C69B-4970-962F-36B3D7EFFB05}" dt="2022-08-12T11:45:26.102" v="104" actId="478"/>
          <ac:picMkLst>
            <pc:docMk/>
            <pc:sldMk cId="2899078255" sldId="9784"/>
            <ac:picMk id="154" creationId="{529EC11A-00F2-769B-1657-8D0C0FB1E761}"/>
          </ac:picMkLst>
        </pc:picChg>
        <pc:picChg chg="add del mod topLvl">
          <ac:chgData name="Macher, Andreas (DI FA CTR PLC PPM)" userId="f1dcac62-7bef-43eb-91f0-927336a1714f" providerId="ADAL" clId="{91A7750A-C69B-4970-962F-36B3D7EFFB05}" dt="2022-08-12T11:48:27.857" v="125" actId="478"/>
          <ac:picMkLst>
            <pc:docMk/>
            <pc:sldMk cId="2899078255" sldId="9784"/>
            <ac:picMk id="157" creationId="{59185810-9F09-F864-79A6-0AFBFB9E1ECA}"/>
          </ac:picMkLst>
        </pc:picChg>
        <pc:picChg chg="mod">
          <ac:chgData name="Macher, Andreas (DI FA CTR PLC PPM)" userId="f1dcac62-7bef-43eb-91f0-927336a1714f" providerId="ADAL" clId="{91A7750A-C69B-4970-962F-36B3D7EFFB05}" dt="2022-08-12T11:57:20.241" v="296" actId="1076"/>
          <ac:picMkLst>
            <pc:docMk/>
            <pc:sldMk cId="2899078255" sldId="9784"/>
            <ac:picMk id="169" creationId="{954777A8-0219-1A75-791B-BA10DC41FFA1}"/>
          </ac:picMkLst>
        </pc:picChg>
        <pc:picChg chg="mod">
          <ac:chgData name="Macher, Andreas (DI FA CTR PLC PPM)" userId="f1dcac62-7bef-43eb-91f0-927336a1714f" providerId="ADAL" clId="{91A7750A-C69B-4970-962F-36B3D7EFFB05}" dt="2022-08-12T11:57:20.241" v="296" actId="1076"/>
          <ac:picMkLst>
            <pc:docMk/>
            <pc:sldMk cId="2899078255" sldId="9784"/>
            <ac:picMk id="170" creationId="{AB60845F-18A8-09B1-8954-0946393D23D4}"/>
          </ac:picMkLst>
        </pc:picChg>
        <pc:picChg chg="mod">
          <ac:chgData name="Macher, Andreas (DI FA CTR PLC PPM)" userId="f1dcac62-7bef-43eb-91f0-927336a1714f" providerId="ADAL" clId="{91A7750A-C69B-4970-962F-36B3D7EFFB05}" dt="2022-08-12T11:57:20.241" v="296" actId="1076"/>
          <ac:picMkLst>
            <pc:docMk/>
            <pc:sldMk cId="2899078255" sldId="9784"/>
            <ac:picMk id="171" creationId="{855F7268-71ED-17A7-892F-D6AD2D7A8500}"/>
          </ac:picMkLst>
        </pc:picChg>
        <pc:picChg chg="mod">
          <ac:chgData name="Macher, Andreas (DI FA CTR PLC PPM)" userId="f1dcac62-7bef-43eb-91f0-927336a1714f" providerId="ADAL" clId="{91A7750A-C69B-4970-962F-36B3D7EFFB05}" dt="2022-08-12T11:57:20.241" v="296" actId="1076"/>
          <ac:picMkLst>
            <pc:docMk/>
            <pc:sldMk cId="2899078255" sldId="9784"/>
            <ac:picMk id="172" creationId="{035B2541-3C6C-8CC8-BE02-C71CD9F630D9}"/>
          </ac:picMkLst>
        </pc:picChg>
        <pc:picChg chg="mod">
          <ac:chgData name="Macher, Andreas (DI FA CTR PLC PPM)" userId="f1dcac62-7bef-43eb-91f0-927336a1714f" providerId="ADAL" clId="{91A7750A-C69B-4970-962F-36B3D7EFFB05}" dt="2022-08-12T11:57:20.241" v="296" actId="1076"/>
          <ac:picMkLst>
            <pc:docMk/>
            <pc:sldMk cId="2899078255" sldId="9784"/>
            <ac:picMk id="173" creationId="{9CC221F5-66AE-FB28-2D99-D0D9C9C6A103}"/>
          </ac:picMkLst>
        </pc:picChg>
        <pc:picChg chg="mod">
          <ac:chgData name="Macher, Andreas (DI FA CTR PLC PPM)" userId="f1dcac62-7bef-43eb-91f0-927336a1714f" providerId="ADAL" clId="{91A7750A-C69B-4970-962F-36B3D7EFFB05}" dt="2022-08-12T11:57:20.241" v="296" actId="1076"/>
          <ac:picMkLst>
            <pc:docMk/>
            <pc:sldMk cId="2899078255" sldId="9784"/>
            <ac:picMk id="174" creationId="{24B896A0-74C8-A73D-4837-5EB1D9A6D22F}"/>
          </ac:picMkLst>
        </pc:picChg>
        <pc:picChg chg="mod">
          <ac:chgData name="Macher, Andreas (DI FA CTR PLC PPM)" userId="f1dcac62-7bef-43eb-91f0-927336a1714f" providerId="ADAL" clId="{91A7750A-C69B-4970-962F-36B3D7EFFB05}" dt="2022-08-12T11:57:20.241" v="296" actId="1076"/>
          <ac:picMkLst>
            <pc:docMk/>
            <pc:sldMk cId="2899078255" sldId="9784"/>
            <ac:picMk id="178" creationId="{4B8F1B36-475B-8D8A-C15B-F147FAEB033E}"/>
          </ac:picMkLst>
        </pc:picChg>
        <pc:picChg chg="mod">
          <ac:chgData name="Macher, Andreas (DI FA CTR PLC PPM)" userId="f1dcac62-7bef-43eb-91f0-927336a1714f" providerId="ADAL" clId="{91A7750A-C69B-4970-962F-36B3D7EFFB05}" dt="2022-08-12T11:57:20.241" v="296" actId="1076"/>
          <ac:picMkLst>
            <pc:docMk/>
            <pc:sldMk cId="2899078255" sldId="9784"/>
            <ac:picMk id="179" creationId="{F8BB1DF1-6866-8914-6B16-5DA57950AC19}"/>
          </ac:picMkLst>
        </pc:picChg>
        <pc:picChg chg="mod">
          <ac:chgData name="Macher, Andreas (DI FA CTR PLC PPM)" userId="f1dcac62-7bef-43eb-91f0-927336a1714f" providerId="ADAL" clId="{91A7750A-C69B-4970-962F-36B3D7EFFB05}" dt="2022-08-12T11:57:20.241" v="296" actId="1076"/>
          <ac:picMkLst>
            <pc:docMk/>
            <pc:sldMk cId="2899078255" sldId="9784"/>
            <ac:picMk id="180" creationId="{7DABE221-2C61-E85C-4EEB-2E09908334E0}"/>
          </ac:picMkLst>
        </pc:picChg>
        <pc:picChg chg="mod">
          <ac:chgData name="Macher, Andreas (DI FA CTR PLC PPM)" userId="f1dcac62-7bef-43eb-91f0-927336a1714f" providerId="ADAL" clId="{91A7750A-C69B-4970-962F-36B3D7EFFB05}" dt="2022-08-12T11:57:20.241" v="296" actId="1076"/>
          <ac:picMkLst>
            <pc:docMk/>
            <pc:sldMk cId="2899078255" sldId="9784"/>
            <ac:picMk id="181" creationId="{81DFBD33-3E1B-3202-FA63-167578340A1E}"/>
          </ac:picMkLst>
        </pc:picChg>
        <pc:picChg chg="add mod topLvl">
          <ac:chgData name="Macher, Andreas (DI FA CTR PLC PPM)" userId="f1dcac62-7bef-43eb-91f0-927336a1714f" providerId="ADAL" clId="{91A7750A-C69B-4970-962F-36B3D7EFFB05}" dt="2022-08-12T11:57:20.241" v="296" actId="1076"/>
          <ac:picMkLst>
            <pc:docMk/>
            <pc:sldMk cId="2899078255" sldId="9784"/>
            <ac:picMk id="182" creationId="{B87B1778-0617-4464-5D75-23782626C4FD}"/>
          </ac:picMkLst>
        </pc:picChg>
        <pc:picChg chg="add mod">
          <ac:chgData name="Macher, Andreas (DI FA CTR PLC PPM)" userId="f1dcac62-7bef-43eb-91f0-927336a1714f" providerId="ADAL" clId="{91A7750A-C69B-4970-962F-36B3D7EFFB05}" dt="2022-08-12T11:57:20.241" v="296" actId="1076"/>
          <ac:picMkLst>
            <pc:docMk/>
            <pc:sldMk cId="2899078255" sldId="9784"/>
            <ac:picMk id="187" creationId="{03645283-79AB-F030-C893-798BA4955EB4}"/>
          </ac:picMkLst>
        </pc:picChg>
        <pc:picChg chg="mod">
          <ac:chgData name="Macher, Andreas (DI FA CTR PLC PPM)" userId="f1dcac62-7bef-43eb-91f0-927336a1714f" providerId="ADAL" clId="{91A7750A-C69B-4970-962F-36B3D7EFFB05}" dt="2022-08-12T11:54:28.240" v="248" actId="165"/>
          <ac:picMkLst>
            <pc:docMk/>
            <pc:sldMk cId="2899078255" sldId="9784"/>
            <ac:picMk id="199" creationId="{238C2102-98AB-D343-7A67-1092998D6F67}"/>
          </ac:picMkLst>
        </pc:picChg>
        <pc:picChg chg="mod">
          <ac:chgData name="Macher, Andreas (DI FA CTR PLC PPM)" userId="f1dcac62-7bef-43eb-91f0-927336a1714f" providerId="ADAL" clId="{91A7750A-C69B-4970-962F-36B3D7EFFB05}" dt="2022-08-12T11:54:28.240" v="248" actId="165"/>
          <ac:picMkLst>
            <pc:docMk/>
            <pc:sldMk cId="2899078255" sldId="9784"/>
            <ac:picMk id="200" creationId="{D46566B3-83F2-6EA5-EC87-00751AC0E76E}"/>
          </ac:picMkLst>
        </pc:picChg>
        <pc:picChg chg="mod">
          <ac:chgData name="Macher, Andreas (DI FA CTR PLC PPM)" userId="f1dcac62-7bef-43eb-91f0-927336a1714f" providerId="ADAL" clId="{91A7750A-C69B-4970-962F-36B3D7EFFB05}" dt="2022-08-12T11:54:28.240" v="248" actId="165"/>
          <ac:picMkLst>
            <pc:docMk/>
            <pc:sldMk cId="2899078255" sldId="9784"/>
            <ac:picMk id="201" creationId="{50AD7E0F-3CC6-ECFB-B0EA-4D1F148C3AD0}"/>
          </ac:picMkLst>
        </pc:picChg>
        <pc:picChg chg="mod">
          <ac:chgData name="Macher, Andreas (DI FA CTR PLC PPM)" userId="f1dcac62-7bef-43eb-91f0-927336a1714f" providerId="ADAL" clId="{91A7750A-C69B-4970-962F-36B3D7EFFB05}" dt="2022-08-12T11:54:28.240" v="248" actId="165"/>
          <ac:picMkLst>
            <pc:docMk/>
            <pc:sldMk cId="2899078255" sldId="9784"/>
            <ac:picMk id="202" creationId="{80F6A3C2-E629-1533-10BB-8785C7FF83BC}"/>
          </ac:picMkLst>
        </pc:picChg>
        <pc:picChg chg="mod">
          <ac:chgData name="Macher, Andreas (DI FA CTR PLC PPM)" userId="f1dcac62-7bef-43eb-91f0-927336a1714f" providerId="ADAL" clId="{91A7750A-C69B-4970-962F-36B3D7EFFB05}" dt="2022-08-12T11:54:28.240" v="248" actId="165"/>
          <ac:picMkLst>
            <pc:docMk/>
            <pc:sldMk cId="2899078255" sldId="9784"/>
            <ac:picMk id="203" creationId="{790D9043-1C83-94C4-6E23-5AA910AF622C}"/>
          </ac:picMkLst>
        </pc:picChg>
        <pc:picChg chg="mod">
          <ac:chgData name="Macher, Andreas (DI FA CTR PLC PPM)" userId="f1dcac62-7bef-43eb-91f0-927336a1714f" providerId="ADAL" clId="{91A7750A-C69B-4970-962F-36B3D7EFFB05}" dt="2022-08-12T11:54:28.240" v="248" actId="165"/>
          <ac:picMkLst>
            <pc:docMk/>
            <pc:sldMk cId="2899078255" sldId="9784"/>
            <ac:picMk id="204" creationId="{CC8589E5-6725-8191-CB15-12CE5B8BBB79}"/>
          </ac:picMkLst>
        </pc:picChg>
        <pc:picChg chg="mod">
          <ac:chgData name="Macher, Andreas (DI FA CTR PLC PPM)" userId="f1dcac62-7bef-43eb-91f0-927336a1714f" providerId="ADAL" clId="{91A7750A-C69B-4970-962F-36B3D7EFFB05}" dt="2022-08-12T11:51:40.019" v="196" actId="1076"/>
          <ac:picMkLst>
            <pc:docMk/>
            <pc:sldMk cId="2899078255" sldId="9784"/>
            <ac:picMk id="208" creationId="{61D619EB-F445-BB45-52B4-957AFF00E405}"/>
          </ac:picMkLst>
        </pc:picChg>
        <pc:picChg chg="mod">
          <ac:chgData name="Macher, Andreas (DI FA CTR PLC PPM)" userId="f1dcac62-7bef-43eb-91f0-927336a1714f" providerId="ADAL" clId="{91A7750A-C69B-4970-962F-36B3D7EFFB05}" dt="2022-08-12T11:51:40.019" v="196" actId="1076"/>
          <ac:picMkLst>
            <pc:docMk/>
            <pc:sldMk cId="2899078255" sldId="9784"/>
            <ac:picMk id="209" creationId="{B8EB15D1-2FBE-E472-5057-C41008A5E3DF}"/>
          </ac:picMkLst>
        </pc:picChg>
        <pc:picChg chg="mod">
          <ac:chgData name="Macher, Andreas (DI FA CTR PLC PPM)" userId="f1dcac62-7bef-43eb-91f0-927336a1714f" providerId="ADAL" clId="{91A7750A-C69B-4970-962F-36B3D7EFFB05}" dt="2022-08-12T11:51:40.019" v="196" actId="1076"/>
          <ac:picMkLst>
            <pc:docMk/>
            <pc:sldMk cId="2899078255" sldId="9784"/>
            <ac:picMk id="210" creationId="{3E412673-B180-994C-04F0-E9590CE1FFBE}"/>
          </ac:picMkLst>
        </pc:picChg>
        <pc:picChg chg="mod">
          <ac:chgData name="Macher, Andreas (DI FA CTR PLC PPM)" userId="f1dcac62-7bef-43eb-91f0-927336a1714f" providerId="ADAL" clId="{91A7750A-C69B-4970-962F-36B3D7EFFB05}" dt="2022-08-12T11:51:40.019" v="196" actId="1076"/>
          <ac:picMkLst>
            <pc:docMk/>
            <pc:sldMk cId="2899078255" sldId="9784"/>
            <ac:picMk id="211" creationId="{1C6E4D0C-58FA-98B7-1F7A-EDE575515138}"/>
          </ac:picMkLst>
        </pc:picChg>
        <pc:picChg chg="add mod ord">
          <ac:chgData name="Macher, Andreas (DI FA CTR PLC PPM)" userId="f1dcac62-7bef-43eb-91f0-927336a1714f" providerId="ADAL" clId="{91A7750A-C69B-4970-962F-36B3D7EFFB05}" dt="2022-08-12T11:58:23.776" v="306" actId="166"/>
          <ac:picMkLst>
            <pc:docMk/>
            <pc:sldMk cId="2899078255" sldId="9784"/>
            <ac:picMk id="212" creationId="{B35F3A39-DAE9-A13B-9FE9-2951F9442642}"/>
          </ac:picMkLst>
        </pc:picChg>
        <pc:picChg chg="add mod">
          <ac:chgData name="Macher, Andreas (DI FA CTR PLC PPM)" userId="f1dcac62-7bef-43eb-91f0-927336a1714f" providerId="ADAL" clId="{91A7750A-C69B-4970-962F-36B3D7EFFB05}" dt="2022-08-12T11:54:56.581" v="267" actId="1037"/>
          <ac:picMkLst>
            <pc:docMk/>
            <pc:sldMk cId="2899078255" sldId="9784"/>
            <ac:picMk id="214" creationId="{A8B06D37-46E7-FC5C-FD9F-B17206E75977}"/>
          </ac:picMkLst>
        </pc:picChg>
        <pc:picChg chg="add mod ord">
          <ac:chgData name="Macher, Andreas (DI FA CTR PLC PPM)" userId="f1dcac62-7bef-43eb-91f0-927336a1714f" providerId="ADAL" clId="{91A7750A-C69B-4970-962F-36B3D7EFFB05}" dt="2022-08-12T11:58:20.081" v="305" actId="166"/>
          <ac:picMkLst>
            <pc:docMk/>
            <pc:sldMk cId="2899078255" sldId="9784"/>
            <ac:picMk id="221" creationId="{2B0D25BC-A737-2866-FF0E-49888D691677}"/>
          </ac:picMkLst>
        </pc:picChg>
        <pc:picChg chg="add mod">
          <ac:chgData name="Macher, Andreas (DI FA CTR PLC PPM)" userId="f1dcac62-7bef-43eb-91f0-927336a1714f" providerId="ADAL" clId="{91A7750A-C69B-4970-962F-36B3D7EFFB05}" dt="2022-08-12T11:57:37.166" v="304" actId="1076"/>
          <ac:picMkLst>
            <pc:docMk/>
            <pc:sldMk cId="2899078255" sldId="9784"/>
            <ac:picMk id="222" creationId="{ED1E6F67-0FCC-6C2A-574D-974BB941BAC9}"/>
          </ac:picMkLst>
        </pc:picChg>
        <pc:picChg chg="mod">
          <ac:chgData name="Macher, Andreas (DI FA CTR PLC PPM)" userId="f1dcac62-7bef-43eb-91f0-927336a1714f" providerId="ADAL" clId="{91A7750A-C69B-4970-962F-36B3D7EFFB05}" dt="2022-08-12T11:57:37.166" v="304" actId="1076"/>
          <ac:picMkLst>
            <pc:docMk/>
            <pc:sldMk cId="2899078255" sldId="9784"/>
            <ac:picMk id="232" creationId="{2545BDFC-78E6-11C9-E0C3-40CA6AF3482C}"/>
          </ac:picMkLst>
        </pc:picChg>
        <pc:picChg chg="mod">
          <ac:chgData name="Macher, Andreas (DI FA CTR PLC PPM)" userId="f1dcac62-7bef-43eb-91f0-927336a1714f" providerId="ADAL" clId="{91A7750A-C69B-4970-962F-36B3D7EFFB05}" dt="2022-08-12T11:57:37.166" v="304" actId="1076"/>
          <ac:picMkLst>
            <pc:docMk/>
            <pc:sldMk cId="2899078255" sldId="9784"/>
            <ac:picMk id="233" creationId="{CF17CDA9-36F7-167F-F56D-892A34001866}"/>
          </ac:picMkLst>
        </pc:picChg>
        <pc:picChg chg="mod">
          <ac:chgData name="Macher, Andreas (DI FA CTR PLC PPM)" userId="f1dcac62-7bef-43eb-91f0-927336a1714f" providerId="ADAL" clId="{91A7750A-C69B-4970-962F-36B3D7EFFB05}" dt="2022-08-12T11:57:37.166" v="304" actId="1076"/>
          <ac:picMkLst>
            <pc:docMk/>
            <pc:sldMk cId="2899078255" sldId="9784"/>
            <ac:picMk id="234" creationId="{1231D40A-34B7-00D2-B9F5-FACF41036D21}"/>
          </ac:picMkLst>
        </pc:picChg>
        <pc:picChg chg="mod">
          <ac:chgData name="Macher, Andreas (DI FA CTR PLC PPM)" userId="f1dcac62-7bef-43eb-91f0-927336a1714f" providerId="ADAL" clId="{91A7750A-C69B-4970-962F-36B3D7EFFB05}" dt="2022-08-12T11:57:37.166" v="304" actId="1076"/>
          <ac:picMkLst>
            <pc:docMk/>
            <pc:sldMk cId="2899078255" sldId="9784"/>
            <ac:picMk id="235" creationId="{C47FB519-B690-A656-3270-2120B8FE2947}"/>
          </ac:picMkLst>
        </pc:picChg>
        <pc:picChg chg="mod">
          <ac:chgData name="Macher, Andreas (DI FA CTR PLC PPM)" userId="f1dcac62-7bef-43eb-91f0-927336a1714f" providerId="ADAL" clId="{91A7750A-C69B-4970-962F-36B3D7EFFB05}" dt="2022-08-12T11:57:37.166" v="304" actId="1076"/>
          <ac:picMkLst>
            <pc:docMk/>
            <pc:sldMk cId="2899078255" sldId="9784"/>
            <ac:picMk id="236" creationId="{0CC19C5B-073D-7F47-BE24-7258AF2DF7C4}"/>
          </ac:picMkLst>
        </pc:picChg>
        <pc:picChg chg="mod">
          <ac:chgData name="Macher, Andreas (DI FA CTR PLC PPM)" userId="f1dcac62-7bef-43eb-91f0-927336a1714f" providerId="ADAL" clId="{91A7750A-C69B-4970-962F-36B3D7EFFB05}" dt="2022-08-12T11:57:37.166" v="304" actId="1076"/>
          <ac:picMkLst>
            <pc:docMk/>
            <pc:sldMk cId="2899078255" sldId="9784"/>
            <ac:picMk id="237" creationId="{BE3262F6-894B-6012-A0DE-87133AA2FD07}"/>
          </ac:picMkLst>
        </pc:picChg>
        <pc:picChg chg="mod">
          <ac:chgData name="Macher, Andreas (DI FA CTR PLC PPM)" userId="f1dcac62-7bef-43eb-91f0-927336a1714f" providerId="ADAL" clId="{91A7750A-C69B-4970-962F-36B3D7EFFB05}" dt="2022-08-12T11:57:37.166" v="304" actId="1076"/>
          <ac:picMkLst>
            <pc:docMk/>
            <pc:sldMk cId="2899078255" sldId="9784"/>
            <ac:picMk id="241" creationId="{7727FAD5-4295-5658-CF1B-31282B63F4F8}"/>
          </ac:picMkLst>
        </pc:picChg>
        <pc:picChg chg="mod">
          <ac:chgData name="Macher, Andreas (DI FA CTR PLC PPM)" userId="f1dcac62-7bef-43eb-91f0-927336a1714f" providerId="ADAL" clId="{91A7750A-C69B-4970-962F-36B3D7EFFB05}" dt="2022-08-12T11:57:37.166" v="304" actId="1076"/>
          <ac:picMkLst>
            <pc:docMk/>
            <pc:sldMk cId="2899078255" sldId="9784"/>
            <ac:picMk id="242" creationId="{C059849C-0282-5040-2F1E-43084CC4ED9E}"/>
          </ac:picMkLst>
        </pc:picChg>
        <pc:picChg chg="mod">
          <ac:chgData name="Macher, Andreas (DI FA CTR PLC PPM)" userId="f1dcac62-7bef-43eb-91f0-927336a1714f" providerId="ADAL" clId="{91A7750A-C69B-4970-962F-36B3D7EFFB05}" dt="2022-08-12T11:57:37.166" v="304" actId="1076"/>
          <ac:picMkLst>
            <pc:docMk/>
            <pc:sldMk cId="2899078255" sldId="9784"/>
            <ac:picMk id="243" creationId="{B86932D7-0F34-693C-7353-A849B2E6E446}"/>
          </ac:picMkLst>
        </pc:picChg>
        <pc:picChg chg="mod">
          <ac:chgData name="Macher, Andreas (DI FA CTR PLC PPM)" userId="f1dcac62-7bef-43eb-91f0-927336a1714f" providerId="ADAL" clId="{91A7750A-C69B-4970-962F-36B3D7EFFB05}" dt="2022-08-12T11:57:37.166" v="304" actId="1076"/>
          <ac:picMkLst>
            <pc:docMk/>
            <pc:sldMk cId="2899078255" sldId="9784"/>
            <ac:picMk id="244" creationId="{892657B7-0E80-2B85-59FE-D7EE550D7B5C}"/>
          </ac:picMkLst>
        </pc:picChg>
        <pc:picChg chg="add mod">
          <ac:chgData name="Macher, Andreas (DI FA CTR PLC PPM)" userId="f1dcac62-7bef-43eb-91f0-927336a1714f" providerId="ADAL" clId="{91A7750A-C69B-4970-962F-36B3D7EFFB05}" dt="2022-08-12T12:06:39.921" v="308" actId="1076"/>
          <ac:picMkLst>
            <pc:docMk/>
            <pc:sldMk cId="2899078255" sldId="9784"/>
            <ac:picMk id="245" creationId="{D61805A3-16DD-8938-F80C-E46F1FA896CA}"/>
          </ac:picMkLst>
        </pc:picChg>
        <pc:picChg chg="add del mod">
          <ac:chgData name="Macher, Andreas (DI FA CTR PLC PPM)" userId="f1dcac62-7bef-43eb-91f0-927336a1714f" providerId="ADAL" clId="{91A7750A-C69B-4970-962F-36B3D7EFFB05}" dt="2022-08-12T13:45:34.228" v="1522" actId="21"/>
          <ac:picMkLst>
            <pc:docMk/>
            <pc:sldMk cId="2899078255" sldId="9784"/>
            <ac:picMk id="246" creationId="{6BDBF160-4275-FA22-8EB5-177C24B7330F}"/>
          </ac:picMkLst>
        </pc:picChg>
        <pc:picChg chg="mod">
          <ac:chgData name="Macher, Andreas (DI FA CTR PLC PPM)" userId="f1dcac62-7bef-43eb-91f0-927336a1714f" providerId="ADAL" clId="{91A7750A-C69B-4970-962F-36B3D7EFFB05}" dt="2022-08-12T12:14:41.315" v="313" actId="1076"/>
          <ac:picMkLst>
            <pc:docMk/>
            <pc:sldMk cId="2899078255" sldId="9784"/>
            <ac:picMk id="257" creationId="{23ECA13F-BEA2-B92A-A87C-1E175E062215}"/>
          </ac:picMkLst>
        </pc:picChg>
        <pc:picChg chg="mod">
          <ac:chgData name="Macher, Andreas (DI FA CTR PLC PPM)" userId="f1dcac62-7bef-43eb-91f0-927336a1714f" providerId="ADAL" clId="{91A7750A-C69B-4970-962F-36B3D7EFFB05}" dt="2022-08-12T12:14:41.315" v="313" actId="1076"/>
          <ac:picMkLst>
            <pc:docMk/>
            <pc:sldMk cId="2899078255" sldId="9784"/>
            <ac:picMk id="258" creationId="{CAF8257F-B446-5717-478F-1BD82FD2F64F}"/>
          </ac:picMkLst>
        </pc:picChg>
        <pc:picChg chg="mod">
          <ac:chgData name="Macher, Andreas (DI FA CTR PLC PPM)" userId="f1dcac62-7bef-43eb-91f0-927336a1714f" providerId="ADAL" clId="{91A7750A-C69B-4970-962F-36B3D7EFFB05}" dt="2022-08-12T12:14:41.315" v="313" actId="1076"/>
          <ac:picMkLst>
            <pc:docMk/>
            <pc:sldMk cId="2899078255" sldId="9784"/>
            <ac:picMk id="259" creationId="{650BB2CB-8252-8549-4B35-4CD84B87E6E7}"/>
          </ac:picMkLst>
        </pc:picChg>
        <pc:picChg chg="mod">
          <ac:chgData name="Macher, Andreas (DI FA CTR PLC PPM)" userId="f1dcac62-7bef-43eb-91f0-927336a1714f" providerId="ADAL" clId="{91A7750A-C69B-4970-962F-36B3D7EFFB05}" dt="2022-08-12T12:14:41.315" v="313" actId="1076"/>
          <ac:picMkLst>
            <pc:docMk/>
            <pc:sldMk cId="2899078255" sldId="9784"/>
            <ac:picMk id="260" creationId="{C107BD0C-3DCA-5BF8-D1C6-8894BB5C6110}"/>
          </ac:picMkLst>
        </pc:picChg>
        <pc:picChg chg="mod">
          <ac:chgData name="Macher, Andreas (DI FA CTR PLC PPM)" userId="f1dcac62-7bef-43eb-91f0-927336a1714f" providerId="ADAL" clId="{91A7750A-C69B-4970-962F-36B3D7EFFB05}" dt="2022-08-12T12:14:41.315" v="313" actId="1076"/>
          <ac:picMkLst>
            <pc:docMk/>
            <pc:sldMk cId="2899078255" sldId="9784"/>
            <ac:picMk id="261" creationId="{296AD9A2-1303-BFEF-A464-4E8185E0D5F5}"/>
          </ac:picMkLst>
        </pc:picChg>
        <pc:picChg chg="mod">
          <ac:chgData name="Macher, Andreas (DI FA CTR PLC PPM)" userId="f1dcac62-7bef-43eb-91f0-927336a1714f" providerId="ADAL" clId="{91A7750A-C69B-4970-962F-36B3D7EFFB05}" dt="2022-08-12T12:14:41.315" v="313" actId="1076"/>
          <ac:picMkLst>
            <pc:docMk/>
            <pc:sldMk cId="2899078255" sldId="9784"/>
            <ac:picMk id="262" creationId="{18FBBBC6-2A70-8DA4-3435-0121965FD333}"/>
          </ac:picMkLst>
        </pc:picChg>
        <pc:picChg chg="add mod">
          <ac:chgData name="Macher, Andreas (DI FA CTR PLC PPM)" userId="f1dcac62-7bef-43eb-91f0-927336a1714f" providerId="ADAL" clId="{91A7750A-C69B-4970-962F-36B3D7EFFB05}" dt="2022-08-12T12:14:41.315" v="313" actId="1076"/>
          <ac:picMkLst>
            <pc:docMk/>
            <pc:sldMk cId="2899078255" sldId="9784"/>
            <ac:picMk id="265" creationId="{B288FCDE-B53E-5C34-8E5A-73ACD66C3295}"/>
          </ac:picMkLst>
        </pc:picChg>
        <pc:picChg chg="add mod">
          <ac:chgData name="Macher, Andreas (DI FA CTR PLC PPM)" userId="f1dcac62-7bef-43eb-91f0-927336a1714f" providerId="ADAL" clId="{91A7750A-C69B-4970-962F-36B3D7EFFB05}" dt="2022-08-12T12:14:41.315" v="313" actId="1076"/>
          <ac:picMkLst>
            <pc:docMk/>
            <pc:sldMk cId="2899078255" sldId="9784"/>
            <ac:picMk id="266" creationId="{4DE8AAEF-6B1A-68BB-8CA1-38FAD343B32D}"/>
          </ac:picMkLst>
        </pc:picChg>
        <pc:picChg chg="add mod">
          <ac:chgData name="Macher, Andreas (DI FA CTR PLC PPM)" userId="f1dcac62-7bef-43eb-91f0-927336a1714f" providerId="ADAL" clId="{91A7750A-C69B-4970-962F-36B3D7EFFB05}" dt="2022-08-12T12:14:41.315" v="313" actId="1076"/>
          <ac:picMkLst>
            <pc:docMk/>
            <pc:sldMk cId="2899078255" sldId="9784"/>
            <ac:picMk id="267" creationId="{0D915113-0986-15BC-F0AA-B515757F13E7}"/>
          </ac:picMkLst>
        </pc:picChg>
        <pc:picChg chg="add mod">
          <ac:chgData name="Macher, Andreas (DI FA CTR PLC PPM)" userId="f1dcac62-7bef-43eb-91f0-927336a1714f" providerId="ADAL" clId="{91A7750A-C69B-4970-962F-36B3D7EFFB05}" dt="2022-08-12T12:14:41.315" v="313" actId="1076"/>
          <ac:picMkLst>
            <pc:docMk/>
            <pc:sldMk cId="2899078255" sldId="9784"/>
            <ac:picMk id="268" creationId="{5DC3C729-CFB6-2384-F33F-E18FDD43EBB1}"/>
          </ac:picMkLst>
        </pc:picChg>
        <pc:cxnChg chg="del">
          <ac:chgData name="Macher, Andreas (DI FA CTR PLC PPM)" userId="f1dcac62-7bef-43eb-91f0-927336a1714f" providerId="ADAL" clId="{91A7750A-C69B-4970-962F-36B3D7EFFB05}" dt="2022-08-12T11:45:26.102" v="104" actId="478"/>
          <ac:cxnSpMkLst>
            <pc:docMk/>
            <pc:sldMk cId="2899078255" sldId="9784"/>
            <ac:cxnSpMk id="5" creationId="{9021FCF2-CEA8-7585-0DA2-9137169EB80A}"/>
          </ac:cxnSpMkLst>
        </pc:cxnChg>
        <pc:cxnChg chg="add mod">
          <ac:chgData name="Macher, Andreas (DI FA CTR PLC PPM)" userId="f1dcac62-7bef-43eb-91f0-927336a1714f" providerId="ADAL" clId="{91A7750A-C69B-4970-962F-36B3D7EFFB05}" dt="2022-08-12T11:53:44.167" v="227" actId="108"/>
          <ac:cxnSpMkLst>
            <pc:docMk/>
            <pc:sldMk cId="2899078255" sldId="9784"/>
            <ac:cxnSpMk id="17" creationId="{C30B9DE4-11E8-9233-46A5-E3AC6F5D746E}"/>
          </ac:cxnSpMkLst>
        </pc:cxnChg>
        <pc:cxnChg chg="del">
          <ac:chgData name="Macher, Andreas (DI FA CTR PLC PPM)" userId="f1dcac62-7bef-43eb-91f0-927336a1714f" providerId="ADAL" clId="{91A7750A-C69B-4970-962F-36B3D7EFFB05}" dt="2022-08-12T11:45:26.102" v="104" actId="478"/>
          <ac:cxnSpMkLst>
            <pc:docMk/>
            <pc:sldMk cId="2899078255" sldId="9784"/>
            <ac:cxnSpMk id="25" creationId="{01332141-D8B7-4541-9113-87F60117E2DB}"/>
          </ac:cxnSpMkLst>
        </pc:cxnChg>
        <pc:cxnChg chg="del">
          <ac:chgData name="Macher, Andreas (DI FA CTR PLC PPM)" userId="f1dcac62-7bef-43eb-91f0-927336a1714f" providerId="ADAL" clId="{91A7750A-C69B-4970-962F-36B3D7EFFB05}" dt="2022-08-12T11:45:26.102" v="104" actId="478"/>
          <ac:cxnSpMkLst>
            <pc:docMk/>
            <pc:sldMk cId="2899078255" sldId="9784"/>
            <ac:cxnSpMk id="52" creationId="{00000000-0000-0000-0000-000000000000}"/>
          </ac:cxnSpMkLst>
        </pc:cxnChg>
        <pc:cxnChg chg="del">
          <ac:chgData name="Macher, Andreas (DI FA CTR PLC PPM)" userId="f1dcac62-7bef-43eb-91f0-927336a1714f" providerId="ADAL" clId="{91A7750A-C69B-4970-962F-36B3D7EFFB05}" dt="2022-08-12T11:45:26.102" v="104" actId="478"/>
          <ac:cxnSpMkLst>
            <pc:docMk/>
            <pc:sldMk cId="2899078255" sldId="9784"/>
            <ac:cxnSpMk id="53" creationId="{00000000-0000-0000-0000-000000000000}"/>
          </ac:cxnSpMkLst>
        </pc:cxnChg>
        <pc:cxnChg chg="del">
          <ac:chgData name="Macher, Andreas (DI FA CTR PLC PPM)" userId="f1dcac62-7bef-43eb-91f0-927336a1714f" providerId="ADAL" clId="{91A7750A-C69B-4970-962F-36B3D7EFFB05}" dt="2022-08-12T11:45:26.102" v="104" actId="478"/>
          <ac:cxnSpMkLst>
            <pc:docMk/>
            <pc:sldMk cId="2899078255" sldId="9784"/>
            <ac:cxnSpMk id="64" creationId="{00000000-0000-0000-0000-000000000000}"/>
          </ac:cxnSpMkLst>
        </pc:cxnChg>
        <pc:cxnChg chg="del">
          <ac:chgData name="Macher, Andreas (DI FA CTR PLC PPM)" userId="f1dcac62-7bef-43eb-91f0-927336a1714f" providerId="ADAL" clId="{91A7750A-C69B-4970-962F-36B3D7EFFB05}" dt="2022-08-12T11:45:26.102" v="104" actId="478"/>
          <ac:cxnSpMkLst>
            <pc:docMk/>
            <pc:sldMk cId="2899078255" sldId="9784"/>
            <ac:cxnSpMk id="67" creationId="{00000000-0000-0000-0000-000000000000}"/>
          </ac:cxnSpMkLst>
        </pc:cxnChg>
        <pc:cxnChg chg="del">
          <ac:chgData name="Macher, Andreas (DI FA CTR PLC PPM)" userId="f1dcac62-7bef-43eb-91f0-927336a1714f" providerId="ADAL" clId="{91A7750A-C69B-4970-962F-36B3D7EFFB05}" dt="2022-08-12T11:45:26.102" v="104" actId="478"/>
          <ac:cxnSpMkLst>
            <pc:docMk/>
            <pc:sldMk cId="2899078255" sldId="9784"/>
            <ac:cxnSpMk id="78" creationId="{4797C9BE-0046-456B-A91B-EEA7B6DABEDA}"/>
          </ac:cxnSpMkLst>
        </pc:cxnChg>
        <pc:cxnChg chg="add del mod topLvl">
          <ac:chgData name="Macher, Andreas (DI FA CTR PLC PPM)" userId="f1dcac62-7bef-43eb-91f0-927336a1714f" providerId="ADAL" clId="{91A7750A-C69B-4970-962F-36B3D7EFFB05}" dt="2022-08-12T11:49:57.190" v="164" actId="478"/>
          <ac:cxnSpMkLst>
            <pc:docMk/>
            <pc:sldMk cId="2899078255" sldId="9784"/>
            <ac:cxnSpMk id="93" creationId="{E476507E-DD93-3AF1-D743-EDEC0DE8BAE1}"/>
          </ac:cxnSpMkLst>
        </pc:cxnChg>
        <pc:cxnChg chg="del">
          <ac:chgData name="Macher, Andreas (DI FA CTR PLC PPM)" userId="f1dcac62-7bef-43eb-91f0-927336a1714f" providerId="ADAL" clId="{91A7750A-C69B-4970-962F-36B3D7EFFB05}" dt="2022-08-12T11:45:26.102" v="104" actId="478"/>
          <ac:cxnSpMkLst>
            <pc:docMk/>
            <pc:sldMk cId="2899078255" sldId="9784"/>
            <ac:cxnSpMk id="95" creationId="{EA07EE95-766E-BB61-B8E3-D6CDB3EBECAC}"/>
          </ac:cxnSpMkLst>
        </pc:cxnChg>
        <pc:cxnChg chg="del">
          <ac:chgData name="Macher, Andreas (DI FA CTR PLC PPM)" userId="f1dcac62-7bef-43eb-91f0-927336a1714f" providerId="ADAL" clId="{91A7750A-C69B-4970-962F-36B3D7EFFB05}" dt="2022-08-12T11:45:26.102" v="104" actId="478"/>
          <ac:cxnSpMkLst>
            <pc:docMk/>
            <pc:sldMk cId="2899078255" sldId="9784"/>
            <ac:cxnSpMk id="96" creationId="{156A2185-AC05-9B81-34F7-19AFCDECB9FA}"/>
          </ac:cxnSpMkLst>
        </pc:cxnChg>
        <pc:cxnChg chg="del">
          <ac:chgData name="Macher, Andreas (DI FA CTR PLC PPM)" userId="f1dcac62-7bef-43eb-91f0-927336a1714f" providerId="ADAL" clId="{91A7750A-C69B-4970-962F-36B3D7EFFB05}" dt="2022-08-12T11:45:26.102" v="104" actId="478"/>
          <ac:cxnSpMkLst>
            <pc:docMk/>
            <pc:sldMk cId="2899078255" sldId="9784"/>
            <ac:cxnSpMk id="106" creationId="{981A8351-0773-8F42-7A7C-7BCDFE8CE912}"/>
          </ac:cxnSpMkLst>
        </pc:cxnChg>
        <pc:cxnChg chg="add mod topLvl">
          <ac:chgData name="Macher, Andreas (DI FA CTR PLC PPM)" userId="f1dcac62-7bef-43eb-91f0-927336a1714f" providerId="ADAL" clId="{91A7750A-C69B-4970-962F-36B3D7EFFB05}" dt="2022-08-12T11:57:20.241" v="296" actId="1076"/>
          <ac:cxnSpMkLst>
            <pc:docMk/>
            <pc:sldMk cId="2899078255" sldId="9784"/>
            <ac:cxnSpMk id="107" creationId="{2B3C95D7-DF4E-7916-0B80-C64AC58EA409}"/>
          </ac:cxnSpMkLst>
        </pc:cxnChg>
        <pc:cxnChg chg="add mod topLvl">
          <ac:chgData name="Macher, Andreas (DI FA CTR PLC PPM)" userId="f1dcac62-7bef-43eb-91f0-927336a1714f" providerId="ADAL" clId="{91A7750A-C69B-4970-962F-36B3D7EFFB05}" dt="2022-08-12T11:57:20.241" v="296" actId="1076"/>
          <ac:cxnSpMkLst>
            <pc:docMk/>
            <pc:sldMk cId="2899078255" sldId="9784"/>
            <ac:cxnSpMk id="108" creationId="{16B8D963-F533-650D-55A7-A2980ADBA9E4}"/>
          </ac:cxnSpMkLst>
        </pc:cxnChg>
        <pc:cxnChg chg="add del mod topLvl">
          <ac:chgData name="Macher, Andreas (DI FA CTR PLC PPM)" userId="f1dcac62-7bef-43eb-91f0-927336a1714f" providerId="ADAL" clId="{91A7750A-C69B-4970-962F-36B3D7EFFB05}" dt="2022-08-12T11:47:30.912" v="122" actId="478"/>
          <ac:cxnSpMkLst>
            <pc:docMk/>
            <pc:sldMk cId="2899078255" sldId="9784"/>
            <ac:cxnSpMk id="110" creationId="{78BE31AE-56D9-0B2E-B1DF-A5957D063CCE}"/>
          </ac:cxnSpMkLst>
        </pc:cxnChg>
        <pc:cxnChg chg="add del mod topLvl">
          <ac:chgData name="Macher, Andreas (DI FA CTR PLC PPM)" userId="f1dcac62-7bef-43eb-91f0-927336a1714f" providerId="ADAL" clId="{91A7750A-C69B-4970-962F-36B3D7EFFB05}" dt="2022-08-12T11:47:28.337" v="121" actId="478"/>
          <ac:cxnSpMkLst>
            <pc:docMk/>
            <pc:sldMk cId="2899078255" sldId="9784"/>
            <ac:cxnSpMk id="112" creationId="{8C48D38B-D186-87BF-DD9E-6C92EF3B90D5}"/>
          </ac:cxnSpMkLst>
        </pc:cxnChg>
        <pc:cxnChg chg="del">
          <ac:chgData name="Macher, Andreas (DI FA CTR PLC PPM)" userId="f1dcac62-7bef-43eb-91f0-927336a1714f" providerId="ADAL" clId="{91A7750A-C69B-4970-962F-36B3D7EFFB05}" dt="2022-08-12T11:45:26.102" v="104" actId="478"/>
          <ac:cxnSpMkLst>
            <pc:docMk/>
            <pc:sldMk cId="2899078255" sldId="9784"/>
            <ac:cxnSpMk id="121" creationId="{857F9F97-B114-A6E8-A5EC-5F20F62CCF0E}"/>
          </ac:cxnSpMkLst>
        </pc:cxnChg>
        <pc:cxnChg chg="del">
          <ac:chgData name="Macher, Andreas (DI FA CTR PLC PPM)" userId="f1dcac62-7bef-43eb-91f0-927336a1714f" providerId="ADAL" clId="{91A7750A-C69B-4970-962F-36B3D7EFFB05}" dt="2022-08-12T11:45:26.102" v="104" actId="478"/>
          <ac:cxnSpMkLst>
            <pc:docMk/>
            <pc:sldMk cId="2899078255" sldId="9784"/>
            <ac:cxnSpMk id="123" creationId="{EBCC80E8-BC2E-D75E-022D-49B447F959F4}"/>
          </ac:cxnSpMkLst>
        </pc:cxnChg>
        <pc:cxnChg chg="del">
          <ac:chgData name="Macher, Andreas (DI FA CTR PLC PPM)" userId="f1dcac62-7bef-43eb-91f0-927336a1714f" providerId="ADAL" clId="{91A7750A-C69B-4970-962F-36B3D7EFFB05}" dt="2022-08-12T11:45:26.102" v="104" actId="478"/>
          <ac:cxnSpMkLst>
            <pc:docMk/>
            <pc:sldMk cId="2899078255" sldId="9784"/>
            <ac:cxnSpMk id="124" creationId="{EB981E40-81CF-B0C4-2378-093A796148A4}"/>
          </ac:cxnSpMkLst>
        </pc:cxnChg>
        <pc:cxnChg chg="del">
          <ac:chgData name="Macher, Andreas (DI FA CTR PLC PPM)" userId="f1dcac62-7bef-43eb-91f0-927336a1714f" providerId="ADAL" clId="{91A7750A-C69B-4970-962F-36B3D7EFFB05}" dt="2022-08-12T11:45:26.102" v="104" actId="478"/>
          <ac:cxnSpMkLst>
            <pc:docMk/>
            <pc:sldMk cId="2899078255" sldId="9784"/>
            <ac:cxnSpMk id="127" creationId="{F491082C-86B9-CF0D-FCBC-E06A18BF21C7}"/>
          </ac:cxnSpMkLst>
        </pc:cxnChg>
        <pc:cxnChg chg="add mod topLvl">
          <ac:chgData name="Macher, Andreas (DI FA CTR PLC PPM)" userId="f1dcac62-7bef-43eb-91f0-927336a1714f" providerId="ADAL" clId="{91A7750A-C69B-4970-962F-36B3D7EFFB05}" dt="2022-08-12T11:57:20.241" v="296" actId="1076"/>
          <ac:cxnSpMkLst>
            <pc:docMk/>
            <pc:sldMk cId="2899078255" sldId="9784"/>
            <ac:cxnSpMk id="155" creationId="{C90B80E6-54D0-50B7-A3DC-4B87F5269DF6}"/>
          </ac:cxnSpMkLst>
        </pc:cxnChg>
        <pc:cxnChg chg="add del mod">
          <ac:chgData name="Macher, Andreas (DI FA CTR PLC PPM)" userId="f1dcac62-7bef-43eb-91f0-927336a1714f" providerId="ADAL" clId="{91A7750A-C69B-4970-962F-36B3D7EFFB05}" dt="2022-08-12T11:53:02.792" v="205" actId="478"/>
          <ac:cxnSpMkLst>
            <pc:docMk/>
            <pc:sldMk cId="2899078255" sldId="9784"/>
            <ac:cxnSpMk id="189" creationId="{BDF7F50E-B438-A680-DF4A-5F435126EDA3}"/>
          </ac:cxnSpMkLst>
        </pc:cxnChg>
        <pc:cxnChg chg="add del mod">
          <ac:chgData name="Macher, Andreas (DI FA CTR PLC PPM)" userId="f1dcac62-7bef-43eb-91f0-927336a1714f" providerId="ADAL" clId="{91A7750A-C69B-4970-962F-36B3D7EFFB05}" dt="2022-08-12T11:53:05.180" v="208" actId="478"/>
          <ac:cxnSpMkLst>
            <pc:docMk/>
            <pc:sldMk cId="2899078255" sldId="9784"/>
            <ac:cxnSpMk id="190" creationId="{05DD853B-B677-C494-9C24-D496E5A2FC11}"/>
          </ac:cxnSpMkLst>
        </pc:cxnChg>
        <pc:cxnChg chg="add del mod">
          <ac:chgData name="Macher, Andreas (DI FA CTR PLC PPM)" userId="f1dcac62-7bef-43eb-91f0-927336a1714f" providerId="ADAL" clId="{91A7750A-C69B-4970-962F-36B3D7EFFB05}" dt="2022-08-12T11:53:01.637" v="204" actId="478"/>
          <ac:cxnSpMkLst>
            <pc:docMk/>
            <pc:sldMk cId="2899078255" sldId="9784"/>
            <ac:cxnSpMk id="192" creationId="{82376BE8-4291-A417-87AB-FBCED73F5828}"/>
          </ac:cxnSpMkLst>
        </pc:cxnChg>
        <pc:cxnChg chg="add del mod">
          <ac:chgData name="Macher, Andreas (DI FA CTR PLC PPM)" userId="f1dcac62-7bef-43eb-91f0-927336a1714f" providerId="ADAL" clId="{91A7750A-C69B-4970-962F-36B3D7EFFB05}" dt="2022-08-12T11:53:01.637" v="204" actId="478"/>
          <ac:cxnSpMkLst>
            <pc:docMk/>
            <pc:sldMk cId="2899078255" sldId="9784"/>
            <ac:cxnSpMk id="216" creationId="{78355A33-200E-80F2-FADE-69F402208DD8}"/>
          </ac:cxnSpMkLst>
        </pc:cxnChg>
        <pc:cxnChg chg="add mod">
          <ac:chgData name="Macher, Andreas (DI FA CTR PLC PPM)" userId="f1dcac62-7bef-43eb-91f0-927336a1714f" providerId="ADAL" clId="{91A7750A-C69B-4970-962F-36B3D7EFFB05}" dt="2022-08-12T11:54:04.380" v="229" actId="1076"/>
          <ac:cxnSpMkLst>
            <pc:docMk/>
            <pc:sldMk cId="2899078255" sldId="9784"/>
            <ac:cxnSpMk id="217" creationId="{7CF123D3-0FEE-DA24-5C1A-D01A6D00FAA4}"/>
          </ac:cxnSpMkLst>
        </pc:cxnChg>
        <pc:cxnChg chg="add mod">
          <ac:chgData name="Macher, Andreas (DI FA CTR PLC PPM)" userId="f1dcac62-7bef-43eb-91f0-927336a1714f" providerId="ADAL" clId="{91A7750A-C69B-4970-962F-36B3D7EFFB05}" dt="2022-08-12T11:57:37.166" v="304" actId="1076"/>
          <ac:cxnSpMkLst>
            <pc:docMk/>
            <pc:sldMk cId="2899078255" sldId="9784"/>
            <ac:cxnSpMk id="225" creationId="{7BC99B81-8B74-3E62-B8CC-9CCE742A03BF}"/>
          </ac:cxnSpMkLst>
        </pc:cxnChg>
        <pc:cxnChg chg="add mod">
          <ac:chgData name="Macher, Andreas (DI FA CTR PLC PPM)" userId="f1dcac62-7bef-43eb-91f0-927336a1714f" providerId="ADAL" clId="{91A7750A-C69B-4970-962F-36B3D7EFFB05}" dt="2022-08-12T11:57:37.166" v="304" actId="1076"/>
          <ac:cxnSpMkLst>
            <pc:docMk/>
            <pc:sldMk cId="2899078255" sldId="9784"/>
            <ac:cxnSpMk id="226" creationId="{731C6E8C-4D66-97FC-1DF0-CD54326FFF00}"/>
          </ac:cxnSpMkLst>
        </pc:cxnChg>
      </pc:sldChg>
      <pc:sldChg chg="addSp delSp modSp add mod">
        <pc:chgData name="Macher, Andreas (DI FA CTR PLC PPM)" userId="f1dcac62-7bef-43eb-91f0-927336a1714f" providerId="ADAL" clId="{91A7750A-C69B-4970-962F-36B3D7EFFB05}" dt="2022-08-12T12:34:29.153" v="613" actId="208"/>
        <pc:sldMkLst>
          <pc:docMk/>
          <pc:sldMk cId="2759157738" sldId="9785"/>
        </pc:sldMkLst>
        <pc:spChg chg="mod">
          <ac:chgData name="Macher, Andreas (DI FA CTR PLC PPM)" userId="f1dcac62-7bef-43eb-91f0-927336a1714f" providerId="ADAL" clId="{91A7750A-C69B-4970-962F-36B3D7EFFB05}" dt="2022-08-12T12:24:45.046" v="401" actId="20577"/>
          <ac:spMkLst>
            <pc:docMk/>
            <pc:sldMk cId="2759157738" sldId="9785"/>
            <ac:spMk id="2" creationId="{00000000-0000-0000-0000-000000000000}"/>
          </ac:spMkLst>
        </pc:spChg>
        <pc:spChg chg="add mod">
          <ac:chgData name="Macher, Andreas (DI FA CTR PLC PPM)" userId="f1dcac62-7bef-43eb-91f0-927336a1714f" providerId="ADAL" clId="{91A7750A-C69B-4970-962F-36B3D7EFFB05}" dt="2022-08-12T12:27:25.909" v="457" actId="1076"/>
          <ac:spMkLst>
            <pc:docMk/>
            <pc:sldMk cId="2759157738" sldId="9785"/>
            <ac:spMk id="3" creationId="{FF3F7F0A-0A9C-B15C-2B85-7A6BDD577926}"/>
          </ac:spMkLst>
        </pc:spChg>
        <pc:spChg chg="add mod">
          <ac:chgData name="Macher, Andreas (DI FA CTR PLC PPM)" userId="f1dcac62-7bef-43eb-91f0-927336a1714f" providerId="ADAL" clId="{91A7750A-C69B-4970-962F-36B3D7EFFB05}" dt="2022-08-12T12:26:40.198" v="436" actId="1076"/>
          <ac:spMkLst>
            <pc:docMk/>
            <pc:sldMk cId="2759157738" sldId="9785"/>
            <ac:spMk id="4" creationId="{D6EB2DB1-BFAD-283C-FCED-53D178966CF8}"/>
          </ac:spMkLst>
        </pc:spChg>
        <pc:spChg chg="add mod">
          <ac:chgData name="Macher, Andreas (DI FA CTR PLC PPM)" userId="f1dcac62-7bef-43eb-91f0-927336a1714f" providerId="ADAL" clId="{91A7750A-C69B-4970-962F-36B3D7EFFB05}" dt="2022-08-12T12:30:21.253" v="523" actId="1076"/>
          <ac:spMkLst>
            <pc:docMk/>
            <pc:sldMk cId="2759157738" sldId="9785"/>
            <ac:spMk id="8" creationId="{D70EC1EC-A084-2659-2A9F-3BBE28E026B6}"/>
          </ac:spMkLst>
        </pc:spChg>
        <pc:spChg chg="del">
          <ac:chgData name="Macher, Andreas (DI FA CTR PLC PPM)" userId="f1dcac62-7bef-43eb-91f0-927336a1714f" providerId="ADAL" clId="{91A7750A-C69B-4970-962F-36B3D7EFFB05}" dt="2022-08-12T12:15:11.648" v="315" actId="478"/>
          <ac:spMkLst>
            <pc:docMk/>
            <pc:sldMk cId="2759157738" sldId="9785"/>
            <ac:spMk id="14" creationId="{F0926D6C-F110-C9CF-54D3-D826180D589A}"/>
          </ac:spMkLst>
        </pc:spChg>
        <pc:spChg chg="del">
          <ac:chgData name="Macher, Andreas (DI FA CTR PLC PPM)" userId="f1dcac62-7bef-43eb-91f0-927336a1714f" providerId="ADAL" clId="{91A7750A-C69B-4970-962F-36B3D7EFFB05}" dt="2022-08-12T12:15:11.648" v="315" actId="478"/>
          <ac:spMkLst>
            <pc:docMk/>
            <pc:sldMk cId="2759157738" sldId="9785"/>
            <ac:spMk id="20" creationId="{B180EBE3-F096-9179-96F3-2A656150A919}"/>
          </ac:spMkLst>
        </pc:spChg>
        <pc:spChg chg="add mod">
          <ac:chgData name="Macher, Andreas (DI FA CTR PLC PPM)" userId="f1dcac62-7bef-43eb-91f0-927336a1714f" providerId="ADAL" clId="{91A7750A-C69B-4970-962F-36B3D7EFFB05}" dt="2022-08-12T12:27:25.909" v="457" actId="1076"/>
          <ac:spMkLst>
            <pc:docMk/>
            <pc:sldMk cId="2759157738" sldId="9785"/>
            <ac:spMk id="122" creationId="{232F4B8C-AD91-11A9-0D4D-02088C050C88}"/>
          </ac:spMkLst>
        </pc:spChg>
        <pc:spChg chg="add mod">
          <ac:chgData name="Macher, Andreas (DI FA CTR PLC PPM)" userId="f1dcac62-7bef-43eb-91f0-927336a1714f" providerId="ADAL" clId="{91A7750A-C69B-4970-962F-36B3D7EFFB05}" dt="2022-08-12T12:34:26.397" v="612" actId="208"/>
          <ac:spMkLst>
            <pc:docMk/>
            <pc:sldMk cId="2759157738" sldId="9785"/>
            <ac:spMk id="123" creationId="{D0E67438-1981-AB10-F6DD-937CE3484ED3}"/>
          </ac:spMkLst>
        </pc:spChg>
        <pc:spChg chg="mod">
          <ac:chgData name="Macher, Andreas (DI FA CTR PLC PPM)" userId="f1dcac62-7bef-43eb-91f0-927336a1714f" providerId="ADAL" clId="{91A7750A-C69B-4970-962F-36B3D7EFFB05}" dt="2022-08-12T12:18:00.172" v="336" actId="1076"/>
          <ac:spMkLst>
            <pc:docMk/>
            <pc:sldMk cId="2759157738" sldId="9785"/>
            <ac:spMk id="127" creationId="{9A604E30-BCC2-D054-3080-20A6F32857C9}"/>
          </ac:spMkLst>
        </pc:spChg>
        <pc:spChg chg="mod">
          <ac:chgData name="Macher, Andreas (DI FA CTR PLC PPM)" userId="f1dcac62-7bef-43eb-91f0-927336a1714f" providerId="ADAL" clId="{91A7750A-C69B-4970-962F-36B3D7EFFB05}" dt="2022-08-12T12:18:00.172" v="336" actId="1076"/>
          <ac:spMkLst>
            <pc:docMk/>
            <pc:sldMk cId="2759157738" sldId="9785"/>
            <ac:spMk id="128" creationId="{46A491FB-C49F-F5CB-2A8A-BD614AA6D684}"/>
          </ac:spMkLst>
        </pc:spChg>
        <pc:spChg chg="add del mod">
          <ac:chgData name="Macher, Andreas (DI FA CTR PLC PPM)" userId="f1dcac62-7bef-43eb-91f0-927336a1714f" providerId="ADAL" clId="{91A7750A-C69B-4970-962F-36B3D7EFFB05}" dt="2022-08-12T12:18:07.420" v="337" actId="478"/>
          <ac:spMkLst>
            <pc:docMk/>
            <pc:sldMk cId="2759157738" sldId="9785"/>
            <ac:spMk id="135" creationId="{6F1E1D50-6290-920F-7487-37EE2BAD97EF}"/>
          </ac:spMkLst>
        </pc:spChg>
        <pc:spChg chg="add del mod">
          <ac:chgData name="Macher, Andreas (DI FA CTR PLC PPM)" userId="f1dcac62-7bef-43eb-91f0-927336a1714f" providerId="ADAL" clId="{91A7750A-C69B-4970-962F-36B3D7EFFB05}" dt="2022-08-12T12:18:07.420" v="337" actId="478"/>
          <ac:spMkLst>
            <pc:docMk/>
            <pc:sldMk cId="2759157738" sldId="9785"/>
            <ac:spMk id="136" creationId="{114323C4-2F48-D3C9-5654-82A34EDCAB84}"/>
          </ac:spMkLst>
        </pc:spChg>
        <pc:spChg chg="add del mod">
          <ac:chgData name="Macher, Andreas (DI FA CTR PLC PPM)" userId="f1dcac62-7bef-43eb-91f0-927336a1714f" providerId="ADAL" clId="{91A7750A-C69B-4970-962F-36B3D7EFFB05}" dt="2022-08-12T12:18:07.420" v="337" actId="478"/>
          <ac:spMkLst>
            <pc:docMk/>
            <pc:sldMk cId="2759157738" sldId="9785"/>
            <ac:spMk id="139" creationId="{7AA831E4-3430-A6DB-3429-33CB462B3282}"/>
          </ac:spMkLst>
        </pc:spChg>
        <pc:spChg chg="add del mod">
          <ac:chgData name="Macher, Andreas (DI FA CTR PLC PPM)" userId="f1dcac62-7bef-43eb-91f0-927336a1714f" providerId="ADAL" clId="{91A7750A-C69B-4970-962F-36B3D7EFFB05}" dt="2022-08-12T12:18:11.345" v="338" actId="478"/>
          <ac:spMkLst>
            <pc:docMk/>
            <pc:sldMk cId="2759157738" sldId="9785"/>
            <ac:spMk id="140" creationId="{1D157BE3-983B-7950-B133-3E456840BC7B}"/>
          </ac:spMkLst>
        </pc:spChg>
        <pc:spChg chg="mod">
          <ac:chgData name="Macher, Andreas (DI FA CTR PLC PPM)" userId="f1dcac62-7bef-43eb-91f0-927336a1714f" providerId="ADAL" clId="{91A7750A-C69B-4970-962F-36B3D7EFFB05}" dt="2022-08-12T12:18:00.172" v="336" actId="1076"/>
          <ac:spMkLst>
            <pc:docMk/>
            <pc:sldMk cId="2759157738" sldId="9785"/>
            <ac:spMk id="142" creationId="{1B6764AE-925F-A4C1-9ACD-7DA0F609B11F}"/>
          </ac:spMkLst>
        </pc:spChg>
        <pc:spChg chg="mod">
          <ac:chgData name="Macher, Andreas (DI FA CTR PLC PPM)" userId="f1dcac62-7bef-43eb-91f0-927336a1714f" providerId="ADAL" clId="{91A7750A-C69B-4970-962F-36B3D7EFFB05}" dt="2022-08-12T12:18:00.172" v="336" actId="1076"/>
          <ac:spMkLst>
            <pc:docMk/>
            <pc:sldMk cId="2759157738" sldId="9785"/>
            <ac:spMk id="143" creationId="{0007F270-1BA0-E9C2-DE13-103DE1D0FD45}"/>
          </ac:spMkLst>
        </pc:spChg>
        <pc:spChg chg="add mod">
          <ac:chgData name="Macher, Andreas (DI FA CTR PLC PPM)" userId="f1dcac62-7bef-43eb-91f0-927336a1714f" providerId="ADAL" clId="{91A7750A-C69B-4970-962F-36B3D7EFFB05}" dt="2022-08-12T12:34:29.153" v="613" actId="208"/>
          <ac:spMkLst>
            <pc:docMk/>
            <pc:sldMk cId="2759157738" sldId="9785"/>
            <ac:spMk id="153" creationId="{170FD330-ED6F-528E-7219-21CE0DA23994}"/>
          </ac:spMkLst>
        </pc:spChg>
        <pc:spChg chg="mod">
          <ac:chgData name="Macher, Andreas (DI FA CTR PLC PPM)" userId="f1dcac62-7bef-43eb-91f0-927336a1714f" providerId="ADAL" clId="{91A7750A-C69B-4970-962F-36B3D7EFFB05}" dt="2022-08-12T12:21:38.233" v="363"/>
          <ac:spMkLst>
            <pc:docMk/>
            <pc:sldMk cId="2759157738" sldId="9785"/>
            <ac:spMk id="157" creationId="{39D28DED-9354-326B-E733-B21ED687B944}"/>
          </ac:spMkLst>
        </pc:spChg>
        <pc:spChg chg="mod">
          <ac:chgData name="Macher, Andreas (DI FA CTR PLC PPM)" userId="f1dcac62-7bef-43eb-91f0-927336a1714f" providerId="ADAL" clId="{91A7750A-C69B-4970-962F-36B3D7EFFB05}" dt="2022-08-12T12:21:38.233" v="363"/>
          <ac:spMkLst>
            <pc:docMk/>
            <pc:sldMk cId="2759157738" sldId="9785"/>
            <ac:spMk id="158" creationId="{B46D628B-8D3A-6555-2DB5-578636130223}"/>
          </ac:spMkLst>
        </pc:spChg>
        <pc:spChg chg="add mod">
          <ac:chgData name="Macher, Andreas (DI FA CTR PLC PPM)" userId="f1dcac62-7bef-43eb-91f0-927336a1714f" providerId="ADAL" clId="{91A7750A-C69B-4970-962F-36B3D7EFFB05}" dt="2022-08-12T12:27:25.909" v="457" actId="1076"/>
          <ac:spMkLst>
            <pc:docMk/>
            <pc:sldMk cId="2759157738" sldId="9785"/>
            <ac:spMk id="159" creationId="{6911F848-ACB0-5C61-F711-C5B83A6E4C3D}"/>
          </ac:spMkLst>
        </pc:spChg>
        <pc:spChg chg="add del mod">
          <ac:chgData name="Macher, Andreas (DI FA CTR PLC PPM)" userId="f1dcac62-7bef-43eb-91f0-927336a1714f" providerId="ADAL" clId="{91A7750A-C69B-4970-962F-36B3D7EFFB05}" dt="2022-08-12T12:28:05" v="465" actId="478"/>
          <ac:spMkLst>
            <pc:docMk/>
            <pc:sldMk cId="2759157738" sldId="9785"/>
            <ac:spMk id="162" creationId="{86611359-B058-B3C2-A65F-8D5F3BA39519}"/>
          </ac:spMkLst>
        </pc:spChg>
        <pc:spChg chg="add del mod">
          <ac:chgData name="Macher, Andreas (DI FA CTR PLC PPM)" userId="f1dcac62-7bef-43eb-91f0-927336a1714f" providerId="ADAL" clId="{91A7750A-C69B-4970-962F-36B3D7EFFB05}" dt="2022-08-12T12:28:06.975" v="466" actId="478"/>
          <ac:spMkLst>
            <pc:docMk/>
            <pc:sldMk cId="2759157738" sldId="9785"/>
            <ac:spMk id="163" creationId="{830CC268-09B4-C603-3850-5E2755716D5A}"/>
          </ac:spMkLst>
        </pc:spChg>
        <pc:spChg chg="mod">
          <ac:chgData name="Macher, Andreas (DI FA CTR PLC PPM)" userId="f1dcac62-7bef-43eb-91f0-927336a1714f" providerId="ADAL" clId="{91A7750A-C69B-4970-962F-36B3D7EFFB05}" dt="2022-08-12T12:27:30.930" v="458"/>
          <ac:spMkLst>
            <pc:docMk/>
            <pc:sldMk cId="2759157738" sldId="9785"/>
            <ac:spMk id="185" creationId="{99C6E699-C572-DE49-D110-F3E028E48615}"/>
          </ac:spMkLst>
        </pc:spChg>
        <pc:spChg chg="mod">
          <ac:chgData name="Macher, Andreas (DI FA CTR PLC PPM)" userId="f1dcac62-7bef-43eb-91f0-927336a1714f" providerId="ADAL" clId="{91A7750A-C69B-4970-962F-36B3D7EFFB05}" dt="2022-08-12T12:27:30.930" v="458"/>
          <ac:spMkLst>
            <pc:docMk/>
            <pc:sldMk cId="2759157738" sldId="9785"/>
            <ac:spMk id="188" creationId="{3A92E14C-F860-B0AC-7AB4-8C389A534006}"/>
          </ac:spMkLst>
        </pc:spChg>
        <pc:spChg chg="del">
          <ac:chgData name="Macher, Andreas (DI FA CTR PLC PPM)" userId="f1dcac62-7bef-43eb-91f0-927336a1714f" providerId="ADAL" clId="{91A7750A-C69B-4970-962F-36B3D7EFFB05}" dt="2022-08-12T12:15:11.648" v="315" actId="478"/>
          <ac:spMkLst>
            <pc:docMk/>
            <pc:sldMk cId="2759157738" sldId="9785"/>
            <ac:spMk id="205" creationId="{611076A1-F0D8-D9A1-6436-4CC7B8D55DEA}"/>
          </ac:spMkLst>
        </pc:spChg>
        <pc:spChg chg="del">
          <ac:chgData name="Macher, Andreas (DI FA CTR PLC PPM)" userId="f1dcac62-7bef-43eb-91f0-927336a1714f" providerId="ADAL" clId="{91A7750A-C69B-4970-962F-36B3D7EFFB05}" dt="2022-08-12T12:15:11.648" v="315" actId="478"/>
          <ac:spMkLst>
            <pc:docMk/>
            <pc:sldMk cId="2759157738" sldId="9785"/>
            <ac:spMk id="206" creationId="{EED2DB8A-34C1-26BF-6EA3-3D8B59A4DC35}"/>
          </ac:spMkLst>
        </pc:spChg>
        <pc:spChg chg="del">
          <ac:chgData name="Macher, Andreas (DI FA CTR PLC PPM)" userId="f1dcac62-7bef-43eb-91f0-927336a1714f" providerId="ADAL" clId="{91A7750A-C69B-4970-962F-36B3D7EFFB05}" dt="2022-08-12T12:15:11.648" v="315" actId="478"/>
          <ac:spMkLst>
            <pc:docMk/>
            <pc:sldMk cId="2759157738" sldId="9785"/>
            <ac:spMk id="215" creationId="{56759995-26B0-BA29-53D3-CF18D7616756}"/>
          </ac:spMkLst>
        </pc:spChg>
        <pc:spChg chg="mod">
          <ac:chgData name="Macher, Andreas (DI FA CTR PLC PPM)" userId="f1dcac62-7bef-43eb-91f0-927336a1714f" providerId="ADAL" clId="{91A7750A-C69B-4970-962F-36B3D7EFFB05}" dt="2022-08-12T12:27:30.930" v="458"/>
          <ac:spMkLst>
            <pc:docMk/>
            <pc:sldMk cId="2759157738" sldId="9785"/>
            <ac:spMk id="216" creationId="{FEDC4525-B1BC-56B0-45BD-668B9A39EEEB}"/>
          </ac:spMkLst>
        </pc:spChg>
        <pc:spChg chg="del">
          <ac:chgData name="Macher, Andreas (DI FA CTR PLC PPM)" userId="f1dcac62-7bef-43eb-91f0-927336a1714f" providerId="ADAL" clId="{91A7750A-C69B-4970-962F-36B3D7EFFB05}" dt="2022-08-12T12:15:11.648" v="315" actId="478"/>
          <ac:spMkLst>
            <pc:docMk/>
            <pc:sldMk cId="2759157738" sldId="9785"/>
            <ac:spMk id="218" creationId="{8DBEA2F0-DBD7-387D-CB95-88E284191D01}"/>
          </ac:spMkLst>
        </pc:spChg>
        <pc:spChg chg="mod">
          <ac:chgData name="Macher, Andreas (DI FA CTR PLC PPM)" userId="f1dcac62-7bef-43eb-91f0-927336a1714f" providerId="ADAL" clId="{91A7750A-C69B-4970-962F-36B3D7EFFB05}" dt="2022-08-12T12:27:30.930" v="458"/>
          <ac:spMkLst>
            <pc:docMk/>
            <pc:sldMk cId="2759157738" sldId="9785"/>
            <ac:spMk id="224" creationId="{99ACDD75-6EBC-396D-1DB0-9D4C0DDEB104}"/>
          </ac:spMkLst>
        </pc:spChg>
        <pc:spChg chg="mod">
          <ac:chgData name="Macher, Andreas (DI FA CTR PLC PPM)" userId="f1dcac62-7bef-43eb-91f0-927336a1714f" providerId="ADAL" clId="{91A7750A-C69B-4970-962F-36B3D7EFFB05}" dt="2022-08-12T12:26:40.198" v="436" actId="1076"/>
          <ac:spMkLst>
            <pc:docMk/>
            <pc:sldMk cId="2759157738" sldId="9785"/>
            <ac:spMk id="247" creationId="{4058F77D-F556-64D3-0D9B-3C046D333A1D}"/>
          </ac:spMkLst>
        </pc:spChg>
        <pc:spChg chg="mod">
          <ac:chgData name="Macher, Andreas (DI FA CTR PLC PPM)" userId="f1dcac62-7bef-43eb-91f0-927336a1714f" providerId="ADAL" clId="{91A7750A-C69B-4970-962F-36B3D7EFFB05}" dt="2022-08-12T12:26:40.198" v="436" actId="1076"/>
          <ac:spMkLst>
            <pc:docMk/>
            <pc:sldMk cId="2759157738" sldId="9785"/>
            <ac:spMk id="248" creationId="{862C1800-3D72-4632-EA5A-BF2C8BA5E706}"/>
          </ac:spMkLst>
        </pc:spChg>
        <pc:spChg chg="del mod">
          <ac:chgData name="Macher, Andreas (DI FA CTR PLC PPM)" userId="f1dcac62-7bef-43eb-91f0-927336a1714f" providerId="ADAL" clId="{91A7750A-C69B-4970-962F-36B3D7EFFB05}" dt="2022-08-12T12:15:42.440" v="321" actId="478"/>
          <ac:spMkLst>
            <pc:docMk/>
            <pc:sldMk cId="2759157738" sldId="9785"/>
            <ac:spMk id="250" creationId="{EB184FCA-6333-A7B0-EE3D-68D447C576F9}"/>
          </ac:spMkLst>
        </pc:spChg>
        <pc:spChg chg="del mod">
          <ac:chgData name="Macher, Andreas (DI FA CTR PLC PPM)" userId="f1dcac62-7bef-43eb-91f0-927336a1714f" providerId="ADAL" clId="{91A7750A-C69B-4970-962F-36B3D7EFFB05}" dt="2022-08-12T12:15:46.071" v="322" actId="478"/>
          <ac:spMkLst>
            <pc:docMk/>
            <pc:sldMk cId="2759157738" sldId="9785"/>
            <ac:spMk id="251" creationId="{BFAAA621-863C-4C98-D41D-856DDF3F0158}"/>
          </ac:spMkLst>
        </pc:spChg>
        <pc:spChg chg="mod">
          <ac:chgData name="Macher, Andreas (DI FA CTR PLC PPM)" userId="f1dcac62-7bef-43eb-91f0-927336a1714f" providerId="ADAL" clId="{91A7750A-C69B-4970-962F-36B3D7EFFB05}" dt="2022-08-12T12:17:53.971" v="334" actId="1076"/>
          <ac:spMkLst>
            <pc:docMk/>
            <pc:sldMk cId="2759157738" sldId="9785"/>
            <ac:spMk id="254" creationId="{B215A96E-1115-B502-FE53-4D6516B5E8C3}"/>
          </ac:spMkLst>
        </pc:spChg>
        <pc:spChg chg="mod">
          <ac:chgData name="Macher, Andreas (DI FA CTR PLC PPM)" userId="f1dcac62-7bef-43eb-91f0-927336a1714f" providerId="ADAL" clId="{91A7750A-C69B-4970-962F-36B3D7EFFB05}" dt="2022-08-12T12:17:53.971" v="334" actId="1076"/>
          <ac:spMkLst>
            <pc:docMk/>
            <pc:sldMk cId="2759157738" sldId="9785"/>
            <ac:spMk id="255" creationId="{36DE6FED-3446-0068-03D6-9FD0B6B84782}"/>
          </ac:spMkLst>
        </pc:spChg>
        <pc:spChg chg="del mod">
          <ac:chgData name="Macher, Andreas (DI FA CTR PLC PPM)" userId="f1dcac62-7bef-43eb-91f0-927336a1714f" providerId="ADAL" clId="{91A7750A-C69B-4970-962F-36B3D7EFFB05}" dt="2022-08-12T12:15:52.182" v="323" actId="478"/>
          <ac:spMkLst>
            <pc:docMk/>
            <pc:sldMk cId="2759157738" sldId="9785"/>
            <ac:spMk id="256" creationId="{8DB77908-3E16-369D-132D-3AD5F54A979D}"/>
          </ac:spMkLst>
        </pc:spChg>
        <pc:spChg chg="mod">
          <ac:chgData name="Macher, Andreas (DI FA CTR PLC PPM)" userId="f1dcac62-7bef-43eb-91f0-927336a1714f" providerId="ADAL" clId="{91A7750A-C69B-4970-962F-36B3D7EFFB05}" dt="2022-08-12T12:26:40.198" v="436" actId="1076"/>
          <ac:spMkLst>
            <pc:docMk/>
            <pc:sldMk cId="2759157738" sldId="9785"/>
            <ac:spMk id="263" creationId="{26D9C2DF-5679-B805-7DD2-04CFD3040A9B}"/>
          </ac:spMkLst>
        </pc:spChg>
        <pc:spChg chg="del mod">
          <ac:chgData name="Macher, Andreas (DI FA CTR PLC PPM)" userId="f1dcac62-7bef-43eb-91f0-927336a1714f" providerId="ADAL" clId="{91A7750A-C69B-4970-962F-36B3D7EFFB05}" dt="2022-08-12T12:23:12.120" v="369" actId="478"/>
          <ac:spMkLst>
            <pc:docMk/>
            <pc:sldMk cId="2759157738" sldId="9785"/>
            <ac:spMk id="264" creationId="{0E5D10E9-273E-54F9-BD27-53E62D6298A3}"/>
          </ac:spMkLst>
        </pc:spChg>
        <pc:spChg chg="del mod">
          <ac:chgData name="Macher, Andreas (DI FA CTR PLC PPM)" userId="f1dcac62-7bef-43eb-91f0-927336a1714f" providerId="ADAL" clId="{91A7750A-C69B-4970-962F-36B3D7EFFB05}" dt="2022-08-12T12:23:10.727" v="368" actId="478"/>
          <ac:spMkLst>
            <pc:docMk/>
            <pc:sldMk cId="2759157738" sldId="9785"/>
            <ac:spMk id="269" creationId="{02957075-90ED-5FC2-6823-1D6AB324BA66}"/>
          </ac:spMkLst>
        </pc:spChg>
        <pc:spChg chg="mod">
          <ac:chgData name="Macher, Andreas (DI FA CTR PLC PPM)" userId="f1dcac62-7bef-43eb-91f0-927336a1714f" providerId="ADAL" clId="{91A7750A-C69B-4970-962F-36B3D7EFFB05}" dt="2022-08-12T12:26:40.198" v="436" actId="1076"/>
          <ac:spMkLst>
            <pc:docMk/>
            <pc:sldMk cId="2759157738" sldId="9785"/>
            <ac:spMk id="270" creationId="{C7D56EBE-D5D9-FBAE-8796-9C821465260B}"/>
          </ac:spMkLst>
        </pc:spChg>
        <pc:spChg chg="mod">
          <ac:chgData name="Macher, Andreas (DI FA CTR PLC PPM)" userId="f1dcac62-7bef-43eb-91f0-927336a1714f" providerId="ADAL" clId="{91A7750A-C69B-4970-962F-36B3D7EFFB05}" dt="2022-08-12T12:17:53.971" v="334" actId="1076"/>
          <ac:spMkLst>
            <pc:docMk/>
            <pc:sldMk cId="2759157738" sldId="9785"/>
            <ac:spMk id="272" creationId="{811EEB8E-3762-F0D7-70BB-E5C1242A585B}"/>
          </ac:spMkLst>
        </pc:spChg>
        <pc:spChg chg="mod">
          <ac:chgData name="Macher, Andreas (DI FA CTR PLC PPM)" userId="f1dcac62-7bef-43eb-91f0-927336a1714f" providerId="ADAL" clId="{91A7750A-C69B-4970-962F-36B3D7EFFB05}" dt="2022-08-12T12:17:53.971" v="334" actId="1076"/>
          <ac:spMkLst>
            <pc:docMk/>
            <pc:sldMk cId="2759157738" sldId="9785"/>
            <ac:spMk id="273" creationId="{FCB7B8E6-B4CD-F9CA-1B61-618474442902}"/>
          </ac:spMkLst>
        </pc:spChg>
        <pc:spChg chg="add mod">
          <ac:chgData name="Macher, Andreas (DI FA CTR PLC PPM)" userId="f1dcac62-7bef-43eb-91f0-927336a1714f" providerId="ADAL" clId="{91A7750A-C69B-4970-962F-36B3D7EFFB05}" dt="2022-08-12T12:28:24.867" v="471" actId="14100"/>
          <ac:spMkLst>
            <pc:docMk/>
            <pc:sldMk cId="2759157738" sldId="9785"/>
            <ac:spMk id="274" creationId="{B17D21DC-1285-8B08-DAE6-CCEE18248143}"/>
          </ac:spMkLst>
        </pc:spChg>
        <pc:spChg chg="add mod">
          <ac:chgData name="Macher, Andreas (DI FA CTR PLC PPM)" userId="f1dcac62-7bef-43eb-91f0-927336a1714f" providerId="ADAL" clId="{91A7750A-C69B-4970-962F-36B3D7EFFB05}" dt="2022-08-12T12:28:33.529" v="473" actId="14100"/>
          <ac:spMkLst>
            <pc:docMk/>
            <pc:sldMk cId="2759157738" sldId="9785"/>
            <ac:spMk id="275" creationId="{4EF09A29-56A5-1D71-7C21-B2E26E57C3E2}"/>
          </ac:spMkLst>
        </pc:spChg>
        <pc:spChg chg="mod">
          <ac:chgData name="Macher, Andreas (DI FA CTR PLC PPM)" userId="f1dcac62-7bef-43eb-91f0-927336a1714f" providerId="ADAL" clId="{91A7750A-C69B-4970-962F-36B3D7EFFB05}" dt="2022-08-12T12:27:30.930" v="458"/>
          <ac:spMkLst>
            <pc:docMk/>
            <pc:sldMk cId="2759157738" sldId="9785"/>
            <ac:spMk id="278" creationId="{D6AF7687-CAAB-0970-BB56-82AD9353317B}"/>
          </ac:spMkLst>
        </pc:spChg>
        <pc:spChg chg="mod">
          <ac:chgData name="Macher, Andreas (DI FA CTR PLC PPM)" userId="f1dcac62-7bef-43eb-91f0-927336a1714f" providerId="ADAL" clId="{91A7750A-C69B-4970-962F-36B3D7EFFB05}" dt="2022-08-12T12:27:30.930" v="458"/>
          <ac:spMkLst>
            <pc:docMk/>
            <pc:sldMk cId="2759157738" sldId="9785"/>
            <ac:spMk id="279" creationId="{0186BB05-668D-CA44-B33C-F72AC7025C12}"/>
          </ac:spMkLst>
        </pc:spChg>
        <pc:spChg chg="add mod">
          <ac:chgData name="Macher, Andreas (DI FA CTR PLC PPM)" userId="f1dcac62-7bef-43eb-91f0-927336a1714f" providerId="ADAL" clId="{91A7750A-C69B-4970-962F-36B3D7EFFB05}" dt="2022-08-12T12:27:41.701" v="462" actId="6549"/>
          <ac:spMkLst>
            <pc:docMk/>
            <pc:sldMk cId="2759157738" sldId="9785"/>
            <ac:spMk id="281" creationId="{E7D864F6-D177-8338-DDE6-42AD7AECEB6D}"/>
          </ac:spMkLst>
        </pc:spChg>
        <pc:spChg chg="add mod">
          <ac:chgData name="Macher, Andreas (DI FA CTR PLC PPM)" userId="f1dcac62-7bef-43eb-91f0-927336a1714f" providerId="ADAL" clId="{91A7750A-C69B-4970-962F-36B3D7EFFB05}" dt="2022-08-12T12:28:56.671" v="475" actId="1076"/>
          <ac:spMkLst>
            <pc:docMk/>
            <pc:sldMk cId="2759157738" sldId="9785"/>
            <ac:spMk id="282" creationId="{14808A14-DF35-9768-E28D-C9B4DD299FDA}"/>
          </ac:spMkLst>
        </pc:spChg>
        <pc:spChg chg="add mod">
          <ac:chgData name="Macher, Andreas (DI FA CTR PLC PPM)" userId="f1dcac62-7bef-43eb-91f0-927336a1714f" providerId="ADAL" clId="{91A7750A-C69B-4970-962F-36B3D7EFFB05}" dt="2022-08-12T12:29:10.521" v="479" actId="14100"/>
          <ac:spMkLst>
            <pc:docMk/>
            <pc:sldMk cId="2759157738" sldId="9785"/>
            <ac:spMk id="283" creationId="{73FDA1B6-43E8-2766-102A-0540A688ED8D}"/>
          </ac:spMkLst>
        </pc:spChg>
        <pc:grpChg chg="del">
          <ac:chgData name="Macher, Andreas (DI FA CTR PLC PPM)" userId="f1dcac62-7bef-43eb-91f0-927336a1714f" providerId="ADAL" clId="{91A7750A-C69B-4970-962F-36B3D7EFFB05}" dt="2022-08-12T12:15:11.648" v="315" actId="478"/>
          <ac:grpSpMkLst>
            <pc:docMk/>
            <pc:sldMk cId="2759157738" sldId="9785"/>
            <ac:grpSpMk id="19" creationId="{EA4F3B4A-4119-FD2D-B37F-1030E86BCB48}"/>
          </ac:grpSpMkLst>
        </pc:grpChg>
        <pc:grpChg chg="del">
          <ac:chgData name="Macher, Andreas (DI FA CTR PLC PPM)" userId="f1dcac62-7bef-43eb-91f0-927336a1714f" providerId="ADAL" clId="{91A7750A-C69B-4970-962F-36B3D7EFFB05}" dt="2022-08-12T12:15:27.777" v="318" actId="478"/>
          <ac:grpSpMkLst>
            <pc:docMk/>
            <pc:sldMk cId="2759157738" sldId="9785"/>
            <ac:grpSpMk id="21" creationId="{42075BB7-8706-85C2-0DA6-C5CB075B9C08}"/>
          </ac:grpSpMkLst>
        </pc:grpChg>
        <pc:grpChg chg="del">
          <ac:chgData name="Macher, Andreas (DI FA CTR PLC PPM)" userId="f1dcac62-7bef-43eb-91f0-927336a1714f" providerId="ADAL" clId="{91A7750A-C69B-4970-962F-36B3D7EFFB05}" dt="2022-08-12T12:15:11.648" v="315" actId="478"/>
          <ac:grpSpMkLst>
            <pc:docMk/>
            <pc:sldMk cId="2759157738" sldId="9785"/>
            <ac:grpSpMk id="22" creationId="{D4097E3D-6D3A-2919-E412-9FBE9A46E83E}"/>
          </ac:grpSpMkLst>
        </pc:grpChg>
        <pc:grpChg chg="add mod">
          <ac:chgData name="Macher, Andreas (DI FA CTR PLC PPM)" userId="f1dcac62-7bef-43eb-91f0-927336a1714f" providerId="ADAL" clId="{91A7750A-C69B-4970-962F-36B3D7EFFB05}" dt="2022-08-12T12:26:40.198" v="436" actId="1076"/>
          <ac:grpSpMkLst>
            <pc:docMk/>
            <pc:sldMk cId="2759157738" sldId="9785"/>
            <ac:grpSpMk id="116" creationId="{BB6E87A8-C12D-521A-13C6-BCDD87C6F8D9}"/>
          </ac:grpSpMkLst>
        </pc:grpChg>
        <pc:grpChg chg="add mod">
          <ac:chgData name="Macher, Andreas (DI FA CTR PLC PPM)" userId="f1dcac62-7bef-43eb-91f0-927336a1714f" providerId="ADAL" clId="{91A7750A-C69B-4970-962F-36B3D7EFFB05}" dt="2022-08-12T12:27:25.909" v="457" actId="1076"/>
          <ac:grpSpMkLst>
            <pc:docMk/>
            <pc:sldMk cId="2759157738" sldId="9785"/>
            <ac:grpSpMk id="124" creationId="{2ED7BC09-865A-A3E1-9EB3-8836C0020923}"/>
          </ac:grpSpMkLst>
        </pc:grpChg>
        <pc:grpChg chg="mod">
          <ac:chgData name="Macher, Andreas (DI FA CTR PLC PPM)" userId="f1dcac62-7bef-43eb-91f0-927336a1714f" providerId="ADAL" clId="{91A7750A-C69B-4970-962F-36B3D7EFFB05}" dt="2022-08-12T12:18:00.172" v="336" actId="1076"/>
          <ac:grpSpMkLst>
            <pc:docMk/>
            <pc:sldMk cId="2759157738" sldId="9785"/>
            <ac:grpSpMk id="125" creationId="{22D9417E-22E8-C14E-CD5F-5019301672F1}"/>
          </ac:grpSpMkLst>
        </pc:grpChg>
        <pc:grpChg chg="mod">
          <ac:chgData name="Macher, Andreas (DI FA CTR PLC PPM)" userId="f1dcac62-7bef-43eb-91f0-927336a1714f" providerId="ADAL" clId="{91A7750A-C69B-4970-962F-36B3D7EFFB05}" dt="2022-08-12T12:18:00.172" v="336" actId="1076"/>
          <ac:grpSpMkLst>
            <pc:docMk/>
            <pc:sldMk cId="2759157738" sldId="9785"/>
            <ac:grpSpMk id="126" creationId="{EE3AB5FB-7BA1-501A-AFCD-46893A666750}"/>
          </ac:grpSpMkLst>
        </pc:grpChg>
        <pc:grpChg chg="add mod">
          <ac:chgData name="Macher, Andreas (DI FA CTR PLC PPM)" userId="f1dcac62-7bef-43eb-91f0-927336a1714f" providerId="ADAL" clId="{91A7750A-C69B-4970-962F-36B3D7EFFB05}" dt="2022-08-12T12:27:25.909" v="457" actId="1076"/>
          <ac:grpSpMkLst>
            <pc:docMk/>
            <pc:sldMk cId="2759157738" sldId="9785"/>
            <ac:grpSpMk id="141" creationId="{27F4565A-045F-AD43-B095-945BD062F8AF}"/>
          </ac:grpSpMkLst>
        </pc:grpChg>
        <pc:grpChg chg="add del mod">
          <ac:chgData name="Macher, Andreas (DI FA CTR PLC PPM)" userId="f1dcac62-7bef-43eb-91f0-927336a1714f" providerId="ADAL" clId="{91A7750A-C69B-4970-962F-36B3D7EFFB05}" dt="2022-08-12T12:18:07.420" v="337" actId="478"/>
          <ac:grpSpMkLst>
            <pc:docMk/>
            <pc:sldMk cId="2759157738" sldId="9785"/>
            <ac:grpSpMk id="144" creationId="{F7D2A49A-5383-60CE-A88E-90AD82C7997D}"/>
          </ac:grpSpMkLst>
        </pc:grpChg>
        <pc:grpChg chg="add mod">
          <ac:chgData name="Macher, Andreas (DI FA CTR PLC PPM)" userId="f1dcac62-7bef-43eb-91f0-927336a1714f" providerId="ADAL" clId="{91A7750A-C69B-4970-962F-36B3D7EFFB05}" dt="2022-08-12T12:27:25.909" v="457" actId="1076"/>
          <ac:grpSpMkLst>
            <pc:docMk/>
            <pc:sldMk cId="2759157738" sldId="9785"/>
            <ac:grpSpMk id="154" creationId="{F3A26EBC-CC4E-8145-4A89-4AD0005FD4AE}"/>
          </ac:grpSpMkLst>
        </pc:grpChg>
        <pc:grpChg chg="add mod">
          <ac:chgData name="Macher, Andreas (DI FA CTR PLC PPM)" userId="f1dcac62-7bef-43eb-91f0-927336a1714f" providerId="ADAL" clId="{91A7750A-C69B-4970-962F-36B3D7EFFB05}" dt="2022-08-12T12:27:36.729" v="459" actId="1076"/>
          <ac:grpSpMkLst>
            <pc:docMk/>
            <pc:sldMk cId="2759157738" sldId="9785"/>
            <ac:grpSpMk id="168" creationId="{CA3F1FA8-FE56-1F17-7540-54320543E01B}"/>
          </ac:grpSpMkLst>
        </pc:grpChg>
        <pc:grpChg chg="mod">
          <ac:chgData name="Macher, Andreas (DI FA CTR PLC PPM)" userId="f1dcac62-7bef-43eb-91f0-927336a1714f" providerId="ADAL" clId="{91A7750A-C69B-4970-962F-36B3D7EFFB05}" dt="2022-08-12T12:27:30.930" v="458"/>
          <ac:grpSpMkLst>
            <pc:docMk/>
            <pc:sldMk cId="2759157738" sldId="9785"/>
            <ac:grpSpMk id="183" creationId="{3BE9BE44-3DC2-08E3-DF09-500F204C7567}"/>
          </ac:grpSpMkLst>
        </pc:grpChg>
        <pc:grpChg chg="mod">
          <ac:chgData name="Macher, Andreas (DI FA CTR PLC PPM)" userId="f1dcac62-7bef-43eb-91f0-927336a1714f" providerId="ADAL" clId="{91A7750A-C69B-4970-962F-36B3D7EFFB05}" dt="2022-08-12T12:27:30.930" v="458"/>
          <ac:grpSpMkLst>
            <pc:docMk/>
            <pc:sldMk cId="2759157738" sldId="9785"/>
            <ac:grpSpMk id="184" creationId="{4C8F9462-B24E-1A20-B886-815003E0E6A1}"/>
          </ac:grpSpMkLst>
        </pc:grpChg>
        <pc:grpChg chg="del">
          <ac:chgData name="Macher, Andreas (DI FA CTR PLC PPM)" userId="f1dcac62-7bef-43eb-91f0-927336a1714f" providerId="ADAL" clId="{91A7750A-C69B-4970-962F-36B3D7EFFB05}" dt="2022-08-12T12:15:11.648" v="315" actId="478"/>
          <ac:grpSpMkLst>
            <pc:docMk/>
            <pc:sldMk cId="2759157738" sldId="9785"/>
            <ac:grpSpMk id="207" creationId="{A283DE30-84D9-BE52-B182-326C4EA39A39}"/>
          </ac:grpSpMkLst>
        </pc:grpChg>
        <pc:grpChg chg="add del mod">
          <ac:chgData name="Macher, Andreas (DI FA CTR PLC PPM)" userId="f1dcac62-7bef-43eb-91f0-927336a1714f" providerId="ADAL" clId="{91A7750A-C69B-4970-962F-36B3D7EFFB05}" dt="2022-08-12T12:27:45.945" v="463" actId="478"/>
          <ac:grpSpMkLst>
            <pc:docMk/>
            <pc:sldMk cId="2759157738" sldId="9785"/>
            <ac:grpSpMk id="213" creationId="{48B00E2E-3ABD-B0B2-757E-39FD0B8AC6C6}"/>
          </ac:grpSpMkLst>
        </pc:grpChg>
        <pc:grpChg chg="mod">
          <ac:chgData name="Macher, Andreas (DI FA CTR PLC PPM)" userId="f1dcac62-7bef-43eb-91f0-927336a1714f" providerId="ADAL" clId="{91A7750A-C69B-4970-962F-36B3D7EFFB05}" dt="2022-08-12T12:26:40.198" v="436" actId="1076"/>
          <ac:grpSpMkLst>
            <pc:docMk/>
            <pc:sldMk cId="2759157738" sldId="9785"/>
            <ac:grpSpMk id="249" creationId="{CED7F32F-1344-778F-E1D1-BB175311AC5C}"/>
          </ac:grpSpMkLst>
        </pc:grpChg>
        <pc:grpChg chg="mod">
          <ac:chgData name="Macher, Andreas (DI FA CTR PLC PPM)" userId="f1dcac62-7bef-43eb-91f0-927336a1714f" providerId="ADAL" clId="{91A7750A-C69B-4970-962F-36B3D7EFFB05}" dt="2022-08-12T12:17:53.971" v="334" actId="1076"/>
          <ac:grpSpMkLst>
            <pc:docMk/>
            <pc:sldMk cId="2759157738" sldId="9785"/>
            <ac:grpSpMk id="252" creationId="{54CE4811-6A01-FA74-D3DB-3115E8BC382C}"/>
          </ac:grpSpMkLst>
        </pc:grpChg>
        <pc:grpChg chg="mod">
          <ac:chgData name="Macher, Andreas (DI FA CTR PLC PPM)" userId="f1dcac62-7bef-43eb-91f0-927336a1714f" providerId="ADAL" clId="{91A7750A-C69B-4970-962F-36B3D7EFFB05}" dt="2022-08-12T12:17:53.971" v="334" actId="1076"/>
          <ac:grpSpMkLst>
            <pc:docMk/>
            <pc:sldMk cId="2759157738" sldId="9785"/>
            <ac:grpSpMk id="253" creationId="{14F55F1B-B627-CF71-5A94-06B976CD0984}"/>
          </ac:grpSpMkLst>
        </pc:grpChg>
        <pc:grpChg chg="mod">
          <ac:chgData name="Macher, Andreas (DI FA CTR PLC PPM)" userId="f1dcac62-7bef-43eb-91f0-927336a1714f" providerId="ADAL" clId="{91A7750A-C69B-4970-962F-36B3D7EFFB05}" dt="2022-08-12T12:26:40.198" v="436" actId="1076"/>
          <ac:grpSpMkLst>
            <pc:docMk/>
            <pc:sldMk cId="2759157738" sldId="9785"/>
            <ac:grpSpMk id="271" creationId="{E7B480D3-1E93-A0F0-1CEE-9153737A3CFF}"/>
          </ac:grpSpMkLst>
        </pc:grpChg>
        <pc:grpChg chg="add del mod">
          <ac:chgData name="Macher, Andreas (DI FA CTR PLC PPM)" userId="f1dcac62-7bef-43eb-91f0-927336a1714f" providerId="ADAL" clId="{91A7750A-C69B-4970-962F-36B3D7EFFB05}" dt="2022-08-12T12:27:47.259" v="464" actId="478"/>
          <ac:grpSpMkLst>
            <pc:docMk/>
            <pc:sldMk cId="2759157738" sldId="9785"/>
            <ac:grpSpMk id="277" creationId="{0E3FBA1F-8E81-02EA-6832-913FD824B5DB}"/>
          </ac:grpSpMkLst>
        </pc:grpChg>
        <pc:picChg chg="mod">
          <ac:chgData name="Macher, Andreas (DI FA CTR PLC PPM)" userId="f1dcac62-7bef-43eb-91f0-927336a1714f" providerId="ADAL" clId="{91A7750A-C69B-4970-962F-36B3D7EFFB05}" dt="2022-08-12T12:17:53.971" v="334" actId="1076"/>
          <ac:picMkLst>
            <pc:docMk/>
            <pc:sldMk cId="2759157738" sldId="9785"/>
            <ac:picMk id="117" creationId="{F1888F07-6F10-1091-6210-E378193BC7FF}"/>
          </ac:picMkLst>
        </pc:picChg>
        <pc:picChg chg="mod">
          <ac:chgData name="Macher, Andreas (DI FA CTR PLC PPM)" userId="f1dcac62-7bef-43eb-91f0-927336a1714f" providerId="ADAL" clId="{91A7750A-C69B-4970-962F-36B3D7EFFB05}" dt="2022-08-12T12:17:53.971" v="334" actId="1076"/>
          <ac:picMkLst>
            <pc:docMk/>
            <pc:sldMk cId="2759157738" sldId="9785"/>
            <ac:picMk id="118" creationId="{50DA40C0-FCFC-11F1-1CFB-BB6156D3E90A}"/>
          </ac:picMkLst>
        </pc:picChg>
        <pc:picChg chg="mod">
          <ac:chgData name="Macher, Andreas (DI FA CTR PLC PPM)" userId="f1dcac62-7bef-43eb-91f0-927336a1714f" providerId="ADAL" clId="{91A7750A-C69B-4970-962F-36B3D7EFFB05}" dt="2022-08-12T12:17:53.971" v="334" actId="1076"/>
          <ac:picMkLst>
            <pc:docMk/>
            <pc:sldMk cId="2759157738" sldId="9785"/>
            <ac:picMk id="119" creationId="{F48609CB-1A05-A7D4-5AF6-903DFF121AD8}"/>
          </ac:picMkLst>
        </pc:picChg>
        <pc:picChg chg="mod">
          <ac:chgData name="Macher, Andreas (DI FA CTR PLC PPM)" userId="f1dcac62-7bef-43eb-91f0-927336a1714f" providerId="ADAL" clId="{91A7750A-C69B-4970-962F-36B3D7EFFB05}" dt="2022-08-12T12:17:53.971" v="334" actId="1076"/>
          <ac:picMkLst>
            <pc:docMk/>
            <pc:sldMk cId="2759157738" sldId="9785"/>
            <ac:picMk id="120" creationId="{146438D4-7A26-59C2-9E81-680BBFBF82C4}"/>
          </ac:picMkLst>
        </pc:picChg>
        <pc:picChg chg="add del mod">
          <ac:chgData name="Macher, Andreas (DI FA CTR PLC PPM)" userId="f1dcac62-7bef-43eb-91f0-927336a1714f" providerId="ADAL" clId="{91A7750A-C69B-4970-962F-36B3D7EFFB05}" dt="2022-08-12T12:23:08.607" v="366" actId="478"/>
          <ac:picMkLst>
            <pc:docMk/>
            <pc:sldMk cId="2759157738" sldId="9785"/>
            <ac:picMk id="121" creationId="{3F733E5A-F8ED-11FF-3E9F-22302ED7CC2E}"/>
          </ac:picMkLst>
        </pc:picChg>
        <pc:picChg chg="mod">
          <ac:chgData name="Macher, Andreas (DI FA CTR PLC PPM)" userId="f1dcac62-7bef-43eb-91f0-927336a1714f" providerId="ADAL" clId="{91A7750A-C69B-4970-962F-36B3D7EFFB05}" dt="2022-08-12T12:18:00.172" v="336" actId="1076"/>
          <ac:picMkLst>
            <pc:docMk/>
            <pc:sldMk cId="2759157738" sldId="9785"/>
            <ac:picMk id="129" creationId="{BAB059E2-CB47-8F4C-446E-3F6CF73C2847}"/>
          </ac:picMkLst>
        </pc:picChg>
        <pc:picChg chg="mod">
          <ac:chgData name="Macher, Andreas (DI FA CTR PLC PPM)" userId="f1dcac62-7bef-43eb-91f0-927336a1714f" providerId="ADAL" clId="{91A7750A-C69B-4970-962F-36B3D7EFFB05}" dt="2022-08-12T12:18:00.172" v="336" actId="1076"/>
          <ac:picMkLst>
            <pc:docMk/>
            <pc:sldMk cId="2759157738" sldId="9785"/>
            <ac:picMk id="130" creationId="{75017966-DB5D-3339-4603-92A6897B7C69}"/>
          </ac:picMkLst>
        </pc:picChg>
        <pc:picChg chg="mod">
          <ac:chgData name="Macher, Andreas (DI FA CTR PLC PPM)" userId="f1dcac62-7bef-43eb-91f0-927336a1714f" providerId="ADAL" clId="{91A7750A-C69B-4970-962F-36B3D7EFFB05}" dt="2022-08-12T12:18:00.172" v="336" actId="1076"/>
          <ac:picMkLst>
            <pc:docMk/>
            <pc:sldMk cId="2759157738" sldId="9785"/>
            <ac:picMk id="131" creationId="{77C0FBD8-54C3-7657-D449-DB12D6508EA9}"/>
          </ac:picMkLst>
        </pc:picChg>
        <pc:picChg chg="mod">
          <ac:chgData name="Macher, Andreas (DI FA CTR PLC PPM)" userId="f1dcac62-7bef-43eb-91f0-927336a1714f" providerId="ADAL" clId="{91A7750A-C69B-4970-962F-36B3D7EFFB05}" dt="2022-08-12T12:18:00.172" v="336" actId="1076"/>
          <ac:picMkLst>
            <pc:docMk/>
            <pc:sldMk cId="2759157738" sldId="9785"/>
            <ac:picMk id="132" creationId="{85343F59-72E9-506F-61B6-3F654E1671CC}"/>
          </ac:picMkLst>
        </pc:picChg>
        <pc:picChg chg="mod">
          <ac:chgData name="Macher, Andreas (DI FA CTR PLC PPM)" userId="f1dcac62-7bef-43eb-91f0-927336a1714f" providerId="ADAL" clId="{91A7750A-C69B-4970-962F-36B3D7EFFB05}" dt="2022-08-12T12:18:00.172" v="336" actId="1076"/>
          <ac:picMkLst>
            <pc:docMk/>
            <pc:sldMk cId="2759157738" sldId="9785"/>
            <ac:picMk id="133" creationId="{92F5548C-69AD-11DF-B68F-3252A624E2EC}"/>
          </ac:picMkLst>
        </pc:picChg>
        <pc:picChg chg="mod">
          <ac:chgData name="Macher, Andreas (DI FA CTR PLC PPM)" userId="f1dcac62-7bef-43eb-91f0-927336a1714f" providerId="ADAL" clId="{91A7750A-C69B-4970-962F-36B3D7EFFB05}" dt="2022-08-12T12:18:00.172" v="336" actId="1076"/>
          <ac:picMkLst>
            <pc:docMk/>
            <pc:sldMk cId="2759157738" sldId="9785"/>
            <ac:picMk id="134" creationId="{3360F2A9-E391-3DCF-826C-E8403F2E41EE}"/>
          </ac:picMkLst>
        </pc:picChg>
        <pc:picChg chg="add del mod">
          <ac:chgData name="Macher, Andreas (DI FA CTR PLC PPM)" userId="f1dcac62-7bef-43eb-91f0-927336a1714f" providerId="ADAL" clId="{91A7750A-C69B-4970-962F-36B3D7EFFB05}" dt="2022-08-12T12:18:07.420" v="337" actId="478"/>
          <ac:picMkLst>
            <pc:docMk/>
            <pc:sldMk cId="2759157738" sldId="9785"/>
            <ac:picMk id="137" creationId="{2BEBA292-862F-B432-8432-A9A7DD140195}"/>
          </ac:picMkLst>
        </pc:picChg>
        <pc:picChg chg="add del mod">
          <ac:chgData name="Macher, Andreas (DI FA CTR PLC PPM)" userId="f1dcac62-7bef-43eb-91f0-927336a1714f" providerId="ADAL" clId="{91A7750A-C69B-4970-962F-36B3D7EFFB05}" dt="2022-08-12T12:18:07.420" v="337" actId="478"/>
          <ac:picMkLst>
            <pc:docMk/>
            <pc:sldMk cId="2759157738" sldId="9785"/>
            <ac:picMk id="138" creationId="{F3942A10-F22C-34C3-898E-06188369E86A}"/>
          </ac:picMkLst>
        </pc:picChg>
        <pc:picChg chg="mod">
          <ac:chgData name="Macher, Andreas (DI FA CTR PLC PPM)" userId="f1dcac62-7bef-43eb-91f0-927336a1714f" providerId="ADAL" clId="{91A7750A-C69B-4970-962F-36B3D7EFFB05}" dt="2022-08-12T12:18:00.172" v="336" actId="1076"/>
          <ac:picMkLst>
            <pc:docMk/>
            <pc:sldMk cId="2759157738" sldId="9785"/>
            <ac:picMk id="145" creationId="{BB6A9FE4-A103-6133-CD4C-2B9A07C61CA9}"/>
          </ac:picMkLst>
        </pc:picChg>
        <pc:picChg chg="mod">
          <ac:chgData name="Macher, Andreas (DI FA CTR PLC PPM)" userId="f1dcac62-7bef-43eb-91f0-927336a1714f" providerId="ADAL" clId="{91A7750A-C69B-4970-962F-36B3D7EFFB05}" dt="2022-08-12T12:18:00.172" v="336" actId="1076"/>
          <ac:picMkLst>
            <pc:docMk/>
            <pc:sldMk cId="2759157738" sldId="9785"/>
            <ac:picMk id="146" creationId="{0837F0CE-231F-18E7-792E-6E88D2D9ED37}"/>
          </ac:picMkLst>
        </pc:picChg>
        <pc:picChg chg="mod">
          <ac:chgData name="Macher, Andreas (DI FA CTR PLC PPM)" userId="f1dcac62-7bef-43eb-91f0-927336a1714f" providerId="ADAL" clId="{91A7750A-C69B-4970-962F-36B3D7EFFB05}" dt="2022-08-12T12:18:00.172" v="336" actId="1076"/>
          <ac:picMkLst>
            <pc:docMk/>
            <pc:sldMk cId="2759157738" sldId="9785"/>
            <ac:picMk id="147" creationId="{1C6F507D-54F4-DF84-B529-4D896E5F0B3D}"/>
          </ac:picMkLst>
        </pc:picChg>
        <pc:picChg chg="mod">
          <ac:chgData name="Macher, Andreas (DI FA CTR PLC PPM)" userId="f1dcac62-7bef-43eb-91f0-927336a1714f" providerId="ADAL" clId="{91A7750A-C69B-4970-962F-36B3D7EFFB05}" dt="2022-08-12T12:18:00.172" v="336" actId="1076"/>
          <ac:picMkLst>
            <pc:docMk/>
            <pc:sldMk cId="2759157738" sldId="9785"/>
            <ac:picMk id="148" creationId="{E685BF9E-8831-B694-D726-D2869C703334}"/>
          </ac:picMkLst>
        </pc:picChg>
        <pc:picChg chg="add del mod">
          <ac:chgData name="Macher, Andreas (DI FA CTR PLC PPM)" userId="f1dcac62-7bef-43eb-91f0-927336a1714f" providerId="ADAL" clId="{91A7750A-C69B-4970-962F-36B3D7EFFB05}" dt="2022-08-12T12:18:07.420" v="337" actId="478"/>
          <ac:picMkLst>
            <pc:docMk/>
            <pc:sldMk cId="2759157738" sldId="9785"/>
            <ac:picMk id="149" creationId="{FD513F48-9DEA-A4B3-053E-40D685C955C9}"/>
          </ac:picMkLst>
        </pc:picChg>
        <pc:picChg chg="add mod ord">
          <ac:chgData name="Macher, Andreas (DI FA CTR PLC PPM)" userId="f1dcac62-7bef-43eb-91f0-927336a1714f" providerId="ADAL" clId="{91A7750A-C69B-4970-962F-36B3D7EFFB05}" dt="2022-08-12T12:27:25.909" v="457" actId="1076"/>
          <ac:picMkLst>
            <pc:docMk/>
            <pc:sldMk cId="2759157738" sldId="9785"/>
            <ac:picMk id="150" creationId="{292AE3D1-9766-D2EC-D30F-A67ECD2E301D}"/>
          </ac:picMkLst>
        </pc:picChg>
        <pc:picChg chg="add mod ord">
          <ac:chgData name="Macher, Andreas (DI FA CTR PLC PPM)" userId="f1dcac62-7bef-43eb-91f0-927336a1714f" providerId="ADAL" clId="{91A7750A-C69B-4970-962F-36B3D7EFFB05}" dt="2022-08-12T12:27:25.909" v="457" actId="1076"/>
          <ac:picMkLst>
            <pc:docMk/>
            <pc:sldMk cId="2759157738" sldId="9785"/>
            <ac:picMk id="151" creationId="{2B178381-A1C4-AD04-5B8B-6F3EA1A909F7}"/>
          </ac:picMkLst>
        </pc:picChg>
        <pc:picChg chg="mod">
          <ac:chgData name="Macher, Andreas (DI FA CTR PLC PPM)" userId="f1dcac62-7bef-43eb-91f0-927336a1714f" providerId="ADAL" clId="{91A7750A-C69B-4970-962F-36B3D7EFFB05}" dt="2022-08-12T12:27:30.930" v="458"/>
          <ac:picMkLst>
            <pc:docMk/>
            <pc:sldMk cId="2759157738" sldId="9785"/>
            <ac:picMk id="189" creationId="{717FB884-B157-7E1E-234E-BC8E07119888}"/>
          </ac:picMkLst>
        </pc:picChg>
        <pc:picChg chg="mod">
          <ac:chgData name="Macher, Andreas (DI FA CTR PLC PPM)" userId="f1dcac62-7bef-43eb-91f0-927336a1714f" providerId="ADAL" clId="{91A7750A-C69B-4970-962F-36B3D7EFFB05}" dt="2022-08-12T12:27:30.930" v="458"/>
          <ac:picMkLst>
            <pc:docMk/>
            <pc:sldMk cId="2759157738" sldId="9785"/>
            <ac:picMk id="190" creationId="{B82DC44A-7E8E-5B7F-8DCB-649593862875}"/>
          </ac:picMkLst>
        </pc:picChg>
        <pc:picChg chg="mod">
          <ac:chgData name="Macher, Andreas (DI FA CTR PLC PPM)" userId="f1dcac62-7bef-43eb-91f0-927336a1714f" providerId="ADAL" clId="{91A7750A-C69B-4970-962F-36B3D7EFFB05}" dt="2022-08-12T12:27:30.930" v="458"/>
          <ac:picMkLst>
            <pc:docMk/>
            <pc:sldMk cId="2759157738" sldId="9785"/>
            <ac:picMk id="191" creationId="{B01ADCFB-F629-B53B-BA36-305F0A9C7C8C}"/>
          </ac:picMkLst>
        </pc:picChg>
        <pc:picChg chg="mod">
          <ac:chgData name="Macher, Andreas (DI FA CTR PLC PPM)" userId="f1dcac62-7bef-43eb-91f0-927336a1714f" providerId="ADAL" clId="{91A7750A-C69B-4970-962F-36B3D7EFFB05}" dt="2022-08-12T12:27:30.930" v="458"/>
          <ac:picMkLst>
            <pc:docMk/>
            <pc:sldMk cId="2759157738" sldId="9785"/>
            <ac:picMk id="192" creationId="{4A7A88BC-8726-4C45-6D38-A5867ED102FC}"/>
          </ac:picMkLst>
        </pc:picChg>
        <pc:picChg chg="mod">
          <ac:chgData name="Macher, Andreas (DI FA CTR PLC PPM)" userId="f1dcac62-7bef-43eb-91f0-927336a1714f" providerId="ADAL" clId="{91A7750A-C69B-4970-962F-36B3D7EFFB05}" dt="2022-08-12T12:27:30.930" v="458"/>
          <ac:picMkLst>
            <pc:docMk/>
            <pc:sldMk cId="2759157738" sldId="9785"/>
            <ac:picMk id="193" creationId="{8F417D9A-A80A-1013-9F57-0141BE7B2847}"/>
          </ac:picMkLst>
        </pc:picChg>
        <pc:picChg chg="mod">
          <ac:chgData name="Macher, Andreas (DI FA CTR PLC PPM)" userId="f1dcac62-7bef-43eb-91f0-927336a1714f" providerId="ADAL" clId="{91A7750A-C69B-4970-962F-36B3D7EFFB05}" dt="2022-08-12T12:27:30.930" v="458"/>
          <ac:picMkLst>
            <pc:docMk/>
            <pc:sldMk cId="2759157738" sldId="9785"/>
            <ac:picMk id="194" creationId="{8F799012-0D99-41FB-04E6-729498A9BEF0}"/>
          </ac:picMkLst>
        </pc:picChg>
        <pc:picChg chg="del">
          <ac:chgData name="Macher, Andreas (DI FA CTR PLC PPM)" userId="f1dcac62-7bef-43eb-91f0-927336a1714f" providerId="ADAL" clId="{91A7750A-C69B-4970-962F-36B3D7EFFB05}" dt="2022-08-12T12:15:11.648" v="315" actId="478"/>
          <ac:picMkLst>
            <pc:docMk/>
            <pc:sldMk cId="2759157738" sldId="9785"/>
            <ac:picMk id="212" creationId="{B35F3A39-DAE9-A13B-9FE9-2951F9442642}"/>
          </ac:picMkLst>
        </pc:picChg>
        <pc:picChg chg="del">
          <ac:chgData name="Macher, Andreas (DI FA CTR PLC PPM)" userId="f1dcac62-7bef-43eb-91f0-927336a1714f" providerId="ADAL" clId="{91A7750A-C69B-4970-962F-36B3D7EFFB05}" dt="2022-08-12T12:15:11.648" v="315" actId="478"/>
          <ac:picMkLst>
            <pc:docMk/>
            <pc:sldMk cId="2759157738" sldId="9785"/>
            <ac:picMk id="214" creationId="{A8B06D37-46E7-FC5C-FD9F-B17206E75977}"/>
          </ac:picMkLst>
        </pc:picChg>
        <pc:picChg chg="del">
          <ac:chgData name="Macher, Andreas (DI FA CTR PLC PPM)" userId="f1dcac62-7bef-43eb-91f0-927336a1714f" providerId="ADAL" clId="{91A7750A-C69B-4970-962F-36B3D7EFFB05}" dt="2022-08-12T12:15:25.091" v="316" actId="478"/>
          <ac:picMkLst>
            <pc:docMk/>
            <pc:sldMk cId="2759157738" sldId="9785"/>
            <ac:picMk id="245" creationId="{D61805A3-16DD-8938-F80C-E46F1FA896CA}"/>
          </ac:picMkLst>
        </pc:picChg>
        <pc:picChg chg="del">
          <ac:chgData name="Macher, Andreas (DI FA CTR PLC PPM)" userId="f1dcac62-7bef-43eb-91f0-927336a1714f" providerId="ADAL" clId="{91A7750A-C69B-4970-962F-36B3D7EFFB05}" dt="2022-08-12T12:15:25.701" v="317" actId="478"/>
          <ac:picMkLst>
            <pc:docMk/>
            <pc:sldMk cId="2759157738" sldId="9785"/>
            <ac:picMk id="246" creationId="{6BDBF160-4275-FA22-8EB5-177C24B7330F}"/>
          </ac:picMkLst>
        </pc:picChg>
        <pc:picChg chg="mod">
          <ac:chgData name="Macher, Andreas (DI FA CTR PLC PPM)" userId="f1dcac62-7bef-43eb-91f0-927336a1714f" providerId="ADAL" clId="{91A7750A-C69B-4970-962F-36B3D7EFFB05}" dt="2022-08-12T12:17:53.971" v="334" actId="1076"/>
          <ac:picMkLst>
            <pc:docMk/>
            <pc:sldMk cId="2759157738" sldId="9785"/>
            <ac:picMk id="257" creationId="{23ECA13F-BEA2-B92A-A87C-1E175E062215}"/>
          </ac:picMkLst>
        </pc:picChg>
        <pc:picChg chg="mod">
          <ac:chgData name="Macher, Andreas (DI FA CTR PLC PPM)" userId="f1dcac62-7bef-43eb-91f0-927336a1714f" providerId="ADAL" clId="{91A7750A-C69B-4970-962F-36B3D7EFFB05}" dt="2022-08-12T12:17:53.971" v="334" actId="1076"/>
          <ac:picMkLst>
            <pc:docMk/>
            <pc:sldMk cId="2759157738" sldId="9785"/>
            <ac:picMk id="258" creationId="{CAF8257F-B446-5717-478F-1BD82FD2F64F}"/>
          </ac:picMkLst>
        </pc:picChg>
        <pc:picChg chg="mod">
          <ac:chgData name="Macher, Andreas (DI FA CTR PLC PPM)" userId="f1dcac62-7bef-43eb-91f0-927336a1714f" providerId="ADAL" clId="{91A7750A-C69B-4970-962F-36B3D7EFFB05}" dt="2022-08-12T12:17:53.971" v="334" actId="1076"/>
          <ac:picMkLst>
            <pc:docMk/>
            <pc:sldMk cId="2759157738" sldId="9785"/>
            <ac:picMk id="259" creationId="{650BB2CB-8252-8549-4B35-4CD84B87E6E7}"/>
          </ac:picMkLst>
        </pc:picChg>
        <pc:picChg chg="mod">
          <ac:chgData name="Macher, Andreas (DI FA CTR PLC PPM)" userId="f1dcac62-7bef-43eb-91f0-927336a1714f" providerId="ADAL" clId="{91A7750A-C69B-4970-962F-36B3D7EFFB05}" dt="2022-08-12T12:17:53.971" v="334" actId="1076"/>
          <ac:picMkLst>
            <pc:docMk/>
            <pc:sldMk cId="2759157738" sldId="9785"/>
            <ac:picMk id="260" creationId="{C107BD0C-3DCA-5BF8-D1C6-8894BB5C6110}"/>
          </ac:picMkLst>
        </pc:picChg>
        <pc:picChg chg="mod">
          <ac:chgData name="Macher, Andreas (DI FA CTR PLC PPM)" userId="f1dcac62-7bef-43eb-91f0-927336a1714f" providerId="ADAL" clId="{91A7750A-C69B-4970-962F-36B3D7EFFB05}" dt="2022-08-12T12:17:53.971" v="334" actId="1076"/>
          <ac:picMkLst>
            <pc:docMk/>
            <pc:sldMk cId="2759157738" sldId="9785"/>
            <ac:picMk id="261" creationId="{296AD9A2-1303-BFEF-A464-4E8185E0D5F5}"/>
          </ac:picMkLst>
        </pc:picChg>
        <pc:picChg chg="mod">
          <ac:chgData name="Macher, Andreas (DI FA CTR PLC PPM)" userId="f1dcac62-7bef-43eb-91f0-927336a1714f" providerId="ADAL" clId="{91A7750A-C69B-4970-962F-36B3D7EFFB05}" dt="2022-08-12T12:17:53.971" v="334" actId="1076"/>
          <ac:picMkLst>
            <pc:docMk/>
            <pc:sldMk cId="2759157738" sldId="9785"/>
            <ac:picMk id="262" creationId="{18FBBBC6-2A70-8DA4-3435-0121965FD333}"/>
          </ac:picMkLst>
        </pc:picChg>
        <pc:picChg chg="del">
          <ac:chgData name="Macher, Andreas (DI FA CTR PLC PPM)" userId="f1dcac62-7bef-43eb-91f0-927336a1714f" providerId="ADAL" clId="{91A7750A-C69B-4970-962F-36B3D7EFFB05}" dt="2022-08-12T12:16:14.556" v="324" actId="478"/>
          <ac:picMkLst>
            <pc:docMk/>
            <pc:sldMk cId="2759157738" sldId="9785"/>
            <ac:picMk id="265" creationId="{B288FCDE-B53E-5C34-8E5A-73ACD66C3295}"/>
          </ac:picMkLst>
        </pc:picChg>
        <pc:picChg chg="del mod">
          <ac:chgData name="Macher, Andreas (DI FA CTR PLC PPM)" userId="f1dcac62-7bef-43eb-91f0-927336a1714f" providerId="ADAL" clId="{91A7750A-C69B-4970-962F-36B3D7EFFB05}" dt="2022-08-12T12:23:09.649" v="367" actId="478"/>
          <ac:picMkLst>
            <pc:docMk/>
            <pc:sldMk cId="2759157738" sldId="9785"/>
            <ac:picMk id="266" creationId="{4DE8AAEF-6B1A-68BB-8CA1-38FAD343B32D}"/>
          </ac:picMkLst>
        </pc:picChg>
        <pc:picChg chg="mod">
          <ac:chgData name="Macher, Andreas (DI FA CTR PLC PPM)" userId="f1dcac62-7bef-43eb-91f0-927336a1714f" providerId="ADAL" clId="{91A7750A-C69B-4970-962F-36B3D7EFFB05}" dt="2022-08-12T12:26:40.198" v="436" actId="1076"/>
          <ac:picMkLst>
            <pc:docMk/>
            <pc:sldMk cId="2759157738" sldId="9785"/>
            <ac:picMk id="267" creationId="{0D915113-0986-15BC-F0AA-B515757F13E7}"/>
          </ac:picMkLst>
        </pc:picChg>
        <pc:picChg chg="del">
          <ac:chgData name="Macher, Andreas (DI FA CTR PLC PPM)" userId="f1dcac62-7bef-43eb-91f0-927336a1714f" providerId="ADAL" clId="{91A7750A-C69B-4970-962F-36B3D7EFFB05}" dt="2022-08-12T12:16:43.605" v="329" actId="478"/>
          <ac:picMkLst>
            <pc:docMk/>
            <pc:sldMk cId="2759157738" sldId="9785"/>
            <ac:picMk id="268" creationId="{5DC3C729-CFB6-2384-F33F-E18FDD43EBB1}"/>
          </ac:picMkLst>
        </pc:picChg>
        <pc:picChg chg="add mod">
          <ac:chgData name="Macher, Andreas (DI FA CTR PLC PPM)" userId="f1dcac62-7bef-43eb-91f0-927336a1714f" providerId="ADAL" clId="{91A7750A-C69B-4970-962F-36B3D7EFFB05}" dt="2022-08-12T12:28:12.793" v="468" actId="1076"/>
          <ac:picMkLst>
            <pc:docMk/>
            <pc:sldMk cId="2759157738" sldId="9785"/>
            <ac:picMk id="276" creationId="{58478E98-02AA-1CE6-56FA-BDBB4AFFB2F4}"/>
          </ac:picMkLst>
        </pc:picChg>
        <pc:picChg chg="add mod">
          <ac:chgData name="Macher, Andreas (DI FA CTR PLC PPM)" userId="f1dcac62-7bef-43eb-91f0-927336a1714f" providerId="ADAL" clId="{91A7750A-C69B-4970-962F-36B3D7EFFB05}" dt="2022-08-12T12:28:14.779" v="469" actId="1076"/>
          <ac:picMkLst>
            <pc:docMk/>
            <pc:sldMk cId="2759157738" sldId="9785"/>
            <ac:picMk id="280" creationId="{39B5F509-8E8D-6DFD-9FF8-51764A5A0B5D}"/>
          </ac:picMkLst>
        </pc:picChg>
        <pc:cxnChg chg="add mod">
          <ac:chgData name="Macher, Andreas (DI FA CTR PLC PPM)" userId="f1dcac62-7bef-43eb-91f0-927336a1714f" providerId="ADAL" clId="{91A7750A-C69B-4970-962F-36B3D7EFFB05}" dt="2022-08-12T12:29:32.123" v="481" actId="208"/>
          <ac:cxnSpMkLst>
            <pc:docMk/>
            <pc:sldMk cId="2759157738" sldId="9785"/>
            <ac:cxnSpMk id="7" creationId="{156A6CB8-159E-9F29-9F07-7921F252B120}"/>
          </ac:cxnSpMkLst>
        </pc:cxnChg>
        <pc:cxnChg chg="del">
          <ac:chgData name="Macher, Andreas (DI FA CTR PLC PPM)" userId="f1dcac62-7bef-43eb-91f0-927336a1714f" providerId="ADAL" clId="{91A7750A-C69B-4970-962F-36B3D7EFFB05}" dt="2022-08-12T12:15:11.648" v="315" actId="478"/>
          <ac:cxnSpMkLst>
            <pc:docMk/>
            <pc:sldMk cId="2759157738" sldId="9785"/>
            <ac:cxnSpMk id="17" creationId="{C30B9DE4-11E8-9233-46A5-E3AC6F5D746E}"/>
          </ac:cxnSpMkLst>
        </pc:cxnChg>
        <pc:cxnChg chg="del">
          <ac:chgData name="Macher, Andreas (DI FA CTR PLC PPM)" userId="f1dcac62-7bef-43eb-91f0-927336a1714f" providerId="ADAL" clId="{91A7750A-C69B-4970-962F-36B3D7EFFB05}" dt="2022-08-12T12:15:11.648" v="315" actId="478"/>
          <ac:cxnSpMkLst>
            <pc:docMk/>
            <pc:sldMk cId="2759157738" sldId="9785"/>
            <ac:cxnSpMk id="217" creationId="{7CF123D3-0FEE-DA24-5C1A-D01A6D00FAA4}"/>
          </ac:cxnSpMkLst>
        </pc:cxnChg>
      </pc:sldChg>
      <pc:sldChg chg="delSp add del mod">
        <pc:chgData name="Macher, Andreas (DI FA CTR PLC PPM)" userId="f1dcac62-7bef-43eb-91f0-927336a1714f" providerId="ADAL" clId="{91A7750A-C69B-4970-962F-36B3D7EFFB05}" dt="2022-08-12T13:38:52.638" v="1469" actId="47"/>
        <pc:sldMkLst>
          <pc:docMk/>
          <pc:sldMk cId="3176060108" sldId="9786"/>
        </pc:sldMkLst>
        <pc:spChg chg="del">
          <ac:chgData name="Macher, Andreas (DI FA CTR PLC PPM)" userId="f1dcac62-7bef-43eb-91f0-927336a1714f" providerId="ADAL" clId="{91A7750A-C69B-4970-962F-36B3D7EFFB05}" dt="2022-08-12T12:57:21.731" v="1092" actId="478"/>
          <ac:spMkLst>
            <pc:docMk/>
            <pc:sldMk cId="3176060108" sldId="9786"/>
            <ac:spMk id="3" creationId="{FF3F7F0A-0A9C-B15C-2B85-7A6BDD577926}"/>
          </ac:spMkLst>
        </pc:spChg>
        <pc:spChg chg="del">
          <ac:chgData name="Macher, Andreas (DI FA CTR PLC PPM)" userId="f1dcac62-7bef-43eb-91f0-927336a1714f" providerId="ADAL" clId="{91A7750A-C69B-4970-962F-36B3D7EFFB05}" dt="2022-08-12T12:57:21.731" v="1092" actId="478"/>
          <ac:spMkLst>
            <pc:docMk/>
            <pc:sldMk cId="3176060108" sldId="9786"/>
            <ac:spMk id="122" creationId="{232F4B8C-AD91-11A9-0D4D-02088C050C88}"/>
          </ac:spMkLst>
        </pc:spChg>
        <pc:spChg chg="del">
          <ac:chgData name="Macher, Andreas (DI FA CTR PLC PPM)" userId="f1dcac62-7bef-43eb-91f0-927336a1714f" providerId="ADAL" clId="{91A7750A-C69B-4970-962F-36B3D7EFFB05}" dt="2022-08-12T12:57:21.731" v="1092" actId="478"/>
          <ac:spMkLst>
            <pc:docMk/>
            <pc:sldMk cId="3176060108" sldId="9786"/>
            <ac:spMk id="123" creationId="{D0E67438-1981-AB10-F6DD-937CE3484ED3}"/>
          </ac:spMkLst>
        </pc:spChg>
        <pc:spChg chg="del">
          <ac:chgData name="Macher, Andreas (DI FA CTR PLC PPM)" userId="f1dcac62-7bef-43eb-91f0-927336a1714f" providerId="ADAL" clId="{91A7750A-C69B-4970-962F-36B3D7EFFB05}" dt="2022-08-12T12:57:21.731" v="1092" actId="478"/>
          <ac:spMkLst>
            <pc:docMk/>
            <pc:sldMk cId="3176060108" sldId="9786"/>
            <ac:spMk id="153" creationId="{170FD330-ED6F-528E-7219-21CE0DA23994}"/>
          </ac:spMkLst>
        </pc:spChg>
        <pc:grpChg chg="del">
          <ac:chgData name="Macher, Andreas (DI FA CTR PLC PPM)" userId="f1dcac62-7bef-43eb-91f0-927336a1714f" providerId="ADAL" clId="{91A7750A-C69B-4970-962F-36B3D7EFFB05}" dt="2022-08-12T12:57:21.731" v="1092" actId="478"/>
          <ac:grpSpMkLst>
            <pc:docMk/>
            <pc:sldMk cId="3176060108" sldId="9786"/>
            <ac:grpSpMk id="124" creationId="{2ED7BC09-865A-A3E1-9EB3-8836C0020923}"/>
          </ac:grpSpMkLst>
        </pc:grpChg>
        <pc:grpChg chg="del">
          <ac:chgData name="Macher, Andreas (DI FA CTR PLC PPM)" userId="f1dcac62-7bef-43eb-91f0-927336a1714f" providerId="ADAL" clId="{91A7750A-C69B-4970-962F-36B3D7EFFB05}" dt="2022-08-12T12:57:21.731" v="1092" actId="478"/>
          <ac:grpSpMkLst>
            <pc:docMk/>
            <pc:sldMk cId="3176060108" sldId="9786"/>
            <ac:grpSpMk id="141" creationId="{27F4565A-045F-AD43-B095-945BD062F8AF}"/>
          </ac:grpSpMkLst>
        </pc:grpChg>
        <pc:grpChg chg="del">
          <ac:chgData name="Macher, Andreas (DI FA CTR PLC PPM)" userId="f1dcac62-7bef-43eb-91f0-927336a1714f" providerId="ADAL" clId="{91A7750A-C69B-4970-962F-36B3D7EFFB05}" dt="2022-08-12T12:57:21.731" v="1092" actId="478"/>
          <ac:grpSpMkLst>
            <pc:docMk/>
            <pc:sldMk cId="3176060108" sldId="9786"/>
            <ac:grpSpMk id="154" creationId="{F3A26EBC-CC4E-8145-4A89-4AD0005FD4AE}"/>
          </ac:grpSpMkLst>
        </pc:grpChg>
        <pc:picChg chg="del">
          <ac:chgData name="Macher, Andreas (DI FA CTR PLC PPM)" userId="f1dcac62-7bef-43eb-91f0-927336a1714f" providerId="ADAL" clId="{91A7750A-C69B-4970-962F-36B3D7EFFB05}" dt="2022-08-12T12:57:21.731" v="1092" actId="478"/>
          <ac:picMkLst>
            <pc:docMk/>
            <pc:sldMk cId="3176060108" sldId="9786"/>
            <ac:picMk id="150" creationId="{292AE3D1-9766-D2EC-D30F-A67ECD2E301D}"/>
          </ac:picMkLst>
        </pc:picChg>
        <pc:picChg chg="del">
          <ac:chgData name="Macher, Andreas (DI FA CTR PLC PPM)" userId="f1dcac62-7bef-43eb-91f0-927336a1714f" providerId="ADAL" clId="{91A7750A-C69B-4970-962F-36B3D7EFFB05}" dt="2022-08-12T12:57:21.731" v="1092" actId="478"/>
          <ac:picMkLst>
            <pc:docMk/>
            <pc:sldMk cId="3176060108" sldId="9786"/>
            <ac:picMk id="151" creationId="{2B178381-A1C4-AD04-5B8B-6F3EA1A909F7}"/>
          </ac:picMkLst>
        </pc:picChg>
      </pc:sldChg>
      <pc:sldChg chg="addSp delSp modSp add mod">
        <pc:chgData name="Macher, Andreas (DI FA CTR PLC PPM)" userId="f1dcac62-7bef-43eb-91f0-927336a1714f" providerId="ADAL" clId="{91A7750A-C69B-4970-962F-36B3D7EFFB05}" dt="2022-08-12T12:49:49.180" v="936" actId="1035"/>
        <pc:sldMkLst>
          <pc:docMk/>
          <pc:sldMk cId="33594056" sldId="9787"/>
        </pc:sldMkLst>
        <pc:spChg chg="mod">
          <ac:chgData name="Macher, Andreas (DI FA CTR PLC PPM)" userId="f1dcac62-7bef-43eb-91f0-927336a1714f" providerId="ADAL" clId="{91A7750A-C69B-4970-962F-36B3D7EFFB05}" dt="2022-08-12T12:31:01.393" v="530" actId="20577"/>
          <ac:spMkLst>
            <pc:docMk/>
            <pc:sldMk cId="33594056" sldId="9787"/>
            <ac:spMk id="2" creationId="{00000000-0000-0000-0000-000000000000}"/>
          </ac:spMkLst>
        </pc:spChg>
        <pc:spChg chg="del">
          <ac:chgData name="Macher, Andreas (DI FA CTR PLC PPM)" userId="f1dcac62-7bef-43eb-91f0-927336a1714f" providerId="ADAL" clId="{91A7750A-C69B-4970-962F-36B3D7EFFB05}" dt="2022-08-12T12:31:25.869" v="533" actId="478"/>
          <ac:spMkLst>
            <pc:docMk/>
            <pc:sldMk cId="33594056" sldId="9787"/>
            <ac:spMk id="3" creationId="{FF3F7F0A-0A9C-B15C-2B85-7A6BDD577926}"/>
          </ac:spMkLst>
        </pc:spChg>
        <pc:spChg chg="mod">
          <ac:chgData name="Macher, Andreas (DI FA CTR PLC PPM)" userId="f1dcac62-7bef-43eb-91f0-927336a1714f" providerId="ADAL" clId="{91A7750A-C69B-4970-962F-36B3D7EFFB05}" dt="2022-08-12T12:32:10.777" v="539" actId="20577"/>
          <ac:spMkLst>
            <pc:docMk/>
            <pc:sldMk cId="33594056" sldId="9787"/>
            <ac:spMk id="4" creationId="{D6EB2DB1-BFAD-283C-FCED-53D178966CF8}"/>
          </ac:spMkLst>
        </pc:spChg>
        <pc:spChg chg="add mod ord">
          <ac:chgData name="Macher, Andreas (DI FA CTR PLC PPM)" userId="f1dcac62-7bef-43eb-91f0-927336a1714f" providerId="ADAL" clId="{91A7750A-C69B-4970-962F-36B3D7EFFB05}" dt="2022-08-12T12:46:02.872" v="765" actId="167"/>
          <ac:spMkLst>
            <pc:docMk/>
            <pc:sldMk cId="33594056" sldId="9787"/>
            <ac:spMk id="11" creationId="{7636A3BD-C49A-B221-61C5-74DDD870E52B}"/>
          </ac:spMkLst>
        </pc:spChg>
        <pc:spChg chg="add mod">
          <ac:chgData name="Macher, Andreas (DI FA CTR PLC PPM)" userId="f1dcac62-7bef-43eb-91f0-927336a1714f" providerId="ADAL" clId="{91A7750A-C69B-4970-962F-36B3D7EFFB05}" dt="2022-08-12T12:41:54.852" v="667" actId="1035"/>
          <ac:spMkLst>
            <pc:docMk/>
            <pc:sldMk cId="33594056" sldId="9787"/>
            <ac:spMk id="12" creationId="{D3729042-19E0-EE8A-F95B-1F85E3AF7B0F}"/>
          </ac:spMkLst>
        </pc:spChg>
        <pc:spChg chg="add mod">
          <ac:chgData name="Macher, Andreas (DI FA CTR PLC PPM)" userId="f1dcac62-7bef-43eb-91f0-927336a1714f" providerId="ADAL" clId="{91A7750A-C69B-4970-962F-36B3D7EFFB05}" dt="2022-08-12T12:49:19.258" v="906" actId="1076"/>
          <ac:spMkLst>
            <pc:docMk/>
            <pc:sldMk cId="33594056" sldId="9787"/>
            <ac:spMk id="18" creationId="{873BDACC-76F8-C4DF-52DD-D8BFEF120947}"/>
          </ac:spMkLst>
        </pc:spChg>
        <pc:spChg chg="add mod">
          <ac:chgData name="Macher, Andreas (DI FA CTR PLC PPM)" userId="f1dcac62-7bef-43eb-91f0-927336a1714f" providerId="ADAL" clId="{91A7750A-C69B-4970-962F-36B3D7EFFB05}" dt="2022-08-12T12:49:49.180" v="936" actId="1035"/>
          <ac:spMkLst>
            <pc:docMk/>
            <pc:sldMk cId="33594056" sldId="9787"/>
            <ac:spMk id="77" creationId="{B944B708-969F-8DA3-E3A6-DD07F1CB3E63}"/>
          </ac:spMkLst>
        </pc:spChg>
        <pc:spChg chg="add mod ord">
          <ac:chgData name="Macher, Andreas (DI FA CTR PLC PPM)" userId="f1dcac62-7bef-43eb-91f0-927336a1714f" providerId="ADAL" clId="{91A7750A-C69B-4970-962F-36B3D7EFFB05}" dt="2022-08-12T12:44:19.009" v="685" actId="14100"/>
          <ac:spMkLst>
            <pc:docMk/>
            <pc:sldMk cId="33594056" sldId="9787"/>
            <ac:spMk id="83" creationId="{F015FE7E-5EBD-AED3-5A62-02E99FA23B48}"/>
          </ac:spMkLst>
        </pc:spChg>
        <pc:spChg chg="add mod">
          <ac:chgData name="Macher, Andreas (DI FA CTR PLC PPM)" userId="f1dcac62-7bef-43eb-91f0-927336a1714f" providerId="ADAL" clId="{91A7750A-C69B-4970-962F-36B3D7EFFB05}" dt="2022-08-12T12:41:54.852" v="667" actId="1035"/>
          <ac:spMkLst>
            <pc:docMk/>
            <pc:sldMk cId="33594056" sldId="9787"/>
            <ac:spMk id="84" creationId="{F682633E-FA48-5344-3955-830742711C35}"/>
          </ac:spMkLst>
        </pc:spChg>
        <pc:spChg chg="add mod">
          <ac:chgData name="Macher, Andreas (DI FA CTR PLC PPM)" userId="f1dcac62-7bef-43eb-91f0-927336a1714f" providerId="ADAL" clId="{91A7750A-C69B-4970-962F-36B3D7EFFB05}" dt="2022-08-12T12:41:54.852" v="667" actId="1035"/>
          <ac:spMkLst>
            <pc:docMk/>
            <pc:sldMk cId="33594056" sldId="9787"/>
            <ac:spMk id="86" creationId="{DD57848F-F8BA-7AC2-DEAC-984331B9F3DD}"/>
          </ac:spMkLst>
        </pc:spChg>
        <pc:spChg chg="add mod">
          <ac:chgData name="Macher, Andreas (DI FA CTR PLC PPM)" userId="f1dcac62-7bef-43eb-91f0-927336a1714f" providerId="ADAL" clId="{91A7750A-C69B-4970-962F-36B3D7EFFB05}" dt="2022-08-12T12:46:58.355" v="791" actId="14100"/>
          <ac:spMkLst>
            <pc:docMk/>
            <pc:sldMk cId="33594056" sldId="9787"/>
            <ac:spMk id="89" creationId="{7DF1F7DB-FD5A-B05B-E87C-1043653D7244}"/>
          </ac:spMkLst>
        </pc:spChg>
        <pc:spChg chg="add mod">
          <ac:chgData name="Macher, Andreas (DI FA CTR PLC PPM)" userId="f1dcac62-7bef-43eb-91f0-927336a1714f" providerId="ADAL" clId="{91A7750A-C69B-4970-962F-36B3D7EFFB05}" dt="2022-08-12T12:47:30.556" v="860" actId="14100"/>
          <ac:spMkLst>
            <pc:docMk/>
            <pc:sldMk cId="33594056" sldId="9787"/>
            <ac:spMk id="90" creationId="{3B5F7AC5-76BB-E472-8501-DD45CCBE41B1}"/>
          </ac:spMkLst>
        </pc:spChg>
        <pc:spChg chg="add mod">
          <ac:chgData name="Macher, Andreas (DI FA CTR PLC PPM)" userId="f1dcac62-7bef-43eb-91f0-927336a1714f" providerId="ADAL" clId="{91A7750A-C69B-4970-962F-36B3D7EFFB05}" dt="2022-08-12T12:42:04.672" v="669" actId="1076"/>
          <ac:spMkLst>
            <pc:docMk/>
            <pc:sldMk cId="33594056" sldId="9787"/>
            <ac:spMk id="95" creationId="{126FA557-A787-30F2-7462-854AFC59E075}"/>
          </ac:spMkLst>
        </pc:spChg>
        <pc:spChg chg="add del mod">
          <ac:chgData name="Macher, Andreas (DI FA CTR PLC PPM)" userId="f1dcac62-7bef-43eb-91f0-927336a1714f" providerId="ADAL" clId="{91A7750A-C69B-4970-962F-36B3D7EFFB05}" dt="2022-08-12T12:43:13.626" v="678" actId="478"/>
          <ac:spMkLst>
            <pc:docMk/>
            <pc:sldMk cId="33594056" sldId="9787"/>
            <ac:spMk id="96" creationId="{C679B539-4C7B-90F3-F8CB-E3281A35F460}"/>
          </ac:spMkLst>
        </pc:spChg>
        <pc:spChg chg="add del mod">
          <ac:chgData name="Macher, Andreas (DI FA CTR PLC PPM)" userId="f1dcac62-7bef-43eb-91f0-927336a1714f" providerId="ADAL" clId="{91A7750A-C69B-4970-962F-36B3D7EFFB05}" dt="2022-08-12T12:43:15.217" v="679" actId="478"/>
          <ac:spMkLst>
            <pc:docMk/>
            <pc:sldMk cId="33594056" sldId="9787"/>
            <ac:spMk id="97" creationId="{F5252CF0-5064-B0F8-EBDA-B40731040F82}"/>
          </ac:spMkLst>
        </pc:spChg>
        <pc:spChg chg="mod">
          <ac:chgData name="Macher, Andreas (DI FA CTR PLC PPM)" userId="f1dcac62-7bef-43eb-91f0-927336a1714f" providerId="ADAL" clId="{91A7750A-C69B-4970-962F-36B3D7EFFB05}" dt="2022-08-12T12:32:53.608" v="552" actId="108"/>
          <ac:spMkLst>
            <pc:docMk/>
            <pc:sldMk cId="33594056" sldId="9787"/>
            <ac:spMk id="122" creationId="{232F4B8C-AD91-11A9-0D4D-02088C050C88}"/>
          </ac:spMkLst>
        </pc:spChg>
        <pc:spChg chg="del">
          <ac:chgData name="Macher, Andreas (DI FA CTR PLC PPM)" userId="f1dcac62-7bef-43eb-91f0-927336a1714f" providerId="ADAL" clId="{91A7750A-C69B-4970-962F-36B3D7EFFB05}" dt="2022-08-12T12:31:48.741" v="534" actId="478"/>
          <ac:spMkLst>
            <pc:docMk/>
            <pc:sldMk cId="33594056" sldId="9787"/>
            <ac:spMk id="123" creationId="{D0E67438-1981-AB10-F6DD-937CE3484ED3}"/>
          </ac:spMkLst>
        </pc:spChg>
        <pc:spChg chg="mod">
          <ac:chgData name="Macher, Andreas (DI FA CTR PLC PPM)" userId="f1dcac62-7bef-43eb-91f0-927336a1714f" providerId="ADAL" clId="{91A7750A-C69B-4970-962F-36B3D7EFFB05}" dt="2022-08-12T12:34:40.812" v="614" actId="208"/>
          <ac:spMkLst>
            <pc:docMk/>
            <pc:sldMk cId="33594056" sldId="9787"/>
            <ac:spMk id="153" creationId="{170FD330-ED6F-528E-7219-21CE0DA23994}"/>
          </ac:spMkLst>
        </pc:spChg>
        <pc:spChg chg="mod">
          <ac:chgData name="Macher, Andreas (DI FA CTR PLC PPM)" userId="f1dcac62-7bef-43eb-91f0-927336a1714f" providerId="ADAL" clId="{91A7750A-C69B-4970-962F-36B3D7EFFB05}" dt="2022-08-12T12:32:15.376" v="545" actId="20577"/>
          <ac:spMkLst>
            <pc:docMk/>
            <pc:sldMk cId="33594056" sldId="9787"/>
            <ac:spMk id="159" creationId="{6911F848-ACB0-5C61-F711-C5B83A6E4C3D}"/>
          </ac:spMkLst>
        </pc:spChg>
        <pc:spChg chg="del">
          <ac:chgData name="Macher, Andreas (DI FA CTR PLC PPM)" userId="f1dcac62-7bef-43eb-91f0-927336a1714f" providerId="ADAL" clId="{91A7750A-C69B-4970-962F-36B3D7EFFB05}" dt="2022-08-12T12:31:04.193" v="531" actId="478"/>
          <ac:spMkLst>
            <pc:docMk/>
            <pc:sldMk cId="33594056" sldId="9787"/>
            <ac:spMk id="270" creationId="{C7D56EBE-D5D9-FBAE-8796-9C821465260B}"/>
          </ac:spMkLst>
        </pc:spChg>
        <pc:spChg chg="mod">
          <ac:chgData name="Macher, Andreas (DI FA CTR PLC PPM)" userId="f1dcac62-7bef-43eb-91f0-927336a1714f" providerId="ADAL" clId="{91A7750A-C69B-4970-962F-36B3D7EFFB05}" dt="2022-08-12T12:32:34.009" v="550" actId="20577"/>
          <ac:spMkLst>
            <pc:docMk/>
            <pc:sldMk cId="33594056" sldId="9787"/>
            <ac:spMk id="281" creationId="{E7D864F6-D177-8338-DDE6-42AD7AECEB6D}"/>
          </ac:spMkLst>
        </pc:spChg>
        <pc:spChg chg="del">
          <ac:chgData name="Macher, Andreas (DI FA CTR PLC PPM)" userId="f1dcac62-7bef-43eb-91f0-927336a1714f" providerId="ADAL" clId="{91A7750A-C69B-4970-962F-36B3D7EFFB05}" dt="2022-08-12T12:48:36.158" v="864" actId="478"/>
          <ac:spMkLst>
            <pc:docMk/>
            <pc:sldMk cId="33594056" sldId="9787"/>
            <ac:spMk id="282" creationId="{14808A14-DF35-9768-E28D-C9B4DD299FDA}"/>
          </ac:spMkLst>
        </pc:spChg>
        <pc:grpChg chg="del">
          <ac:chgData name="Macher, Andreas (DI FA CTR PLC PPM)" userId="f1dcac62-7bef-43eb-91f0-927336a1714f" providerId="ADAL" clId="{91A7750A-C69B-4970-962F-36B3D7EFFB05}" dt="2022-08-12T12:33:13.154" v="555" actId="478"/>
          <ac:grpSpMkLst>
            <pc:docMk/>
            <pc:sldMk cId="33594056" sldId="9787"/>
            <ac:grpSpMk id="141" creationId="{27F4565A-045F-AD43-B095-945BD062F8AF}"/>
          </ac:grpSpMkLst>
        </pc:grpChg>
        <pc:grpChg chg="del">
          <ac:chgData name="Macher, Andreas (DI FA CTR PLC PPM)" userId="f1dcac62-7bef-43eb-91f0-927336a1714f" providerId="ADAL" clId="{91A7750A-C69B-4970-962F-36B3D7EFFB05}" dt="2022-08-12T12:33:14.322" v="556" actId="478"/>
          <ac:grpSpMkLst>
            <pc:docMk/>
            <pc:sldMk cId="33594056" sldId="9787"/>
            <ac:grpSpMk id="154" creationId="{F3A26EBC-CC4E-8145-4A89-4AD0005FD4AE}"/>
          </ac:grpSpMkLst>
        </pc:grpChg>
        <pc:grpChg chg="del">
          <ac:chgData name="Macher, Andreas (DI FA CTR PLC PPM)" userId="f1dcac62-7bef-43eb-91f0-927336a1714f" providerId="ADAL" clId="{91A7750A-C69B-4970-962F-36B3D7EFFB05}" dt="2022-08-12T12:31:06.714" v="532" actId="478"/>
          <ac:grpSpMkLst>
            <pc:docMk/>
            <pc:sldMk cId="33594056" sldId="9787"/>
            <ac:grpSpMk id="271" creationId="{E7B480D3-1E93-A0F0-1CEE-9153737A3CFF}"/>
          </ac:grpSpMkLst>
        </pc:grpChg>
        <pc:picChg chg="add mod">
          <ac:chgData name="Macher, Andreas (DI FA CTR PLC PPM)" userId="f1dcac62-7bef-43eb-91f0-927336a1714f" providerId="ADAL" clId="{91A7750A-C69B-4970-962F-36B3D7EFFB05}" dt="2022-08-12T12:41:54.852" v="667" actId="1035"/>
          <ac:picMkLst>
            <pc:docMk/>
            <pc:sldMk cId="33594056" sldId="9787"/>
            <ac:picMk id="78" creationId="{19997782-9C20-DF22-BD1A-B7C1F9A514EE}"/>
          </ac:picMkLst>
        </pc:picChg>
        <pc:picChg chg="add mod">
          <ac:chgData name="Macher, Andreas (DI FA CTR PLC PPM)" userId="f1dcac62-7bef-43eb-91f0-927336a1714f" providerId="ADAL" clId="{91A7750A-C69B-4970-962F-36B3D7EFFB05}" dt="2022-08-12T12:41:54.852" v="667" actId="1035"/>
          <ac:picMkLst>
            <pc:docMk/>
            <pc:sldMk cId="33594056" sldId="9787"/>
            <ac:picMk id="79" creationId="{CF465323-99F6-1CD8-C50E-7F0A433B97A2}"/>
          </ac:picMkLst>
        </pc:picChg>
        <pc:picChg chg="add mod">
          <ac:chgData name="Macher, Andreas (DI FA CTR PLC PPM)" userId="f1dcac62-7bef-43eb-91f0-927336a1714f" providerId="ADAL" clId="{91A7750A-C69B-4970-962F-36B3D7EFFB05}" dt="2022-08-12T12:41:54.852" v="667" actId="1035"/>
          <ac:picMkLst>
            <pc:docMk/>
            <pc:sldMk cId="33594056" sldId="9787"/>
            <ac:picMk id="80" creationId="{8B7C98EE-A059-9555-9A63-03A651F56F76}"/>
          </ac:picMkLst>
        </pc:picChg>
        <pc:picChg chg="add mod">
          <ac:chgData name="Macher, Andreas (DI FA CTR PLC PPM)" userId="f1dcac62-7bef-43eb-91f0-927336a1714f" providerId="ADAL" clId="{91A7750A-C69B-4970-962F-36B3D7EFFB05}" dt="2022-08-12T12:41:54.852" v="667" actId="1035"/>
          <ac:picMkLst>
            <pc:docMk/>
            <pc:sldMk cId="33594056" sldId="9787"/>
            <ac:picMk id="81" creationId="{B08F6568-2465-09B2-0626-AAA3DE73A3AA}"/>
          </ac:picMkLst>
        </pc:picChg>
        <pc:picChg chg="add mod">
          <ac:chgData name="Macher, Andreas (DI FA CTR PLC PPM)" userId="f1dcac62-7bef-43eb-91f0-927336a1714f" providerId="ADAL" clId="{91A7750A-C69B-4970-962F-36B3D7EFFB05}" dt="2022-08-12T12:41:54.852" v="667" actId="1035"/>
          <ac:picMkLst>
            <pc:docMk/>
            <pc:sldMk cId="33594056" sldId="9787"/>
            <ac:picMk id="87" creationId="{5BF68951-A7E3-9A70-583A-E1CF1B6032C5}"/>
          </ac:picMkLst>
        </pc:picChg>
        <pc:picChg chg="add mod">
          <ac:chgData name="Macher, Andreas (DI FA CTR PLC PPM)" userId="f1dcac62-7bef-43eb-91f0-927336a1714f" providerId="ADAL" clId="{91A7750A-C69B-4970-962F-36B3D7EFFB05}" dt="2022-08-12T12:41:54.852" v="667" actId="1035"/>
          <ac:picMkLst>
            <pc:docMk/>
            <pc:sldMk cId="33594056" sldId="9787"/>
            <ac:picMk id="88" creationId="{AD32A3A2-8023-9275-D8BB-4EB76FE903B2}"/>
          </ac:picMkLst>
        </pc:picChg>
        <pc:picChg chg="add mod">
          <ac:chgData name="Macher, Andreas (DI FA CTR PLC PPM)" userId="f1dcac62-7bef-43eb-91f0-927336a1714f" providerId="ADAL" clId="{91A7750A-C69B-4970-962F-36B3D7EFFB05}" dt="2022-08-12T12:42:04.672" v="669" actId="1076"/>
          <ac:picMkLst>
            <pc:docMk/>
            <pc:sldMk cId="33594056" sldId="9787"/>
            <ac:picMk id="91" creationId="{A4586FA6-8077-2305-3066-B4C042A234FE}"/>
          </ac:picMkLst>
        </pc:picChg>
        <pc:picChg chg="add mod">
          <ac:chgData name="Macher, Andreas (DI FA CTR PLC PPM)" userId="f1dcac62-7bef-43eb-91f0-927336a1714f" providerId="ADAL" clId="{91A7750A-C69B-4970-962F-36B3D7EFFB05}" dt="2022-08-12T12:42:04.672" v="669" actId="1076"/>
          <ac:picMkLst>
            <pc:docMk/>
            <pc:sldMk cId="33594056" sldId="9787"/>
            <ac:picMk id="92" creationId="{42EA4401-BAEE-475C-65F4-4F4D65CE9E7B}"/>
          </ac:picMkLst>
        </pc:picChg>
        <pc:picChg chg="add mod">
          <ac:chgData name="Macher, Andreas (DI FA CTR PLC PPM)" userId="f1dcac62-7bef-43eb-91f0-927336a1714f" providerId="ADAL" clId="{91A7750A-C69B-4970-962F-36B3D7EFFB05}" dt="2022-08-12T12:42:04.672" v="669" actId="1076"/>
          <ac:picMkLst>
            <pc:docMk/>
            <pc:sldMk cId="33594056" sldId="9787"/>
            <ac:picMk id="93" creationId="{CFB8EC83-0E4A-68FA-7B2D-9A03E26BC326}"/>
          </ac:picMkLst>
        </pc:picChg>
        <pc:picChg chg="add mod">
          <ac:chgData name="Macher, Andreas (DI FA CTR PLC PPM)" userId="f1dcac62-7bef-43eb-91f0-927336a1714f" providerId="ADAL" clId="{91A7750A-C69B-4970-962F-36B3D7EFFB05}" dt="2022-08-12T12:42:04.672" v="669" actId="1076"/>
          <ac:picMkLst>
            <pc:docMk/>
            <pc:sldMk cId="33594056" sldId="9787"/>
            <ac:picMk id="94" creationId="{125A5BA2-735F-1F76-876E-971F73CE962A}"/>
          </ac:picMkLst>
        </pc:picChg>
        <pc:picChg chg="add mod">
          <ac:chgData name="Macher, Andreas (DI FA CTR PLC PPM)" userId="f1dcac62-7bef-43eb-91f0-927336a1714f" providerId="ADAL" clId="{91A7750A-C69B-4970-962F-36B3D7EFFB05}" dt="2022-08-12T12:42:04.672" v="669" actId="1076"/>
          <ac:picMkLst>
            <pc:docMk/>
            <pc:sldMk cId="33594056" sldId="9787"/>
            <ac:picMk id="98" creationId="{426A2CFA-DB3E-5A3E-7A24-D459EA47322C}"/>
          </ac:picMkLst>
        </pc:picChg>
        <pc:picChg chg="add mod">
          <ac:chgData name="Macher, Andreas (DI FA CTR PLC PPM)" userId="f1dcac62-7bef-43eb-91f0-927336a1714f" providerId="ADAL" clId="{91A7750A-C69B-4970-962F-36B3D7EFFB05}" dt="2022-08-12T12:42:04.672" v="669" actId="1076"/>
          <ac:picMkLst>
            <pc:docMk/>
            <pc:sldMk cId="33594056" sldId="9787"/>
            <ac:picMk id="99" creationId="{4DB9D2CF-9E8D-64B9-F455-B481F405CDE3}"/>
          </ac:picMkLst>
        </pc:picChg>
        <pc:picChg chg="add mod">
          <ac:chgData name="Macher, Andreas (DI FA CTR PLC PPM)" userId="f1dcac62-7bef-43eb-91f0-927336a1714f" providerId="ADAL" clId="{91A7750A-C69B-4970-962F-36B3D7EFFB05}" dt="2022-08-12T12:43:21.642" v="681" actId="1076"/>
          <ac:picMkLst>
            <pc:docMk/>
            <pc:sldMk cId="33594056" sldId="9787"/>
            <ac:picMk id="100" creationId="{643B146F-3B2A-ADA2-03AA-B7DEDF231EA1}"/>
          </ac:picMkLst>
        </pc:picChg>
        <pc:picChg chg="add mod">
          <ac:chgData name="Macher, Andreas (DI FA CTR PLC PPM)" userId="f1dcac62-7bef-43eb-91f0-927336a1714f" providerId="ADAL" clId="{91A7750A-C69B-4970-962F-36B3D7EFFB05}" dt="2022-08-12T12:43:25.193" v="683" actId="1076"/>
          <ac:picMkLst>
            <pc:docMk/>
            <pc:sldMk cId="33594056" sldId="9787"/>
            <ac:picMk id="101" creationId="{A3D64234-FE3E-9CEA-2CC1-8EAF33BAB2B4}"/>
          </ac:picMkLst>
        </pc:picChg>
        <pc:cxnChg chg="add mod">
          <ac:chgData name="Macher, Andreas (DI FA CTR PLC PPM)" userId="f1dcac62-7bef-43eb-91f0-927336a1714f" providerId="ADAL" clId="{91A7750A-C69B-4970-962F-36B3D7EFFB05}" dt="2022-08-12T12:33:04.593" v="554" actId="167"/>
          <ac:cxnSpMkLst>
            <pc:docMk/>
            <pc:sldMk cId="33594056" sldId="9787"/>
            <ac:cxnSpMk id="10" creationId="{C24C48C3-C800-CAE5-A2E3-65EE16D50577}"/>
          </ac:cxnSpMkLst>
        </pc:cxnChg>
        <pc:cxnChg chg="add mod ord">
          <ac:chgData name="Macher, Andreas (DI FA CTR PLC PPM)" userId="f1dcac62-7bef-43eb-91f0-927336a1714f" providerId="ADAL" clId="{91A7750A-C69B-4970-962F-36B3D7EFFB05}" dt="2022-08-12T12:45:37.733" v="696" actId="1036"/>
          <ac:cxnSpMkLst>
            <pc:docMk/>
            <pc:sldMk cId="33594056" sldId="9787"/>
            <ac:cxnSpMk id="14" creationId="{3A076CB1-DF45-3F23-D5F0-A391D711999D}"/>
          </ac:cxnSpMkLst>
        </pc:cxnChg>
        <pc:cxnChg chg="add mod ord">
          <ac:chgData name="Macher, Andreas (DI FA CTR PLC PPM)" userId="f1dcac62-7bef-43eb-91f0-927336a1714f" providerId="ADAL" clId="{91A7750A-C69B-4970-962F-36B3D7EFFB05}" dt="2022-08-12T12:45:55.218" v="764" actId="1037"/>
          <ac:cxnSpMkLst>
            <pc:docMk/>
            <pc:sldMk cId="33594056" sldId="9787"/>
            <ac:cxnSpMk id="105" creationId="{BA4E8C2F-B3C5-20E3-5A00-A200D1810112}"/>
          </ac:cxnSpMkLst>
        </pc:cxnChg>
        <pc:cxnChg chg="add mod ord">
          <ac:chgData name="Macher, Andreas (DI FA CTR PLC PPM)" userId="f1dcac62-7bef-43eb-91f0-927336a1714f" providerId="ADAL" clId="{91A7750A-C69B-4970-962F-36B3D7EFFB05}" dt="2022-08-12T12:47:04.176" v="823" actId="1036"/>
          <ac:cxnSpMkLst>
            <pc:docMk/>
            <pc:sldMk cId="33594056" sldId="9787"/>
            <ac:cxnSpMk id="106" creationId="{14E810BB-CFA7-2FE6-3A61-5EEF8B1A0E82}"/>
          </ac:cxnSpMkLst>
        </pc:cxnChg>
        <pc:cxnChg chg="add mod ord">
          <ac:chgData name="Macher, Andreas (DI FA CTR PLC PPM)" userId="f1dcac62-7bef-43eb-91f0-927336a1714f" providerId="ADAL" clId="{91A7750A-C69B-4970-962F-36B3D7EFFB05}" dt="2022-08-12T12:47:43.949" v="863" actId="1036"/>
          <ac:cxnSpMkLst>
            <pc:docMk/>
            <pc:sldMk cId="33594056" sldId="9787"/>
            <ac:cxnSpMk id="108" creationId="{B9528F73-9C29-2B18-9EE6-94B0B2C2454A}"/>
          </ac:cxnSpMkLst>
        </pc:cxnChg>
      </pc:sldChg>
      <pc:sldChg chg="addSp delSp modSp add mod">
        <pc:chgData name="Macher, Andreas (DI FA CTR PLC PPM)" userId="f1dcac62-7bef-43eb-91f0-927336a1714f" providerId="ADAL" clId="{91A7750A-C69B-4970-962F-36B3D7EFFB05}" dt="2022-08-12T12:56:11.687" v="1091" actId="1038"/>
        <pc:sldMkLst>
          <pc:docMk/>
          <pc:sldMk cId="1616284151" sldId="9788"/>
        </pc:sldMkLst>
        <pc:spChg chg="mod">
          <ac:chgData name="Macher, Andreas (DI FA CTR PLC PPM)" userId="f1dcac62-7bef-43eb-91f0-927336a1714f" providerId="ADAL" clId="{91A7750A-C69B-4970-962F-36B3D7EFFB05}" dt="2022-08-12T12:51:42.006" v="992" actId="20577"/>
          <ac:spMkLst>
            <pc:docMk/>
            <pc:sldMk cId="1616284151" sldId="9788"/>
            <ac:spMk id="2" creationId="{00000000-0000-0000-0000-000000000000}"/>
          </ac:spMkLst>
        </pc:spChg>
        <pc:spChg chg="mod">
          <ac:chgData name="Macher, Andreas (DI FA CTR PLC PPM)" userId="f1dcac62-7bef-43eb-91f0-927336a1714f" providerId="ADAL" clId="{91A7750A-C69B-4970-962F-36B3D7EFFB05}" dt="2022-08-12T12:52:34.735" v="1043" actId="1038"/>
          <ac:spMkLst>
            <pc:docMk/>
            <pc:sldMk cId="1616284151" sldId="9788"/>
            <ac:spMk id="3" creationId="{FF3F7F0A-0A9C-B15C-2B85-7A6BDD577926}"/>
          </ac:spMkLst>
        </pc:spChg>
        <pc:spChg chg="add mod">
          <ac:chgData name="Macher, Andreas (DI FA CTR PLC PPM)" userId="f1dcac62-7bef-43eb-91f0-927336a1714f" providerId="ADAL" clId="{91A7750A-C69B-4970-962F-36B3D7EFFB05}" dt="2022-08-12T12:53:22.079" v="1059" actId="167"/>
          <ac:spMkLst>
            <pc:docMk/>
            <pc:sldMk cId="1616284151" sldId="9788"/>
            <ac:spMk id="5" creationId="{34B91110-E525-CDA8-2EE2-F597F001D543}"/>
          </ac:spMkLst>
        </pc:spChg>
        <pc:spChg chg="del">
          <ac:chgData name="Macher, Andreas (DI FA CTR PLC PPM)" userId="f1dcac62-7bef-43eb-91f0-927336a1714f" providerId="ADAL" clId="{91A7750A-C69B-4970-962F-36B3D7EFFB05}" dt="2022-08-12T12:52:27.715" v="995" actId="478"/>
          <ac:spMkLst>
            <pc:docMk/>
            <pc:sldMk cId="1616284151" sldId="9788"/>
            <ac:spMk id="8" creationId="{D70EC1EC-A084-2659-2A9F-3BBE28E026B6}"/>
          </ac:spMkLst>
        </pc:spChg>
        <pc:spChg chg="mod">
          <ac:chgData name="Macher, Andreas (DI FA CTR PLC PPM)" userId="f1dcac62-7bef-43eb-91f0-927336a1714f" providerId="ADAL" clId="{91A7750A-C69B-4970-962F-36B3D7EFFB05}" dt="2022-08-12T12:53:35.538" v="1061"/>
          <ac:spMkLst>
            <pc:docMk/>
            <pc:sldMk cId="1616284151" sldId="9788"/>
            <ac:spMk id="86" creationId="{0F2BA996-DE2F-931F-3AE7-3F0B931C8590}"/>
          </ac:spMkLst>
        </pc:spChg>
        <pc:spChg chg="mod">
          <ac:chgData name="Macher, Andreas (DI FA CTR PLC PPM)" userId="f1dcac62-7bef-43eb-91f0-927336a1714f" providerId="ADAL" clId="{91A7750A-C69B-4970-962F-36B3D7EFFB05}" dt="2022-08-12T12:53:35.538" v="1061"/>
          <ac:spMkLst>
            <pc:docMk/>
            <pc:sldMk cId="1616284151" sldId="9788"/>
            <ac:spMk id="87" creationId="{74E17C02-BCC1-014B-6043-4EFF30DF216D}"/>
          </ac:spMkLst>
        </pc:spChg>
        <pc:spChg chg="add mod">
          <ac:chgData name="Macher, Andreas (DI FA CTR PLC PPM)" userId="f1dcac62-7bef-43eb-91f0-927336a1714f" providerId="ADAL" clId="{91A7750A-C69B-4970-962F-36B3D7EFFB05}" dt="2022-08-12T12:55:35.925" v="1079" actId="167"/>
          <ac:spMkLst>
            <pc:docMk/>
            <pc:sldMk cId="1616284151" sldId="9788"/>
            <ac:spMk id="103" creationId="{802A6FDB-265E-54C4-A2A3-1FA453F26583}"/>
          </ac:spMkLst>
        </pc:spChg>
        <pc:spChg chg="add mod">
          <ac:chgData name="Macher, Andreas (DI FA CTR PLC PPM)" userId="f1dcac62-7bef-43eb-91f0-927336a1714f" providerId="ADAL" clId="{91A7750A-C69B-4970-962F-36B3D7EFFB05}" dt="2022-08-12T12:55:52.974" v="1084" actId="167"/>
          <ac:spMkLst>
            <pc:docMk/>
            <pc:sldMk cId="1616284151" sldId="9788"/>
            <ac:spMk id="104" creationId="{5ADEF9D8-E4FF-E31F-2625-DEFE92F61BFA}"/>
          </ac:spMkLst>
        </pc:spChg>
        <pc:spChg chg="mod">
          <ac:chgData name="Macher, Andreas (DI FA CTR PLC PPM)" userId="f1dcac62-7bef-43eb-91f0-927336a1714f" providerId="ADAL" clId="{91A7750A-C69B-4970-962F-36B3D7EFFB05}" dt="2022-08-12T12:55:56.004" v="1085"/>
          <ac:spMkLst>
            <pc:docMk/>
            <pc:sldMk cId="1616284151" sldId="9788"/>
            <ac:spMk id="106" creationId="{0972201A-7062-CAA8-BD3C-612733740866}"/>
          </ac:spMkLst>
        </pc:spChg>
        <pc:spChg chg="mod">
          <ac:chgData name="Macher, Andreas (DI FA CTR PLC PPM)" userId="f1dcac62-7bef-43eb-91f0-927336a1714f" providerId="ADAL" clId="{91A7750A-C69B-4970-962F-36B3D7EFFB05}" dt="2022-08-12T12:55:56.004" v="1085"/>
          <ac:spMkLst>
            <pc:docMk/>
            <pc:sldMk cId="1616284151" sldId="9788"/>
            <ac:spMk id="107" creationId="{6B47E5A1-7261-8947-9D36-57F2DF667E08}"/>
          </ac:spMkLst>
        </pc:spChg>
        <pc:spChg chg="mod">
          <ac:chgData name="Macher, Andreas (DI FA CTR PLC PPM)" userId="f1dcac62-7bef-43eb-91f0-927336a1714f" providerId="ADAL" clId="{91A7750A-C69B-4970-962F-36B3D7EFFB05}" dt="2022-08-12T12:56:00.638" v="1087"/>
          <ac:spMkLst>
            <pc:docMk/>
            <pc:sldMk cId="1616284151" sldId="9788"/>
            <ac:spMk id="109" creationId="{8DD40DBE-AC9D-AC54-F3DB-399EE7AFC2EE}"/>
          </ac:spMkLst>
        </pc:spChg>
        <pc:spChg chg="mod">
          <ac:chgData name="Macher, Andreas (DI FA CTR PLC PPM)" userId="f1dcac62-7bef-43eb-91f0-927336a1714f" providerId="ADAL" clId="{91A7750A-C69B-4970-962F-36B3D7EFFB05}" dt="2022-08-12T12:56:00.638" v="1087"/>
          <ac:spMkLst>
            <pc:docMk/>
            <pc:sldMk cId="1616284151" sldId="9788"/>
            <ac:spMk id="110" creationId="{0B509371-F4A7-6C67-102A-126D17B36837}"/>
          </ac:spMkLst>
        </pc:spChg>
        <pc:spChg chg="mod">
          <ac:chgData name="Macher, Andreas (DI FA CTR PLC PPM)" userId="f1dcac62-7bef-43eb-91f0-927336a1714f" providerId="ADAL" clId="{91A7750A-C69B-4970-962F-36B3D7EFFB05}" dt="2022-08-12T12:52:34.735" v="1043" actId="1038"/>
          <ac:spMkLst>
            <pc:docMk/>
            <pc:sldMk cId="1616284151" sldId="9788"/>
            <ac:spMk id="122" creationId="{232F4B8C-AD91-11A9-0D4D-02088C050C88}"/>
          </ac:spMkLst>
        </pc:spChg>
        <pc:spChg chg="mod">
          <ac:chgData name="Macher, Andreas (DI FA CTR PLC PPM)" userId="f1dcac62-7bef-43eb-91f0-927336a1714f" providerId="ADAL" clId="{91A7750A-C69B-4970-962F-36B3D7EFFB05}" dt="2022-08-12T12:52:34.735" v="1043" actId="1038"/>
          <ac:spMkLst>
            <pc:docMk/>
            <pc:sldMk cId="1616284151" sldId="9788"/>
            <ac:spMk id="123" creationId="{D0E67438-1981-AB10-F6DD-937CE3484ED3}"/>
          </ac:spMkLst>
        </pc:spChg>
        <pc:spChg chg="mod">
          <ac:chgData name="Macher, Andreas (DI FA CTR PLC PPM)" userId="f1dcac62-7bef-43eb-91f0-927336a1714f" providerId="ADAL" clId="{91A7750A-C69B-4970-962F-36B3D7EFFB05}" dt="2022-08-12T12:54:47.896" v="1068" actId="14100"/>
          <ac:spMkLst>
            <pc:docMk/>
            <pc:sldMk cId="1616284151" sldId="9788"/>
            <ac:spMk id="153" creationId="{170FD330-ED6F-528E-7219-21CE0DA23994}"/>
          </ac:spMkLst>
        </pc:spChg>
        <pc:spChg chg="mod">
          <ac:chgData name="Macher, Andreas (DI FA CTR PLC PPM)" userId="f1dcac62-7bef-43eb-91f0-927336a1714f" providerId="ADAL" clId="{91A7750A-C69B-4970-962F-36B3D7EFFB05}" dt="2022-08-12T12:52:34.735" v="1043" actId="1038"/>
          <ac:spMkLst>
            <pc:docMk/>
            <pc:sldMk cId="1616284151" sldId="9788"/>
            <ac:spMk id="159" creationId="{6911F848-ACB0-5C61-F711-C5B83A6E4C3D}"/>
          </ac:spMkLst>
        </pc:spChg>
        <pc:spChg chg="del">
          <ac:chgData name="Macher, Andreas (DI FA CTR PLC PPM)" userId="f1dcac62-7bef-43eb-91f0-927336a1714f" providerId="ADAL" clId="{91A7750A-C69B-4970-962F-36B3D7EFFB05}" dt="2022-08-12T12:52:27.715" v="995" actId="478"/>
          <ac:spMkLst>
            <pc:docMk/>
            <pc:sldMk cId="1616284151" sldId="9788"/>
            <ac:spMk id="274" creationId="{B17D21DC-1285-8B08-DAE6-CCEE18248143}"/>
          </ac:spMkLst>
        </pc:spChg>
        <pc:spChg chg="del">
          <ac:chgData name="Macher, Andreas (DI FA CTR PLC PPM)" userId="f1dcac62-7bef-43eb-91f0-927336a1714f" providerId="ADAL" clId="{91A7750A-C69B-4970-962F-36B3D7EFFB05}" dt="2022-08-12T12:52:27.715" v="995" actId="478"/>
          <ac:spMkLst>
            <pc:docMk/>
            <pc:sldMk cId="1616284151" sldId="9788"/>
            <ac:spMk id="275" creationId="{4EF09A29-56A5-1D71-7C21-B2E26E57C3E2}"/>
          </ac:spMkLst>
        </pc:spChg>
        <pc:spChg chg="del">
          <ac:chgData name="Macher, Andreas (DI FA CTR PLC PPM)" userId="f1dcac62-7bef-43eb-91f0-927336a1714f" providerId="ADAL" clId="{91A7750A-C69B-4970-962F-36B3D7EFFB05}" dt="2022-08-12T12:52:27.715" v="995" actId="478"/>
          <ac:spMkLst>
            <pc:docMk/>
            <pc:sldMk cId="1616284151" sldId="9788"/>
            <ac:spMk id="281" creationId="{E7D864F6-D177-8338-DDE6-42AD7AECEB6D}"/>
          </ac:spMkLst>
        </pc:spChg>
        <pc:spChg chg="del">
          <ac:chgData name="Macher, Andreas (DI FA CTR PLC PPM)" userId="f1dcac62-7bef-43eb-91f0-927336a1714f" providerId="ADAL" clId="{91A7750A-C69B-4970-962F-36B3D7EFFB05}" dt="2022-08-12T12:52:27.715" v="995" actId="478"/>
          <ac:spMkLst>
            <pc:docMk/>
            <pc:sldMk cId="1616284151" sldId="9788"/>
            <ac:spMk id="282" creationId="{14808A14-DF35-9768-E28D-C9B4DD299FDA}"/>
          </ac:spMkLst>
        </pc:spChg>
        <pc:spChg chg="del">
          <ac:chgData name="Macher, Andreas (DI FA CTR PLC PPM)" userId="f1dcac62-7bef-43eb-91f0-927336a1714f" providerId="ADAL" clId="{91A7750A-C69B-4970-962F-36B3D7EFFB05}" dt="2022-08-12T12:52:27.715" v="995" actId="478"/>
          <ac:spMkLst>
            <pc:docMk/>
            <pc:sldMk cId="1616284151" sldId="9788"/>
            <ac:spMk id="283" creationId="{73FDA1B6-43E8-2766-102A-0540A688ED8D}"/>
          </ac:spMkLst>
        </pc:spChg>
        <pc:grpChg chg="add mod">
          <ac:chgData name="Macher, Andreas (DI FA CTR PLC PPM)" userId="f1dcac62-7bef-43eb-91f0-927336a1714f" providerId="ADAL" clId="{91A7750A-C69B-4970-962F-36B3D7EFFB05}" dt="2022-08-12T12:52:15.029" v="994" actId="1076"/>
          <ac:grpSpMkLst>
            <pc:docMk/>
            <pc:sldMk cId="1616284151" sldId="9788"/>
            <ac:grpSpMk id="75" creationId="{F9833A45-3709-66FA-61DA-C0F74A0C33BD}"/>
          </ac:grpSpMkLst>
        </pc:grpChg>
        <pc:grpChg chg="add mod">
          <ac:chgData name="Macher, Andreas (DI FA CTR PLC PPM)" userId="f1dcac62-7bef-43eb-91f0-927336a1714f" providerId="ADAL" clId="{91A7750A-C69B-4970-962F-36B3D7EFFB05}" dt="2022-08-12T12:53:38.127" v="1062" actId="1076"/>
          <ac:grpSpMkLst>
            <pc:docMk/>
            <pc:sldMk cId="1616284151" sldId="9788"/>
            <ac:grpSpMk id="85" creationId="{CA79F126-D485-E9A1-0075-BD59856B4911}"/>
          </ac:grpSpMkLst>
        </pc:grpChg>
        <pc:grpChg chg="add mod">
          <ac:chgData name="Macher, Andreas (DI FA CTR PLC PPM)" userId="f1dcac62-7bef-43eb-91f0-927336a1714f" providerId="ADAL" clId="{91A7750A-C69B-4970-962F-36B3D7EFFB05}" dt="2022-08-12T12:54:28.273" v="1065" actId="1076"/>
          <ac:grpSpMkLst>
            <pc:docMk/>
            <pc:sldMk cId="1616284151" sldId="9788"/>
            <ac:grpSpMk id="88" creationId="{A4A9A1DF-B35B-ECE9-B7D4-B901EE4C518A}"/>
          </ac:grpSpMkLst>
        </pc:grpChg>
        <pc:grpChg chg="add mod">
          <ac:chgData name="Macher, Andreas (DI FA CTR PLC PPM)" userId="f1dcac62-7bef-43eb-91f0-927336a1714f" providerId="ADAL" clId="{91A7750A-C69B-4970-962F-36B3D7EFFB05}" dt="2022-08-12T12:54:45.475" v="1067" actId="1076"/>
          <ac:grpSpMkLst>
            <pc:docMk/>
            <pc:sldMk cId="1616284151" sldId="9788"/>
            <ac:grpSpMk id="95" creationId="{F0345C8A-D41A-9D5F-5C06-AA3939FFCBD3}"/>
          </ac:grpSpMkLst>
        </pc:grpChg>
        <pc:grpChg chg="add mod">
          <ac:chgData name="Macher, Andreas (DI FA CTR PLC PPM)" userId="f1dcac62-7bef-43eb-91f0-927336a1714f" providerId="ADAL" clId="{91A7750A-C69B-4970-962F-36B3D7EFFB05}" dt="2022-08-12T12:55:59.900" v="1086" actId="1076"/>
          <ac:grpSpMkLst>
            <pc:docMk/>
            <pc:sldMk cId="1616284151" sldId="9788"/>
            <ac:grpSpMk id="105" creationId="{93D1ABFB-FD38-F7E3-CDA7-11F2783A0350}"/>
          </ac:grpSpMkLst>
        </pc:grpChg>
        <pc:grpChg chg="add mod">
          <ac:chgData name="Macher, Andreas (DI FA CTR PLC PPM)" userId="f1dcac62-7bef-43eb-91f0-927336a1714f" providerId="ADAL" clId="{91A7750A-C69B-4970-962F-36B3D7EFFB05}" dt="2022-08-12T12:56:04.145" v="1088" actId="1076"/>
          <ac:grpSpMkLst>
            <pc:docMk/>
            <pc:sldMk cId="1616284151" sldId="9788"/>
            <ac:grpSpMk id="108" creationId="{9D6C61E4-9F91-CC10-6C7C-2901AEC1FA61}"/>
          </ac:grpSpMkLst>
        </pc:grpChg>
        <pc:grpChg chg="mod">
          <ac:chgData name="Macher, Andreas (DI FA CTR PLC PPM)" userId="f1dcac62-7bef-43eb-91f0-927336a1714f" providerId="ADAL" clId="{91A7750A-C69B-4970-962F-36B3D7EFFB05}" dt="2022-08-12T12:52:34.735" v="1043" actId="1038"/>
          <ac:grpSpMkLst>
            <pc:docMk/>
            <pc:sldMk cId="1616284151" sldId="9788"/>
            <ac:grpSpMk id="124" creationId="{2ED7BC09-865A-A3E1-9EB3-8836C0020923}"/>
          </ac:grpSpMkLst>
        </pc:grpChg>
        <pc:grpChg chg="mod">
          <ac:chgData name="Macher, Andreas (DI FA CTR PLC PPM)" userId="f1dcac62-7bef-43eb-91f0-927336a1714f" providerId="ADAL" clId="{91A7750A-C69B-4970-962F-36B3D7EFFB05}" dt="2022-08-12T12:52:34.735" v="1043" actId="1038"/>
          <ac:grpSpMkLst>
            <pc:docMk/>
            <pc:sldMk cId="1616284151" sldId="9788"/>
            <ac:grpSpMk id="141" creationId="{27F4565A-045F-AD43-B095-945BD062F8AF}"/>
          </ac:grpSpMkLst>
        </pc:grpChg>
        <pc:grpChg chg="mod">
          <ac:chgData name="Macher, Andreas (DI FA CTR PLC PPM)" userId="f1dcac62-7bef-43eb-91f0-927336a1714f" providerId="ADAL" clId="{91A7750A-C69B-4970-962F-36B3D7EFFB05}" dt="2022-08-12T12:56:11.687" v="1091" actId="1038"/>
          <ac:grpSpMkLst>
            <pc:docMk/>
            <pc:sldMk cId="1616284151" sldId="9788"/>
            <ac:grpSpMk id="154" creationId="{F3A26EBC-CC4E-8145-4A89-4AD0005FD4AE}"/>
          </ac:grpSpMkLst>
        </pc:grpChg>
        <pc:grpChg chg="del">
          <ac:chgData name="Macher, Andreas (DI FA CTR PLC PPM)" userId="f1dcac62-7bef-43eb-91f0-927336a1714f" providerId="ADAL" clId="{91A7750A-C69B-4970-962F-36B3D7EFFB05}" dt="2022-08-12T12:52:27.715" v="995" actId="478"/>
          <ac:grpSpMkLst>
            <pc:docMk/>
            <pc:sldMk cId="1616284151" sldId="9788"/>
            <ac:grpSpMk id="168" creationId="{CA3F1FA8-FE56-1F17-7540-54320543E01B}"/>
          </ac:grpSpMkLst>
        </pc:grpChg>
        <pc:picChg chg="mod">
          <ac:chgData name="Macher, Andreas (DI FA CTR PLC PPM)" userId="f1dcac62-7bef-43eb-91f0-927336a1714f" providerId="ADAL" clId="{91A7750A-C69B-4970-962F-36B3D7EFFB05}" dt="2022-08-12T12:52:06.745" v="993"/>
          <ac:picMkLst>
            <pc:docMk/>
            <pc:sldMk cId="1616284151" sldId="9788"/>
            <ac:picMk id="78" creationId="{4ACDF431-093A-E8C0-A9BD-8591D85E8F05}"/>
          </ac:picMkLst>
        </pc:picChg>
        <pc:picChg chg="mod">
          <ac:chgData name="Macher, Andreas (DI FA CTR PLC PPM)" userId="f1dcac62-7bef-43eb-91f0-927336a1714f" providerId="ADAL" clId="{91A7750A-C69B-4970-962F-36B3D7EFFB05}" dt="2022-08-12T12:52:06.745" v="993"/>
          <ac:picMkLst>
            <pc:docMk/>
            <pc:sldMk cId="1616284151" sldId="9788"/>
            <ac:picMk id="79" creationId="{89925682-C9D1-956F-0FD3-4949FD201A61}"/>
          </ac:picMkLst>
        </pc:picChg>
        <pc:picChg chg="mod">
          <ac:chgData name="Macher, Andreas (DI FA CTR PLC PPM)" userId="f1dcac62-7bef-43eb-91f0-927336a1714f" providerId="ADAL" clId="{91A7750A-C69B-4970-962F-36B3D7EFFB05}" dt="2022-08-12T12:52:06.745" v="993"/>
          <ac:picMkLst>
            <pc:docMk/>
            <pc:sldMk cId="1616284151" sldId="9788"/>
            <ac:picMk id="80" creationId="{41CF1EE3-1DAC-D617-A1E6-ADEF54E19705}"/>
          </ac:picMkLst>
        </pc:picChg>
        <pc:picChg chg="mod">
          <ac:chgData name="Macher, Andreas (DI FA CTR PLC PPM)" userId="f1dcac62-7bef-43eb-91f0-927336a1714f" providerId="ADAL" clId="{91A7750A-C69B-4970-962F-36B3D7EFFB05}" dt="2022-08-12T12:52:06.745" v="993"/>
          <ac:picMkLst>
            <pc:docMk/>
            <pc:sldMk cId="1616284151" sldId="9788"/>
            <ac:picMk id="81" creationId="{2615A2D3-116B-D4CF-1CFA-16040179AF50}"/>
          </ac:picMkLst>
        </pc:picChg>
        <pc:picChg chg="add mod">
          <ac:chgData name="Macher, Andreas (DI FA CTR PLC PPM)" userId="f1dcac62-7bef-43eb-91f0-927336a1714f" providerId="ADAL" clId="{91A7750A-C69B-4970-962F-36B3D7EFFB05}" dt="2022-08-12T12:53:32.639" v="1060" actId="207"/>
          <ac:picMkLst>
            <pc:docMk/>
            <pc:sldMk cId="1616284151" sldId="9788"/>
            <ac:picMk id="82" creationId="{958345E2-972A-B30C-30F9-5E55C8CA907F}"/>
          </ac:picMkLst>
        </pc:picChg>
        <pc:picChg chg="add mod">
          <ac:chgData name="Macher, Andreas (DI FA CTR PLC PPM)" userId="f1dcac62-7bef-43eb-91f0-927336a1714f" providerId="ADAL" clId="{91A7750A-C69B-4970-962F-36B3D7EFFB05}" dt="2022-08-12T12:53:32.639" v="1060" actId="207"/>
          <ac:picMkLst>
            <pc:docMk/>
            <pc:sldMk cId="1616284151" sldId="9788"/>
            <ac:picMk id="83" creationId="{EDE810B1-71F1-1C92-0596-A81D5ADBAF8A}"/>
          </ac:picMkLst>
        </pc:picChg>
        <pc:picChg chg="mod">
          <ac:chgData name="Macher, Andreas (DI FA CTR PLC PPM)" userId="f1dcac62-7bef-43eb-91f0-927336a1714f" providerId="ADAL" clId="{91A7750A-C69B-4970-962F-36B3D7EFFB05}" dt="2022-08-12T12:53:53.184" v="1063"/>
          <ac:picMkLst>
            <pc:docMk/>
            <pc:sldMk cId="1616284151" sldId="9788"/>
            <ac:picMk id="91" creationId="{C135A355-06A7-CF81-29C9-E50943FBFEB6}"/>
          </ac:picMkLst>
        </pc:picChg>
        <pc:picChg chg="mod">
          <ac:chgData name="Macher, Andreas (DI FA CTR PLC PPM)" userId="f1dcac62-7bef-43eb-91f0-927336a1714f" providerId="ADAL" clId="{91A7750A-C69B-4970-962F-36B3D7EFFB05}" dt="2022-08-12T12:53:53.184" v="1063"/>
          <ac:picMkLst>
            <pc:docMk/>
            <pc:sldMk cId="1616284151" sldId="9788"/>
            <ac:picMk id="92" creationId="{E04E0329-8148-18D6-C420-3C3BA3DE8E93}"/>
          </ac:picMkLst>
        </pc:picChg>
        <pc:picChg chg="mod">
          <ac:chgData name="Macher, Andreas (DI FA CTR PLC PPM)" userId="f1dcac62-7bef-43eb-91f0-927336a1714f" providerId="ADAL" clId="{91A7750A-C69B-4970-962F-36B3D7EFFB05}" dt="2022-08-12T12:53:53.184" v="1063"/>
          <ac:picMkLst>
            <pc:docMk/>
            <pc:sldMk cId="1616284151" sldId="9788"/>
            <ac:picMk id="93" creationId="{B4561099-A31B-C4AF-02D6-D89298D1E6FF}"/>
          </ac:picMkLst>
        </pc:picChg>
        <pc:picChg chg="mod">
          <ac:chgData name="Macher, Andreas (DI FA CTR PLC PPM)" userId="f1dcac62-7bef-43eb-91f0-927336a1714f" providerId="ADAL" clId="{91A7750A-C69B-4970-962F-36B3D7EFFB05}" dt="2022-08-12T12:53:53.184" v="1063"/>
          <ac:picMkLst>
            <pc:docMk/>
            <pc:sldMk cId="1616284151" sldId="9788"/>
            <ac:picMk id="94" creationId="{7085670D-817B-E8B5-4E88-26F043E73904}"/>
          </ac:picMkLst>
        </pc:picChg>
        <pc:picChg chg="mod">
          <ac:chgData name="Macher, Andreas (DI FA CTR PLC PPM)" userId="f1dcac62-7bef-43eb-91f0-927336a1714f" providerId="ADAL" clId="{91A7750A-C69B-4970-962F-36B3D7EFFB05}" dt="2022-08-12T12:54:31.132" v="1066"/>
          <ac:picMkLst>
            <pc:docMk/>
            <pc:sldMk cId="1616284151" sldId="9788"/>
            <ac:picMk id="98" creationId="{4FBD6A03-5F0F-EF7D-C3AE-8AF0C39E2A06}"/>
          </ac:picMkLst>
        </pc:picChg>
        <pc:picChg chg="mod">
          <ac:chgData name="Macher, Andreas (DI FA CTR PLC PPM)" userId="f1dcac62-7bef-43eb-91f0-927336a1714f" providerId="ADAL" clId="{91A7750A-C69B-4970-962F-36B3D7EFFB05}" dt="2022-08-12T12:54:31.132" v="1066"/>
          <ac:picMkLst>
            <pc:docMk/>
            <pc:sldMk cId="1616284151" sldId="9788"/>
            <ac:picMk id="99" creationId="{BE8B6CD3-16A5-0725-50B2-7A31928E3412}"/>
          </ac:picMkLst>
        </pc:picChg>
        <pc:picChg chg="mod">
          <ac:chgData name="Macher, Andreas (DI FA CTR PLC PPM)" userId="f1dcac62-7bef-43eb-91f0-927336a1714f" providerId="ADAL" clId="{91A7750A-C69B-4970-962F-36B3D7EFFB05}" dt="2022-08-12T12:54:31.132" v="1066"/>
          <ac:picMkLst>
            <pc:docMk/>
            <pc:sldMk cId="1616284151" sldId="9788"/>
            <ac:picMk id="100" creationId="{33CD391B-9024-653C-5E87-69EB2269B30B}"/>
          </ac:picMkLst>
        </pc:picChg>
        <pc:picChg chg="mod">
          <ac:chgData name="Macher, Andreas (DI FA CTR PLC PPM)" userId="f1dcac62-7bef-43eb-91f0-927336a1714f" providerId="ADAL" clId="{91A7750A-C69B-4970-962F-36B3D7EFFB05}" dt="2022-08-12T12:54:31.132" v="1066"/>
          <ac:picMkLst>
            <pc:docMk/>
            <pc:sldMk cId="1616284151" sldId="9788"/>
            <ac:picMk id="101" creationId="{04CBF2BA-1E36-D1B9-0537-4C814D57CBDE}"/>
          </ac:picMkLst>
        </pc:picChg>
        <pc:picChg chg="add mod">
          <ac:chgData name="Macher, Andreas (DI FA CTR PLC PPM)" userId="f1dcac62-7bef-43eb-91f0-927336a1714f" providerId="ADAL" clId="{91A7750A-C69B-4970-962F-36B3D7EFFB05}" dt="2022-08-12T12:55:15.152" v="1075" actId="1076"/>
          <ac:picMkLst>
            <pc:docMk/>
            <pc:sldMk cId="1616284151" sldId="9788"/>
            <ac:picMk id="102" creationId="{3D1D842D-1451-54EA-4134-9ACD6A8CE5C1}"/>
          </ac:picMkLst>
        </pc:picChg>
        <pc:picChg chg="mod">
          <ac:chgData name="Macher, Andreas (DI FA CTR PLC PPM)" userId="f1dcac62-7bef-43eb-91f0-927336a1714f" providerId="ADAL" clId="{91A7750A-C69B-4970-962F-36B3D7EFFB05}" dt="2022-08-12T12:52:34.735" v="1043" actId="1038"/>
          <ac:picMkLst>
            <pc:docMk/>
            <pc:sldMk cId="1616284151" sldId="9788"/>
            <ac:picMk id="150" creationId="{292AE3D1-9766-D2EC-D30F-A67ECD2E301D}"/>
          </ac:picMkLst>
        </pc:picChg>
        <pc:picChg chg="mod">
          <ac:chgData name="Macher, Andreas (DI FA CTR PLC PPM)" userId="f1dcac62-7bef-43eb-91f0-927336a1714f" providerId="ADAL" clId="{91A7750A-C69B-4970-962F-36B3D7EFFB05}" dt="2022-08-12T12:52:34.735" v="1043" actId="1038"/>
          <ac:picMkLst>
            <pc:docMk/>
            <pc:sldMk cId="1616284151" sldId="9788"/>
            <ac:picMk id="151" creationId="{2B178381-A1C4-AD04-5B8B-6F3EA1A909F7}"/>
          </ac:picMkLst>
        </pc:picChg>
        <pc:picChg chg="del">
          <ac:chgData name="Macher, Andreas (DI FA CTR PLC PPM)" userId="f1dcac62-7bef-43eb-91f0-927336a1714f" providerId="ADAL" clId="{91A7750A-C69B-4970-962F-36B3D7EFFB05}" dt="2022-08-12T12:52:27.715" v="995" actId="478"/>
          <ac:picMkLst>
            <pc:docMk/>
            <pc:sldMk cId="1616284151" sldId="9788"/>
            <ac:picMk id="276" creationId="{58478E98-02AA-1CE6-56FA-BDBB4AFFB2F4}"/>
          </ac:picMkLst>
        </pc:picChg>
        <pc:picChg chg="del">
          <ac:chgData name="Macher, Andreas (DI FA CTR PLC PPM)" userId="f1dcac62-7bef-43eb-91f0-927336a1714f" providerId="ADAL" clId="{91A7750A-C69B-4970-962F-36B3D7EFFB05}" dt="2022-08-12T12:52:27.715" v="995" actId="478"/>
          <ac:picMkLst>
            <pc:docMk/>
            <pc:sldMk cId="1616284151" sldId="9788"/>
            <ac:picMk id="280" creationId="{39B5F509-8E8D-6DFD-9FF8-51764A5A0B5D}"/>
          </ac:picMkLst>
        </pc:picChg>
        <pc:cxnChg chg="del">
          <ac:chgData name="Macher, Andreas (DI FA CTR PLC PPM)" userId="f1dcac62-7bef-43eb-91f0-927336a1714f" providerId="ADAL" clId="{91A7750A-C69B-4970-962F-36B3D7EFFB05}" dt="2022-08-12T12:52:27.715" v="995" actId="478"/>
          <ac:cxnSpMkLst>
            <pc:docMk/>
            <pc:sldMk cId="1616284151" sldId="9788"/>
            <ac:cxnSpMk id="7" creationId="{156A6CB8-159E-9F29-9F07-7921F252B120}"/>
          </ac:cxnSpMkLst>
        </pc:cxnChg>
        <pc:cxnChg chg="mod">
          <ac:chgData name="Macher, Andreas (DI FA CTR PLC PPM)" userId="f1dcac62-7bef-43eb-91f0-927336a1714f" providerId="ADAL" clId="{91A7750A-C69B-4970-962F-36B3D7EFFB05}" dt="2022-08-12T12:52:06.745" v="993"/>
          <ac:cxnSpMkLst>
            <pc:docMk/>
            <pc:sldMk cId="1616284151" sldId="9788"/>
            <ac:cxnSpMk id="76" creationId="{CBE97525-3459-BD8B-9EA5-F2987DE41C75}"/>
          </ac:cxnSpMkLst>
        </pc:cxnChg>
        <pc:cxnChg chg="mod">
          <ac:chgData name="Macher, Andreas (DI FA CTR PLC PPM)" userId="f1dcac62-7bef-43eb-91f0-927336a1714f" providerId="ADAL" clId="{91A7750A-C69B-4970-962F-36B3D7EFFB05}" dt="2022-08-12T12:52:06.745" v="993"/>
          <ac:cxnSpMkLst>
            <pc:docMk/>
            <pc:sldMk cId="1616284151" sldId="9788"/>
            <ac:cxnSpMk id="77" creationId="{2B85E5A3-3510-22D0-9267-6874E6E125F3}"/>
          </ac:cxnSpMkLst>
        </pc:cxnChg>
        <pc:cxnChg chg="mod">
          <ac:chgData name="Macher, Andreas (DI FA CTR PLC PPM)" userId="f1dcac62-7bef-43eb-91f0-927336a1714f" providerId="ADAL" clId="{91A7750A-C69B-4970-962F-36B3D7EFFB05}" dt="2022-08-12T12:53:53.184" v="1063"/>
          <ac:cxnSpMkLst>
            <pc:docMk/>
            <pc:sldMk cId="1616284151" sldId="9788"/>
            <ac:cxnSpMk id="89" creationId="{A5227D47-71DE-1877-D004-2A5DB95025A6}"/>
          </ac:cxnSpMkLst>
        </pc:cxnChg>
        <pc:cxnChg chg="mod">
          <ac:chgData name="Macher, Andreas (DI FA CTR PLC PPM)" userId="f1dcac62-7bef-43eb-91f0-927336a1714f" providerId="ADAL" clId="{91A7750A-C69B-4970-962F-36B3D7EFFB05}" dt="2022-08-12T12:53:53.184" v="1063"/>
          <ac:cxnSpMkLst>
            <pc:docMk/>
            <pc:sldMk cId="1616284151" sldId="9788"/>
            <ac:cxnSpMk id="90" creationId="{26AA277C-A2C8-E1A2-640F-B8A004EC7F02}"/>
          </ac:cxnSpMkLst>
        </pc:cxnChg>
        <pc:cxnChg chg="mod">
          <ac:chgData name="Macher, Andreas (DI FA CTR PLC PPM)" userId="f1dcac62-7bef-43eb-91f0-927336a1714f" providerId="ADAL" clId="{91A7750A-C69B-4970-962F-36B3D7EFFB05}" dt="2022-08-12T12:54:31.132" v="1066"/>
          <ac:cxnSpMkLst>
            <pc:docMk/>
            <pc:sldMk cId="1616284151" sldId="9788"/>
            <ac:cxnSpMk id="96" creationId="{F1F5871B-3C11-A840-EFF0-24AEE076D624}"/>
          </ac:cxnSpMkLst>
        </pc:cxnChg>
        <pc:cxnChg chg="mod">
          <ac:chgData name="Macher, Andreas (DI FA CTR PLC PPM)" userId="f1dcac62-7bef-43eb-91f0-927336a1714f" providerId="ADAL" clId="{91A7750A-C69B-4970-962F-36B3D7EFFB05}" dt="2022-08-12T12:54:31.132" v="1066"/>
          <ac:cxnSpMkLst>
            <pc:docMk/>
            <pc:sldMk cId="1616284151" sldId="9788"/>
            <ac:cxnSpMk id="97" creationId="{6ACBD49B-D509-F948-8C52-AA73DC4C6CA9}"/>
          </ac:cxnSpMkLst>
        </pc:cxnChg>
      </pc:sldChg>
      <pc:sldChg chg="add del">
        <pc:chgData name="Macher, Andreas (DI FA CTR PLC PPM)" userId="f1dcac62-7bef-43eb-91f0-927336a1714f" providerId="ADAL" clId="{91A7750A-C69B-4970-962F-36B3D7EFFB05}" dt="2022-08-12T13:02:23.711" v="1094" actId="47"/>
        <pc:sldMkLst>
          <pc:docMk/>
          <pc:sldMk cId="1065543961" sldId="9789"/>
        </pc:sldMkLst>
      </pc:sldChg>
      <pc:sldChg chg="addSp delSp modSp add mod">
        <pc:chgData name="Macher, Andreas (DI FA CTR PLC PPM)" userId="f1dcac62-7bef-43eb-91f0-927336a1714f" providerId="ADAL" clId="{91A7750A-C69B-4970-962F-36B3D7EFFB05}" dt="2022-08-12T13:39:56.951" v="1473" actId="478"/>
        <pc:sldMkLst>
          <pc:docMk/>
          <pc:sldMk cId="1880931230" sldId="9789"/>
        </pc:sldMkLst>
        <pc:spChg chg="mod">
          <ac:chgData name="Macher, Andreas (DI FA CTR PLC PPM)" userId="f1dcac62-7bef-43eb-91f0-927336a1714f" providerId="ADAL" clId="{91A7750A-C69B-4970-962F-36B3D7EFFB05}" dt="2022-08-12T13:03:10.257" v="1137" actId="20577"/>
          <ac:spMkLst>
            <pc:docMk/>
            <pc:sldMk cId="1880931230" sldId="9789"/>
            <ac:spMk id="2" creationId="{00000000-0000-0000-0000-000000000000}"/>
          </ac:spMkLst>
        </pc:spChg>
        <pc:spChg chg="del mod">
          <ac:chgData name="Macher, Andreas (DI FA CTR PLC PPM)" userId="f1dcac62-7bef-43eb-91f0-927336a1714f" providerId="ADAL" clId="{91A7750A-C69B-4970-962F-36B3D7EFFB05}" dt="2022-08-12T13:09:58.908" v="1152" actId="478"/>
          <ac:spMkLst>
            <pc:docMk/>
            <pc:sldMk cId="1880931230" sldId="9789"/>
            <ac:spMk id="3" creationId="{FF3F7F0A-0A9C-B15C-2B85-7A6BDD577926}"/>
          </ac:spMkLst>
        </pc:spChg>
        <pc:spChg chg="del">
          <ac:chgData name="Macher, Andreas (DI FA CTR PLC PPM)" userId="f1dcac62-7bef-43eb-91f0-927336a1714f" providerId="ADAL" clId="{91A7750A-C69B-4970-962F-36B3D7EFFB05}" dt="2022-08-12T13:02:44.845" v="1097" actId="478"/>
          <ac:spMkLst>
            <pc:docMk/>
            <pc:sldMk cId="1880931230" sldId="9789"/>
            <ac:spMk id="4" creationId="{D6EB2DB1-BFAD-283C-FCED-53D178966CF8}"/>
          </ac:spMkLst>
        </pc:spChg>
        <pc:spChg chg="del">
          <ac:chgData name="Macher, Andreas (DI FA CTR PLC PPM)" userId="f1dcac62-7bef-43eb-91f0-927336a1714f" providerId="ADAL" clId="{91A7750A-C69B-4970-962F-36B3D7EFFB05}" dt="2022-08-12T13:02:39.207" v="1096" actId="478"/>
          <ac:spMkLst>
            <pc:docMk/>
            <pc:sldMk cId="1880931230" sldId="9789"/>
            <ac:spMk id="8" creationId="{D70EC1EC-A084-2659-2A9F-3BBE28E026B6}"/>
          </ac:spMkLst>
        </pc:spChg>
        <pc:spChg chg="add">
          <ac:chgData name="Macher, Andreas (DI FA CTR PLC PPM)" userId="f1dcac62-7bef-43eb-91f0-927336a1714f" providerId="ADAL" clId="{91A7750A-C69B-4970-962F-36B3D7EFFB05}" dt="2022-08-12T13:19:43.521" v="1274" actId="11529"/>
          <ac:spMkLst>
            <pc:docMk/>
            <pc:sldMk cId="1880931230" sldId="9789"/>
            <ac:spMk id="10" creationId="{24DF2E70-0482-ED61-5BDE-72ECF6C46F6A}"/>
          </ac:spMkLst>
        </pc:spChg>
        <pc:spChg chg="add mod">
          <ac:chgData name="Macher, Andreas (DI FA CTR PLC PPM)" userId="f1dcac62-7bef-43eb-91f0-927336a1714f" providerId="ADAL" clId="{91A7750A-C69B-4970-962F-36B3D7EFFB05}" dt="2022-08-12T13:33:56.158" v="1467" actId="20577"/>
          <ac:spMkLst>
            <pc:docMk/>
            <pc:sldMk cId="1880931230" sldId="9789"/>
            <ac:spMk id="11" creationId="{4F5C7018-FD6D-1A4E-409B-3A9D95CC35F7}"/>
          </ac:spMkLst>
        </pc:spChg>
        <pc:spChg chg="add mod">
          <ac:chgData name="Macher, Andreas (DI FA CTR PLC PPM)" userId="f1dcac62-7bef-43eb-91f0-927336a1714f" providerId="ADAL" clId="{91A7750A-C69B-4970-962F-36B3D7EFFB05}" dt="2022-08-12T13:13:58.450" v="1171" actId="164"/>
          <ac:spMkLst>
            <pc:docMk/>
            <pc:sldMk cId="1880931230" sldId="9789"/>
            <ac:spMk id="75" creationId="{03458D24-716D-10DD-FC76-99CD7FDC8CFF}"/>
          </ac:spMkLst>
        </pc:spChg>
        <pc:spChg chg="add mod">
          <ac:chgData name="Macher, Andreas (DI FA CTR PLC PPM)" userId="f1dcac62-7bef-43eb-91f0-927336a1714f" providerId="ADAL" clId="{91A7750A-C69B-4970-962F-36B3D7EFFB05}" dt="2022-08-12T13:13:58.450" v="1171" actId="164"/>
          <ac:spMkLst>
            <pc:docMk/>
            <pc:sldMk cId="1880931230" sldId="9789"/>
            <ac:spMk id="76" creationId="{0D229E13-E0B7-1D01-E6E1-0B324B78B55E}"/>
          </ac:spMkLst>
        </pc:spChg>
        <pc:spChg chg="mod">
          <ac:chgData name="Macher, Andreas (DI FA CTR PLC PPM)" userId="f1dcac62-7bef-43eb-91f0-927336a1714f" providerId="ADAL" clId="{91A7750A-C69B-4970-962F-36B3D7EFFB05}" dt="2022-08-12T13:12:21.772" v="1159"/>
          <ac:spMkLst>
            <pc:docMk/>
            <pc:sldMk cId="1880931230" sldId="9789"/>
            <ac:spMk id="80" creationId="{881BCC85-3151-7AEC-5DE5-AB7D3928B36D}"/>
          </ac:spMkLst>
        </pc:spChg>
        <pc:spChg chg="mod">
          <ac:chgData name="Macher, Andreas (DI FA CTR PLC PPM)" userId="f1dcac62-7bef-43eb-91f0-927336a1714f" providerId="ADAL" clId="{91A7750A-C69B-4970-962F-36B3D7EFFB05}" dt="2022-08-12T13:12:21.772" v="1159"/>
          <ac:spMkLst>
            <pc:docMk/>
            <pc:sldMk cId="1880931230" sldId="9789"/>
            <ac:spMk id="81" creationId="{200BA3AF-3C04-C1BE-4E08-66E064C4E7A1}"/>
          </ac:spMkLst>
        </pc:spChg>
        <pc:spChg chg="mod">
          <ac:chgData name="Macher, Andreas (DI FA CTR PLC PPM)" userId="f1dcac62-7bef-43eb-91f0-927336a1714f" providerId="ADAL" clId="{91A7750A-C69B-4970-962F-36B3D7EFFB05}" dt="2022-08-12T13:12:21.772" v="1159"/>
          <ac:spMkLst>
            <pc:docMk/>
            <pc:sldMk cId="1880931230" sldId="9789"/>
            <ac:spMk id="89" creationId="{5CAB9725-16F8-F389-C5B3-33E55CE57E90}"/>
          </ac:spMkLst>
        </pc:spChg>
        <pc:spChg chg="mod">
          <ac:chgData name="Macher, Andreas (DI FA CTR PLC PPM)" userId="f1dcac62-7bef-43eb-91f0-927336a1714f" providerId="ADAL" clId="{91A7750A-C69B-4970-962F-36B3D7EFFB05}" dt="2022-08-12T13:12:21.772" v="1159"/>
          <ac:spMkLst>
            <pc:docMk/>
            <pc:sldMk cId="1880931230" sldId="9789"/>
            <ac:spMk id="90" creationId="{415EB69A-9C1E-1F6D-DB9B-BB1E8948D0EE}"/>
          </ac:spMkLst>
        </pc:spChg>
        <pc:spChg chg="add mod">
          <ac:chgData name="Macher, Andreas (DI FA CTR PLC PPM)" userId="f1dcac62-7bef-43eb-91f0-927336a1714f" providerId="ADAL" clId="{91A7750A-C69B-4970-962F-36B3D7EFFB05}" dt="2022-08-12T13:13:58.450" v="1171" actId="164"/>
          <ac:spMkLst>
            <pc:docMk/>
            <pc:sldMk cId="1880931230" sldId="9789"/>
            <ac:spMk id="91" creationId="{ECF5A1F4-981D-F15B-0CC4-BA1D8731C5CD}"/>
          </ac:spMkLst>
        </pc:spChg>
        <pc:spChg chg="add mod">
          <ac:chgData name="Macher, Andreas (DI FA CTR PLC PPM)" userId="f1dcac62-7bef-43eb-91f0-927336a1714f" providerId="ADAL" clId="{91A7750A-C69B-4970-962F-36B3D7EFFB05}" dt="2022-08-12T13:13:58.450" v="1171" actId="164"/>
          <ac:spMkLst>
            <pc:docMk/>
            <pc:sldMk cId="1880931230" sldId="9789"/>
            <ac:spMk id="92" creationId="{656F0330-EEC7-E8C0-24D2-5BE0246D6F8D}"/>
          </ac:spMkLst>
        </pc:spChg>
        <pc:spChg chg="mod">
          <ac:chgData name="Macher, Andreas (DI FA CTR PLC PPM)" userId="f1dcac62-7bef-43eb-91f0-927336a1714f" providerId="ADAL" clId="{91A7750A-C69B-4970-962F-36B3D7EFFB05}" dt="2022-08-12T13:12:21.772" v="1159"/>
          <ac:spMkLst>
            <pc:docMk/>
            <pc:sldMk cId="1880931230" sldId="9789"/>
            <ac:spMk id="95" creationId="{027F851B-D179-F258-46CE-F0B003C94BED}"/>
          </ac:spMkLst>
        </pc:spChg>
        <pc:spChg chg="mod">
          <ac:chgData name="Macher, Andreas (DI FA CTR PLC PPM)" userId="f1dcac62-7bef-43eb-91f0-927336a1714f" providerId="ADAL" clId="{91A7750A-C69B-4970-962F-36B3D7EFFB05}" dt="2022-08-12T13:12:21.772" v="1159"/>
          <ac:spMkLst>
            <pc:docMk/>
            <pc:sldMk cId="1880931230" sldId="9789"/>
            <ac:spMk id="96" creationId="{39450B28-2E96-739B-6860-083ABA833E26}"/>
          </ac:spMkLst>
        </pc:spChg>
        <pc:spChg chg="add mod">
          <ac:chgData name="Macher, Andreas (DI FA CTR PLC PPM)" userId="f1dcac62-7bef-43eb-91f0-927336a1714f" providerId="ADAL" clId="{91A7750A-C69B-4970-962F-36B3D7EFFB05}" dt="2022-08-12T13:19:33.482" v="1273" actId="20577"/>
          <ac:spMkLst>
            <pc:docMk/>
            <pc:sldMk cId="1880931230" sldId="9789"/>
            <ac:spMk id="98" creationId="{36292B79-EB0E-B51D-C1F9-564C106CF7E1}"/>
          </ac:spMkLst>
        </pc:spChg>
        <pc:spChg chg="mod">
          <ac:chgData name="Macher, Andreas (DI FA CTR PLC PPM)" userId="f1dcac62-7bef-43eb-91f0-927336a1714f" providerId="ADAL" clId="{91A7750A-C69B-4970-962F-36B3D7EFFB05}" dt="2022-08-12T13:13:45.694" v="1169"/>
          <ac:spMkLst>
            <pc:docMk/>
            <pc:sldMk cId="1880931230" sldId="9789"/>
            <ac:spMk id="103" creationId="{B9A8F67F-F781-BC0A-970B-34AE33C1E6A2}"/>
          </ac:spMkLst>
        </pc:spChg>
        <pc:spChg chg="mod">
          <ac:chgData name="Macher, Andreas (DI FA CTR PLC PPM)" userId="f1dcac62-7bef-43eb-91f0-927336a1714f" providerId="ADAL" clId="{91A7750A-C69B-4970-962F-36B3D7EFFB05}" dt="2022-08-12T13:13:45.694" v="1169"/>
          <ac:spMkLst>
            <pc:docMk/>
            <pc:sldMk cId="1880931230" sldId="9789"/>
            <ac:spMk id="104" creationId="{4CCF8ED5-01FD-000A-239C-88A06DE59D77}"/>
          </ac:spMkLst>
        </pc:spChg>
        <pc:spChg chg="mod">
          <ac:chgData name="Macher, Andreas (DI FA CTR PLC PPM)" userId="f1dcac62-7bef-43eb-91f0-927336a1714f" providerId="ADAL" clId="{91A7750A-C69B-4970-962F-36B3D7EFFB05}" dt="2022-08-12T13:13:59.550" v="1172"/>
          <ac:spMkLst>
            <pc:docMk/>
            <pc:sldMk cId="1880931230" sldId="9789"/>
            <ac:spMk id="115" creationId="{6C68A4C3-847E-16CB-D66A-D1249F21990E}"/>
          </ac:spMkLst>
        </pc:spChg>
        <pc:spChg chg="mod">
          <ac:chgData name="Macher, Andreas (DI FA CTR PLC PPM)" userId="f1dcac62-7bef-43eb-91f0-927336a1714f" providerId="ADAL" clId="{91A7750A-C69B-4970-962F-36B3D7EFFB05}" dt="2022-08-12T13:13:59.550" v="1172"/>
          <ac:spMkLst>
            <pc:docMk/>
            <pc:sldMk cId="1880931230" sldId="9789"/>
            <ac:spMk id="121" creationId="{EDB19298-1A44-7396-F868-8036B2032B48}"/>
          </ac:spMkLst>
        </pc:spChg>
        <pc:spChg chg="del mod">
          <ac:chgData name="Macher, Andreas (DI FA CTR PLC PPM)" userId="f1dcac62-7bef-43eb-91f0-927336a1714f" providerId="ADAL" clId="{91A7750A-C69B-4970-962F-36B3D7EFFB05}" dt="2022-08-12T13:09:58.908" v="1152" actId="478"/>
          <ac:spMkLst>
            <pc:docMk/>
            <pc:sldMk cId="1880931230" sldId="9789"/>
            <ac:spMk id="122" creationId="{232F4B8C-AD91-11A9-0D4D-02088C050C88}"/>
          </ac:spMkLst>
        </pc:spChg>
        <pc:spChg chg="del mod">
          <ac:chgData name="Macher, Andreas (DI FA CTR PLC PPM)" userId="f1dcac62-7bef-43eb-91f0-927336a1714f" providerId="ADAL" clId="{91A7750A-C69B-4970-962F-36B3D7EFFB05}" dt="2022-08-12T13:09:58.908" v="1152" actId="478"/>
          <ac:spMkLst>
            <pc:docMk/>
            <pc:sldMk cId="1880931230" sldId="9789"/>
            <ac:spMk id="123" creationId="{D0E67438-1981-AB10-F6DD-937CE3484ED3}"/>
          </ac:spMkLst>
        </pc:spChg>
        <pc:spChg chg="del mod topLvl">
          <ac:chgData name="Macher, Andreas (DI FA CTR PLC PPM)" userId="f1dcac62-7bef-43eb-91f0-927336a1714f" providerId="ADAL" clId="{91A7750A-C69B-4970-962F-36B3D7EFFB05}" dt="2022-08-12T13:12:11.221" v="1158" actId="478"/>
          <ac:spMkLst>
            <pc:docMk/>
            <pc:sldMk cId="1880931230" sldId="9789"/>
            <ac:spMk id="127" creationId="{9A604E30-BCC2-D054-3080-20A6F32857C9}"/>
          </ac:spMkLst>
        </pc:spChg>
        <pc:spChg chg="del mod topLvl">
          <ac:chgData name="Macher, Andreas (DI FA CTR PLC PPM)" userId="f1dcac62-7bef-43eb-91f0-927336a1714f" providerId="ADAL" clId="{91A7750A-C69B-4970-962F-36B3D7EFFB05}" dt="2022-08-12T13:12:10.237" v="1157" actId="478"/>
          <ac:spMkLst>
            <pc:docMk/>
            <pc:sldMk cId="1880931230" sldId="9789"/>
            <ac:spMk id="128" creationId="{46A491FB-C49F-F5CB-2A8A-BD614AA6D684}"/>
          </ac:spMkLst>
        </pc:spChg>
        <pc:spChg chg="mod">
          <ac:chgData name="Macher, Andreas (DI FA CTR PLC PPM)" userId="f1dcac62-7bef-43eb-91f0-927336a1714f" providerId="ADAL" clId="{91A7750A-C69B-4970-962F-36B3D7EFFB05}" dt="2022-08-12T13:19:48.534" v="1275"/>
          <ac:spMkLst>
            <pc:docMk/>
            <pc:sldMk cId="1880931230" sldId="9789"/>
            <ac:spMk id="146" creationId="{74777EDE-82B5-55E2-391C-ED12251FEF13}"/>
          </ac:spMkLst>
        </pc:spChg>
        <pc:spChg chg="mod">
          <ac:chgData name="Macher, Andreas (DI FA CTR PLC PPM)" userId="f1dcac62-7bef-43eb-91f0-927336a1714f" providerId="ADAL" clId="{91A7750A-C69B-4970-962F-36B3D7EFFB05}" dt="2022-08-12T13:19:48.534" v="1275"/>
          <ac:spMkLst>
            <pc:docMk/>
            <pc:sldMk cId="1880931230" sldId="9789"/>
            <ac:spMk id="147" creationId="{4935EFF4-142D-60D1-BE52-7FF61916A52E}"/>
          </ac:spMkLst>
        </pc:spChg>
        <pc:spChg chg="mod">
          <ac:chgData name="Macher, Andreas (DI FA CTR PLC PPM)" userId="f1dcac62-7bef-43eb-91f0-927336a1714f" providerId="ADAL" clId="{91A7750A-C69B-4970-962F-36B3D7EFFB05}" dt="2022-08-12T13:19:48.534" v="1275"/>
          <ac:spMkLst>
            <pc:docMk/>
            <pc:sldMk cId="1880931230" sldId="9789"/>
            <ac:spMk id="149" creationId="{4B66C96B-ACE9-1F5A-8C45-E59B1AD732C9}"/>
          </ac:spMkLst>
        </pc:spChg>
        <pc:spChg chg="mod">
          <ac:chgData name="Macher, Andreas (DI FA CTR PLC PPM)" userId="f1dcac62-7bef-43eb-91f0-927336a1714f" providerId="ADAL" clId="{91A7750A-C69B-4970-962F-36B3D7EFFB05}" dt="2022-08-12T13:19:48.534" v="1275"/>
          <ac:spMkLst>
            <pc:docMk/>
            <pc:sldMk cId="1880931230" sldId="9789"/>
            <ac:spMk id="152" creationId="{BA735696-EC07-6D7D-7762-62E9181DB302}"/>
          </ac:spMkLst>
        </pc:spChg>
        <pc:spChg chg="del mod">
          <ac:chgData name="Macher, Andreas (DI FA CTR PLC PPM)" userId="f1dcac62-7bef-43eb-91f0-927336a1714f" providerId="ADAL" clId="{91A7750A-C69B-4970-962F-36B3D7EFFB05}" dt="2022-08-12T13:09:58.908" v="1152" actId="478"/>
          <ac:spMkLst>
            <pc:docMk/>
            <pc:sldMk cId="1880931230" sldId="9789"/>
            <ac:spMk id="153" creationId="{170FD330-ED6F-528E-7219-21CE0DA23994}"/>
          </ac:spMkLst>
        </pc:spChg>
        <pc:spChg chg="del">
          <ac:chgData name="Macher, Andreas (DI FA CTR PLC PPM)" userId="f1dcac62-7bef-43eb-91f0-927336a1714f" providerId="ADAL" clId="{91A7750A-C69B-4970-962F-36B3D7EFFB05}" dt="2022-08-12T13:07:20.345" v="1145" actId="478"/>
          <ac:spMkLst>
            <pc:docMk/>
            <pc:sldMk cId="1880931230" sldId="9789"/>
            <ac:spMk id="159" creationId="{6911F848-ACB0-5C61-F711-C5B83A6E4C3D}"/>
          </ac:spMkLst>
        </pc:spChg>
        <pc:spChg chg="mod">
          <ac:chgData name="Macher, Andreas (DI FA CTR PLC PPM)" userId="f1dcac62-7bef-43eb-91f0-927336a1714f" providerId="ADAL" clId="{91A7750A-C69B-4970-962F-36B3D7EFFB05}" dt="2022-08-12T13:20:11.178" v="1304" actId="20577"/>
          <ac:spMkLst>
            <pc:docMk/>
            <pc:sldMk cId="1880931230" sldId="9789"/>
            <ac:spMk id="161" creationId="{3F9D3819-8FB7-3703-8C5A-C6C491F68F33}"/>
          </ac:spMkLst>
        </pc:spChg>
        <pc:spChg chg="mod">
          <ac:chgData name="Macher, Andreas (DI FA CTR PLC PPM)" userId="f1dcac62-7bef-43eb-91f0-927336a1714f" providerId="ADAL" clId="{91A7750A-C69B-4970-962F-36B3D7EFFB05}" dt="2022-08-12T13:19:48.534" v="1275"/>
          <ac:spMkLst>
            <pc:docMk/>
            <pc:sldMk cId="1880931230" sldId="9789"/>
            <ac:spMk id="165" creationId="{FE9D6E6A-EE49-2E26-8E41-2B19C2566E5F}"/>
          </ac:spMkLst>
        </pc:spChg>
        <pc:spChg chg="mod">
          <ac:chgData name="Macher, Andreas (DI FA CTR PLC PPM)" userId="f1dcac62-7bef-43eb-91f0-927336a1714f" providerId="ADAL" clId="{91A7750A-C69B-4970-962F-36B3D7EFFB05}" dt="2022-08-12T13:19:48.534" v="1275"/>
          <ac:spMkLst>
            <pc:docMk/>
            <pc:sldMk cId="1880931230" sldId="9789"/>
            <ac:spMk id="166" creationId="{208D1EC9-4477-8245-A4A8-F9C757D0491B}"/>
          </ac:spMkLst>
        </pc:spChg>
        <pc:spChg chg="add mod">
          <ac:chgData name="Macher, Andreas (DI FA CTR PLC PPM)" userId="f1dcac62-7bef-43eb-91f0-927336a1714f" providerId="ADAL" clId="{91A7750A-C69B-4970-962F-36B3D7EFFB05}" dt="2022-08-12T13:21:15.321" v="1321" actId="1035"/>
          <ac:spMkLst>
            <pc:docMk/>
            <pc:sldMk cId="1880931230" sldId="9789"/>
            <ac:spMk id="175" creationId="{632F61C3-DFAF-3C76-A9F1-FE1747CE4319}"/>
          </ac:spMkLst>
        </pc:spChg>
        <pc:spChg chg="add mod">
          <ac:chgData name="Macher, Andreas (DI FA CTR PLC PPM)" userId="f1dcac62-7bef-43eb-91f0-927336a1714f" providerId="ADAL" clId="{91A7750A-C69B-4970-962F-36B3D7EFFB05}" dt="2022-08-12T13:21:07.792" v="1312" actId="14100"/>
          <ac:spMkLst>
            <pc:docMk/>
            <pc:sldMk cId="1880931230" sldId="9789"/>
            <ac:spMk id="176" creationId="{5FE1BF5A-E432-5CE7-9A98-07400283528D}"/>
          </ac:spMkLst>
        </pc:spChg>
        <pc:spChg chg="del">
          <ac:chgData name="Macher, Andreas (DI FA CTR PLC PPM)" userId="f1dcac62-7bef-43eb-91f0-927336a1714f" providerId="ADAL" clId="{91A7750A-C69B-4970-962F-36B3D7EFFB05}" dt="2022-08-12T13:02:44.845" v="1097" actId="478"/>
          <ac:spMkLst>
            <pc:docMk/>
            <pc:sldMk cId="1880931230" sldId="9789"/>
            <ac:spMk id="247" creationId="{4058F77D-F556-64D3-0D9B-3C046D333A1D}"/>
          </ac:spMkLst>
        </pc:spChg>
        <pc:spChg chg="del">
          <ac:chgData name="Macher, Andreas (DI FA CTR PLC PPM)" userId="f1dcac62-7bef-43eb-91f0-927336a1714f" providerId="ADAL" clId="{91A7750A-C69B-4970-962F-36B3D7EFFB05}" dt="2022-08-12T13:02:44.845" v="1097" actId="478"/>
          <ac:spMkLst>
            <pc:docMk/>
            <pc:sldMk cId="1880931230" sldId="9789"/>
            <ac:spMk id="248" creationId="{862C1800-3D72-4632-EA5A-BF2C8BA5E706}"/>
          </ac:spMkLst>
        </pc:spChg>
        <pc:spChg chg="del">
          <ac:chgData name="Macher, Andreas (DI FA CTR PLC PPM)" userId="f1dcac62-7bef-43eb-91f0-927336a1714f" providerId="ADAL" clId="{91A7750A-C69B-4970-962F-36B3D7EFFB05}" dt="2022-08-12T13:02:44.845" v="1097" actId="478"/>
          <ac:spMkLst>
            <pc:docMk/>
            <pc:sldMk cId="1880931230" sldId="9789"/>
            <ac:spMk id="263" creationId="{26D9C2DF-5679-B805-7DD2-04CFD3040A9B}"/>
          </ac:spMkLst>
        </pc:spChg>
        <pc:spChg chg="del">
          <ac:chgData name="Macher, Andreas (DI FA CTR PLC PPM)" userId="f1dcac62-7bef-43eb-91f0-927336a1714f" providerId="ADAL" clId="{91A7750A-C69B-4970-962F-36B3D7EFFB05}" dt="2022-08-12T13:02:44.845" v="1097" actId="478"/>
          <ac:spMkLst>
            <pc:docMk/>
            <pc:sldMk cId="1880931230" sldId="9789"/>
            <ac:spMk id="270" creationId="{C7D56EBE-D5D9-FBAE-8796-9C821465260B}"/>
          </ac:spMkLst>
        </pc:spChg>
        <pc:spChg chg="del">
          <ac:chgData name="Macher, Andreas (DI FA CTR PLC PPM)" userId="f1dcac62-7bef-43eb-91f0-927336a1714f" providerId="ADAL" clId="{91A7750A-C69B-4970-962F-36B3D7EFFB05}" dt="2022-08-12T13:02:39.207" v="1096" actId="478"/>
          <ac:spMkLst>
            <pc:docMk/>
            <pc:sldMk cId="1880931230" sldId="9789"/>
            <ac:spMk id="274" creationId="{B17D21DC-1285-8B08-DAE6-CCEE18248143}"/>
          </ac:spMkLst>
        </pc:spChg>
        <pc:spChg chg="del">
          <ac:chgData name="Macher, Andreas (DI FA CTR PLC PPM)" userId="f1dcac62-7bef-43eb-91f0-927336a1714f" providerId="ADAL" clId="{91A7750A-C69B-4970-962F-36B3D7EFFB05}" dt="2022-08-12T13:02:39.207" v="1096" actId="478"/>
          <ac:spMkLst>
            <pc:docMk/>
            <pc:sldMk cId="1880931230" sldId="9789"/>
            <ac:spMk id="275" creationId="{4EF09A29-56A5-1D71-7C21-B2E26E57C3E2}"/>
          </ac:spMkLst>
        </pc:spChg>
        <pc:spChg chg="del">
          <ac:chgData name="Macher, Andreas (DI FA CTR PLC PPM)" userId="f1dcac62-7bef-43eb-91f0-927336a1714f" providerId="ADAL" clId="{91A7750A-C69B-4970-962F-36B3D7EFFB05}" dt="2022-08-12T13:02:39.207" v="1096" actId="478"/>
          <ac:spMkLst>
            <pc:docMk/>
            <pc:sldMk cId="1880931230" sldId="9789"/>
            <ac:spMk id="281" creationId="{E7D864F6-D177-8338-DDE6-42AD7AECEB6D}"/>
          </ac:spMkLst>
        </pc:spChg>
        <pc:spChg chg="del">
          <ac:chgData name="Macher, Andreas (DI FA CTR PLC PPM)" userId="f1dcac62-7bef-43eb-91f0-927336a1714f" providerId="ADAL" clId="{91A7750A-C69B-4970-962F-36B3D7EFFB05}" dt="2022-08-12T13:02:39.207" v="1096" actId="478"/>
          <ac:spMkLst>
            <pc:docMk/>
            <pc:sldMk cId="1880931230" sldId="9789"/>
            <ac:spMk id="282" creationId="{14808A14-DF35-9768-E28D-C9B4DD299FDA}"/>
          </ac:spMkLst>
        </pc:spChg>
        <pc:spChg chg="del">
          <ac:chgData name="Macher, Andreas (DI FA CTR PLC PPM)" userId="f1dcac62-7bef-43eb-91f0-927336a1714f" providerId="ADAL" clId="{91A7750A-C69B-4970-962F-36B3D7EFFB05}" dt="2022-08-12T13:02:39.207" v="1096" actId="478"/>
          <ac:spMkLst>
            <pc:docMk/>
            <pc:sldMk cId="1880931230" sldId="9789"/>
            <ac:spMk id="283" creationId="{73FDA1B6-43E8-2766-102A-0540A688ED8D}"/>
          </ac:spMkLst>
        </pc:spChg>
        <pc:grpChg chg="add mod">
          <ac:chgData name="Macher, Andreas (DI FA CTR PLC PPM)" userId="f1dcac62-7bef-43eb-91f0-927336a1714f" providerId="ADAL" clId="{91A7750A-C69B-4970-962F-36B3D7EFFB05}" dt="2022-08-12T13:28:23.977" v="1330" actId="1076"/>
          <ac:grpSpMkLst>
            <pc:docMk/>
            <pc:sldMk cId="1880931230" sldId="9789"/>
            <ac:grpSpMk id="5" creationId="{AC760AB0-B291-22F2-AE50-105CF8D2F699}"/>
          </ac:grpSpMkLst>
        </pc:grpChg>
        <pc:grpChg chg="add mod">
          <ac:chgData name="Macher, Andreas (DI FA CTR PLC PPM)" userId="f1dcac62-7bef-43eb-91f0-927336a1714f" providerId="ADAL" clId="{91A7750A-C69B-4970-962F-36B3D7EFFB05}" dt="2022-08-12T13:13:58.450" v="1171" actId="164"/>
          <ac:grpSpMkLst>
            <pc:docMk/>
            <pc:sldMk cId="1880931230" sldId="9789"/>
            <ac:grpSpMk id="77" creationId="{2CF5516F-F6CB-D9AF-CF71-74F03D33C6BA}"/>
          </ac:grpSpMkLst>
        </pc:grpChg>
        <pc:grpChg chg="mod">
          <ac:chgData name="Macher, Andreas (DI FA CTR PLC PPM)" userId="f1dcac62-7bef-43eb-91f0-927336a1714f" providerId="ADAL" clId="{91A7750A-C69B-4970-962F-36B3D7EFFB05}" dt="2022-08-12T13:12:21.772" v="1159"/>
          <ac:grpSpMkLst>
            <pc:docMk/>
            <pc:sldMk cId="1880931230" sldId="9789"/>
            <ac:grpSpMk id="78" creationId="{D22154DF-92A7-590B-268B-AD87F01E3EEA}"/>
          </ac:grpSpMkLst>
        </pc:grpChg>
        <pc:grpChg chg="mod">
          <ac:chgData name="Macher, Andreas (DI FA CTR PLC PPM)" userId="f1dcac62-7bef-43eb-91f0-927336a1714f" providerId="ADAL" clId="{91A7750A-C69B-4970-962F-36B3D7EFFB05}" dt="2022-08-12T13:12:21.772" v="1159"/>
          <ac:grpSpMkLst>
            <pc:docMk/>
            <pc:sldMk cId="1880931230" sldId="9789"/>
            <ac:grpSpMk id="79" creationId="{25D17CBA-C973-3F38-B9C7-0ED1699002DE}"/>
          </ac:grpSpMkLst>
        </pc:grpChg>
        <pc:grpChg chg="add del mod">
          <ac:chgData name="Macher, Andreas (DI FA CTR PLC PPM)" userId="f1dcac62-7bef-43eb-91f0-927336a1714f" providerId="ADAL" clId="{91A7750A-C69B-4970-962F-36B3D7EFFB05}" dt="2022-08-12T13:12:58.142" v="1165" actId="478"/>
          <ac:grpSpMkLst>
            <pc:docMk/>
            <pc:sldMk cId="1880931230" sldId="9789"/>
            <ac:grpSpMk id="88" creationId="{F26BBE18-59A7-0D4A-4897-66DDC04F15F2}"/>
          </ac:grpSpMkLst>
        </pc:grpChg>
        <pc:grpChg chg="add del mod">
          <ac:chgData name="Macher, Andreas (DI FA CTR PLC PPM)" userId="f1dcac62-7bef-43eb-91f0-927336a1714f" providerId="ADAL" clId="{91A7750A-C69B-4970-962F-36B3D7EFFB05}" dt="2022-08-12T13:12:56.590" v="1164" actId="478"/>
          <ac:grpSpMkLst>
            <pc:docMk/>
            <pc:sldMk cId="1880931230" sldId="9789"/>
            <ac:grpSpMk id="94" creationId="{D4A79D98-385D-7C5B-1657-7A90E224C710}"/>
          </ac:grpSpMkLst>
        </pc:grpChg>
        <pc:grpChg chg="add del mod">
          <ac:chgData name="Macher, Andreas (DI FA CTR PLC PPM)" userId="f1dcac62-7bef-43eb-91f0-927336a1714f" providerId="ADAL" clId="{91A7750A-C69B-4970-962F-36B3D7EFFB05}" dt="2022-08-12T13:13:53.204" v="1170" actId="21"/>
          <ac:grpSpMkLst>
            <pc:docMk/>
            <pc:sldMk cId="1880931230" sldId="9789"/>
            <ac:grpSpMk id="100" creationId="{DDF05903-A0DE-BB42-17C7-B4FAC843C13E}"/>
          </ac:grpSpMkLst>
        </pc:grpChg>
        <pc:grpChg chg="mod">
          <ac:chgData name="Macher, Andreas (DI FA CTR PLC PPM)" userId="f1dcac62-7bef-43eb-91f0-927336a1714f" providerId="ADAL" clId="{91A7750A-C69B-4970-962F-36B3D7EFFB05}" dt="2022-08-12T13:13:45.694" v="1169"/>
          <ac:grpSpMkLst>
            <pc:docMk/>
            <pc:sldMk cId="1880931230" sldId="9789"/>
            <ac:grpSpMk id="101" creationId="{81CCC419-5425-3A2C-F1C9-0B719C042939}"/>
          </ac:grpSpMkLst>
        </pc:grpChg>
        <pc:grpChg chg="mod">
          <ac:chgData name="Macher, Andreas (DI FA CTR PLC PPM)" userId="f1dcac62-7bef-43eb-91f0-927336a1714f" providerId="ADAL" clId="{91A7750A-C69B-4970-962F-36B3D7EFFB05}" dt="2022-08-12T13:13:45.694" v="1169"/>
          <ac:grpSpMkLst>
            <pc:docMk/>
            <pc:sldMk cId="1880931230" sldId="9789"/>
            <ac:grpSpMk id="102" creationId="{F9F97A18-501F-65B1-4590-9D1D27BE04B2}"/>
          </ac:grpSpMkLst>
        </pc:grpChg>
        <pc:grpChg chg="add del mod">
          <ac:chgData name="Macher, Andreas (DI FA CTR PLC PPM)" userId="f1dcac62-7bef-43eb-91f0-927336a1714f" providerId="ADAL" clId="{91A7750A-C69B-4970-962F-36B3D7EFFB05}" dt="2022-08-12T13:14:17.517" v="1222" actId="478"/>
          <ac:grpSpMkLst>
            <pc:docMk/>
            <pc:sldMk cId="1880931230" sldId="9789"/>
            <ac:grpSpMk id="112" creationId="{9AAF5330-E89B-ED42-FF04-F40B20769465}"/>
          </ac:grpSpMkLst>
        </pc:grpChg>
        <pc:grpChg chg="mod">
          <ac:chgData name="Macher, Andreas (DI FA CTR PLC PPM)" userId="f1dcac62-7bef-43eb-91f0-927336a1714f" providerId="ADAL" clId="{91A7750A-C69B-4970-962F-36B3D7EFFB05}" dt="2022-08-12T13:13:59.550" v="1172"/>
          <ac:grpSpMkLst>
            <pc:docMk/>
            <pc:sldMk cId="1880931230" sldId="9789"/>
            <ac:grpSpMk id="113" creationId="{3536964C-2FE9-90B8-A9EA-FA4090C88CAC}"/>
          </ac:grpSpMkLst>
        </pc:grpChg>
        <pc:grpChg chg="mod">
          <ac:chgData name="Macher, Andreas (DI FA CTR PLC PPM)" userId="f1dcac62-7bef-43eb-91f0-927336a1714f" providerId="ADAL" clId="{91A7750A-C69B-4970-962F-36B3D7EFFB05}" dt="2022-08-12T13:13:59.550" v="1172"/>
          <ac:grpSpMkLst>
            <pc:docMk/>
            <pc:sldMk cId="1880931230" sldId="9789"/>
            <ac:grpSpMk id="114" creationId="{B270366C-3B6F-7D93-05B3-DB9CDFB637C4}"/>
          </ac:grpSpMkLst>
        </pc:grpChg>
        <pc:grpChg chg="del">
          <ac:chgData name="Macher, Andreas (DI FA CTR PLC PPM)" userId="f1dcac62-7bef-43eb-91f0-927336a1714f" providerId="ADAL" clId="{91A7750A-C69B-4970-962F-36B3D7EFFB05}" dt="2022-08-12T13:02:44.845" v="1097" actId="478"/>
          <ac:grpSpMkLst>
            <pc:docMk/>
            <pc:sldMk cId="1880931230" sldId="9789"/>
            <ac:grpSpMk id="116" creationId="{BB6E87A8-C12D-521A-13C6-BCDD87C6F8D9}"/>
          </ac:grpSpMkLst>
        </pc:grpChg>
        <pc:grpChg chg="del mod">
          <ac:chgData name="Macher, Andreas (DI FA CTR PLC PPM)" userId="f1dcac62-7bef-43eb-91f0-927336a1714f" providerId="ADAL" clId="{91A7750A-C69B-4970-962F-36B3D7EFFB05}" dt="2022-08-12T13:06:45.104" v="1139" actId="165"/>
          <ac:grpSpMkLst>
            <pc:docMk/>
            <pc:sldMk cId="1880931230" sldId="9789"/>
            <ac:grpSpMk id="124" creationId="{2ED7BC09-865A-A3E1-9EB3-8836C0020923}"/>
          </ac:grpSpMkLst>
        </pc:grpChg>
        <pc:grpChg chg="del mod topLvl">
          <ac:chgData name="Macher, Andreas (DI FA CTR PLC PPM)" userId="f1dcac62-7bef-43eb-91f0-927336a1714f" providerId="ADAL" clId="{91A7750A-C69B-4970-962F-36B3D7EFFB05}" dt="2022-08-12T13:12:09.171" v="1156" actId="478"/>
          <ac:grpSpMkLst>
            <pc:docMk/>
            <pc:sldMk cId="1880931230" sldId="9789"/>
            <ac:grpSpMk id="125" creationId="{22D9417E-22E8-C14E-CD5F-5019301672F1}"/>
          </ac:grpSpMkLst>
        </pc:grpChg>
        <pc:grpChg chg="del mod topLvl">
          <ac:chgData name="Macher, Andreas (DI FA CTR PLC PPM)" userId="f1dcac62-7bef-43eb-91f0-927336a1714f" providerId="ADAL" clId="{91A7750A-C69B-4970-962F-36B3D7EFFB05}" dt="2022-08-12T13:12:09.171" v="1156" actId="478"/>
          <ac:grpSpMkLst>
            <pc:docMk/>
            <pc:sldMk cId="1880931230" sldId="9789"/>
            <ac:grpSpMk id="126" creationId="{EE3AB5FB-7BA1-501A-AFCD-46893A666750}"/>
          </ac:grpSpMkLst>
        </pc:grpChg>
        <pc:grpChg chg="del mod">
          <ac:chgData name="Macher, Andreas (DI FA CTR PLC PPM)" userId="f1dcac62-7bef-43eb-91f0-927336a1714f" providerId="ADAL" clId="{91A7750A-C69B-4970-962F-36B3D7EFFB05}" dt="2022-08-12T13:09:58.908" v="1152" actId="478"/>
          <ac:grpSpMkLst>
            <pc:docMk/>
            <pc:sldMk cId="1880931230" sldId="9789"/>
            <ac:grpSpMk id="141" creationId="{27F4565A-045F-AD43-B095-945BD062F8AF}"/>
          </ac:grpSpMkLst>
        </pc:grpChg>
        <pc:grpChg chg="add mod">
          <ac:chgData name="Macher, Andreas (DI FA CTR PLC PPM)" userId="f1dcac62-7bef-43eb-91f0-927336a1714f" providerId="ADAL" clId="{91A7750A-C69B-4970-962F-36B3D7EFFB05}" dt="2022-08-12T13:19:54.804" v="1276" actId="1076"/>
          <ac:grpSpMkLst>
            <pc:docMk/>
            <pc:sldMk cId="1880931230" sldId="9789"/>
            <ac:grpSpMk id="145" creationId="{3244C2E5-065B-34C2-AD84-1B2C6E20DF41}"/>
          </ac:grpSpMkLst>
        </pc:grpChg>
        <pc:grpChg chg="mod">
          <ac:chgData name="Macher, Andreas (DI FA CTR PLC PPM)" userId="f1dcac62-7bef-43eb-91f0-927336a1714f" providerId="ADAL" clId="{91A7750A-C69B-4970-962F-36B3D7EFFB05}" dt="2022-08-12T13:19:48.534" v="1275"/>
          <ac:grpSpMkLst>
            <pc:docMk/>
            <pc:sldMk cId="1880931230" sldId="9789"/>
            <ac:grpSpMk id="148" creationId="{F4B3B7FD-6E1D-20B7-741A-D95899F4A9A2}"/>
          </ac:grpSpMkLst>
        </pc:grpChg>
        <pc:grpChg chg="del mod">
          <ac:chgData name="Macher, Andreas (DI FA CTR PLC PPM)" userId="f1dcac62-7bef-43eb-91f0-927336a1714f" providerId="ADAL" clId="{91A7750A-C69B-4970-962F-36B3D7EFFB05}" dt="2022-08-12T13:09:58.908" v="1152" actId="478"/>
          <ac:grpSpMkLst>
            <pc:docMk/>
            <pc:sldMk cId="1880931230" sldId="9789"/>
            <ac:grpSpMk id="154" creationId="{F3A26EBC-CC4E-8145-4A89-4AD0005FD4AE}"/>
          </ac:grpSpMkLst>
        </pc:grpChg>
        <pc:grpChg chg="mod">
          <ac:chgData name="Macher, Andreas (DI FA CTR PLC PPM)" userId="f1dcac62-7bef-43eb-91f0-927336a1714f" providerId="ADAL" clId="{91A7750A-C69B-4970-962F-36B3D7EFFB05}" dt="2022-08-12T13:19:48.534" v="1275"/>
          <ac:grpSpMkLst>
            <pc:docMk/>
            <pc:sldMk cId="1880931230" sldId="9789"/>
            <ac:grpSpMk id="163" creationId="{FD46BA1E-C6D0-5D09-847B-6A7DD720AF85}"/>
          </ac:grpSpMkLst>
        </pc:grpChg>
        <pc:grpChg chg="mod">
          <ac:chgData name="Macher, Andreas (DI FA CTR PLC PPM)" userId="f1dcac62-7bef-43eb-91f0-927336a1714f" providerId="ADAL" clId="{91A7750A-C69B-4970-962F-36B3D7EFFB05}" dt="2022-08-12T13:19:48.534" v="1275"/>
          <ac:grpSpMkLst>
            <pc:docMk/>
            <pc:sldMk cId="1880931230" sldId="9789"/>
            <ac:grpSpMk id="164" creationId="{3DEBC44F-A245-C3FF-6EA4-5B633015118A}"/>
          </ac:grpSpMkLst>
        </pc:grpChg>
        <pc:grpChg chg="del">
          <ac:chgData name="Macher, Andreas (DI FA CTR PLC PPM)" userId="f1dcac62-7bef-43eb-91f0-927336a1714f" providerId="ADAL" clId="{91A7750A-C69B-4970-962F-36B3D7EFFB05}" dt="2022-08-12T13:02:39.207" v="1096" actId="478"/>
          <ac:grpSpMkLst>
            <pc:docMk/>
            <pc:sldMk cId="1880931230" sldId="9789"/>
            <ac:grpSpMk id="168" creationId="{CA3F1FA8-FE56-1F17-7540-54320543E01B}"/>
          </ac:grpSpMkLst>
        </pc:grpChg>
        <pc:grpChg chg="add del mod">
          <ac:chgData name="Macher, Andreas (DI FA CTR PLC PPM)" userId="f1dcac62-7bef-43eb-91f0-927336a1714f" providerId="ADAL" clId="{91A7750A-C69B-4970-962F-36B3D7EFFB05}" dt="2022-08-12T13:28:34.713" v="1332" actId="165"/>
          <ac:grpSpMkLst>
            <pc:docMk/>
            <pc:sldMk cId="1880931230" sldId="9789"/>
            <ac:grpSpMk id="180" creationId="{EF67F662-E100-9B34-0418-40AA3AE5449D}"/>
          </ac:grpSpMkLst>
        </pc:grpChg>
        <pc:grpChg chg="del">
          <ac:chgData name="Macher, Andreas (DI FA CTR PLC PPM)" userId="f1dcac62-7bef-43eb-91f0-927336a1714f" providerId="ADAL" clId="{91A7750A-C69B-4970-962F-36B3D7EFFB05}" dt="2022-08-12T13:02:44.845" v="1097" actId="478"/>
          <ac:grpSpMkLst>
            <pc:docMk/>
            <pc:sldMk cId="1880931230" sldId="9789"/>
            <ac:grpSpMk id="249" creationId="{CED7F32F-1344-778F-E1D1-BB175311AC5C}"/>
          </ac:grpSpMkLst>
        </pc:grpChg>
        <pc:grpChg chg="del">
          <ac:chgData name="Macher, Andreas (DI FA CTR PLC PPM)" userId="f1dcac62-7bef-43eb-91f0-927336a1714f" providerId="ADAL" clId="{91A7750A-C69B-4970-962F-36B3D7EFFB05}" dt="2022-08-12T13:02:44.845" v="1097" actId="478"/>
          <ac:grpSpMkLst>
            <pc:docMk/>
            <pc:sldMk cId="1880931230" sldId="9789"/>
            <ac:grpSpMk id="271" creationId="{E7B480D3-1E93-A0F0-1CEE-9153737A3CFF}"/>
          </ac:grpSpMkLst>
        </pc:grpChg>
        <pc:picChg chg="mod">
          <ac:chgData name="Macher, Andreas (DI FA CTR PLC PPM)" userId="f1dcac62-7bef-43eb-91f0-927336a1714f" providerId="ADAL" clId="{91A7750A-C69B-4970-962F-36B3D7EFFB05}" dt="2022-08-12T13:12:21.772" v="1159"/>
          <ac:picMkLst>
            <pc:docMk/>
            <pc:sldMk cId="1880931230" sldId="9789"/>
            <ac:picMk id="82" creationId="{806187BE-0092-8097-1E44-31710223B764}"/>
          </ac:picMkLst>
        </pc:picChg>
        <pc:picChg chg="mod">
          <ac:chgData name="Macher, Andreas (DI FA CTR PLC PPM)" userId="f1dcac62-7bef-43eb-91f0-927336a1714f" providerId="ADAL" clId="{91A7750A-C69B-4970-962F-36B3D7EFFB05}" dt="2022-08-12T13:12:21.772" v="1159"/>
          <ac:picMkLst>
            <pc:docMk/>
            <pc:sldMk cId="1880931230" sldId="9789"/>
            <ac:picMk id="83" creationId="{323E0EC6-503A-A39C-FFCB-A3C3CDB19DCC}"/>
          </ac:picMkLst>
        </pc:picChg>
        <pc:picChg chg="mod">
          <ac:chgData name="Macher, Andreas (DI FA CTR PLC PPM)" userId="f1dcac62-7bef-43eb-91f0-927336a1714f" providerId="ADAL" clId="{91A7750A-C69B-4970-962F-36B3D7EFFB05}" dt="2022-08-12T13:12:21.772" v="1159"/>
          <ac:picMkLst>
            <pc:docMk/>
            <pc:sldMk cId="1880931230" sldId="9789"/>
            <ac:picMk id="84" creationId="{39C35CC4-E0B5-B963-A675-9D9F66D5567A}"/>
          </ac:picMkLst>
        </pc:picChg>
        <pc:picChg chg="mod">
          <ac:chgData name="Macher, Andreas (DI FA CTR PLC PPM)" userId="f1dcac62-7bef-43eb-91f0-927336a1714f" providerId="ADAL" clId="{91A7750A-C69B-4970-962F-36B3D7EFFB05}" dt="2022-08-12T13:12:21.772" v="1159"/>
          <ac:picMkLst>
            <pc:docMk/>
            <pc:sldMk cId="1880931230" sldId="9789"/>
            <ac:picMk id="85" creationId="{21FA8B4C-4060-358B-492A-9FDFDCEC47C6}"/>
          </ac:picMkLst>
        </pc:picChg>
        <pc:picChg chg="mod">
          <ac:chgData name="Macher, Andreas (DI FA CTR PLC PPM)" userId="f1dcac62-7bef-43eb-91f0-927336a1714f" providerId="ADAL" clId="{91A7750A-C69B-4970-962F-36B3D7EFFB05}" dt="2022-08-12T13:12:21.772" v="1159"/>
          <ac:picMkLst>
            <pc:docMk/>
            <pc:sldMk cId="1880931230" sldId="9789"/>
            <ac:picMk id="86" creationId="{6792B934-3114-A5C0-3BB4-CCEDEC92526E}"/>
          </ac:picMkLst>
        </pc:picChg>
        <pc:picChg chg="mod">
          <ac:chgData name="Macher, Andreas (DI FA CTR PLC PPM)" userId="f1dcac62-7bef-43eb-91f0-927336a1714f" providerId="ADAL" clId="{91A7750A-C69B-4970-962F-36B3D7EFFB05}" dt="2022-08-12T13:12:21.772" v="1159"/>
          <ac:picMkLst>
            <pc:docMk/>
            <pc:sldMk cId="1880931230" sldId="9789"/>
            <ac:picMk id="87" creationId="{7CBBBFC0-16B8-CE8A-8CBB-CA6236EEBF05}"/>
          </ac:picMkLst>
        </pc:picChg>
        <pc:picChg chg="add mod">
          <ac:chgData name="Macher, Andreas (DI FA CTR PLC PPM)" userId="f1dcac62-7bef-43eb-91f0-927336a1714f" providerId="ADAL" clId="{91A7750A-C69B-4970-962F-36B3D7EFFB05}" dt="2022-08-12T13:13:58.450" v="1171" actId="164"/>
          <ac:picMkLst>
            <pc:docMk/>
            <pc:sldMk cId="1880931230" sldId="9789"/>
            <ac:picMk id="93" creationId="{020C8D67-19E9-80E7-5F34-2617E7A07686}"/>
          </ac:picMkLst>
        </pc:picChg>
        <pc:picChg chg="add mod">
          <ac:chgData name="Macher, Andreas (DI FA CTR PLC PPM)" userId="f1dcac62-7bef-43eb-91f0-927336a1714f" providerId="ADAL" clId="{91A7750A-C69B-4970-962F-36B3D7EFFB05}" dt="2022-08-12T13:13:58.450" v="1171" actId="164"/>
          <ac:picMkLst>
            <pc:docMk/>
            <pc:sldMk cId="1880931230" sldId="9789"/>
            <ac:picMk id="97" creationId="{00EE2839-2121-1DBB-8649-9FDC22B3F374}"/>
          </ac:picMkLst>
        </pc:picChg>
        <pc:picChg chg="add mod">
          <ac:chgData name="Macher, Andreas (DI FA CTR PLC PPM)" userId="f1dcac62-7bef-43eb-91f0-927336a1714f" providerId="ADAL" clId="{91A7750A-C69B-4970-962F-36B3D7EFFB05}" dt="2022-08-12T13:13:58.450" v="1171" actId="164"/>
          <ac:picMkLst>
            <pc:docMk/>
            <pc:sldMk cId="1880931230" sldId="9789"/>
            <ac:picMk id="99" creationId="{F35B6CD7-D1DE-C7C1-9116-15BEDFDCDB35}"/>
          </ac:picMkLst>
        </pc:picChg>
        <pc:picChg chg="mod">
          <ac:chgData name="Macher, Andreas (DI FA CTR PLC PPM)" userId="f1dcac62-7bef-43eb-91f0-927336a1714f" providerId="ADAL" clId="{91A7750A-C69B-4970-962F-36B3D7EFFB05}" dt="2022-08-12T13:13:45.694" v="1169"/>
          <ac:picMkLst>
            <pc:docMk/>
            <pc:sldMk cId="1880931230" sldId="9789"/>
            <ac:picMk id="105" creationId="{DACB1DA9-CE8B-DCAF-07F9-492F069B46FE}"/>
          </ac:picMkLst>
        </pc:picChg>
        <pc:picChg chg="mod">
          <ac:chgData name="Macher, Andreas (DI FA CTR PLC PPM)" userId="f1dcac62-7bef-43eb-91f0-927336a1714f" providerId="ADAL" clId="{91A7750A-C69B-4970-962F-36B3D7EFFB05}" dt="2022-08-12T13:13:45.694" v="1169"/>
          <ac:picMkLst>
            <pc:docMk/>
            <pc:sldMk cId="1880931230" sldId="9789"/>
            <ac:picMk id="106" creationId="{30B9BDD0-051F-A5CF-1A38-5D7EA3E07F8F}"/>
          </ac:picMkLst>
        </pc:picChg>
        <pc:picChg chg="mod">
          <ac:chgData name="Macher, Andreas (DI FA CTR PLC PPM)" userId="f1dcac62-7bef-43eb-91f0-927336a1714f" providerId="ADAL" clId="{91A7750A-C69B-4970-962F-36B3D7EFFB05}" dt="2022-08-12T13:13:45.694" v="1169"/>
          <ac:picMkLst>
            <pc:docMk/>
            <pc:sldMk cId="1880931230" sldId="9789"/>
            <ac:picMk id="107" creationId="{97198C02-02BC-FF41-BC72-E4A89167DE4B}"/>
          </ac:picMkLst>
        </pc:picChg>
        <pc:picChg chg="mod">
          <ac:chgData name="Macher, Andreas (DI FA CTR PLC PPM)" userId="f1dcac62-7bef-43eb-91f0-927336a1714f" providerId="ADAL" clId="{91A7750A-C69B-4970-962F-36B3D7EFFB05}" dt="2022-08-12T13:13:45.694" v="1169"/>
          <ac:picMkLst>
            <pc:docMk/>
            <pc:sldMk cId="1880931230" sldId="9789"/>
            <ac:picMk id="108" creationId="{739DE92E-319B-A36C-016F-80C7B1407EA5}"/>
          </ac:picMkLst>
        </pc:picChg>
        <pc:picChg chg="mod">
          <ac:chgData name="Macher, Andreas (DI FA CTR PLC PPM)" userId="f1dcac62-7bef-43eb-91f0-927336a1714f" providerId="ADAL" clId="{91A7750A-C69B-4970-962F-36B3D7EFFB05}" dt="2022-08-12T13:13:45.694" v="1169"/>
          <ac:picMkLst>
            <pc:docMk/>
            <pc:sldMk cId="1880931230" sldId="9789"/>
            <ac:picMk id="109" creationId="{CDA14835-C466-C37A-6024-8E2E74B70CF8}"/>
          </ac:picMkLst>
        </pc:picChg>
        <pc:picChg chg="mod">
          <ac:chgData name="Macher, Andreas (DI FA CTR PLC PPM)" userId="f1dcac62-7bef-43eb-91f0-927336a1714f" providerId="ADAL" clId="{91A7750A-C69B-4970-962F-36B3D7EFFB05}" dt="2022-08-12T13:13:45.694" v="1169"/>
          <ac:picMkLst>
            <pc:docMk/>
            <pc:sldMk cId="1880931230" sldId="9789"/>
            <ac:picMk id="110" creationId="{74A3A24C-AEBD-1C55-EC2A-CBD26C6E0B12}"/>
          </ac:picMkLst>
        </pc:picChg>
        <pc:picChg chg="mod">
          <ac:chgData name="Macher, Andreas (DI FA CTR PLC PPM)" userId="f1dcac62-7bef-43eb-91f0-927336a1714f" providerId="ADAL" clId="{91A7750A-C69B-4970-962F-36B3D7EFFB05}" dt="2022-08-12T13:06:45.104" v="1139" actId="165"/>
          <ac:picMkLst>
            <pc:docMk/>
            <pc:sldMk cId="1880931230" sldId="9789"/>
            <ac:picMk id="129" creationId="{BAB059E2-CB47-8F4C-446E-3F6CF73C2847}"/>
          </ac:picMkLst>
        </pc:picChg>
        <pc:picChg chg="mod">
          <ac:chgData name="Macher, Andreas (DI FA CTR PLC PPM)" userId="f1dcac62-7bef-43eb-91f0-927336a1714f" providerId="ADAL" clId="{91A7750A-C69B-4970-962F-36B3D7EFFB05}" dt="2022-08-12T13:06:45.104" v="1139" actId="165"/>
          <ac:picMkLst>
            <pc:docMk/>
            <pc:sldMk cId="1880931230" sldId="9789"/>
            <ac:picMk id="130" creationId="{75017966-DB5D-3339-4603-92A6897B7C69}"/>
          </ac:picMkLst>
        </pc:picChg>
        <pc:picChg chg="mod">
          <ac:chgData name="Macher, Andreas (DI FA CTR PLC PPM)" userId="f1dcac62-7bef-43eb-91f0-927336a1714f" providerId="ADAL" clId="{91A7750A-C69B-4970-962F-36B3D7EFFB05}" dt="2022-08-12T13:06:45.104" v="1139" actId="165"/>
          <ac:picMkLst>
            <pc:docMk/>
            <pc:sldMk cId="1880931230" sldId="9789"/>
            <ac:picMk id="131" creationId="{77C0FBD8-54C3-7657-D449-DB12D6508EA9}"/>
          </ac:picMkLst>
        </pc:picChg>
        <pc:picChg chg="mod">
          <ac:chgData name="Macher, Andreas (DI FA CTR PLC PPM)" userId="f1dcac62-7bef-43eb-91f0-927336a1714f" providerId="ADAL" clId="{91A7750A-C69B-4970-962F-36B3D7EFFB05}" dt="2022-08-12T13:06:45.104" v="1139" actId="165"/>
          <ac:picMkLst>
            <pc:docMk/>
            <pc:sldMk cId="1880931230" sldId="9789"/>
            <ac:picMk id="132" creationId="{85343F59-72E9-506F-61B6-3F654E1671CC}"/>
          </ac:picMkLst>
        </pc:picChg>
        <pc:picChg chg="mod">
          <ac:chgData name="Macher, Andreas (DI FA CTR PLC PPM)" userId="f1dcac62-7bef-43eb-91f0-927336a1714f" providerId="ADAL" clId="{91A7750A-C69B-4970-962F-36B3D7EFFB05}" dt="2022-08-12T13:06:45.104" v="1139" actId="165"/>
          <ac:picMkLst>
            <pc:docMk/>
            <pc:sldMk cId="1880931230" sldId="9789"/>
            <ac:picMk id="133" creationId="{92F5548C-69AD-11DF-B68F-3252A624E2EC}"/>
          </ac:picMkLst>
        </pc:picChg>
        <pc:picChg chg="mod">
          <ac:chgData name="Macher, Andreas (DI FA CTR PLC PPM)" userId="f1dcac62-7bef-43eb-91f0-927336a1714f" providerId="ADAL" clId="{91A7750A-C69B-4970-962F-36B3D7EFFB05}" dt="2022-08-12T13:06:45.104" v="1139" actId="165"/>
          <ac:picMkLst>
            <pc:docMk/>
            <pc:sldMk cId="1880931230" sldId="9789"/>
            <ac:picMk id="134" creationId="{3360F2A9-E391-3DCF-826C-E8403F2E41EE}"/>
          </ac:picMkLst>
        </pc:picChg>
        <pc:picChg chg="mod">
          <ac:chgData name="Macher, Andreas (DI FA CTR PLC PPM)" userId="f1dcac62-7bef-43eb-91f0-927336a1714f" providerId="ADAL" clId="{91A7750A-C69B-4970-962F-36B3D7EFFB05}" dt="2022-08-12T13:13:59.550" v="1172"/>
          <ac:picMkLst>
            <pc:docMk/>
            <pc:sldMk cId="1880931230" sldId="9789"/>
            <ac:picMk id="135" creationId="{C24BEED3-703E-92BF-0072-E92618C6F122}"/>
          </ac:picMkLst>
        </pc:picChg>
        <pc:picChg chg="mod">
          <ac:chgData name="Macher, Andreas (DI FA CTR PLC PPM)" userId="f1dcac62-7bef-43eb-91f0-927336a1714f" providerId="ADAL" clId="{91A7750A-C69B-4970-962F-36B3D7EFFB05}" dt="2022-08-12T13:13:59.550" v="1172"/>
          <ac:picMkLst>
            <pc:docMk/>
            <pc:sldMk cId="1880931230" sldId="9789"/>
            <ac:picMk id="136" creationId="{4D11759F-F35F-BBD5-50AF-6F8CE3B0FC17}"/>
          </ac:picMkLst>
        </pc:picChg>
        <pc:picChg chg="mod">
          <ac:chgData name="Macher, Andreas (DI FA CTR PLC PPM)" userId="f1dcac62-7bef-43eb-91f0-927336a1714f" providerId="ADAL" clId="{91A7750A-C69B-4970-962F-36B3D7EFFB05}" dt="2022-08-12T13:13:59.550" v="1172"/>
          <ac:picMkLst>
            <pc:docMk/>
            <pc:sldMk cId="1880931230" sldId="9789"/>
            <ac:picMk id="137" creationId="{317D2081-61ED-591C-8270-C798EFCE547C}"/>
          </ac:picMkLst>
        </pc:picChg>
        <pc:picChg chg="mod">
          <ac:chgData name="Macher, Andreas (DI FA CTR PLC PPM)" userId="f1dcac62-7bef-43eb-91f0-927336a1714f" providerId="ADAL" clId="{91A7750A-C69B-4970-962F-36B3D7EFFB05}" dt="2022-08-12T13:13:59.550" v="1172"/>
          <ac:picMkLst>
            <pc:docMk/>
            <pc:sldMk cId="1880931230" sldId="9789"/>
            <ac:picMk id="138" creationId="{BC93D547-0BC2-0B59-53BA-574D38FC11CC}"/>
          </ac:picMkLst>
        </pc:picChg>
        <pc:picChg chg="mod">
          <ac:chgData name="Macher, Andreas (DI FA CTR PLC PPM)" userId="f1dcac62-7bef-43eb-91f0-927336a1714f" providerId="ADAL" clId="{91A7750A-C69B-4970-962F-36B3D7EFFB05}" dt="2022-08-12T13:13:59.550" v="1172"/>
          <ac:picMkLst>
            <pc:docMk/>
            <pc:sldMk cId="1880931230" sldId="9789"/>
            <ac:picMk id="139" creationId="{789BF5F8-94C0-414F-3287-F5E369B69121}"/>
          </ac:picMkLst>
        </pc:picChg>
        <pc:picChg chg="mod">
          <ac:chgData name="Macher, Andreas (DI FA CTR PLC PPM)" userId="f1dcac62-7bef-43eb-91f0-927336a1714f" providerId="ADAL" clId="{91A7750A-C69B-4970-962F-36B3D7EFFB05}" dt="2022-08-12T13:13:59.550" v="1172"/>
          <ac:picMkLst>
            <pc:docMk/>
            <pc:sldMk cId="1880931230" sldId="9789"/>
            <ac:picMk id="140" creationId="{2EE5CA19-A44E-285A-7AC7-B86BCCDEA1E0}"/>
          </ac:picMkLst>
        </pc:picChg>
        <pc:picChg chg="add mod">
          <ac:chgData name="Macher, Andreas (DI FA CTR PLC PPM)" userId="f1dcac62-7bef-43eb-91f0-927336a1714f" providerId="ADAL" clId="{91A7750A-C69B-4970-962F-36B3D7EFFB05}" dt="2022-08-12T13:19:10.064" v="1224" actId="1076"/>
          <ac:picMkLst>
            <pc:docMk/>
            <pc:sldMk cId="1880931230" sldId="9789"/>
            <ac:picMk id="144" creationId="{DE7CC6C8-D548-67D9-5710-804086ABB31F}"/>
          </ac:picMkLst>
        </pc:picChg>
        <pc:picChg chg="del mod">
          <ac:chgData name="Macher, Andreas (DI FA CTR PLC PPM)" userId="f1dcac62-7bef-43eb-91f0-927336a1714f" providerId="ADAL" clId="{91A7750A-C69B-4970-962F-36B3D7EFFB05}" dt="2022-08-12T13:12:09.171" v="1156" actId="478"/>
          <ac:picMkLst>
            <pc:docMk/>
            <pc:sldMk cId="1880931230" sldId="9789"/>
            <ac:picMk id="150" creationId="{292AE3D1-9766-D2EC-D30F-A67ECD2E301D}"/>
          </ac:picMkLst>
        </pc:picChg>
        <pc:picChg chg="del mod">
          <ac:chgData name="Macher, Andreas (DI FA CTR PLC PPM)" userId="f1dcac62-7bef-43eb-91f0-927336a1714f" providerId="ADAL" clId="{91A7750A-C69B-4970-962F-36B3D7EFFB05}" dt="2022-08-12T13:12:09.171" v="1156" actId="478"/>
          <ac:picMkLst>
            <pc:docMk/>
            <pc:sldMk cId="1880931230" sldId="9789"/>
            <ac:picMk id="151" creationId="{2B178381-A1C4-AD04-5B8B-6F3EA1A909F7}"/>
          </ac:picMkLst>
        </pc:picChg>
        <pc:picChg chg="mod">
          <ac:chgData name="Macher, Andreas (DI FA CTR PLC PPM)" userId="f1dcac62-7bef-43eb-91f0-927336a1714f" providerId="ADAL" clId="{91A7750A-C69B-4970-962F-36B3D7EFFB05}" dt="2022-08-12T13:19:48.534" v="1275"/>
          <ac:picMkLst>
            <pc:docMk/>
            <pc:sldMk cId="1880931230" sldId="9789"/>
            <ac:picMk id="155" creationId="{D9A1AAC8-4BF1-3D99-552F-E15367C541BE}"/>
          </ac:picMkLst>
        </pc:picChg>
        <pc:picChg chg="mod">
          <ac:chgData name="Macher, Andreas (DI FA CTR PLC PPM)" userId="f1dcac62-7bef-43eb-91f0-927336a1714f" providerId="ADAL" clId="{91A7750A-C69B-4970-962F-36B3D7EFFB05}" dt="2022-08-12T13:19:48.534" v="1275"/>
          <ac:picMkLst>
            <pc:docMk/>
            <pc:sldMk cId="1880931230" sldId="9789"/>
            <ac:picMk id="156" creationId="{D2E0CD54-4BB2-E81F-2F34-E5ABB0A09C6C}"/>
          </ac:picMkLst>
        </pc:picChg>
        <pc:picChg chg="mod">
          <ac:chgData name="Macher, Andreas (DI FA CTR PLC PPM)" userId="f1dcac62-7bef-43eb-91f0-927336a1714f" providerId="ADAL" clId="{91A7750A-C69B-4970-962F-36B3D7EFFB05}" dt="2022-08-12T13:19:48.534" v="1275"/>
          <ac:picMkLst>
            <pc:docMk/>
            <pc:sldMk cId="1880931230" sldId="9789"/>
            <ac:picMk id="162" creationId="{9E223731-5ACF-CEA1-AED2-06F89A0837A4}"/>
          </ac:picMkLst>
        </pc:picChg>
        <pc:picChg chg="mod">
          <ac:chgData name="Macher, Andreas (DI FA CTR PLC PPM)" userId="f1dcac62-7bef-43eb-91f0-927336a1714f" providerId="ADAL" clId="{91A7750A-C69B-4970-962F-36B3D7EFFB05}" dt="2022-08-12T13:19:48.534" v="1275"/>
          <ac:picMkLst>
            <pc:docMk/>
            <pc:sldMk cId="1880931230" sldId="9789"/>
            <ac:picMk id="167" creationId="{B7B894B0-1F47-999D-83FE-494EB5673B29}"/>
          </ac:picMkLst>
        </pc:picChg>
        <pc:picChg chg="mod">
          <ac:chgData name="Macher, Andreas (DI FA CTR PLC PPM)" userId="f1dcac62-7bef-43eb-91f0-927336a1714f" providerId="ADAL" clId="{91A7750A-C69B-4970-962F-36B3D7EFFB05}" dt="2022-08-12T13:19:48.534" v="1275"/>
          <ac:picMkLst>
            <pc:docMk/>
            <pc:sldMk cId="1880931230" sldId="9789"/>
            <ac:picMk id="169" creationId="{C9E01BF3-5DB7-A897-6F5D-DAB5C9C0850E}"/>
          </ac:picMkLst>
        </pc:picChg>
        <pc:picChg chg="mod">
          <ac:chgData name="Macher, Andreas (DI FA CTR PLC PPM)" userId="f1dcac62-7bef-43eb-91f0-927336a1714f" providerId="ADAL" clId="{91A7750A-C69B-4970-962F-36B3D7EFFB05}" dt="2022-08-12T13:19:48.534" v="1275"/>
          <ac:picMkLst>
            <pc:docMk/>
            <pc:sldMk cId="1880931230" sldId="9789"/>
            <ac:picMk id="170" creationId="{C976D1BC-DDAF-E39C-7C76-362CC29BB0BF}"/>
          </ac:picMkLst>
        </pc:picChg>
        <pc:picChg chg="mod">
          <ac:chgData name="Macher, Andreas (DI FA CTR PLC PPM)" userId="f1dcac62-7bef-43eb-91f0-927336a1714f" providerId="ADAL" clId="{91A7750A-C69B-4970-962F-36B3D7EFFB05}" dt="2022-08-12T13:19:48.534" v="1275"/>
          <ac:picMkLst>
            <pc:docMk/>
            <pc:sldMk cId="1880931230" sldId="9789"/>
            <ac:picMk id="171" creationId="{EF3485BD-5878-4469-9F2D-0F57B661B222}"/>
          </ac:picMkLst>
        </pc:picChg>
        <pc:picChg chg="mod">
          <ac:chgData name="Macher, Andreas (DI FA CTR PLC PPM)" userId="f1dcac62-7bef-43eb-91f0-927336a1714f" providerId="ADAL" clId="{91A7750A-C69B-4970-962F-36B3D7EFFB05}" dt="2022-08-12T13:19:48.534" v="1275"/>
          <ac:picMkLst>
            <pc:docMk/>
            <pc:sldMk cId="1880931230" sldId="9789"/>
            <ac:picMk id="172" creationId="{22E8B433-09A1-A177-2660-37C0A469E9D9}"/>
          </ac:picMkLst>
        </pc:picChg>
        <pc:picChg chg="mod">
          <ac:chgData name="Macher, Andreas (DI FA CTR PLC PPM)" userId="f1dcac62-7bef-43eb-91f0-927336a1714f" providerId="ADAL" clId="{91A7750A-C69B-4970-962F-36B3D7EFFB05}" dt="2022-08-12T13:19:48.534" v="1275"/>
          <ac:picMkLst>
            <pc:docMk/>
            <pc:sldMk cId="1880931230" sldId="9789"/>
            <ac:picMk id="173" creationId="{AC0B6A61-7D7D-6D09-3FA1-44283BCAE215}"/>
          </ac:picMkLst>
        </pc:picChg>
        <pc:picChg chg="add mod">
          <ac:chgData name="Macher, Andreas (DI FA CTR PLC PPM)" userId="f1dcac62-7bef-43eb-91f0-927336a1714f" providerId="ADAL" clId="{91A7750A-C69B-4970-962F-36B3D7EFFB05}" dt="2022-08-12T13:19:54.804" v="1276" actId="1076"/>
          <ac:picMkLst>
            <pc:docMk/>
            <pc:sldMk cId="1880931230" sldId="9789"/>
            <ac:picMk id="174" creationId="{924FE7F8-87B8-D7E4-818F-D03605CA8456}"/>
          </ac:picMkLst>
        </pc:picChg>
        <pc:picChg chg="add mod">
          <ac:chgData name="Macher, Andreas (DI FA CTR PLC PPM)" userId="f1dcac62-7bef-43eb-91f0-927336a1714f" providerId="ADAL" clId="{91A7750A-C69B-4970-962F-36B3D7EFFB05}" dt="2022-08-12T13:21:38.540" v="1323" actId="1076"/>
          <ac:picMkLst>
            <pc:docMk/>
            <pc:sldMk cId="1880931230" sldId="9789"/>
            <ac:picMk id="177" creationId="{F4999406-FB32-B5CF-8D6D-69EBB453E615}"/>
          </ac:picMkLst>
        </pc:picChg>
        <pc:picChg chg="add mod">
          <ac:chgData name="Macher, Andreas (DI FA CTR PLC PPM)" userId="f1dcac62-7bef-43eb-91f0-927336a1714f" providerId="ADAL" clId="{91A7750A-C69B-4970-962F-36B3D7EFFB05}" dt="2022-08-12T13:21:43.826" v="1325" actId="1076"/>
          <ac:picMkLst>
            <pc:docMk/>
            <pc:sldMk cId="1880931230" sldId="9789"/>
            <ac:picMk id="178" creationId="{1ADEE528-7E90-3E6B-F888-1A68265F69A0}"/>
          </ac:picMkLst>
        </pc:picChg>
        <pc:picChg chg="add mod">
          <ac:chgData name="Macher, Andreas (DI FA CTR PLC PPM)" userId="f1dcac62-7bef-43eb-91f0-927336a1714f" providerId="ADAL" clId="{91A7750A-C69B-4970-962F-36B3D7EFFB05}" dt="2022-08-12T13:21:49.401" v="1327" actId="1076"/>
          <ac:picMkLst>
            <pc:docMk/>
            <pc:sldMk cId="1880931230" sldId="9789"/>
            <ac:picMk id="179" creationId="{BF79AA47-1BFC-430F-5C8F-BF03E34E8E7B}"/>
          </ac:picMkLst>
        </pc:picChg>
        <pc:picChg chg="del mod topLvl">
          <ac:chgData name="Macher, Andreas (DI FA CTR PLC PPM)" userId="f1dcac62-7bef-43eb-91f0-927336a1714f" providerId="ADAL" clId="{91A7750A-C69B-4970-962F-36B3D7EFFB05}" dt="2022-08-12T13:29:03.795" v="1336" actId="478"/>
          <ac:picMkLst>
            <pc:docMk/>
            <pc:sldMk cId="1880931230" sldId="9789"/>
            <ac:picMk id="186" creationId="{F8BBBCCF-113B-281F-07C2-ED0ED852CD47}"/>
          </ac:picMkLst>
        </pc:picChg>
        <pc:picChg chg="del mod topLvl">
          <ac:chgData name="Macher, Andreas (DI FA CTR PLC PPM)" userId="f1dcac62-7bef-43eb-91f0-927336a1714f" providerId="ADAL" clId="{91A7750A-C69B-4970-962F-36B3D7EFFB05}" dt="2022-08-12T13:29:03.795" v="1336" actId="478"/>
          <ac:picMkLst>
            <pc:docMk/>
            <pc:sldMk cId="1880931230" sldId="9789"/>
            <ac:picMk id="187" creationId="{49992178-2A0B-7472-46BE-93824B33736A}"/>
          </ac:picMkLst>
        </pc:picChg>
        <pc:picChg chg="del mod topLvl">
          <ac:chgData name="Macher, Andreas (DI FA CTR PLC PPM)" userId="f1dcac62-7bef-43eb-91f0-927336a1714f" providerId="ADAL" clId="{91A7750A-C69B-4970-962F-36B3D7EFFB05}" dt="2022-08-12T13:29:03.795" v="1336" actId="478"/>
          <ac:picMkLst>
            <pc:docMk/>
            <pc:sldMk cId="1880931230" sldId="9789"/>
            <ac:picMk id="195" creationId="{99F4F5D8-0EE5-5FB8-E419-54C9EC089FEB}"/>
          </ac:picMkLst>
        </pc:picChg>
        <pc:picChg chg="del mod topLvl">
          <ac:chgData name="Macher, Andreas (DI FA CTR PLC PPM)" userId="f1dcac62-7bef-43eb-91f0-927336a1714f" providerId="ADAL" clId="{91A7750A-C69B-4970-962F-36B3D7EFFB05}" dt="2022-08-12T13:29:03.795" v="1336" actId="478"/>
          <ac:picMkLst>
            <pc:docMk/>
            <pc:sldMk cId="1880931230" sldId="9789"/>
            <ac:picMk id="196" creationId="{BE6BADCC-A838-8ADA-5516-18B1D80FE4DD}"/>
          </ac:picMkLst>
        </pc:picChg>
        <pc:picChg chg="add del mod">
          <ac:chgData name="Macher, Andreas (DI FA CTR PLC PPM)" userId="f1dcac62-7bef-43eb-91f0-927336a1714f" providerId="ADAL" clId="{91A7750A-C69B-4970-962F-36B3D7EFFB05}" dt="2022-08-12T13:39:56.951" v="1473" actId="478"/>
          <ac:picMkLst>
            <pc:docMk/>
            <pc:sldMk cId="1880931230" sldId="9789"/>
            <ac:picMk id="197" creationId="{DEB1A0C5-1ECF-610E-0E2D-4E173643E177}"/>
          </ac:picMkLst>
        </pc:picChg>
        <pc:picChg chg="del">
          <ac:chgData name="Macher, Andreas (DI FA CTR PLC PPM)" userId="f1dcac62-7bef-43eb-91f0-927336a1714f" providerId="ADAL" clId="{91A7750A-C69B-4970-962F-36B3D7EFFB05}" dt="2022-08-12T13:02:44.845" v="1097" actId="478"/>
          <ac:picMkLst>
            <pc:docMk/>
            <pc:sldMk cId="1880931230" sldId="9789"/>
            <ac:picMk id="267" creationId="{0D915113-0986-15BC-F0AA-B515757F13E7}"/>
          </ac:picMkLst>
        </pc:picChg>
        <pc:picChg chg="del">
          <ac:chgData name="Macher, Andreas (DI FA CTR PLC PPM)" userId="f1dcac62-7bef-43eb-91f0-927336a1714f" providerId="ADAL" clId="{91A7750A-C69B-4970-962F-36B3D7EFFB05}" dt="2022-08-12T13:02:39.207" v="1096" actId="478"/>
          <ac:picMkLst>
            <pc:docMk/>
            <pc:sldMk cId="1880931230" sldId="9789"/>
            <ac:picMk id="276" creationId="{58478E98-02AA-1CE6-56FA-BDBB4AFFB2F4}"/>
          </ac:picMkLst>
        </pc:picChg>
        <pc:picChg chg="del">
          <ac:chgData name="Macher, Andreas (DI FA CTR PLC PPM)" userId="f1dcac62-7bef-43eb-91f0-927336a1714f" providerId="ADAL" clId="{91A7750A-C69B-4970-962F-36B3D7EFFB05}" dt="2022-08-12T13:02:39.207" v="1096" actId="478"/>
          <ac:picMkLst>
            <pc:docMk/>
            <pc:sldMk cId="1880931230" sldId="9789"/>
            <ac:picMk id="280" creationId="{39B5F509-8E8D-6DFD-9FF8-51764A5A0B5D}"/>
          </ac:picMkLst>
        </pc:picChg>
        <pc:cxnChg chg="del">
          <ac:chgData name="Macher, Andreas (DI FA CTR PLC PPM)" userId="f1dcac62-7bef-43eb-91f0-927336a1714f" providerId="ADAL" clId="{91A7750A-C69B-4970-962F-36B3D7EFFB05}" dt="2022-08-12T13:02:39.207" v="1096" actId="478"/>
          <ac:cxnSpMkLst>
            <pc:docMk/>
            <pc:sldMk cId="1880931230" sldId="9789"/>
            <ac:cxnSpMk id="7" creationId="{156A6CB8-159E-9F29-9F07-7921F252B120}"/>
          </ac:cxnSpMkLst>
        </pc:cxnChg>
        <pc:cxnChg chg="del mod topLvl">
          <ac:chgData name="Macher, Andreas (DI FA CTR PLC PPM)" userId="f1dcac62-7bef-43eb-91f0-927336a1714f" providerId="ADAL" clId="{91A7750A-C69B-4970-962F-36B3D7EFFB05}" dt="2022-08-12T13:29:03.795" v="1336" actId="478"/>
          <ac:cxnSpMkLst>
            <pc:docMk/>
            <pc:sldMk cId="1880931230" sldId="9789"/>
            <ac:cxnSpMk id="181" creationId="{3315019A-2F98-6D9A-79FE-A048A6F4565B}"/>
          </ac:cxnSpMkLst>
        </pc:cxnChg>
        <pc:cxnChg chg="del mod topLvl">
          <ac:chgData name="Macher, Andreas (DI FA CTR PLC PPM)" userId="f1dcac62-7bef-43eb-91f0-927336a1714f" providerId="ADAL" clId="{91A7750A-C69B-4970-962F-36B3D7EFFB05}" dt="2022-08-12T13:29:03.795" v="1336" actId="478"/>
          <ac:cxnSpMkLst>
            <pc:docMk/>
            <pc:sldMk cId="1880931230" sldId="9789"/>
            <ac:cxnSpMk id="182" creationId="{B2DB98AE-25F9-D641-C7FF-111CDA8DC708}"/>
          </ac:cxnSpMkLst>
        </pc:cxnChg>
      </pc:sldChg>
      <pc:sldChg chg="addSp delSp modSp add mod">
        <pc:chgData name="Macher, Andreas (DI FA CTR PLC PPM)" userId="f1dcac62-7bef-43eb-91f0-927336a1714f" providerId="ADAL" clId="{91A7750A-C69B-4970-962F-36B3D7EFFB05}" dt="2022-08-12T13:45:43.177" v="1524" actId="1076"/>
        <pc:sldMkLst>
          <pc:docMk/>
          <pc:sldMk cId="3201472925" sldId="9790"/>
        </pc:sldMkLst>
        <pc:spChg chg="mod">
          <ac:chgData name="Macher, Andreas (DI FA CTR PLC PPM)" userId="f1dcac62-7bef-43eb-91f0-927336a1714f" providerId="ADAL" clId="{91A7750A-C69B-4970-962F-36B3D7EFFB05}" dt="2022-08-12T13:45:25.129" v="1521" actId="20577"/>
          <ac:spMkLst>
            <pc:docMk/>
            <pc:sldMk cId="3201472925" sldId="9790"/>
            <ac:spMk id="2" creationId="{00000000-0000-0000-0000-000000000000}"/>
          </ac:spMkLst>
        </pc:spChg>
        <pc:spChg chg="del">
          <ac:chgData name="Macher, Andreas (DI FA CTR PLC PPM)" userId="f1dcac62-7bef-43eb-91f0-927336a1714f" providerId="ADAL" clId="{91A7750A-C69B-4970-962F-36B3D7EFFB05}" dt="2022-08-12T13:41:22.670" v="1475" actId="478"/>
          <ac:spMkLst>
            <pc:docMk/>
            <pc:sldMk cId="3201472925" sldId="9790"/>
            <ac:spMk id="10" creationId="{24DF2E70-0482-ED61-5BDE-72ECF6C46F6A}"/>
          </ac:spMkLst>
        </pc:spChg>
        <pc:spChg chg="del">
          <ac:chgData name="Macher, Andreas (DI FA CTR PLC PPM)" userId="f1dcac62-7bef-43eb-91f0-927336a1714f" providerId="ADAL" clId="{91A7750A-C69B-4970-962F-36B3D7EFFB05}" dt="2022-08-12T13:41:22.670" v="1475" actId="478"/>
          <ac:spMkLst>
            <pc:docMk/>
            <pc:sldMk cId="3201472925" sldId="9790"/>
            <ac:spMk id="175" creationId="{632F61C3-DFAF-3C76-A9F1-FE1747CE4319}"/>
          </ac:spMkLst>
        </pc:spChg>
        <pc:spChg chg="del">
          <ac:chgData name="Macher, Andreas (DI FA CTR PLC PPM)" userId="f1dcac62-7bef-43eb-91f0-927336a1714f" providerId="ADAL" clId="{91A7750A-C69B-4970-962F-36B3D7EFFB05}" dt="2022-08-12T13:41:22.670" v="1475" actId="478"/>
          <ac:spMkLst>
            <pc:docMk/>
            <pc:sldMk cId="3201472925" sldId="9790"/>
            <ac:spMk id="176" creationId="{5FE1BF5A-E432-5CE7-9A98-07400283528D}"/>
          </ac:spMkLst>
        </pc:spChg>
        <pc:grpChg chg="del">
          <ac:chgData name="Macher, Andreas (DI FA CTR PLC PPM)" userId="f1dcac62-7bef-43eb-91f0-927336a1714f" providerId="ADAL" clId="{91A7750A-C69B-4970-962F-36B3D7EFFB05}" dt="2022-08-12T13:41:22.670" v="1475" actId="478"/>
          <ac:grpSpMkLst>
            <pc:docMk/>
            <pc:sldMk cId="3201472925" sldId="9790"/>
            <ac:grpSpMk id="145" creationId="{3244C2E5-065B-34C2-AD84-1B2C6E20DF41}"/>
          </ac:grpSpMkLst>
        </pc:grpChg>
        <pc:picChg chg="add mod">
          <ac:chgData name="Macher, Andreas (DI FA CTR PLC PPM)" userId="f1dcac62-7bef-43eb-91f0-927336a1714f" providerId="ADAL" clId="{91A7750A-C69B-4970-962F-36B3D7EFFB05}" dt="2022-08-12T13:45:43.177" v="1524" actId="1076"/>
          <ac:picMkLst>
            <pc:docMk/>
            <pc:sldMk cId="3201472925" sldId="9790"/>
            <ac:picMk id="55" creationId="{054CE9CE-7062-777F-E52D-E34ADF32227E}"/>
          </ac:picMkLst>
        </pc:picChg>
        <pc:picChg chg="add del">
          <ac:chgData name="Macher, Andreas (DI FA CTR PLC PPM)" userId="f1dcac62-7bef-43eb-91f0-927336a1714f" providerId="ADAL" clId="{91A7750A-C69B-4970-962F-36B3D7EFFB05}" dt="2022-08-12T13:45:04.838" v="1506" actId="478"/>
          <ac:picMkLst>
            <pc:docMk/>
            <pc:sldMk cId="3201472925" sldId="9790"/>
            <ac:picMk id="93" creationId="{020C8D67-19E9-80E7-5F34-2617E7A07686}"/>
          </ac:picMkLst>
        </pc:picChg>
        <pc:picChg chg="del">
          <ac:chgData name="Macher, Andreas (DI FA CTR PLC PPM)" userId="f1dcac62-7bef-43eb-91f0-927336a1714f" providerId="ADAL" clId="{91A7750A-C69B-4970-962F-36B3D7EFFB05}" dt="2022-08-12T13:41:30.616" v="1477" actId="478"/>
          <ac:picMkLst>
            <pc:docMk/>
            <pc:sldMk cId="3201472925" sldId="9790"/>
            <ac:picMk id="99" creationId="{F35B6CD7-D1DE-C7C1-9116-15BEDFDCDB35}"/>
          </ac:picMkLst>
        </pc:picChg>
        <pc:picChg chg="del">
          <ac:chgData name="Macher, Andreas (DI FA CTR PLC PPM)" userId="f1dcac62-7bef-43eb-91f0-927336a1714f" providerId="ADAL" clId="{91A7750A-C69B-4970-962F-36B3D7EFFB05}" dt="2022-08-12T13:41:26.129" v="1476" actId="478"/>
          <ac:picMkLst>
            <pc:docMk/>
            <pc:sldMk cId="3201472925" sldId="9790"/>
            <ac:picMk id="144" creationId="{DE7CC6C8-D548-67D9-5710-804086ABB31F}"/>
          </ac:picMkLst>
        </pc:picChg>
        <pc:picChg chg="del">
          <ac:chgData name="Macher, Andreas (DI FA CTR PLC PPM)" userId="f1dcac62-7bef-43eb-91f0-927336a1714f" providerId="ADAL" clId="{91A7750A-C69B-4970-962F-36B3D7EFFB05}" dt="2022-08-12T13:41:22.670" v="1475" actId="478"/>
          <ac:picMkLst>
            <pc:docMk/>
            <pc:sldMk cId="3201472925" sldId="9790"/>
            <ac:picMk id="174" creationId="{924FE7F8-87B8-D7E4-818F-D03605CA8456}"/>
          </ac:picMkLst>
        </pc:picChg>
        <pc:picChg chg="del">
          <ac:chgData name="Macher, Andreas (DI FA CTR PLC PPM)" userId="f1dcac62-7bef-43eb-91f0-927336a1714f" providerId="ADAL" clId="{91A7750A-C69B-4970-962F-36B3D7EFFB05}" dt="2022-08-12T13:41:22.670" v="1475" actId="478"/>
          <ac:picMkLst>
            <pc:docMk/>
            <pc:sldMk cId="3201472925" sldId="9790"/>
            <ac:picMk id="177" creationId="{F4999406-FB32-B5CF-8D6D-69EBB453E615}"/>
          </ac:picMkLst>
        </pc:picChg>
        <pc:picChg chg="del">
          <ac:chgData name="Macher, Andreas (DI FA CTR PLC PPM)" userId="f1dcac62-7bef-43eb-91f0-927336a1714f" providerId="ADAL" clId="{91A7750A-C69B-4970-962F-36B3D7EFFB05}" dt="2022-08-12T13:41:22.670" v="1475" actId="478"/>
          <ac:picMkLst>
            <pc:docMk/>
            <pc:sldMk cId="3201472925" sldId="9790"/>
            <ac:picMk id="178" creationId="{1ADEE528-7E90-3E6B-F888-1A68265F69A0}"/>
          </ac:picMkLst>
        </pc:picChg>
        <pc:picChg chg="del">
          <ac:chgData name="Macher, Andreas (DI FA CTR PLC PPM)" userId="f1dcac62-7bef-43eb-91f0-927336a1714f" providerId="ADAL" clId="{91A7750A-C69B-4970-962F-36B3D7EFFB05}" dt="2022-08-12T13:41:22.670" v="1475" actId="478"/>
          <ac:picMkLst>
            <pc:docMk/>
            <pc:sldMk cId="3201472925" sldId="9790"/>
            <ac:picMk id="179" creationId="{BF79AA47-1BFC-430F-5C8F-BF03E34E8E7B}"/>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200"/>
            </a:lvl1pPr>
          </a:lstStyle>
          <a:p>
            <a:endParaRPr lang="de-DE" sz="1050" b="1" dirty="0"/>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86800" y="0"/>
            <a:ext cx="1771200" cy="360000"/>
          </a:xfrm>
          <a:prstGeom prst="rect">
            <a:avLst/>
          </a:prstGeom>
        </p:spPr>
        <p:txBody>
          <a:bodyPr vert="horz" lIns="91440" tIns="45720" rIns="91440" bIns="45720" rtlCol="0"/>
          <a:lstStyle>
            <a:lvl1pPr algn="r">
              <a:defRPr sz="1200"/>
            </a:lvl1pPr>
          </a:lstStyle>
          <a:p>
            <a:r>
              <a:rPr lang="de-DE" sz="1050" dirty="0"/>
              <a:t>29.09.2020</a:t>
            </a:r>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8784000"/>
            <a:ext cx="4363200" cy="360000"/>
          </a:xfrm>
          <a:prstGeom prst="rect">
            <a:avLst/>
          </a:prstGeom>
        </p:spPr>
        <p:txBody>
          <a:bodyPr vert="horz" lIns="91440" tIns="45720" rIns="91440" bIns="45720" rtlCol="0" anchor="b"/>
          <a:lstStyle>
            <a:lvl1pPr algn="l">
              <a:defRPr sz="1200"/>
            </a:lvl1pPr>
          </a:lstStyle>
          <a:p>
            <a:endParaRPr lang="de-DE" sz="1050" dirty="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86800" y="8784000"/>
            <a:ext cx="1771200" cy="360000"/>
          </a:xfrm>
          <a:prstGeom prst="rect">
            <a:avLst/>
          </a:prstGeom>
        </p:spPr>
        <p:txBody>
          <a:bodyPr vert="horz" lIns="91440" tIns="45720" rIns="91440" bIns="45720" rtlCol="0" anchor="b"/>
          <a:lstStyle>
            <a:lvl1pPr algn="r">
              <a:defRPr sz="1200"/>
            </a:lvl1pPr>
          </a:lstStyle>
          <a:p>
            <a:r>
              <a:rPr lang="de-DE" sz="1050" b="1" dirty="0">
                <a:solidFill>
                  <a:schemeClr val="accent2"/>
                </a:solidFill>
              </a:rPr>
              <a:t>Handzettel</a:t>
            </a:r>
            <a:r>
              <a:rPr lang="de-DE" sz="1050" dirty="0">
                <a:solidFill>
                  <a:schemeClr val="accent2"/>
                </a:solidFill>
              </a:rPr>
              <a:t> </a:t>
            </a:r>
            <a:fld id="{C92BABF8-1341-4DCB-864A-D83C08BEEAE4}" type="slidenum">
              <a:rPr lang="de-DE" sz="1050" smtClean="0"/>
              <a:t>‹Nr.›</a:t>
            </a:fld>
            <a:endParaRPr lang="de-DE" sz="1050" dirty="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3000" y="550800"/>
            <a:ext cx="1152000" cy="183168"/>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050" b="1"/>
            </a:lvl1pPr>
          </a:lstStyle>
          <a:p>
            <a:endParaRPr lang="de-DE" noProof="0" dirty="0"/>
          </a:p>
        </p:txBody>
      </p:sp>
      <p:sp>
        <p:nvSpPr>
          <p:cNvPr id="3" name="Date"/>
          <p:cNvSpPr>
            <a:spLocks noGrp="1"/>
          </p:cNvSpPr>
          <p:nvPr>
            <p:ph type="dt" idx="1"/>
          </p:nvPr>
        </p:nvSpPr>
        <p:spPr>
          <a:xfrm>
            <a:off x="5086800" y="0"/>
            <a:ext cx="1771200" cy="360000"/>
          </a:xfrm>
          <a:prstGeom prst="rect">
            <a:avLst/>
          </a:prstGeom>
        </p:spPr>
        <p:txBody>
          <a:bodyPr vert="horz" lIns="91440" tIns="45720" rIns="91440" bIns="45720" rtlCol="0"/>
          <a:lstStyle>
            <a:lvl1pPr algn="r">
              <a:defRPr sz="1050"/>
            </a:lvl1pPr>
          </a:lstStyle>
          <a:p>
            <a:r>
              <a:rPr lang="de-DE" noProof="0" dirty="0"/>
              <a:t>29.09.2020</a:t>
            </a:r>
          </a:p>
        </p:txBody>
      </p:sp>
      <p:sp>
        <p:nvSpPr>
          <p:cNvPr id="4" name="Slide Image Placeholder"/>
          <p:cNvSpPr>
            <a:spLocks noGrp="1" noRot="1" noChangeAspect="1"/>
          </p:cNvSpPr>
          <p:nvPr>
            <p:ph type="sldImg" idx="2"/>
          </p:nvPr>
        </p:nvSpPr>
        <p:spPr>
          <a:xfrm>
            <a:off x="406800" y="619200"/>
            <a:ext cx="6048000" cy="3402000"/>
          </a:xfrm>
          <a:prstGeom prst="rect">
            <a:avLst/>
          </a:prstGeom>
          <a:noFill/>
          <a:ln w="12700">
            <a:solidFill>
              <a:prstClr val="black"/>
            </a:solidFill>
          </a:ln>
        </p:spPr>
        <p:txBody>
          <a:bodyPr vert="horz" lIns="91440" tIns="45720" rIns="91440" bIns="45720" rtlCol="0" anchor="ctr"/>
          <a:lstStyle/>
          <a:p>
            <a:endParaRPr lang="de-DE" noProof="0" dirty="0"/>
          </a:p>
        </p:txBody>
      </p:sp>
      <p:sp>
        <p:nvSpPr>
          <p:cNvPr id="5" name="Notes Placeholder"/>
          <p:cNvSpPr>
            <a:spLocks noGrp="1"/>
          </p:cNvSpPr>
          <p:nvPr>
            <p:ph type="body" sz="quarter" idx="3"/>
          </p:nvPr>
        </p:nvSpPr>
        <p:spPr>
          <a:xfrm>
            <a:off x="406800" y="4575600"/>
            <a:ext cx="6048000" cy="3960000"/>
          </a:xfrm>
          <a:prstGeom prst="rect">
            <a:avLst/>
          </a:prstGeom>
        </p:spPr>
        <p:txBody>
          <a:bodyPr vert="horz" lIns="0" tIns="0" rIns="0" bIns="0"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6" name="Footer Placeholder"/>
          <p:cNvSpPr>
            <a:spLocks noGrp="1"/>
          </p:cNvSpPr>
          <p:nvPr>
            <p:ph type="ftr" sz="quarter" idx="4"/>
          </p:nvPr>
        </p:nvSpPr>
        <p:spPr>
          <a:xfrm>
            <a:off x="0" y="8784000"/>
            <a:ext cx="4363200" cy="360000"/>
          </a:xfrm>
          <a:prstGeom prst="rect">
            <a:avLst/>
          </a:prstGeom>
        </p:spPr>
        <p:txBody>
          <a:bodyPr vert="horz" lIns="91440" tIns="45720" rIns="91440" bIns="45720" rtlCol="0" anchor="b"/>
          <a:lstStyle>
            <a:lvl1pPr algn="l">
              <a:defRPr sz="1050"/>
            </a:lvl1pPr>
          </a:lstStyle>
          <a:p>
            <a:endParaRPr lang="de-DE" noProof="0" dirty="0"/>
          </a:p>
        </p:txBody>
      </p:sp>
      <p:sp>
        <p:nvSpPr>
          <p:cNvPr id="7" name="Slide Number Placeholder"/>
          <p:cNvSpPr>
            <a:spLocks noGrp="1"/>
          </p:cNvSpPr>
          <p:nvPr>
            <p:ph type="sldNum" sz="quarter" idx="5"/>
          </p:nvPr>
        </p:nvSpPr>
        <p:spPr>
          <a:xfrm>
            <a:off x="5086800" y="8784000"/>
            <a:ext cx="1771200" cy="360000"/>
          </a:xfrm>
          <a:prstGeom prst="rect">
            <a:avLst/>
          </a:prstGeom>
        </p:spPr>
        <p:txBody>
          <a:bodyPr vert="horz" lIns="91440" tIns="45720" rIns="91440" bIns="45720" rtlCol="0" anchor="b"/>
          <a:lstStyle>
            <a:lvl1pPr algn="r">
              <a:defRPr sz="1050"/>
            </a:lvl1pPr>
          </a:lstStyle>
          <a:p>
            <a:r>
              <a:rPr lang="de-DE" b="1" noProof="0" dirty="0">
                <a:solidFill>
                  <a:schemeClr val="accent2"/>
                </a:solidFill>
              </a:rPr>
              <a:t>Notizzettel</a:t>
            </a:r>
            <a:r>
              <a:rPr lang="de-DE" noProof="0" dirty="0"/>
              <a:t> </a:t>
            </a:r>
            <a:fld id="{E76C657F-0E32-4130-ADDA-66B81138A76A}" type="slidenum">
              <a:rPr lang="de-DE" noProof="0" smtClean="0"/>
              <a:pPr/>
              <a:t>‹Nr.›</a:t>
            </a:fld>
            <a:endParaRPr lang="de-DE" noProof="0" dirty="0"/>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de-DE" b="1" noProof="0">
                <a:solidFill>
                  <a:schemeClr val="accent2"/>
                </a:solidFill>
              </a:rPr>
              <a:t>Notepads</a:t>
            </a:r>
            <a:r>
              <a:rPr lang="de-DE" noProof="0"/>
              <a:t> </a:t>
            </a:r>
            <a:fld id="{E76C657F-0E32-4130-ADDA-66B81138A76A}" type="slidenum">
              <a:rPr lang="de-DE" noProof="0" smtClean="0"/>
              <a:pPr/>
              <a:t>1</a:t>
            </a:fld>
            <a:endParaRPr lang="de-DE" noProof="0" dirty="0"/>
          </a:p>
        </p:txBody>
      </p:sp>
    </p:spTree>
    <p:extLst>
      <p:ext uri="{BB962C8B-B14F-4D97-AF65-F5344CB8AC3E}">
        <p14:creationId xmlns:p14="http://schemas.microsoft.com/office/powerpoint/2010/main" val="2305746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de-DE" b="1" noProof="0">
                <a:solidFill>
                  <a:schemeClr val="accent2"/>
                </a:solidFill>
              </a:rPr>
              <a:t>Notepads</a:t>
            </a:r>
            <a:r>
              <a:rPr lang="de-DE" noProof="0"/>
              <a:t> </a:t>
            </a:r>
            <a:fld id="{E76C657F-0E32-4130-ADDA-66B81138A76A}" type="slidenum">
              <a:rPr lang="de-DE" noProof="0" smtClean="0"/>
              <a:pPr/>
              <a:t>2</a:t>
            </a:fld>
            <a:endParaRPr lang="de-DE" noProof="0" dirty="0"/>
          </a:p>
        </p:txBody>
      </p:sp>
    </p:spTree>
    <p:extLst>
      <p:ext uri="{BB962C8B-B14F-4D97-AF65-F5344CB8AC3E}">
        <p14:creationId xmlns:p14="http://schemas.microsoft.com/office/powerpoint/2010/main" val="2988457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5</a:t>
            </a:fld>
            <a:endParaRPr lang="de-DE" dirty="0">
              <a:latin typeface="Arial" pitchFamily="34" charset="0"/>
            </a:endParaRPr>
          </a:p>
        </p:txBody>
      </p:sp>
    </p:spTree>
    <p:extLst>
      <p:ext uri="{BB962C8B-B14F-4D97-AF65-F5344CB8AC3E}">
        <p14:creationId xmlns:p14="http://schemas.microsoft.com/office/powerpoint/2010/main" val="212209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6</a:t>
            </a:fld>
            <a:endParaRPr lang="de-DE" dirty="0">
              <a:latin typeface="Arial" pitchFamily="34" charset="0"/>
            </a:endParaRPr>
          </a:p>
        </p:txBody>
      </p:sp>
    </p:spTree>
    <p:extLst>
      <p:ext uri="{BB962C8B-B14F-4D97-AF65-F5344CB8AC3E}">
        <p14:creationId xmlns:p14="http://schemas.microsoft.com/office/powerpoint/2010/main" val="752385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8</a:t>
            </a:fld>
            <a:endParaRPr lang="de-DE" dirty="0">
              <a:latin typeface="Arial" pitchFamily="34" charset="0"/>
            </a:endParaRPr>
          </a:p>
        </p:txBody>
      </p:sp>
    </p:spTree>
    <p:extLst>
      <p:ext uri="{BB962C8B-B14F-4D97-AF65-F5344CB8AC3E}">
        <p14:creationId xmlns:p14="http://schemas.microsoft.com/office/powerpoint/2010/main" val="1991782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de-DE" b="1" noProof="0">
                <a:solidFill>
                  <a:schemeClr val="accent2"/>
                </a:solidFill>
              </a:rPr>
              <a:t>Notepads</a:t>
            </a:r>
            <a:r>
              <a:rPr lang="de-DE" noProof="0"/>
              <a:t> </a:t>
            </a:r>
            <a:fld id="{E76C657F-0E32-4130-ADDA-66B81138A76A}" type="slidenum">
              <a:rPr lang="de-DE" noProof="0" smtClean="0"/>
              <a:pPr/>
              <a:t>9</a:t>
            </a:fld>
            <a:endParaRPr lang="de-DE" noProof="0" dirty="0"/>
          </a:p>
        </p:txBody>
      </p:sp>
    </p:spTree>
    <p:extLst>
      <p:ext uri="{BB962C8B-B14F-4D97-AF65-F5344CB8AC3E}">
        <p14:creationId xmlns:p14="http://schemas.microsoft.com/office/powerpoint/2010/main" val="3161765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10</a:t>
            </a:fld>
            <a:endParaRPr lang="de-DE" dirty="0">
              <a:latin typeface="Arial" pitchFamily="34" charset="0"/>
            </a:endParaRPr>
          </a:p>
        </p:txBody>
      </p:sp>
    </p:spTree>
    <p:extLst>
      <p:ext uri="{BB962C8B-B14F-4D97-AF65-F5344CB8AC3E}">
        <p14:creationId xmlns:p14="http://schemas.microsoft.com/office/powerpoint/2010/main" val="1590638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11</a:t>
            </a:fld>
            <a:endParaRPr lang="de-DE" dirty="0">
              <a:latin typeface="Arial" pitchFamily="34" charset="0"/>
            </a:endParaRPr>
          </a:p>
        </p:txBody>
      </p:sp>
    </p:spTree>
    <p:extLst>
      <p:ext uri="{BB962C8B-B14F-4D97-AF65-F5344CB8AC3E}">
        <p14:creationId xmlns:p14="http://schemas.microsoft.com/office/powerpoint/2010/main" val="3411693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12</a:t>
            </a:fld>
            <a:endParaRPr lang="de-DE" dirty="0">
              <a:latin typeface="Arial" pitchFamily="34" charset="0"/>
            </a:endParaRPr>
          </a:p>
        </p:txBody>
      </p:sp>
    </p:spTree>
    <p:extLst>
      <p:ext uri="{BB962C8B-B14F-4D97-AF65-F5344CB8AC3E}">
        <p14:creationId xmlns:p14="http://schemas.microsoft.com/office/powerpoint/2010/main" val="2066003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14</a:t>
            </a:fld>
            <a:endParaRPr lang="de-DE" dirty="0">
              <a:latin typeface="Arial" pitchFamily="34" charset="0"/>
            </a:endParaRPr>
          </a:p>
        </p:txBody>
      </p:sp>
    </p:spTree>
    <p:extLst>
      <p:ext uri="{BB962C8B-B14F-4D97-AF65-F5344CB8AC3E}">
        <p14:creationId xmlns:p14="http://schemas.microsoft.com/office/powerpoint/2010/main" val="1147093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15</a:t>
            </a:fld>
            <a:endParaRPr lang="de-DE" dirty="0">
              <a:latin typeface="Arial" pitchFamily="34" charset="0"/>
            </a:endParaRPr>
          </a:p>
        </p:txBody>
      </p:sp>
    </p:spTree>
    <p:extLst>
      <p:ext uri="{BB962C8B-B14F-4D97-AF65-F5344CB8AC3E}">
        <p14:creationId xmlns:p14="http://schemas.microsoft.com/office/powerpoint/2010/main" val="275428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16</a:t>
            </a:fld>
            <a:endParaRPr lang="de-DE" dirty="0">
              <a:latin typeface="Arial" pitchFamily="34" charset="0"/>
            </a:endParaRPr>
          </a:p>
        </p:txBody>
      </p:sp>
    </p:spTree>
    <p:extLst>
      <p:ext uri="{BB962C8B-B14F-4D97-AF65-F5344CB8AC3E}">
        <p14:creationId xmlns:p14="http://schemas.microsoft.com/office/powerpoint/2010/main" val="1588164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17</a:t>
            </a:fld>
            <a:endParaRPr lang="de-DE" dirty="0">
              <a:latin typeface="Arial" pitchFamily="34" charset="0"/>
            </a:endParaRPr>
          </a:p>
        </p:txBody>
      </p:sp>
    </p:spTree>
    <p:extLst>
      <p:ext uri="{BB962C8B-B14F-4D97-AF65-F5344CB8AC3E}">
        <p14:creationId xmlns:p14="http://schemas.microsoft.com/office/powerpoint/2010/main" val="1755602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18</a:t>
            </a:fld>
            <a:endParaRPr lang="de-DE" dirty="0">
              <a:latin typeface="Arial" pitchFamily="34" charset="0"/>
            </a:endParaRPr>
          </a:p>
        </p:txBody>
      </p:sp>
    </p:spTree>
    <p:extLst>
      <p:ext uri="{BB962C8B-B14F-4D97-AF65-F5344CB8AC3E}">
        <p14:creationId xmlns:p14="http://schemas.microsoft.com/office/powerpoint/2010/main" val="2835636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21</a:t>
            </a:fld>
            <a:endParaRPr lang="de-DE" dirty="0">
              <a:latin typeface="Arial" pitchFamily="34" charset="0"/>
            </a:endParaRPr>
          </a:p>
        </p:txBody>
      </p:sp>
    </p:spTree>
    <p:extLst>
      <p:ext uri="{BB962C8B-B14F-4D97-AF65-F5344CB8AC3E}">
        <p14:creationId xmlns:p14="http://schemas.microsoft.com/office/powerpoint/2010/main" val="3275609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22</a:t>
            </a:fld>
            <a:endParaRPr lang="de-DE" dirty="0">
              <a:latin typeface="Arial" pitchFamily="34" charset="0"/>
            </a:endParaRPr>
          </a:p>
        </p:txBody>
      </p:sp>
    </p:spTree>
    <p:extLst>
      <p:ext uri="{BB962C8B-B14F-4D97-AF65-F5344CB8AC3E}">
        <p14:creationId xmlns:p14="http://schemas.microsoft.com/office/powerpoint/2010/main" val="24938719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24</a:t>
            </a:fld>
            <a:endParaRPr lang="de-DE" dirty="0">
              <a:latin typeface="Arial" pitchFamily="34" charset="0"/>
            </a:endParaRPr>
          </a:p>
        </p:txBody>
      </p:sp>
    </p:spTree>
    <p:extLst>
      <p:ext uri="{BB962C8B-B14F-4D97-AF65-F5344CB8AC3E}">
        <p14:creationId xmlns:p14="http://schemas.microsoft.com/office/powerpoint/2010/main" val="80306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25</a:t>
            </a:fld>
            <a:endParaRPr lang="de-DE" dirty="0">
              <a:latin typeface="Arial" pitchFamily="34" charset="0"/>
            </a:endParaRPr>
          </a:p>
        </p:txBody>
      </p:sp>
    </p:spTree>
    <p:extLst>
      <p:ext uri="{BB962C8B-B14F-4D97-AF65-F5344CB8AC3E}">
        <p14:creationId xmlns:p14="http://schemas.microsoft.com/office/powerpoint/2010/main" val="207921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30</a:t>
            </a:fld>
            <a:endParaRPr lang="de-DE" dirty="0">
              <a:latin typeface="Arial" pitchFamily="34" charset="0"/>
            </a:endParaRPr>
          </a:p>
        </p:txBody>
      </p:sp>
    </p:spTree>
    <p:extLst>
      <p:ext uri="{BB962C8B-B14F-4D97-AF65-F5344CB8AC3E}">
        <p14:creationId xmlns:p14="http://schemas.microsoft.com/office/powerpoint/2010/main" val="299902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31</a:t>
            </a:fld>
            <a:endParaRPr lang="de-DE" dirty="0">
              <a:latin typeface="Arial" pitchFamily="34" charset="0"/>
            </a:endParaRPr>
          </a:p>
        </p:txBody>
      </p:sp>
    </p:spTree>
    <p:extLst>
      <p:ext uri="{BB962C8B-B14F-4D97-AF65-F5344CB8AC3E}">
        <p14:creationId xmlns:p14="http://schemas.microsoft.com/office/powerpoint/2010/main" val="299033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32</a:t>
            </a:fld>
            <a:endParaRPr lang="de-DE" dirty="0">
              <a:latin typeface="Arial" pitchFamily="34" charset="0"/>
            </a:endParaRPr>
          </a:p>
        </p:txBody>
      </p:sp>
    </p:spTree>
    <p:extLst>
      <p:ext uri="{BB962C8B-B14F-4D97-AF65-F5344CB8AC3E}">
        <p14:creationId xmlns:p14="http://schemas.microsoft.com/office/powerpoint/2010/main" val="4188030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33</a:t>
            </a:fld>
            <a:endParaRPr lang="de-DE" dirty="0">
              <a:latin typeface="Arial" pitchFamily="34" charset="0"/>
            </a:endParaRPr>
          </a:p>
        </p:txBody>
      </p:sp>
    </p:spTree>
    <p:extLst>
      <p:ext uri="{BB962C8B-B14F-4D97-AF65-F5344CB8AC3E}">
        <p14:creationId xmlns:p14="http://schemas.microsoft.com/office/powerpoint/2010/main" val="3872085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de-DE" b="1" noProof="0">
                <a:solidFill>
                  <a:schemeClr val="accent2"/>
                </a:solidFill>
              </a:rPr>
              <a:t>Notepads</a:t>
            </a:r>
            <a:r>
              <a:rPr lang="de-DE" noProof="0"/>
              <a:t> </a:t>
            </a:r>
            <a:fld id="{E76C657F-0E32-4130-ADDA-66B81138A76A}" type="slidenum">
              <a:rPr lang="de-DE" noProof="0" smtClean="0"/>
              <a:pPr/>
              <a:t>34</a:t>
            </a:fld>
            <a:endParaRPr lang="de-DE" noProof="0" dirty="0"/>
          </a:p>
        </p:txBody>
      </p:sp>
    </p:spTree>
    <p:extLst>
      <p:ext uri="{BB962C8B-B14F-4D97-AF65-F5344CB8AC3E}">
        <p14:creationId xmlns:p14="http://schemas.microsoft.com/office/powerpoint/2010/main" val="2714088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de-DE" b="1" noProof="0">
                <a:solidFill>
                  <a:schemeClr val="accent2"/>
                </a:solidFill>
              </a:rPr>
              <a:t>Notepads</a:t>
            </a:r>
            <a:r>
              <a:rPr lang="de-DE" noProof="0"/>
              <a:t> </a:t>
            </a:r>
            <a:fld id="{E76C657F-0E32-4130-ADDA-66B81138A76A}" type="slidenum">
              <a:rPr lang="de-DE" noProof="0" smtClean="0"/>
              <a:pPr/>
              <a:t>35</a:t>
            </a:fld>
            <a:endParaRPr lang="de-DE" noProof="0" dirty="0"/>
          </a:p>
        </p:txBody>
      </p:sp>
    </p:spTree>
    <p:extLst>
      <p:ext uri="{BB962C8B-B14F-4D97-AF65-F5344CB8AC3E}">
        <p14:creationId xmlns:p14="http://schemas.microsoft.com/office/powerpoint/2010/main" val="32517148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de-DE" noProof="0" dirty="0"/>
              <a:t>Titelbild</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de-DE" noProof="0"/>
              <a:t>Titelformat bearbeiten</a:t>
            </a:r>
            <a:br>
              <a:rPr lang="de-DE" noProof="0"/>
            </a:br>
            <a:r>
              <a:rPr lang="de-DE" noProof="0"/>
              <a:t>Titel 48 pt</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de-DE" noProof="0"/>
              <a:t>Subhead für Titelgröße 48 pt</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it-IT" dirty="0" err="1"/>
              <a:t>Frei</a:t>
            </a:r>
            <a:r>
              <a:rPr lang="it-IT" dirty="0"/>
              <a:t> </a:t>
            </a:r>
            <a:r>
              <a:rPr lang="it-IT" dirty="0" err="1"/>
              <a:t>verwendbar</a:t>
            </a:r>
            <a:r>
              <a:rPr lang="it-IT" dirty="0"/>
              <a:t> | © Siemens 2021 | DI FA | 29.09.2021</a:t>
            </a:r>
            <a:endParaRPr lang="de-DE" noProof="0"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94236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a:lstStyle>
            <a:lvl1pPr>
              <a:defRPr>
                <a:solidFill>
                  <a:schemeClr val="tx1"/>
                </a:solidFill>
              </a:defRPr>
            </a:lvl1pPr>
          </a:lstStyle>
          <a:p>
            <a:r>
              <a:rPr lang="de-DE" noProof="0"/>
              <a:t>Inhaltsverzeichnis</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it-IT" noProof="0" dirty="0" err="1"/>
              <a:t>Frei</a:t>
            </a:r>
            <a:r>
              <a:rPr lang="it-IT" noProof="0" dirty="0"/>
              <a:t>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674823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a:lstStyle>
            <a:lvl1pPr>
              <a:defRPr/>
            </a:lvl1pPr>
          </a:lstStyle>
          <a:p>
            <a:r>
              <a:rPr lang="de-DE" noProof="0"/>
              <a:t>Titelformat bearbeiten</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it-IT" noProof="0" dirty="0" err="1"/>
              <a:t>Frei</a:t>
            </a:r>
            <a:r>
              <a:rPr lang="it-IT" noProof="0" dirty="0"/>
              <a:t> </a:t>
            </a:r>
            <a:r>
              <a:rPr lang="it-IT" noProof="0" dirty="0" err="1"/>
              <a:t>verwendbar</a:t>
            </a:r>
            <a:r>
              <a:rPr lang="it-IT" noProof="0" dirty="0"/>
              <a:t> | © Siemens 2022 | DI FA | 08.12.2022</a:t>
            </a:r>
            <a:endParaRPr lang="de-DE" noProof="0" dirty="0"/>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43002918"/>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hasCustomPrompt="1"/>
          </p:nvPr>
        </p:nvSpPr>
        <p:spPr/>
        <p:txBody>
          <a:bodyPr/>
          <a:lstStyle/>
          <a:p>
            <a:r>
              <a:rPr lang="de-DE" noProof="0"/>
              <a:t>Titelformat bearbeiten</a:t>
            </a:r>
          </a:p>
        </p:txBody>
      </p:sp>
      <p:sp>
        <p:nvSpPr>
          <p:cNvPr id="3" name="Copy">
            <a:extLst>
              <a:ext uri="{FF2B5EF4-FFF2-40B4-BE49-F238E27FC236}">
                <a16:creationId xmlns:a16="http://schemas.microsoft.com/office/drawing/2014/main" id="{9CE7E2D8-94E8-4FE6-93A5-924CA3EC5315}"/>
              </a:ext>
            </a:extLst>
          </p:cNvPr>
          <p:cNvSpPr>
            <a:spLocks noGrp="1"/>
          </p:cNvSpPr>
          <p:nvPr>
            <p:ph idx="1" hasCustomPrompt="1"/>
          </p:nvPr>
        </p:nvSpPr>
        <p:spPr>
          <a:xfrm>
            <a:off x="411162" y="1414800"/>
            <a:ext cx="7199313" cy="4752000"/>
          </a:xfrm>
          <a:prstGeom prst="rect">
            <a:avLst/>
          </a:prstGeom>
        </p:spPr>
        <p:txBody>
          <a:bodyPr>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a:lnSpc>
                <a:spcPct val="100000"/>
              </a:lnSpc>
            </a:pPr>
            <a:r>
              <a:rPr lang="it-IT" noProof="0" dirty="0" err="1"/>
              <a:t>Frei</a:t>
            </a:r>
            <a:r>
              <a:rPr lang="it-IT" noProof="0" dirty="0"/>
              <a:t>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842942607"/>
      </p:ext>
    </p:extLst>
  </p:cSld>
  <p:clrMapOvr>
    <a:masterClrMapping/>
  </p:clrMapOvr>
  <p:extLst>
    <p:ext uri="{DCECCB84-F9BA-43D5-87BE-67443E8EF086}">
      <p15:sldGuideLst xmlns:p15="http://schemas.microsoft.com/office/powerpoint/2012/main">
        <p15:guide id="1" pos="259" userDrawn="1">
          <p15:clr>
            <a:srgbClr val="65CEFF"/>
          </p15:clr>
        </p15:guide>
        <p15:guide id="2" pos="4794" userDrawn="1">
          <p15:clr>
            <a:srgbClr val="65CEFF"/>
          </p15:clr>
        </p15:guide>
        <p15:guide id="3" pos="6472" userDrawn="1">
          <p15:clr>
            <a:srgbClr val="65CEFF"/>
          </p15:clr>
        </p15:guide>
        <p15:guide id="4" pos="7425" userDrawn="1">
          <p15:clr>
            <a:srgbClr val="65CEFF"/>
          </p15:clr>
        </p15:guide>
        <p15:guide id="5" orient="horz" pos="302" userDrawn="1">
          <p15:clr>
            <a:srgbClr val="65CEFF"/>
          </p15:clr>
        </p15:guide>
        <p15:guide id="6" orient="horz" pos="664" userDrawn="1">
          <p15:clr>
            <a:srgbClr val="65CEFF"/>
          </p15:clr>
        </p15:guide>
        <p15:guide id="7" orient="horz" pos="891" userDrawn="1">
          <p15:clr>
            <a:srgbClr val="65CEFF"/>
          </p15:clr>
        </p15:guide>
        <p15:guide id="8" orient="horz" pos="3658" userDrawn="1">
          <p15:clr>
            <a:srgbClr val="65CEFF"/>
          </p15:clr>
        </p15:guide>
        <p15:guide id="9" orient="horz" pos="3885" userDrawn="1">
          <p15:clr>
            <a:srgbClr val="65CEFF"/>
          </p15:clr>
        </p15:guide>
        <p15:guide id="10" orient="horz" pos="4157" userDrawn="1">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2">
              <a:extLst>
                <a:ext uri="{96DAC541-7B7A-43D3-8B79-37D633B846F1}">
                  <asvg:svgBlip xmlns:asvg="http://schemas.microsoft.com/office/drawing/2016/SVG/main" r:embed="rId3"/>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de-DE" noProof="0"/>
              <a:t>Kontakt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de-DE" noProof="0"/>
              <a:t>Kontakt bearbeiten</a:t>
            </a:r>
          </a:p>
          <a:p>
            <a:pPr lvl="1"/>
            <a:r>
              <a:rPr lang="de-DE" noProof="0"/>
              <a:t>Name etc.</a:t>
            </a:r>
          </a:p>
          <a:p>
            <a:pPr lvl="2"/>
            <a:r>
              <a:rPr lang="de-DE" noProof="0"/>
              <a:t>Abteilung etc.</a:t>
            </a:r>
          </a:p>
          <a:p>
            <a:pPr lvl="3"/>
            <a:r>
              <a:rPr lang="de-DE" noProof="0"/>
              <a:t>Unterkapitel</a:t>
            </a:r>
          </a:p>
          <a:p>
            <a:pPr lvl="4"/>
            <a:r>
              <a:rPr lang="de-DE" noProof="0"/>
              <a:t>Aktives Unterkapitel</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it-IT" noProof="0" dirty="0" err="1"/>
              <a:t>Frei</a:t>
            </a:r>
            <a:r>
              <a:rPr lang="it-IT" noProof="0" dirty="0"/>
              <a:t> </a:t>
            </a:r>
            <a:r>
              <a:rPr lang="it-IT" noProof="0" dirty="0" err="1"/>
              <a:t>verwendbar</a:t>
            </a:r>
            <a:r>
              <a:rPr lang="it-IT" noProof="0" dirty="0"/>
              <a:t> | © Siemens 2022 | DI FA | 08.12.2022</a:t>
            </a:r>
            <a:endParaRPr lang="de-DE" noProof="0" dirty="0"/>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100799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778"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de-DE" noProof="0"/>
              <a:t>Titelformat bearbeiten </a:t>
            </a:r>
            <a:br>
              <a:rPr lang="de-DE" noProof="0"/>
            </a:br>
            <a:r>
              <a:rPr lang="de-DE" noProof="0"/>
              <a:t>3 Zeilen</a:t>
            </a:r>
            <a:br>
              <a:rPr lang="de-DE" noProof="0"/>
            </a:br>
            <a:r>
              <a:rPr lang="de-DE" noProof="0"/>
              <a:t>Kapiteltrenner 60 pt</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de-DE" noProof="0"/>
              <a:t>Subhead für Kapiteltrennergröße 60 pt</a:t>
            </a:r>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it-IT" noProof="0"/>
              <a:t>Frei verwendbar | © Siemens 2022 | DI FA | 23.11.2022</a:t>
            </a:r>
            <a:endParaRPr lang="de-DE" noProof="0"/>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de-DE" noProof="0"/>
              <a:t>Seite </a:t>
            </a:r>
            <a:fld id="{15EBE321-CBB1-4E91-BD14-37C8D44326FB}" type="slidenum">
              <a:rPr lang="de-DE" noProof="0" smtClean="0"/>
              <a:pPr/>
              <a:t>‹Nr.›</a:t>
            </a:fld>
            <a:endParaRPr lang="de-DE" noProof="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549902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CB07DB3-4EDB-44E5-BD6D-77203D8A2415}"/>
              </a:ext>
            </a:extLst>
          </p:cNvPr>
          <p:cNvGraphicFramePr>
            <a:graphicFrameLocks noChangeAspect="1"/>
          </p:cNvGraphicFramePr>
          <p:nvPr userDrawn="1">
            <p:custDataLst>
              <p:tags r:id="rId8"/>
            </p:custDataLst>
            <p:extLst>
              <p:ext uri="{D42A27DB-BD31-4B8C-83A1-F6EECF244321}">
                <p14:modId xmlns:p14="http://schemas.microsoft.com/office/powerpoint/2010/main" val="683354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532" imgH="533" progId="TCLayout.ActiveDocument.1">
                  <p:embed/>
                </p:oleObj>
              </mc:Choice>
              <mc:Fallback>
                <p:oleObj name="think-cell Folie" r:id="rId9" imgW="532" imgH="533" progId="TCLayout.ActiveDocument.1">
                  <p:embed/>
                  <p:pic>
                    <p:nvPicPr>
                      <p:cNvPr id="7" name="Objekt 6" hidden="1">
                        <a:extLst>
                          <a:ext uri="{FF2B5EF4-FFF2-40B4-BE49-F238E27FC236}">
                            <a16:creationId xmlns:a16="http://schemas.microsoft.com/office/drawing/2014/main" id="{ACB07DB3-4EDB-44E5-BD6D-77203D8A24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p>
            <a:r>
              <a:rPr lang="de-DE" noProof="0" dirty="0"/>
              <a:t>Titelmasterformat durch Klicken bearbeiten</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it-IT" noProof="0" dirty="0" err="1"/>
              <a:t>Frei</a:t>
            </a:r>
            <a:r>
              <a:rPr lang="it-IT" noProof="0" dirty="0"/>
              <a:t>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de-DE" noProof="0" dirty="0"/>
              <a:t>Seite </a:t>
            </a:r>
            <a:fld id="{15EBE321-CBB1-4E91-BD14-37C8D44326FB}" type="slidenum">
              <a:rPr lang="de-DE" noProof="0" smtClean="0"/>
              <a:pPr/>
              <a:t>‹Nr.›</a:t>
            </a:fld>
            <a:endParaRPr lang="de-DE" noProof="0" dirty="0"/>
          </a:p>
        </p:txBody>
      </p:sp>
    </p:spTree>
    <p:extLst>
      <p:ext uri="{BB962C8B-B14F-4D97-AF65-F5344CB8AC3E}">
        <p14:creationId xmlns:p14="http://schemas.microsoft.com/office/powerpoint/2010/main" val="1698585145"/>
      </p:ext>
    </p:extLst>
  </p:cSld>
  <p:clrMap bg1="lt1" tx1="dk1" bg2="lt2" tx2="dk2" accent1="accent1" accent2="accent2" accent3="accent3" accent4="accent4" accent5="accent5" accent6="accent6" hlink="hlink" folHlink="folHlink"/>
  <p:sldLayoutIdLst>
    <p:sldLayoutId id="2147483730" r:id="rId1"/>
    <p:sldLayoutId id="2147483708" r:id="rId2"/>
    <p:sldLayoutId id="2147483655" r:id="rId3"/>
    <p:sldLayoutId id="2147483650" r:id="rId4"/>
    <p:sldLayoutId id="2147483678" r:id="rId5"/>
    <p:sldLayoutId id="2147483731" r:id="rId6"/>
  </p:sldLayoutIdLst>
  <p:hf sldNum="0"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12.jpg"/><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image" Target="../media/image14.png"/><Relationship Id="rId2" Type="http://schemas.openxmlformats.org/officeDocument/2006/relationships/tags" Target="../tags/tag6.xml"/><Relationship Id="rId16" Type="http://schemas.openxmlformats.org/officeDocument/2006/relationships/image" Target="../media/image13.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slideLayout" Target="../slideLayouts/slideLayout2.xml"/><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19.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notesSlide" Target="../notesSlides/notesSlide3.xml"/><Relationship Id="rId18" Type="http://schemas.openxmlformats.org/officeDocument/2006/relationships/image" Target="../media/image17.png"/><Relationship Id="rId3" Type="http://schemas.openxmlformats.org/officeDocument/2006/relationships/tags" Target="../tags/tag22.xml"/><Relationship Id="rId21" Type="http://schemas.openxmlformats.org/officeDocument/2006/relationships/image" Target="../media/image20.png"/><Relationship Id="rId7" Type="http://schemas.openxmlformats.org/officeDocument/2006/relationships/tags" Target="../tags/tag26.xml"/><Relationship Id="rId12" Type="http://schemas.openxmlformats.org/officeDocument/2006/relationships/slideLayout" Target="../slideLayouts/slideLayout2.xml"/><Relationship Id="rId17" Type="http://schemas.openxmlformats.org/officeDocument/2006/relationships/image" Target="../media/image16.png"/><Relationship Id="rId2" Type="http://schemas.openxmlformats.org/officeDocument/2006/relationships/tags" Target="../tags/tag21.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image" Target="../media/image1.emf"/><Relationship Id="rId23" Type="http://schemas.openxmlformats.org/officeDocument/2006/relationships/image" Target="../media/image22.png"/><Relationship Id="rId10" Type="http://schemas.openxmlformats.org/officeDocument/2006/relationships/tags" Target="../tags/tag29.xml"/><Relationship Id="rId19" Type="http://schemas.openxmlformats.org/officeDocument/2006/relationships/image" Target="../media/image18.png"/><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oleObject" Target="../embeddings/oleObject5.bin"/><Relationship Id="rId22"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slideLayout" Target="../slideLayouts/slideLayout2.xml"/><Relationship Id="rId18" Type="http://schemas.openxmlformats.org/officeDocument/2006/relationships/image" Target="../media/image16.png"/><Relationship Id="rId3" Type="http://schemas.openxmlformats.org/officeDocument/2006/relationships/tags" Target="../tags/tag33.xml"/><Relationship Id="rId21" Type="http://schemas.openxmlformats.org/officeDocument/2006/relationships/image" Target="../media/image19.png"/><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image" Target="../media/image15.png"/><Relationship Id="rId2" Type="http://schemas.openxmlformats.org/officeDocument/2006/relationships/tags" Target="../tags/tag32.xml"/><Relationship Id="rId16" Type="http://schemas.openxmlformats.org/officeDocument/2006/relationships/image" Target="../media/image1.emf"/><Relationship Id="rId20" Type="http://schemas.openxmlformats.org/officeDocument/2006/relationships/image" Target="../media/image18.pn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oleObject" Target="../embeddings/oleObject5.bin"/><Relationship Id="rId23" Type="http://schemas.openxmlformats.org/officeDocument/2006/relationships/image" Target="../media/image22.png"/><Relationship Id="rId10" Type="http://schemas.openxmlformats.org/officeDocument/2006/relationships/tags" Target="../tags/tag40.xml"/><Relationship Id="rId19" Type="http://schemas.openxmlformats.org/officeDocument/2006/relationships/image" Target="../media/image17.pn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notesSlide" Target="../notesSlides/notesSlide4.xml"/><Relationship Id="rId22"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43.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tags" Target="../tags/tag61.xml"/><Relationship Id="rId26" Type="http://schemas.openxmlformats.org/officeDocument/2006/relationships/notesSlide" Target="../notesSlides/notesSlide5.xml"/><Relationship Id="rId3" Type="http://schemas.openxmlformats.org/officeDocument/2006/relationships/tags" Target="../tags/tag46.xml"/><Relationship Id="rId21" Type="http://schemas.openxmlformats.org/officeDocument/2006/relationships/tags" Target="../tags/tag64.xml"/><Relationship Id="rId34" Type="http://schemas.openxmlformats.org/officeDocument/2006/relationships/image" Target="../media/image18.png"/><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5" Type="http://schemas.openxmlformats.org/officeDocument/2006/relationships/slideLayout" Target="../slideLayouts/slideLayout2.xml"/><Relationship Id="rId33" Type="http://schemas.openxmlformats.org/officeDocument/2006/relationships/image" Target="../media/image17.png"/><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tags" Target="../tags/tag63.xml"/><Relationship Id="rId29" Type="http://schemas.openxmlformats.org/officeDocument/2006/relationships/image" Target="../media/image14.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24" Type="http://schemas.openxmlformats.org/officeDocument/2006/relationships/tags" Target="../tags/tag67.xml"/><Relationship Id="rId32" Type="http://schemas.openxmlformats.org/officeDocument/2006/relationships/image" Target="../media/image16.png"/><Relationship Id="rId5" Type="http://schemas.openxmlformats.org/officeDocument/2006/relationships/tags" Target="../tags/tag48.xml"/><Relationship Id="rId15" Type="http://schemas.openxmlformats.org/officeDocument/2006/relationships/tags" Target="../tags/tag58.xml"/><Relationship Id="rId23" Type="http://schemas.openxmlformats.org/officeDocument/2006/relationships/tags" Target="../tags/tag66.xml"/><Relationship Id="rId28" Type="http://schemas.openxmlformats.org/officeDocument/2006/relationships/image" Target="../media/image1.emf"/><Relationship Id="rId10" Type="http://schemas.openxmlformats.org/officeDocument/2006/relationships/tags" Target="../tags/tag53.xml"/><Relationship Id="rId19" Type="http://schemas.openxmlformats.org/officeDocument/2006/relationships/tags" Target="../tags/tag62.xml"/><Relationship Id="rId31" Type="http://schemas.openxmlformats.org/officeDocument/2006/relationships/image" Target="../media/image15.png"/><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tags" Target="../tags/tag65.xml"/><Relationship Id="rId27" Type="http://schemas.openxmlformats.org/officeDocument/2006/relationships/oleObject" Target="../embeddings/oleObject5.bin"/><Relationship Id="rId30" Type="http://schemas.openxmlformats.org/officeDocument/2006/relationships/image" Target="../media/image13.png"/><Relationship Id="rId35"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26" Type="http://schemas.openxmlformats.org/officeDocument/2006/relationships/tags" Target="../tags/tag93.xml"/><Relationship Id="rId39" Type="http://schemas.openxmlformats.org/officeDocument/2006/relationships/image" Target="../media/image18.png"/><Relationship Id="rId3" Type="http://schemas.openxmlformats.org/officeDocument/2006/relationships/tags" Target="../tags/tag70.xml"/><Relationship Id="rId21" Type="http://schemas.openxmlformats.org/officeDocument/2006/relationships/tags" Target="../tags/tag88.xml"/><Relationship Id="rId34" Type="http://schemas.openxmlformats.org/officeDocument/2006/relationships/oleObject" Target="../embeddings/oleObject6.bin"/><Relationship Id="rId42" Type="http://schemas.openxmlformats.org/officeDocument/2006/relationships/image" Target="../media/image14.png"/><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5" Type="http://schemas.openxmlformats.org/officeDocument/2006/relationships/tags" Target="../tags/tag92.xml"/><Relationship Id="rId33" Type="http://schemas.openxmlformats.org/officeDocument/2006/relationships/notesSlide" Target="../notesSlides/notesSlide6.xml"/><Relationship Id="rId38" Type="http://schemas.openxmlformats.org/officeDocument/2006/relationships/image" Target="../media/image17.png"/><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29" Type="http://schemas.openxmlformats.org/officeDocument/2006/relationships/tags" Target="../tags/tag96.xml"/><Relationship Id="rId41" Type="http://schemas.openxmlformats.org/officeDocument/2006/relationships/image" Target="../media/image22.png"/><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24" Type="http://schemas.openxmlformats.org/officeDocument/2006/relationships/tags" Target="../tags/tag91.xml"/><Relationship Id="rId32" Type="http://schemas.openxmlformats.org/officeDocument/2006/relationships/slideLayout" Target="../slideLayouts/slideLayout2.xml"/><Relationship Id="rId37" Type="http://schemas.openxmlformats.org/officeDocument/2006/relationships/image" Target="../media/image16.png"/><Relationship Id="rId40" Type="http://schemas.openxmlformats.org/officeDocument/2006/relationships/image" Target="../media/image19.png"/><Relationship Id="rId5" Type="http://schemas.openxmlformats.org/officeDocument/2006/relationships/tags" Target="../tags/tag72.xml"/><Relationship Id="rId15" Type="http://schemas.openxmlformats.org/officeDocument/2006/relationships/tags" Target="../tags/tag82.xml"/><Relationship Id="rId23" Type="http://schemas.openxmlformats.org/officeDocument/2006/relationships/tags" Target="../tags/tag90.xml"/><Relationship Id="rId28" Type="http://schemas.openxmlformats.org/officeDocument/2006/relationships/tags" Target="../tags/tag95.xml"/><Relationship Id="rId36" Type="http://schemas.openxmlformats.org/officeDocument/2006/relationships/image" Target="../media/image24.png"/><Relationship Id="rId10" Type="http://schemas.openxmlformats.org/officeDocument/2006/relationships/tags" Target="../tags/tag77.xml"/><Relationship Id="rId19" Type="http://schemas.openxmlformats.org/officeDocument/2006/relationships/tags" Target="../tags/tag86.xml"/><Relationship Id="rId31" Type="http://schemas.openxmlformats.org/officeDocument/2006/relationships/tags" Target="../tags/tag98.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tags" Target="../tags/tag89.xml"/><Relationship Id="rId27" Type="http://schemas.openxmlformats.org/officeDocument/2006/relationships/tags" Target="../tags/tag94.xml"/><Relationship Id="rId30" Type="http://schemas.openxmlformats.org/officeDocument/2006/relationships/tags" Target="../tags/tag97.xml"/><Relationship Id="rId35" Type="http://schemas.openxmlformats.org/officeDocument/2006/relationships/image" Target="../media/image23.emf"/><Relationship Id="rId43"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image" Target="../media/image14.png"/><Relationship Id="rId3" Type="http://schemas.openxmlformats.org/officeDocument/2006/relationships/tags" Target="../tags/tag101.xml"/><Relationship Id="rId21" Type="http://schemas.openxmlformats.org/officeDocument/2006/relationships/image" Target="../media/image16.png"/><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image" Target="../media/image1.emf"/><Relationship Id="rId25" Type="http://schemas.openxmlformats.org/officeDocument/2006/relationships/image" Target="../media/image22.png"/><Relationship Id="rId2" Type="http://schemas.openxmlformats.org/officeDocument/2006/relationships/tags" Target="../tags/tag100.xml"/><Relationship Id="rId16" Type="http://schemas.openxmlformats.org/officeDocument/2006/relationships/oleObject" Target="../embeddings/oleObject5.bin"/><Relationship Id="rId20" Type="http://schemas.openxmlformats.org/officeDocument/2006/relationships/image" Target="../media/image15.png"/><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24" Type="http://schemas.openxmlformats.org/officeDocument/2006/relationships/image" Target="../media/image19.png"/><Relationship Id="rId5" Type="http://schemas.openxmlformats.org/officeDocument/2006/relationships/tags" Target="../tags/tag103.xml"/><Relationship Id="rId15" Type="http://schemas.openxmlformats.org/officeDocument/2006/relationships/notesSlide" Target="../notesSlides/notesSlide7.xml"/><Relationship Id="rId23" Type="http://schemas.openxmlformats.org/officeDocument/2006/relationships/image" Target="../media/image18.png"/><Relationship Id="rId10" Type="http://schemas.openxmlformats.org/officeDocument/2006/relationships/tags" Target="../tags/tag108.xml"/><Relationship Id="rId19" Type="http://schemas.openxmlformats.org/officeDocument/2006/relationships/image" Target="../media/image13.png"/><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slideLayout" Target="../slideLayouts/slideLayout2.xml"/><Relationship Id="rId22"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tags" Target="../tags/tag124.xml"/><Relationship Id="rId18" Type="http://schemas.openxmlformats.org/officeDocument/2006/relationships/tags" Target="../tags/tag129.xml"/><Relationship Id="rId26" Type="http://schemas.openxmlformats.org/officeDocument/2006/relationships/notesSlide" Target="../notesSlides/notesSlide8.xml"/><Relationship Id="rId3" Type="http://schemas.openxmlformats.org/officeDocument/2006/relationships/tags" Target="../tags/tag114.xml"/><Relationship Id="rId21" Type="http://schemas.openxmlformats.org/officeDocument/2006/relationships/tags" Target="../tags/tag132.xml"/><Relationship Id="rId34" Type="http://schemas.openxmlformats.org/officeDocument/2006/relationships/image" Target="../media/image18.png"/><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tags" Target="../tags/tag128.xml"/><Relationship Id="rId25" Type="http://schemas.openxmlformats.org/officeDocument/2006/relationships/slideLayout" Target="../slideLayouts/slideLayout2.xml"/><Relationship Id="rId33" Type="http://schemas.openxmlformats.org/officeDocument/2006/relationships/image" Target="../media/image17.png"/><Relationship Id="rId2" Type="http://schemas.openxmlformats.org/officeDocument/2006/relationships/tags" Target="../tags/tag113.xml"/><Relationship Id="rId16" Type="http://schemas.openxmlformats.org/officeDocument/2006/relationships/tags" Target="../tags/tag127.xml"/><Relationship Id="rId20" Type="http://schemas.openxmlformats.org/officeDocument/2006/relationships/tags" Target="../tags/tag131.xml"/><Relationship Id="rId29" Type="http://schemas.openxmlformats.org/officeDocument/2006/relationships/image" Target="../media/image14.png"/><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24" Type="http://schemas.openxmlformats.org/officeDocument/2006/relationships/tags" Target="../tags/tag135.xml"/><Relationship Id="rId32" Type="http://schemas.openxmlformats.org/officeDocument/2006/relationships/image" Target="../media/image16.png"/><Relationship Id="rId5" Type="http://schemas.openxmlformats.org/officeDocument/2006/relationships/tags" Target="../tags/tag116.xml"/><Relationship Id="rId15" Type="http://schemas.openxmlformats.org/officeDocument/2006/relationships/tags" Target="../tags/tag126.xml"/><Relationship Id="rId23" Type="http://schemas.openxmlformats.org/officeDocument/2006/relationships/tags" Target="../tags/tag134.xml"/><Relationship Id="rId28" Type="http://schemas.openxmlformats.org/officeDocument/2006/relationships/image" Target="../media/image1.emf"/><Relationship Id="rId10" Type="http://schemas.openxmlformats.org/officeDocument/2006/relationships/tags" Target="../tags/tag121.xml"/><Relationship Id="rId19" Type="http://schemas.openxmlformats.org/officeDocument/2006/relationships/tags" Target="../tags/tag130.xml"/><Relationship Id="rId31" Type="http://schemas.openxmlformats.org/officeDocument/2006/relationships/image" Target="../media/image15.png"/><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tags" Target="../tags/tag125.xml"/><Relationship Id="rId22" Type="http://schemas.openxmlformats.org/officeDocument/2006/relationships/tags" Target="../tags/tag133.xml"/><Relationship Id="rId27" Type="http://schemas.openxmlformats.org/officeDocument/2006/relationships/oleObject" Target="../embeddings/oleObject5.bin"/><Relationship Id="rId30" Type="http://schemas.openxmlformats.org/officeDocument/2006/relationships/image" Target="../media/image13.png"/><Relationship Id="rId35"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18" Type="http://schemas.openxmlformats.org/officeDocument/2006/relationships/image" Target="../media/image1.emf"/><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17" Type="http://schemas.openxmlformats.org/officeDocument/2006/relationships/oleObject" Target="../embeddings/oleObject5.bin"/><Relationship Id="rId2" Type="http://schemas.openxmlformats.org/officeDocument/2006/relationships/tags" Target="../tags/tag137.xml"/><Relationship Id="rId16" Type="http://schemas.openxmlformats.org/officeDocument/2006/relationships/notesSlide" Target="../notesSlides/notesSlide9.xml"/><Relationship Id="rId20" Type="http://schemas.openxmlformats.org/officeDocument/2006/relationships/image" Target="../media/image13.png"/><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5" Type="http://schemas.openxmlformats.org/officeDocument/2006/relationships/slideLayout" Target="../slideLayouts/slideLayout2.xml"/><Relationship Id="rId10" Type="http://schemas.openxmlformats.org/officeDocument/2006/relationships/tags" Target="../tags/tag145.xml"/><Relationship Id="rId19" Type="http://schemas.openxmlformats.org/officeDocument/2006/relationships/image" Target="../media/image14.png"/><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tags" Target="../tags/tag14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150.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image" Target="../media/image14.png"/><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image" Target="../media/image1.emf"/><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oleObject" Target="../embeddings/oleObject5.bin"/><Relationship Id="rId5" Type="http://schemas.openxmlformats.org/officeDocument/2006/relationships/tags" Target="../tags/tag155.xml"/><Relationship Id="rId15" Type="http://schemas.openxmlformats.org/officeDocument/2006/relationships/image" Target="../media/image25.png"/><Relationship Id="rId10" Type="http://schemas.openxmlformats.org/officeDocument/2006/relationships/notesSlide" Target="../notesSlides/notesSlide10.xml"/><Relationship Id="rId4" Type="http://schemas.openxmlformats.org/officeDocument/2006/relationships/tags" Target="../tags/tag154.xml"/><Relationship Id="rId9" Type="http://schemas.openxmlformats.org/officeDocument/2006/relationships/slideLayout" Target="../slideLayouts/slideLayout2.xml"/><Relationship Id="rId1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image" Target="../media/image14.png"/><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image" Target="../media/image1.emf"/><Relationship Id="rId2" Type="http://schemas.openxmlformats.org/officeDocument/2006/relationships/tags" Target="../tags/tag160.xml"/><Relationship Id="rId16" Type="http://schemas.openxmlformats.org/officeDocument/2006/relationships/image" Target="../media/image22.png"/><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oleObject" Target="../embeddings/oleObject5.bin"/><Relationship Id="rId5" Type="http://schemas.openxmlformats.org/officeDocument/2006/relationships/tags" Target="../tags/tag163.xml"/><Relationship Id="rId15" Type="http://schemas.openxmlformats.org/officeDocument/2006/relationships/image" Target="../media/image25.png"/><Relationship Id="rId10" Type="http://schemas.openxmlformats.org/officeDocument/2006/relationships/notesSlide" Target="../notesSlides/notesSlide11.xml"/><Relationship Id="rId4" Type="http://schemas.openxmlformats.org/officeDocument/2006/relationships/tags" Target="../tags/tag162.xml"/><Relationship Id="rId9" Type="http://schemas.openxmlformats.org/officeDocument/2006/relationships/slideLayout" Target="../slideLayouts/slideLayout2.xml"/><Relationship Id="rId14"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image" Target="../media/image14.png"/><Relationship Id="rId3" Type="http://schemas.openxmlformats.org/officeDocument/2006/relationships/tags" Target="../tags/tag169.xml"/><Relationship Id="rId7" Type="http://schemas.openxmlformats.org/officeDocument/2006/relationships/tags" Target="../tags/tag173.xml"/><Relationship Id="rId12" Type="http://schemas.openxmlformats.org/officeDocument/2006/relationships/image" Target="../media/image1.emf"/><Relationship Id="rId2" Type="http://schemas.openxmlformats.org/officeDocument/2006/relationships/tags" Target="../tags/tag168.xml"/><Relationship Id="rId16" Type="http://schemas.openxmlformats.org/officeDocument/2006/relationships/image" Target="../media/image25.png"/><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oleObject" Target="../embeddings/oleObject5.bin"/><Relationship Id="rId5" Type="http://schemas.openxmlformats.org/officeDocument/2006/relationships/tags" Target="../tags/tag171.xml"/><Relationship Id="rId15" Type="http://schemas.openxmlformats.org/officeDocument/2006/relationships/image" Target="../media/image22.png"/><Relationship Id="rId10" Type="http://schemas.openxmlformats.org/officeDocument/2006/relationships/notesSlide" Target="../notesSlides/notesSlide12.xml"/><Relationship Id="rId4" Type="http://schemas.openxmlformats.org/officeDocument/2006/relationships/tags" Target="../tags/tag170.xml"/><Relationship Id="rId9" Type="http://schemas.openxmlformats.org/officeDocument/2006/relationships/slideLayout" Target="../slideLayouts/slideLayout2.xml"/><Relationship Id="rId14"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image" Target="../media/image14.png"/><Relationship Id="rId3" Type="http://schemas.openxmlformats.org/officeDocument/2006/relationships/tags" Target="../tags/tag177.xml"/><Relationship Id="rId7" Type="http://schemas.openxmlformats.org/officeDocument/2006/relationships/tags" Target="../tags/tag181.xml"/><Relationship Id="rId12" Type="http://schemas.openxmlformats.org/officeDocument/2006/relationships/image" Target="../media/image1.emf"/><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oleObject" Target="../embeddings/oleObject5.bin"/><Relationship Id="rId5" Type="http://schemas.openxmlformats.org/officeDocument/2006/relationships/tags" Target="../tags/tag179.xml"/><Relationship Id="rId15" Type="http://schemas.openxmlformats.org/officeDocument/2006/relationships/image" Target="../media/image25.png"/><Relationship Id="rId10" Type="http://schemas.openxmlformats.org/officeDocument/2006/relationships/notesSlide" Target="../notesSlides/notesSlide13.xml"/><Relationship Id="rId4" Type="http://schemas.openxmlformats.org/officeDocument/2006/relationships/tags" Target="../tags/tag178.xml"/><Relationship Id="rId9" Type="http://schemas.openxmlformats.org/officeDocument/2006/relationships/slideLayout" Target="../slideLayouts/slideLayout2.xml"/><Relationship Id="rId14"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image" Target="../media/image14.png"/><Relationship Id="rId3" Type="http://schemas.openxmlformats.org/officeDocument/2006/relationships/tags" Target="../tags/tag185.xml"/><Relationship Id="rId7" Type="http://schemas.openxmlformats.org/officeDocument/2006/relationships/tags" Target="../tags/tag189.xml"/><Relationship Id="rId12" Type="http://schemas.openxmlformats.org/officeDocument/2006/relationships/image" Target="../media/image1.emf"/><Relationship Id="rId2" Type="http://schemas.openxmlformats.org/officeDocument/2006/relationships/tags" Target="../tags/tag184.xml"/><Relationship Id="rId16" Type="http://schemas.openxmlformats.org/officeDocument/2006/relationships/image" Target="../media/image26.png"/><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oleObject" Target="../embeddings/oleObject5.bin"/><Relationship Id="rId5" Type="http://schemas.openxmlformats.org/officeDocument/2006/relationships/tags" Target="../tags/tag187.xml"/><Relationship Id="rId15" Type="http://schemas.openxmlformats.org/officeDocument/2006/relationships/image" Target="../media/image25.png"/><Relationship Id="rId10" Type="http://schemas.openxmlformats.org/officeDocument/2006/relationships/notesSlide" Target="../notesSlides/notesSlide14.xml"/><Relationship Id="rId4" Type="http://schemas.openxmlformats.org/officeDocument/2006/relationships/tags" Target="../tags/tag186.xml"/><Relationship Id="rId9" Type="http://schemas.openxmlformats.org/officeDocument/2006/relationships/slideLayout" Target="../slideLayouts/slideLayout2.xml"/><Relationship Id="rId1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tags" Target="../tags/tag198.xml"/><Relationship Id="rId13" Type="http://schemas.openxmlformats.org/officeDocument/2006/relationships/tags" Target="../tags/tag203.xml"/><Relationship Id="rId18" Type="http://schemas.openxmlformats.org/officeDocument/2006/relationships/tags" Target="../tags/tag208.xml"/><Relationship Id="rId26" Type="http://schemas.openxmlformats.org/officeDocument/2006/relationships/image" Target="../media/image27.png"/><Relationship Id="rId3" Type="http://schemas.openxmlformats.org/officeDocument/2006/relationships/tags" Target="../tags/tag193.xml"/><Relationship Id="rId21" Type="http://schemas.openxmlformats.org/officeDocument/2006/relationships/tags" Target="../tags/tag211.xml"/><Relationship Id="rId34" Type="http://schemas.openxmlformats.org/officeDocument/2006/relationships/image" Target="../media/image35.png"/><Relationship Id="rId7" Type="http://schemas.openxmlformats.org/officeDocument/2006/relationships/tags" Target="../tags/tag197.xml"/><Relationship Id="rId12" Type="http://schemas.openxmlformats.org/officeDocument/2006/relationships/tags" Target="../tags/tag202.xml"/><Relationship Id="rId17" Type="http://schemas.openxmlformats.org/officeDocument/2006/relationships/tags" Target="../tags/tag207.xml"/><Relationship Id="rId25" Type="http://schemas.openxmlformats.org/officeDocument/2006/relationships/slideLayout" Target="../slideLayouts/slideLayout2.xml"/><Relationship Id="rId33" Type="http://schemas.openxmlformats.org/officeDocument/2006/relationships/image" Target="../media/image34.png"/><Relationship Id="rId2" Type="http://schemas.openxmlformats.org/officeDocument/2006/relationships/tags" Target="../tags/tag192.xml"/><Relationship Id="rId16" Type="http://schemas.openxmlformats.org/officeDocument/2006/relationships/tags" Target="../tags/tag206.xml"/><Relationship Id="rId20" Type="http://schemas.openxmlformats.org/officeDocument/2006/relationships/tags" Target="../tags/tag210.xml"/><Relationship Id="rId29" Type="http://schemas.openxmlformats.org/officeDocument/2006/relationships/image" Target="../media/image30.png"/><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tags" Target="../tags/tag201.xml"/><Relationship Id="rId24" Type="http://schemas.openxmlformats.org/officeDocument/2006/relationships/tags" Target="../tags/tag214.xml"/><Relationship Id="rId32" Type="http://schemas.openxmlformats.org/officeDocument/2006/relationships/image" Target="../media/image33.png"/><Relationship Id="rId5" Type="http://schemas.openxmlformats.org/officeDocument/2006/relationships/tags" Target="../tags/tag195.xml"/><Relationship Id="rId15" Type="http://schemas.openxmlformats.org/officeDocument/2006/relationships/tags" Target="../tags/tag205.xml"/><Relationship Id="rId23" Type="http://schemas.openxmlformats.org/officeDocument/2006/relationships/tags" Target="../tags/tag213.xml"/><Relationship Id="rId28" Type="http://schemas.openxmlformats.org/officeDocument/2006/relationships/image" Target="../media/image29.png"/><Relationship Id="rId10" Type="http://schemas.openxmlformats.org/officeDocument/2006/relationships/tags" Target="../tags/tag200.xml"/><Relationship Id="rId19" Type="http://schemas.openxmlformats.org/officeDocument/2006/relationships/tags" Target="../tags/tag209.xml"/><Relationship Id="rId31" Type="http://schemas.openxmlformats.org/officeDocument/2006/relationships/image" Target="../media/image32.png"/><Relationship Id="rId4" Type="http://schemas.openxmlformats.org/officeDocument/2006/relationships/tags" Target="../tags/tag194.xml"/><Relationship Id="rId9" Type="http://schemas.openxmlformats.org/officeDocument/2006/relationships/tags" Target="../tags/tag199.xml"/><Relationship Id="rId14" Type="http://schemas.openxmlformats.org/officeDocument/2006/relationships/tags" Target="../tags/tag204.xml"/><Relationship Id="rId22" Type="http://schemas.openxmlformats.org/officeDocument/2006/relationships/tags" Target="../tags/tag212.xml"/><Relationship Id="rId27" Type="http://schemas.openxmlformats.org/officeDocument/2006/relationships/image" Target="../media/image28.png"/><Relationship Id="rId30" Type="http://schemas.openxmlformats.org/officeDocument/2006/relationships/image" Target="../media/image31.png"/><Relationship Id="rId35"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tags" Target="../tags/tag240.xml"/><Relationship Id="rId3" Type="http://schemas.openxmlformats.org/officeDocument/2006/relationships/tags" Target="../tags/tag217.xml"/><Relationship Id="rId21" Type="http://schemas.openxmlformats.org/officeDocument/2006/relationships/tags" Target="../tags/tag235.xml"/><Relationship Id="rId34" Type="http://schemas.openxmlformats.org/officeDocument/2006/relationships/image" Target="../media/image28.png"/><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tags" Target="../tags/tag239.xml"/><Relationship Id="rId33" Type="http://schemas.openxmlformats.org/officeDocument/2006/relationships/image" Target="../media/image34.png"/><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tags" Target="../tags/tag234.xml"/><Relationship Id="rId29" Type="http://schemas.openxmlformats.org/officeDocument/2006/relationships/image" Target="../media/image37.png"/><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tags" Target="../tags/tag238.xml"/><Relationship Id="rId32" Type="http://schemas.openxmlformats.org/officeDocument/2006/relationships/image" Target="../media/image33.png"/><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28" Type="http://schemas.openxmlformats.org/officeDocument/2006/relationships/image" Target="../media/image27.png"/><Relationship Id="rId36" Type="http://schemas.openxmlformats.org/officeDocument/2006/relationships/image" Target="../media/image30.png"/><Relationship Id="rId10" Type="http://schemas.openxmlformats.org/officeDocument/2006/relationships/tags" Target="../tags/tag224.xml"/><Relationship Id="rId19" Type="http://schemas.openxmlformats.org/officeDocument/2006/relationships/tags" Target="../tags/tag233.xml"/><Relationship Id="rId31" Type="http://schemas.openxmlformats.org/officeDocument/2006/relationships/image" Target="../media/image32.png"/><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 Id="rId27" Type="http://schemas.openxmlformats.org/officeDocument/2006/relationships/slideLayout" Target="../slideLayouts/slideLayout2.xml"/><Relationship Id="rId30" Type="http://schemas.openxmlformats.org/officeDocument/2006/relationships/image" Target="../media/image31.png"/><Relationship Id="rId35"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tags" Target="../tags/tag248.xml"/><Relationship Id="rId13" Type="http://schemas.openxmlformats.org/officeDocument/2006/relationships/tags" Target="../tags/tag253.xml"/><Relationship Id="rId18" Type="http://schemas.openxmlformats.org/officeDocument/2006/relationships/image" Target="../media/image1.emf"/><Relationship Id="rId3" Type="http://schemas.openxmlformats.org/officeDocument/2006/relationships/tags" Target="../tags/tag243.xml"/><Relationship Id="rId21" Type="http://schemas.openxmlformats.org/officeDocument/2006/relationships/image" Target="../media/image25.png"/><Relationship Id="rId7" Type="http://schemas.openxmlformats.org/officeDocument/2006/relationships/tags" Target="../tags/tag247.xml"/><Relationship Id="rId12" Type="http://schemas.openxmlformats.org/officeDocument/2006/relationships/tags" Target="../tags/tag252.xml"/><Relationship Id="rId17" Type="http://schemas.openxmlformats.org/officeDocument/2006/relationships/oleObject" Target="../embeddings/oleObject5.bin"/><Relationship Id="rId2" Type="http://schemas.openxmlformats.org/officeDocument/2006/relationships/tags" Target="../tags/tag242.xml"/><Relationship Id="rId16" Type="http://schemas.openxmlformats.org/officeDocument/2006/relationships/notesSlide" Target="../notesSlides/notesSlide15.xml"/><Relationship Id="rId20" Type="http://schemas.openxmlformats.org/officeDocument/2006/relationships/image" Target="../media/image13.png"/><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tags" Target="../tags/tag251.xml"/><Relationship Id="rId5" Type="http://schemas.openxmlformats.org/officeDocument/2006/relationships/tags" Target="../tags/tag245.xml"/><Relationship Id="rId15" Type="http://schemas.openxmlformats.org/officeDocument/2006/relationships/slideLayout" Target="../slideLayouts/slideLayout2.xml"/><Relationship Id="rId23" Type="http://schemas.openxmlformats.org/officeDocument/2006/relationships/image" Target="../media/image22.png"/><Relationship Id="rId10" Type="http://schemas.openxmlformats.org/officeDocument/2006/relationships/tags" Target="../tags/tag250.xml"/><Relationship Id="rId19" Type="http://schemas.openxmlformats.org/officeDocument/2006/relationships/image" Target="../media/image14.png"/><Relationship Id="rId4" Type="http://schemas.openxmlformats.org/officeDocument/2006/relationships/tags" Target="../tags/tag244.xml"/><Relationship Id="rId9" Type="http://schemas.openxmlformats.org/officeDocument/2006/relationships/tags" Target="../tags/tag249.xml"/><Relationship Id="rId14" Type="http://schemas.openxmlformats.org/officeDocument/2006/relationships/tags" Target="../tags/tag254.xml"/><Relationship Id="rId22"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slideLayout" Target="../slideLayouts/slideLayout2.xml"/><Relationship Id="rId7" Type="http://schemas.openxmlformats.org/officeDocument/2006/relationships/image" Target="../media/image38.png"/><Relationship Id="rId2" Type="http://schemas.openxmlformats.org/officeDocument/2006/relationships/tags" Target="../tags/tag256.xml"/><Relationship Id="rId1" Type="http://schemas.openxmlformats.org/officeDocument/2006/relationships/tags" Target="../tags/tag255.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notesSlide" Target="../notesSlides/notesSlide16.xml"/><Relationship Id="rId9"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57.xml"/><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tags" Target="../tags/tag270.xml"/><Relationship Id="rId18" Type="http://schemas.openxmlformats.org/officeDocument/2006/relationships/tags" Target="../tags/tag275.xml"/><Relationship Id="rId26" Type="http://schemas.openxmlformats.org/officeDocument/2006/relationships/image" Target="../media/image13.png"/><Relationship Id="rId3" Type="http://schemas.openxmlformats.org/officeDocument/2006/relationships/tags" Target="../tags/tag260.xml"/><Relationship Id="rId21" Type="http://schemas.openxmlformats.org/officeDocument/2006/relationships/slideLayout" Target="../slideLayouts/slideLayout2.xml"/><Relationship Id="rId7" Type="http://schemas.openxmlformats.org/officeDocument/2006/relationships/tags" Target="../tags/tag264.xml"/><Relationship Id="rId12" Type="http://schemas.openxmlformats.org/officeDocument/2006/relationships/tags" Target="../tags/tag269.xml"/><Relationship Id="rId17" Type="http://schemas.openxmlformats.org/officeDocument/2006/relationships/tags" Target="../tags/tag274.xml"/><Relationship Id="rId25" Type="http://schemas.openxmlformats.org/officeDocument/2006/relationships/image" Target="../media/image14.png"/><Relationship Id="rId2" Type="http://schemas.openxmlformats.org/officeDocument/2006/relationships/tags" Target="../tags/tag259.xml"/><Relationship Id="rId16" Type="http://schemas.openxmlformats.org/officeDocument/2006/relationships/tags" Target="../tags/tag273.xml"/><Relationship Id="rId20" Type="http://schemas.openxmlformats.org/officeDocument/2006/relationships/tags" Target="../tags/tag277.xml"/><Relationship Id="rId29" Type="http://schemas.openxmlformats.org/officeDocument/2006/relationships/image" Target="../media/image26.png"/><Relationship Id="rId1" Type="http://schemas.openxmlformats.org/officeDocument/2006/relationships/tags" Target="../tags/tag258.xml"/><Relationship Id="rId6" Type="http://schemas.openxmlformats.org/officeDocument/2006/relationships/tags" Target="../tags/tag263.xml"/><Relationship Id="rId11" Type="http://schemas.openxmlformats.org/officeDocument/2006/relationships/tags" Target="../tags/tag268.xml"/><Relationship Id="rId24" Type="http://schemas.openxmlformats.org/officeDocument/2006/relationships/image" Target="../media/image1.emf"/><Relationship Id="rId5" Type="http://schemas.openxmlformats.org/officeDocument/2006/relationships/tags" Target="../tags/tag262.xml"/><Relationship Id="rId15" Type="http://schemas.openxmlformats.org/officeDocument/2006/relationships/tags" Target="../tags/tag272.xml"/><Relationship Id="rId23" Type="http://schemas.openxmlformats.org/officeDocument/2006/relationships/oleObject" Target="../embeddings/oleObject5.bin"/><Relationship Id="rId28" Type="http://schemas.openxmlformats.org/officeDocument/2006/relationships/image" Target="../media/image41.png"/><Relationship Id="rId10" Type="http://schemas.openxmlformats.org/officeDocument/2006/relationships/tags" Target="../tags/tag267.xml"/><Relationship Id="rId19" Type="http://schemas.openxmlformats.org/officeDocument/2006/relationships/tags" Target="../tags/tag276.xml"/><Relationship Id="rId4" Type="http://schemas.openxmlformats.org/officeDocument/2006/relationships/tags" Target="../tags/tag261.xml"/><Relationship Id="rId9" Type="http://schemas.openxmlformats.org/officeDocument/2006/relationships/tags" Target="../tags/tag266.xml"/><Relationship Id="rId14" Type="http://schemas.openxmlformats.org/officeDocument/2006/relationships/tags" Target="../tags/tag271.xml"/><Relationship Id="rId22" Type="http://schemas.openxmlformats.org/officeDocument/2006/relationships/notesSlide" Target="../notesSlides/notesSlide17.xml"/><Relationship Id="rId27" Type="http://schemas.openxmlformats.org/officeDocument/2006/relationships/image" Target="../media/image15.png"/></Relationships>
</file>

<file path=ppt/slides/_rels/slide25.xml.rels><?xml version="1.0" encoding="UTF-8" standalone="yes"?>
<Relationships xmlns="http://schemas.openxmlformats.org/package/2006/relationships"><Relationship Id="rId8" Type="http://schemas.openxmlformats.org/officeDocument/2006/relationships/tags" Target="../tags/tag285.xml"/><Relationship Id="rId13" Type="http://schemas.openxmlformats.org/officeDocument/2006/relationships/tags" Target="../tags/tag290.xml"/><Relationship Id="rId18" Type="http://schemas.openxmlformats.org/officeDocument/2006/relationships/tags" Target="../tags/tag295.xml"/><Relationship Id="rId26" Type="http://schemas.openxmlformats.org/officeDocument/2006/relationships/image" Target="../media/image13.png"/><Relationship Id="rId3" Type="http://schemas.openxmlformats.org/officeDocument/2006/relationships/tags" Target="../tags/tag280.xml"/><Relationship Id="rId21" Type="http://schemas.openxmlformats.org/officeDocument/2006/relationships/slideLayout" Target="../slideLayouts/slideLayout2.xml"/><Relationship Id="rId7" Type="http://schemas.openxmlformats.org/officeDocument/2006/relationships/tags" Target="../tags/tag284.xml"/><Relationship Id="rId12" Type="http://schemas.openxmlformats.org/officeDocument/2006/relationships/tags" Target="../tags/tag289.xml"/><Relationship Id="rId17" Type="http://schemas.openxmlformats.org/officeDocument/2006/relationships/tags" Target="../tags/tag294.xml"/><Relationship Id="rId25" Type="http://schemas.openxmlformats.org/officeDocument/2006/relationships/image" Target="../media/image14.png"/><Relationship Id="rId2" Type="http://schemas.openxmlformats.org/officeDocument/2006/relationships/tags" Target="../tags/tag279.xml"/><Relationship Id="rId16" Type="http://schemas.openxmlformats.org/officeDocument/2006/relationships/tags" Target="../tags/tag293.xml"/><Relationship Id="rId20" Type="http://schemas.openxmlformats.org/officeDocument/2006/relationships/tags" Target="../tags/tag297.xml"/><Relationship Id="rId29" Type="http://schemas.openxmlformats.org/officeDocument/2006/relationships/image" Target="../media/image26.png"/><Relationship Id="rId1" Type="http://schemas.openxmlformats.org/officeDocument/2006/relationships/tags" Target="../tags/tag278.xml"/><Relationship Id="rId6" Type="http://schemas.openxmlformats.org/officeDocument/2006/relationships/tags" Target="../tags/tag283.xml"/><Relationship Id="rId11" Type="http://schemas.openxmlformats.org/officeDocument/2006/relationships/tags" Target="../tags/tag288.xml"/><Relationship Id="rId24" Type="http://schemas.openxmlformats.org/officeDocument/2006/relationships/image" Target="../media/image1.emf"/><Relationship Id="rId5" Type="http://schemas.openxmlformats.org/officeDocument/2006/relationships/tags" Target="../tags/tag282.xml"/><Relationship Id="rId15" Type="http://schemas.openxmlformats.org/officeDocument/2006/relationships/tags" Target="../tags/tag292.xml"/><Relationship Id="rId23" Type="http://schemas.openxmlformats.org/officeDocument/2006/relationships/oleObject" Target="../embeddings/oleObject5.bin"/><Relationship Id="rId28" Type="http://schemas.openxmlformats.org/officeDocument/2006/relationships/image" Target="../media/image41.png"/><Relationship Id="rId10" Type="http://schemas.openxmlformats.org/officeDocument/2006/relationships/tags" Target="../tags/tag287.xml"/><Relationship Id="rId19" Type="http://schemas.openxmlformats.org/officeDocument/2006/relationships/tags" Target="../tags/tag296.xml"/><Relationship Id="rId4" Type="http://schemas.openxmlformats.org/officeDocument/2006/relationships/tags" Target="../tags/tag281.xml"/><Relationship Id="rId9" Type="http://schemas.openxmlformats.org/officeDocument/2006/relationships/tags" Target="../tags/tag286.xml"/><Relationship Id="rId14" Type="http://schemas.openxmlformats.org/officeDocument/2006/relationships/tags" Target="../tags/tag291.xml"/><Relationship Id="rId22" Type="http://schemas.openxmlformats.org/officeDocument/2006/relationships/notesSlide" Target="../notesSlides/notesSlide18.xml"/><Relationship Id="rId27"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98.xml"/><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tags" Target="../tags/tag311.xml"/><Relationship Id="rId18" Type="http://schemas.openxmlformats.org/officeDocument/2006/relationships/slideLayout" Target="../slideLayouts/slideLayout2.xml"/><Relationship Id="rId3" Type="http://schemas.openxmlformats.org/officeDocument/2006/relationships/tags" Target="../tags/tag301.xml"/><Relationship Id="rId21" Type="http://schemas.openxmlformats.org/officeDocument/2006/relationships/image" Target="../media/image29.png"/><Relationship Id="rId7" Type="http://schemas.openxmlformats.org/officeDocument/2006/relationships/tags" Target="../tags/tag305.xml"/><Relationship Id="rId12" Type="http://schemas.openxmlformats.org/officeDocument/2006/relationships/tags" Target="../tags/tag310.xml"/><Relationship Id="rId17" Type="http://schemas.openxmlformats.org/officeDocument/2006/relationships/tags" Target="../tags/tag315.xml"/><Relationship Id="rId2" Type="http://schemas.openxmlformats.org/officeDocument/2006/relationships/tags" Target="../tags/tag300.xml"/><Relationship Id="rId16" Type="http://schemas.openxmlformats.org/officeDocument/2006/relationships/tags" Target="../tags/tag314.xml"/><Relationship Id="rId20" Type="http://schemas.openxmlformats.org/officeDocument/2006/relationships/image" Target="../media/image28.png"/><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tags" Target="../tags/tag309.xml"/><Relationship Id="rId24" Type="http://schemas.openxmlformats.org/officeDocument/2006/relationships/image" Target="../media/image41.png"/><Relationship Id="rId5" Type="http://schemas.openxmlformats.org/officeDocument/2006/relationships/tags" Target="../tags/tag303.xml"/><Relationship Id="rId15" Type="http://schemas.openxmlformats.org/officeDocument/2006/relationships/tags" Target="../tags/tag313.xml"/><Relationship Id="rId23" Type="http://schemas.openxmlformats.org/officeDocument/2006/relationships/image" Target="../media/image35.png"/><Relationship Id="rId10" Type="http://schemas.openxmlformats.org/officeDocument/2006/relationships/tags" Target="../tags/tag308.xml"/><Relationship Id="rId19" Type="http://schemas.openxmlformats.org/officeDocument/2006/relationships/image" Target="../media/image27.png"/><Relationship Id="rId4" Type="http://schemas.openxmlformats.org/officeDocument/2006/relationships/tags" Target="../tags/tag302.xml"/><Relationship Id="rId9" Type="http://schemas.openxmlformats.org/officeDocument/2006/relationships/tags" Target="../tags/tag307.xml"/><Relationship Id="rId14" Type="http://schemas.openxmlformats.org/officeDocument/2006/relationships/tags" Target="../tags/tag312.xml"/><Relationship Id="rId22" Type="http://schemas.openxmlformats.org/officeDocument/2006/relationships/image" Target="../media/image30.png"/></Relationships>
</file>

<file path=ppt/slides/_rels/slide28.xml.rels><?xml version="1.0" encoding="UTF-8" standalone="yes"?>
<Relationships xmlns="http://schemas.openxmlformats.org/package/2006/relationships"><Relationship Id="rId8" Type="http://schemas.openxmlformats.org/officeDocument/2006/relationships/tags" Target="../tags/tag323.xml"/><Relationship Id="rId13" Type="http://schemas.openxmlformats.org/officeDocument/2006/relationships/tags" Target="../tags/tag328.xml"/><Relationship Id="rId18" Type="http://schemas.openxmlformats.org/officeDocument/2006/relationships/slideLayout" Target="../slideLayouts/slideLayout2.xml"/><Relationship Id="rId3" Type="http://schemas.openxmlformats.org/officeDocument/2006/relationships/tags" Target="../tags/tag318.xml"/><Relationship Id="rId21" Type="http://schemas.openxmlformats.org/officeDocument/2006/relationships/image" Target="../media/image29.png"/><Relationship Id="rId7" Type="http://schemas.openxmlformats.org/officeDocument/2006/relationships/tags" Target="../tags/tag322.xml"/><Relationship Id="rId12" Type="http://schemas.openxmlformats.org/officeDocument/2006/relationships/tags" Target="../tags/tag327.xml"/><Relationship Id="rId17" Type="http://schemas.openxmlformats.org/officeDocument/2006/relationships/tags" Target="../tags/tag332.xml"/><Relationship Id="rId2" Type="http://schemas.openxmlformats.org/officeDocument/2006/relationships/tags" Target="../tags/tag317.xml"/><Relationship Id="rId16" Type="http://schemas.openxmlformats.org/officeDocument/2006/relationships/tags" Target="../tags/tag331.xml"/><Relationship Id="rId20" Type="http://schemas.openxmlformats.org/officeDocument/2006/relationships/image" Target="../media/image28.png"/><Relationship Id="rId1" Type="http://schemas.openxmlformats.org/officeDocument/2006/relationships/tags" Target="../tags/tag316.xml"/><Relationship Id="rId6" Type="http://schemas.openxmlformats.org/officeDocument/2006/relationships/tags" Target="../tags/tag321.xml"/><Relationship Id="rId11" Type="http://schemas.openxmlformats.org/officeDocument/2006/relationships/tags" Target="../tags/tag326.xml"/><Relationship Id="rId24" Type="http://schemas.openxmlformats.org/officeDocument/2006/relationships/image" Target="../media/image41.png"/><Relationship Id="rId5" Type="http://schemas.openxmlformats.org/officeDocument/2006/relationships/tags" Target="../tags/tag320.xml"/><Relationship Id="rId15" Type="http://schemas.openxmlformats.org/officeDocument/2006/relationships/tags" Target="../tags/tag330.xml"/><Relationship Id="rId23" Type="http://schemas.openxmlformats.org/officeDocument/2006/relationships/image" Target="../media/image35.png"/><Relationship Id="rId10" Type="http://schemas.openxmlformats.org/officeDocument/2006/relationships/tags" Target="../tags/tag325.xml"/><Relationship Id="rId19" Type="http://schemas.openxmlformats.org/officeDocument/2006/relationships/image" Target="../media/image27.png"/><Relationship Id="rId4" Type="http://schemas.openxmlformats.org/officeDocument/2006/relationships/tags" Target="../tags/tag319.xml"/><Relationship Id="rId9" Type="http://schemas.openxmlformats.org/officeDocument/2006/relationships/tags" Target="../tags/tag324.xml"/><Relationship Id="rId14" Type="http://schemas.openxmlformats.org/officeDocument/2006/relationships/tags" Target="../tags/tag329.xml"/><Relationship Id="rId22"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333.xml"/><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8" Type="http://schemas.openxmlformats.org/officeDocument/2006/relationships/tags" Target="../tags/tag341.xml"/><Relationship Id="rId13" Type="http://schemas.openxmlformats.org/officeDocument/2006/relationships/tags" Target="../tags/tag346.xml"/><Relationship Id="rId18" Type="http://schemas.openxmlformats.org/officeDocument/2006/relationships/tags" Target="../tags/tag351.xml"/><Relationship Id="rId26" Type="http://schemas.openxmlformats.org/officeDocument/2006/relationships/tags" Target="../tags/tag359.xml"/><Relationship Id="rId39" Type="http://schemas.openxmlformats.org/officeDocument/2006/relationships/image" Target="../media/image13.png"/><Relationship Id="rId3" Type="http://schemas.openxmlformats.org/officeDocument/2006/relationships/tags" Target="../tags/tag336.xml"/><Relationship Id="rId21" Type="http://schemas.openxmlformats.org/officeDocument/2006/relationships/tags" Target="../tags/tag354.xml"/><Relationship Id="rId34" Type="http://schemas.openxmlformats.org/officeDocument/2006/relationships/image" Target="../media/image16.png"/><Relationship Id="rId7" Type="http://schemas.openxmlformats.org/officeDocument/2006/relationships/tags" Target="../tags/tag340.xml"/><Relationship Id="rId12" Type="http://schemas.openxmlformats.org/officeDocument/2006/relationships/tags" Target="../tags/tag345.xml"/><Relationship Id="rId17" Type="http://schemas.openxmlformats.org/officeDocument/2006/relationships/tags" Target="../tags/tag350.xml"/><Relationship Id="rId25" Type="http://schemas.openxmlformats.org/officeDocument/2006/relationships/tags" Target="../tags/tag358.xml"/><Relationship Id="rId33" Type="http://schemas.openxmlformats.org/officeDocument/2006/relationships/image" Target="../media/image24.png"/><Relationship Id="rId38" Type="http://schemas.openxmlformats.org/officeDocument/2006/relationships/image" Target="../media/image14.png"/><Relationship Id="rId2" Type="http://schemas.openxmlformats.org/officeDocument/2006/relationships/tags" Target="../tags/tag335.xml"/><Relationship Id="rId16" Type="http://schemas.openxmlformats.org/officeDocument/2006/relationships/tags" Target="../tags/tag349.xml"/><Relationship Id="rId20" Type="http://schemas.openxmlformats.org/officeDocument/2006/relationships/tags" Target="../tags/tag353.xml"/><Relationship Id="rId29" Type="http://schemas.openxmlformats.org/officeDocument/2006/relationships/notesSlide" Target="../notesSlides/notesSlide19.xml"/><Relationship Id="rId1" Type="http://schemas.openxmlformats.org/officeDocument/2006/relationships/tags" Target="../tags/tag334.xml"/><Relationship Id="rId6" Type="http://schemas.openxmlformats.org/officeDocument/2006/relationships/tags" Target="../tags/tag339.xml"/><Relationship Id="rId11" Type="http://schemas.openxmlformats.org/officeDocument/2006/relationships/tags" Target="../tags/tag344.xml"/><Relationship Id="rId24" Type="http://schemas.openxmlformats.org/officeDocument/2006/relationships/tags" Target="../tags/tag357.xml"/><Relationship Id="rId32" Type="http://schemas.openxmlformats.org/officeDocument/2006/relationships/image" Target="../media/image42.png"/><Relationship Id="rId37" Type="http://schemas.openxmlformats.org/officeDocument/2006/relationships/image" Target="../media/image19.png"/><Relationship Id="rId5" Type="http://schemas.openxmlformats.org/officeDocument/2006/relationships/tags" Target="../tags/tag338.xml"/><Relationship Id="rId15" Type="http://schemas.openxmlformats.org/officeDocument/2006/relationships/tags" Target="../tags/tag348.xml"/><Relationship Id="rId23" Type="http://schemas.openxmlformats.org/officeDocument/2006/relationships/tags" Target="../tags/tag356.xml"/><Relationship Id="rId28" Type="http://schemas.openxmlformats.org/officeDocument/2006/relationships/slideLayout" Target="../slideLayouts/slideLayout2.xml"/><Relationship Id="rId36" Type="http://schemas.openxmlformats.org/officeDocument/2006/relationships/image" Target="../media/image18.png"/><Relationship Id="rId10" Type="http://schemas.openxmlformats.org/officeDocument/2006/relationships/tags" Target="../tags/tag343.xml"/><Relationship Id="rId19" Type="http://schemas.openxmlformats.org/officeDocument/2006/relationships/tags" Target="../tags/tag352.xml"/><Relationship Id="rId31" Type="http://schemas.openxmlformats.org/officeDocument/2006/relationships/image" Target="../media/image1.emf"/><Relationship Id="rId4" Type="http://schemas.openxmlformats.org/officeDocument/2006/relationships/tags" Target="../tags/tag337.xml"/><Relationship Id="rId9" Type="http://schemas.openxmlformats.org/officeDocument/2006/relationships/tags" Target="../tags/tag342.xml"/><Relationship Id="rId14" Type="http://schemas.openxmlformats.org/officeDocument/2006/relationships/tags" Target="../tags/tag347.xml"/><Relationship Id="rId22" Type="http://schemas.openxmlformats.org/officeDocument/2006/relationships/tags" Target="../tags/tag355.xml"/><Relationship Id="rId27" Type="http://schemas.openxmlformats.org/officeDocument/2006/relationships/tags" Target="../tags/tag360.xml"/><Relationship Id="rId30" Type="http://schemas.openxmlformats.org/officeDocument/2006/relationships/oleObject" Target="../embeddings/oleObject7.bin"/><Relationship Id="rId35" Type="http://schemas.openxmlformats.org/officeDocument/2006/relationships/image" Target="../media/image17.png"/></Relationships>
</file>

<file path=ppt/slides/_rels/slide31.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tags" Target="../tags/tag378.xml"/><Relationship Id="rId26" Type="http://schemas.openxmlformats.org/officeDocument/2006/relationships/image" Target="../media/image13.png"/><Relationship Id="rId3" Type="http://schemas.openxmlformats.org/officeDocument/2006/relationships/tags" Target="../tags/tag363.xml"/><Relationship Id="rId21" Type="http://schemas.openxmlformats.org/officeDocument/2006/relationships/oleObject" Target="../embeddings/oleObject8.bin"/><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tags" Target="../tags/tag377.xml"/><Relationship Id="rId25" Type="http://schemas.openxmlformats.org/officeDocument/2006/relationships/image" Target="../media/image14.png"/><Relationship Id="rId2" Type="http://schemas.openxmlformats.org/officeDocument/2006/relationships/tags" Target="../tags/tag362.xml"/><Relationship Id="rId16" Type="http://schemas.openxmlformats.org/officeDocument/2006/relationships/tags" Target="../tags/tag376.xml"/><Relationship Id="rId20" Type="http://schemas.openxmlformats.org/officeDocument/2006/relationships/notesSlide" Target="../notesSlides/notesSlide20.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24" Type="http://schemas.openxmlformats.org/officeDocument/2006/relationships/image" Target="../media/image24.png"/><Relationship Id="rId5" Type="http://schemas.openxmlformats.org/officeDocument/2006/relationships/tags" Target="../tags/tag365.xml"/><Relationship Id="rId15" Type="http://schemas.openxmlformats.org/officeDocument/2006/relationships/tags" Target="../tags/tag375.xml"/><Relationship Id="rId23" Type="http://schemas.openxmlformats.org/officeDocument/2006/relationships/image" Target="../media/image42.png"/><Relationship Id="rId10" Type="http://schemas.openxmlformats.org/officeDocument/2006/relationships/tags" Target="../tags/tag370.xml"/><Relationship Id="rId19" Type="http://schemas.openxmlformats.org/officeDocument/2006/relationships/slideLayout" Target="../slideLayouts/slideLayout2.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 Id="rId22" Type="http://schemas.openxmlformats.org/officeDocument/2006/relationships/image" Target="../media/image1.emf"/></Relationships>
</file>

<file path=ppt/slides/_rels/slide32.xml.rels><?xml version="1.0" encoding="UTF-8" standalone="yes"?>
<Relationships xmlns="http://schemas.openxmlformats.org/package/2006/relationships"><Relationship Id="rId8" Type="http://schemas.openxmlformats.org/officeDocument/2006/relationships/tags" Target="../tags/tag386.xml"/><Relationship Id="rId13" Type="http://schemas.openxmlformats.org/officeDocument/2006/relationships/tags" Target="../tags/tag391.xml"/><Relationship Id="rId18" Type="http://schemas.openxmlformats.org/officeDocument/2006/relationships/tags" Target="../tags/tag396.xml"/><Relationship Id="rId26" Type="http://schemas.openxmlformats.org/officeDocument/2006/relationships/tags" Target="../tags/tag404.xml"/><Relationship Id="rId39" Type="http://schemas.openxmlformats.org/officeDocument/2006/relationships/image" Target="../media/image28.png"/><Relationship Id="rId3" Type="http://schemas.openxmlformats.org/officeDocument/2006/relationships/tags" Target="../tags/tag381.xml"/><Relationship Id="rId21" Type="http://schemas.openxmlformats.org/officeDocument/2006/relationships/tags" Target="../tags/tag399.xml"/><Relationship Id="rId34" Type="http://schemas.openxmlformats.org/officeDocument/2006/relationships/slideLayout" Target="../slideLayouts/slideLayout2.xml"/><Relationship Id="rId42" Type="http://schemas.openxmlformats.org/officeDocument/2006/relationships/image" Target="../media/image42.png"/><Relationship Id="rId47" Type="http://schemas.openxmlformats.org/officeDocument/2006/relationships/image" Target="../media/image24.png"/><Relationship Id="rId7" Type="http://schemas.openxmlformats.org/officeDocument/2006/relationships/tags" Target="../tags/tag385.xml"/><Relationship Id="rId12" Type="http://schemas.openxmlformats.org/officeDocument/2006/relationships/tags" Target="../tags/tag390.xml"/><Relationship Id="rId17" Type="http://schemas.openxmlformats.org/officeDocument/2006/relationships/tags" Target="../tags/tag395.xml"/><Relationship Id="rId25" Type="http://schemas.openxmlformats.org/officeDocument/2006/relationships/tags" Target="../tags/tag403.xml"/><Relationship Id="rId33" Type="http://schemas.openxmlformats.org/officeDocument/2006/relationships/tags" Target="../tags/tag411.xml"/><Relationship Id="rId38" Type="http://schemas.openxmlformats.org/officeDocument/2006/relationships/image" Target="../media/image27.png"/><Relationship Id="rId46" Type="http://schemas.openxmlformats.org/officeDocument/2006/relationships/image" Target="../media/image19.png"/><Relationship Id="rId2" Type="http://schemas.openxmlformats.org/officeDocument/2006/relationships/tags" Target="../tags/tag380.xml"/><Relationship Id="rId16" Type="http://schemas.openxmlformats.org/officeDocument/2006/relationships/tags" Target="../tags/tag394.xml"/><Relationship Id="rId20" Type="http://schemas.openxmlformats.org/officeDocument/2006/relationships/tags" Target="../tags/tag398.xml"/><Relationship Id="rId29" Type="http://schemas.openxmlformats.org/officeDocument/2006/relationships/tags" Target="../tags/tag407.xml"/><Relationship Id="rId41" Type="http://schemas.openxmlformats.org/officeDocument/2006/relationships/image" Target="../media/image30.png"/><Relationship Id="rId1" Type="http://schemas.openxmlformats.org/officeDocument/2006/relationships/tags" Target="../tags/tag379.xml"/><Relationship Id="rId6" Type="http://schemas.openxmlformats.org/officeDocument/2006/relationships/tags" Target="../tags/tag384.xml"/><Relationship Id="rId11" Type="http://schemas.openxmlformats.org/officeDocument/2006/relationships/tags" Target="../tags/tag389.xml"/><Relationship Id="rId24" Type="http://schemas.openxmlformats.org/officeDocument/2006/relationships/tags" Target="../tags/tag402.xml"/><Relationship Id="rId32" Type="http://schemas.openxmlformats.org/officeDocument/2006/relationships/tags" Target="../tags/tag410.xml"/><Relationship Id="rId37" Type="http://schemas.openxmlformats.org/officeDocument/2006/relationships/image" Target="../media/image1.emf"/><Relationship Id="rId40" Type="http://schemas.openxmlformats.org/officeDocument/2006/relationships/image" Target="../media/image29.png"/><Relationship Id="rId45" Type="http://schemas.openxmlformats.org/officeDocument/2006/relationships/image" Target="../media/image18.png"/><Relationship Id="rId5" Type="http://schemas.openxmlformats.org/officeDocument/2006/relationships/tags" Target="../tags/tag383.xml"/><Relationship Id="rId15" Type="http://schemas.openxmlformats.org/officeDocument/2006/relationships/tags" Target="../tags/tag393.xml"/><Relationship Id="rId23" Type="http://schemas.openxmlformats.org/officeDocument/2006/relationships/tags" Target="../tags/tag401.xml"/><Relationship Id="rId28" Type="http://schemas.openxmlformats.org/officeDocument/2006/relationships/tags" Target="../tags/tag406.xml"/><Relationship Id="rId36" Type="http://schemas.openxmlformats.org/officeDocument/2006/relationships/oleObject" Target="../embeddings/oleObject7.bin"/><Relationship Id="rId10" Type="http://schemas.openxmlformats.org/officeDocument/2006/relationships/tags" Target="../tags/tag388.xml"/><Relationship Id="rId19" Type="http://schemas.openxmlformats.org/officeDocument/2006/relationships/tags" Target="../tags/tag397.xml"/><Relationship Id="rId31" Type="http://schemas.openxmlformats.org/officeDocument/2006/relationships/tags" Target="../tags/tag409.xml"/><Relationship Id="rId44" Type="http://schemas.openxmlformats.org/officeDocument/2006/relationships/image" Target="../media/image17.png"/><Relationship Id="rId4" Type="http://schemas.openxmlformats.org/officeDocument/2006/relationships/tags" Target="../tags/tag382.xml"/><Relationship Id="rId9" Type="http://schemas.openxmlformats.org/officeDocument/2006/relationships/tags" Target="../tags/tag387.xml"/><Relationship Id="rId14" Type="http://schemas.openxmlformats.org/officeDocument/2006/relationships/tags" Target="../tags/tag392.xml"/><Relationship Id="rId22" Type="http://schemas.openxmlformats.org/officeDocument/2006/relationships/tags" Target="../tags/tag400.xml"/><Relationship Id="rId27" Type="http://schemas.openxmlformats.org/officeDocument/2006/relationships/tags" Target="../tags/tag405.xml"/><Relationship Id="rId30" Type="http://schemas.openxmlformats.org/officeDocument/2006/relationships/tags" Target="../tags/tag408.xml"/><Relationship Id="rId35" Type="http://schemas.openxmlformats.org/officeDocument/2006/relationships/notesSlide" Target="../notesSlides/notesSlide21.xml"/><Relationship Id="rId43" Type="http://schemas.openxmlformats.org/officeDocument/2006/relationships/image" Target="../media/image16.png"/></Relationships>
</file>

<file path=ppt/slides/_rels/slide33.xml.rels><?xml version="1.0" encoding="UTF-8" standalone="yes"?>
<Relationships xmlns="http://schemas.openxmlformats.org/package/2006/relationships"><Relationship Id="rId8" Type="http://schemas.openxmlformats.org/officeDocument/2006/relationships/tags" Target="../tags/tag419.xml"/><Relationship Id="rId13" Type="http://schemas.openxmlformats.org/officeDocument/2006/relationships/tags" Target="../tags/tag424.xml"/><Relationship Id="rId18" Type="http://schemas.openxmlformats.org/officeDocument/2006/relationships/tags" Target="../tags/tag429.xml"/><Relationship Id="rId26" Type="http://schemas.openxmlformats.org/officeDocument/2006/relationships/tags" Target="../tags/tag437.xml"/><Relationship Id="rId39" Type="http://schemas.openxmlformats.org/officeDocument/2006/relationships/image" Target="../media/image17.png"/><Relationship Id="rId3" Type="http://schemas.openxmlformats.org/officeDocument/2006/relationships/tags" Target="../tags/tag414.xml"/><Relationship Id="rId21" Type="http://schemas.openxmlformats.org/officeDocument/2006/relationships/tags" Target="../tags/tag432.xml"/><Relationship Id="rId34" Type="http://schemas.openxmlformats.org/officeDocument/2006/relationships/image" Target="../media/image29.png"/><Relationship Id="rId7" Type="http://schemas.openxmlformats.org/officeDocument/2006/relationships/tags" Target="../tags/tag418.xml"/><Relationship Id="rId12" Type="http://schemas.openxmlformats.org/officeDocument/2006/relationships/tags" Target="../tags/tag423.xml"/><Relationship Id="rId17" Type="http://schemas.openxmlformats.org/officeDocument/2006/relationships/tags" Target="../tags/tag428.xml"/><Relationship Id="rId25" Type="http://schemas.openxmlformats.org/officeDocument/2006/relationships/tags" Target="../tags/tag436.xml"/><Relationship Id="rId33" Type="http://schemas.openxmlformats.org/officeDocument/2006/relationships/image" Target="../media/image28.png"/><Relationship Id="rId38" Type="http://schemas.openxmlformats.org/officeDocument/2006/relationships/image" Target="../media/image16.png"/><Relationship Id="rId2" Type="http://schemas.openxmlformats.org/officeDocument/2006/relationships/tags" Target="../tags/tag413.xml"/><Relationship Id="rId16" Type="http://schemas.openxmlformats.org/officeDocument/2006/relationships/tags" Target="../tags/tag427.xml"/><Relationship Id="rId20" Type="http://schemas.openxmlformats.org/officeDocument/2006/relationships/tags" Target="../tags/tag431.xml"/><Relationship Id="rId29" Type="http://schemas.openxmlformats.org/officeDocument/2006/relationships/notesSlide" Target="../notesSlides/notesSlide22.xml"/><Relationship Id="rId41" Type="http://schemas.openxmlformats.org/officeDocument/2006/relationships/image" Target="../media/image19.png"/><Relationship Id="rId1" Type="http://schemas.openxmlformats.org/officeDocument/2006/relationships/tags" Target="../tags/tag412.xml"/><Relationship Id="rId6" Type="http://schemas.openxmlformats.org/officeDocument/2006/relationships/tags" Target="../tags/tag417.xml"/><Relationship Id="rId11" Type="http://schemas.openxmlformats.org/officeDocument/2006/relationships/tags" Target="../tags/tag422.xml"/><Relationship Id="rId24" Type="http://schemas.openxmlformats.org/officeDocument/2006/relationships/tags" Target="../tags/tag435.xml"/><Relationship Id="rId32" Type="http://schemas.openxmlformats.org/officeDocument/2006/relationships/image" Target="../media/image27.png"/><Relationship Id="rId37" Type="http://schemas.openxmlformats.org/officeDocument/2006/relationships/image" Target="../media/image24.png"/><Relationship Id="rId40" Type="http://schemas.openxmlformats.org/officeDocument/2006/relationships/image" Target="../media/image18.png"/><Relationship Id="rId5" Type="http://schemas.openxmlformats.org/officeDocument/2006/relationships/tags" Target="../tags/tag416.xml"/><Relationship Id="rId15" Type="http://schemas.openxmlformats.org/officeDocument/2006/relationships/tags" Target="../tags/tag426.xml"/><Relationship Id="rId23" Type="http://schemas.openxmlformats.org/officeDocument/2006/relationships/tags" Target="../tags/tag434.xml"/><Relationship Id="rId28" Type="http://schemas.openxmlformats.org/officeDocument/2006/relationships/slideLayout" Target="../slideLayouts/slideLayout2.xml"/><Relationship Id="rId36" Type="http://schemas.openxmlformats.org/officeDocument/2006/relationships/image" Target="../media/image42.png"/><Relationship Id="rId10" Type="http://schemas.openxmlformats.org/officeDocument/2006/relationships/tags" Target="../tags/tag421.xml"/><Relationship Id="rId19" Type="http://schemas.openxmlformats.org/officeDocument/2006/relationships/tags" Target="../tags/tag430.xml"/><Relationship Id="rId31" Type="http://schemas.openxmlformats.org/officeDocument/2006/relationships/image" Target="../media/image1.emf"/><Relationship Id="rId4" Type="http://schemas.openxmlformats.org/officeDocument/2006/relationships/tags" Target="../tags/tag415.xml"/><Relationship Id="rId9" Type="http://schemas.openxmlformats.org/officeDocument/2006/relationships/tags" Target="../tags/tag420.xml"/><Relationship Id="rId14" Type="http://schemas.openxmlformats.org/officeDocument/2006/relationships/tags" Target="../tags/tag425.xml"/><Relationship Id="rId22" Type="http://schemas.openxmlformats.org/officeDocument/2006/relationships/tags" Target="../tags/tag433.xml"/><Relationship Id="rId27" Type="http://schemas.openxmlformats.org/officeDocument/2006/relationships/tags" Target="../tags/tag438.xml"/><Relationship Id="rId30" Type="http://schemas.openxmlformats.org/officeDocument/2006/relationships/oleObject" Target="../embeddings/oleObject7.bin"/><Relationship Id="rId35"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kt 10" hidden="1">
            <a:extLst>
              <a:ext uri="{FF2B5EF4-FFF2-40B4-BE49-F238E27FC236}">
                <a16:creationId xmlns:a16="http://schemas.microsoft.com/office/drawing/2014/main" id="{4570661E-270A-4F1E-A393-48DB2F01E9D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32" imgH="533" progId="TCLayout.ActiveDocument.1">
                  <p:embed/>
                </p:oleObj>
              </mc:Choice>
              <mc:Fallback>
                <p:oleObj name="think-cell Folie" r:id="rId4" imgW="532" imgH="533" progId="TCLayout.ActiveDocument.1">
                  <p:embed/>
                  <p:pic>
                    <p:nvPicPr>
                      <p:cNvPr id="11" name="Objekt 10" hidden="1">
                        <a:extLst>
                          <a:ext uri="{FF2B5EF4-FFF2-40B4-BE49-F238E27FC236}">
                            <a16:creationId xmlns:a16="http://schemas.microsoft.com/office/drawing/2014/main" id="{4570661E-270A-4F1E-A393-48DB2F01E9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C7413F94-559E-46DF-A817-2051A7BA92CB}"/>
              </a:ext>
            </a:extLst>
          </p:cNvPr>
          <p:cNvSpPr>
            <a:spLocks noGrp="1"/>
          </p:cNvSpPr>
          <p:nvPr>
            <p:ph type="title"/>
          </p:nvPr>
        </p:nvSpPr>
        <p:spPr>
          <a:xfrm>
            <a:off x="410401" y="3780000"/>
            <a:ext cx="9287638" cy="1477328"/>
          </a:xfrm>
        </p:spPr>
        <p:txBody>
          <a:bodyPr vert="horz"/>
          <a:lstStyle/>
          <a:p>
            <a:r>
              <a:rPr lang="en-US"/>
              <a:t>Redundant Systems</a:t>
            </a:r>
            <a:br>
              <a:rPr lang="en-US"/>
            </a:br>
            <a:r>
              <a:rPr lang="en-US"/>
              <a:t>Network Configuration</a:t>
            </a:r>
            <a:endParaRPr lang="en-US" b="0"/>
          </a:p>
        </p:txBody>
      </p:sp>
      <p:sp>
        <p:nvSpPr>
          <p:cNvPr id="2" name="Subtitle">
            <a:extLst>
              <a:ext uri="{FF2B5EF4-FFF2-40B4-BE49-F238E27FC236}">
                <a16:creationId xmlns:a16="http://schemas.microsoft.com/office/drawing/2014/main" id="{27507DB2-A004-4C7F-BB03-CAB07E07A0D3}"/>
              </a:ext>
            </a:extLst>
          </p:cNvPr>
          <p:cNvSpPr>
            <a:spLocks noGrp="1"/>
          </p:cNvSpPr>
          <p:nvPr>
            <p:ph type="subTitle" idx="1"/>
          </p:nvPr>
        </p:nvSpPr>
        <p:spPr/>
        <p:txBody>
          <a:bodyPr/>
          <a:lstStyle/>
          <a:p>
            <a:r>
              <a:rPr lang="en-US"/>
              <a:t>Technical Details (Part 3)</a:t>
            </a:r>
          </a:p>
        </p:txBody>
      </p:sp>
      <p:sp>
        <p:nvSpPr>
          <p:cNvPr id="3" name="Footer Placeholder">
            <a:extLst>
              <a:ext uri="{FF2B5EF4-FFF2-40B4-BE49-F238E27FC236}">
                <a16:creationId xmlns:a16="http://schemas.microsoft.com/office/drawing/2014/main" id="{38D101C9-5442-4E35-9BFD-3591529F0F77}"/>
              </a:ext>
            </a:extLst>
          </p:cNvPr>
          <p:cNvSpPr>
            <a:spLocks noGrp="1"/>
          </p:cNvSpPr>
          <p:nvPr>
            <p:ph type="ftr" sz="quarter" idx="13"/>
          </p:nvPr>
        </p:nvSpPr>
        <p:spPr>
          <a:ln>
            <a:noFill/>
          </a:ln>
        </p:spPr>
        <p:txBody>
          <a:bodyPr/>
          <a:lstStyle/>
          <a:p>
            <a:r>
              <a:rPr lang="en-US" dirty="0"/>
              <a:t>Unrestricted | © Siemens 2022 | DI FA | 08.12.2022</a:t>
            </a:r>
          </a:p>
        </p:txBody>
      </p:sp>
      <p:pic>
        <p:nvPicPr>
          <p:cNvPr id="9" name="Bildplatzhalter 8">
            <a:extLst>
              <a:ext uri="{FF2B5EF4-FFF2-40B4-BE49-F238E27FC236}">
                <a16:creationId xmlns:a16="http://schemas.microsoft.com/office/drawing/2014/main" id="{DFB477AD-6976-B417-55BC-D0597BDB5D9A}"/>
              </a:ext>
            </a:extLst>
          </p:cNvPr>
          <p:cNvPicPr>
            <a:picLocks noGrp="1" noChangeAspect="1"/>
          </p:cNvPicPr>
          <p:nvPr>
            <p:ph type="pic" sz="quarter" idx="11"/>
          </p:nvPr>
        </p:nvPicPr>
        <p:blipFill>
          <a:blip r:embed="rId6"/>
          <a:srcRect t="24468" b="24468"/>
          <a:stretch>
            <a:fillRect/>
          </a:stretch>
        </p:blipFill>
        <p:spPr>
          <a:xfrm>
            <a:off x="0" y="205519"/>
            <a:ext cx="12192000" cy="3502800"/>
          </a:xfrm>
        </p:spPr>
      </p:pic>
    </p:spTree>
    <p:extLst>
      <p:ext uri="{BB962C8B-B14F-4D97-AF65-F5344CB8AC3E}">
        <p14:creationId xmlns:p14="http://schemas.microsoft.com/office/powerpoint/2010/main" val="1876916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9CAF38F-04A4-4EDD-8EF9-6D0063DA352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32" imgH="533" progId="TCLayout.ActiveDocument.1">
                  <p:embed/>
                </p:oleObj>
              </mc:Choice>
              <mc:Fallback>
                <p:oleObj name="think-cell Folie" r:id="rId4" imgW="532" imgH="533" progId="TCLayout.ActiveDocument.1">
                  <p:embed/>
                  <p:pic>
                    <p:nvPicPr>
                      <p:cNvPr id="7" name="Objekt 6" hidden="1">
                        <a:extLst>
                          <a:ext uri="{FF2B5EF4-FFF2-40B4-BE49-F238E27FC236}">
                            <a16:creationId xmlns:a16="http://schemas.microsoft.com/office/drawing/2014/main" id="{E9CAF38F-04A4-4EDD-8EF9-6D0063DA352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D844B46B-66FB-4F76-8B0E-37D7D4617D33}"/>
              </a:ext>
            </a:extLst>
          </p:cNvPr>
          <p:cNvSpPr>
            <a:spLocks noGrp="1"/>
          </p:cNvSpPr>
          <p:nvPr>
            <p:ph type="title"/>
          </p:nvPr>
        </p:nvSpPr>
        <p:spPr/>
        <p:txBody>
          <a:bodyPr vert="horz"/>
          <a:lstStyle/>
          <a:p>
            <a:r>
              <a:rPr lang="en-US"/>
              <a:t>SIMATIC S7-1500 Redundant Systems</a:t>
            </a:r>
            <a:br>
              <a:rPr lang="en-US" noProof="0"/>
            </a:br>
            <a:r>
              <a:rPr lang="en-US" b="0" noProof="0"/>
              <a:t>Further technical slide sets</a:t>
            </a:r>
            <a:endParaRPr lang="en-US" noProof="0" dirty="0"/>
          </a:p>
        </p:txBody>
      </p:sp>
      <p:sp>
        <p:nvSpPr>
          <p:cNvPr id="3" name="Footer Placeholder">
            <a:extLst>
              <a:ext uri="{FF2B5EF4-FFF2-40B4-BE49-F238E27FC236}">
                <a16:creationId xmlns:a16="http://schemas.microsoft.com/office/drawing/2014/main" id="{06245AF5-1AE3-49EC-B4ED-2C4EC9A6E5F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0" name="Aganda">
            <a:extLst>
              <a:ext uri="{FF2B5EF4-FFF2-40B4-BE49-F238E27FC236}">
                <a16:creationId xmlns:a16="http://schemas.microsoft.com/office/drawing/2014/main" id="{7F70F895-8D0B-BEA6-E9B6-20DD207C718F}"/>
              </a:ext>
            </a:extLst>
          </p:cNvPr>
          <p:cNvSpPr txBox="1">
            <a:spLocks/>
          </p:cNvSpPr>
          <p:nvPr/>
        </p:nvSpPr>
        <p:spPr>
          <a:xfrm>
            <a:off x="2055223" y="2048012"/>
            <a:ext cx="8926028" cy="3408911"/>
          </a:xfrm>
          <a:prstGeom prst="rect">
            <a:avLst/>
          </a:prstGeom>
        </p:spPr>
        <p:txBody>
          <a:bodyPr vert="horz" wrap="square" lIns="0" tIns="71120" rIns="71120" bIns="71120" rtlCol="0" anchor="t">
            <a:noAutofit/>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600"/>
              </a:spcAft>
              <a:buClr>
                <a:srgbClr val="879BAA"/>
              </a:buClr>
              <a:buSzPct val="100000"/>
              <a:tabLst>
                <a:tab pos="5902325" algn="r"/>
              </a:tabLst>
            </a:pPr>
            <a:r>
              <a:rPr lang="en-US" sz="2000" dirty="0">
                <a:latin typeface="Arial"/>
                <a:ea typeface="+mj-ea"/>
                <a:cs typeface="+mj-cs"/>
              </a:rPr>
              <a:t>This document is part of a three-part set of slides</a:t>
            </a:r>
          </a:p>
          <a:p>
            <a:pPr>
              <a:lnSpc>
                <a:spcPct val="100000"/>
              </a:lnSpc>
              <a:spcAft>
                <a:spcPts val="600"/>
              </a:spcAft>
              <a:buClr>
                <a:srgbClr val="879BAA"/>
              </a:buClr>
              <a:buSzPct val="100000"/>
              <a:tabLst>
                <a:tab pos="5902325" algn="r"/>
              </a:tabLst>
            </a:pPr>
            <a:endParaRPr lang="en-US" sz="2000" dirty="0"/>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1: </a:t>
            </a:r>
            <a:r>
              <a:rPr lang="en-US" sz="2000" dirty="0"/>
              <a:t>Redundant Systems SIMATIC S7-1500 R/H</a:t>
            </a:r>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2: </a:t>
            </a:r>
            <a:r>
              <a:rPr lang="en-US" sz="2000" dirty="0">
                <a:latin typeface="Arial"/>
                <a:ea typeface="+mj-ea"/>
                <a:cs typeface="+mj-cs"/>
              </a:rPr>
              <a:t>PROFINET System Redundancy </a:t>
            </a:r>
            <a:r>
              <a:rPr lang="en-US" sz="2000" dirty="0"/>
              <a:t>with S7-1500R/H and ET 200</a:t>
            </a:r>
            <a:endParaRPr lang="en-US" sz="2000" dirty="0">
              <a:latin typeface="Arial"/>
              <a:ea typeface="+mj-ea"/>
              <a:cs typeface="+mj-cs"/>
            </a:endParaRPr>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3: </a:t>
            </a:r>
            <a:r>
              <a:rPr lang="en-US" sz="2000" dirty="0"/>
              <a:t>Network configuration with S7-1500 R/H</a:t>
            </a:r>
          </a:p>
          <a:p>
            <a:pPr>
              <a:lnSpc>
                <a:spcPct val="100000"/>
              </a:lnSpc>
              <a:spcAft>
                <a:spcPts val="600"/>
              </a:spcAft>
              <a:buClr>
                <a:srgbClr val="879BAA"/>
              </a:buClr>
              <a:buSzPct val="100000"/>
              <a:tabLst>
                <a:tab pos="5902325" algn="r"/>
              </a:tabLst>
            </a:pPr>
            <a:endParaRPr lang="en-US" sz="2000" dirty="0">
              <a:latin typeface="Arial"/>
              <a:ea typeface="+mj-ea"/>
              <a:cs typeface="+mj-cs"/>
            </a:endParaRPr>
          </a:p>
        </p:txBody>
      </p:sp>
      <p:grpSp>
        <p:nvGrpSpPr>
          <p:cNvPr id="11" name="Gruppieren 10">
            <a:extLst>
              <a:ext uri="{FF2B5EF4-FFF2-40B4-BE49-F238E27FC236}">
                <a16:creationId xmlns:a16="http://schemas.microsoft.com/office/drawing/2014/main" id="{15E72AA2-46A6-F451-0803-13202352B2D1}"/>
              </a:ext>
            </a:extLst>
          </p:cNvPr>
          <p:cNvGrpSpPr/>
          <p:nvPr/>
        </p:nvGrpSpPr>
        <p:grpSpPr>
          <a:xfrm>
            <a:off x="593280" y="3567993"/>
            <a:ext cx="1383566" cy="478971"/>
            <a:chOff x="410400" y="2743200"/>
            <a:chExt cx="1383566" cy="478971"/>
          </a:xfrm>
          <a:solidFill>
            <a:srgbClr val="009999"/>
          </a:solidFill>
        </p:grpSpPr>
        <p:sp>
          <p:nvSpPr>
            <p:cNvPr id="12" name="Pfeil: nach rechts 11">
              <a:extLst>
                <a:ext uri="{FF2B5EF4-FFF2-40B4-BE49-F238E27FC236}">
                  <a16:creationId xmlns:a16="http://schemas.microsoft.com/office/drawing/2014/main" id="{3BF9FC1A-DCE7-F594-B1EC-07B871F8E688}"/>
                </a:ext>
              </a:extLst>
            </p:cNvPr>
            <p:cNvSpPr/>
            <p:nvPr/>
          </p:nvSpPr>
          <p:spPr>
            <a:xfrm>
              <a:off x="410400" y="2743200"/>
              <a:ext cx="1383566" cy="478971"/>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 name="Textfeld 12">
              <a:extLst>
                <a:ext uri="{FF2B5EF4-FFF2-40B4-BE49-F238E27FC236}">
                  <a16:creationId xmlns:a16="http://schemas.microsoft.com/office/drawing/2014/main" id="{6F176501-B4A7-AE7E-EAE6-73410D5A8928}"/>
                </a:ext>
              </a:extLst>
            </p:cNvPr>
            <p:cNvSpPr txBox="1"/>
            <p:nvPr/>
          </p:nvSpPr>
          <p:spPr>
            <a:xfrm>
              <a:off x="454026" y="2890352"/>
              <a:ext cx="1006686" cy="184666"/>
            </a:xfrm>
            <a:prstGeom prst="rect">
              <a:avLst/>
            </a:prstGeom>
            <a:grpFill/>
          </p:spPr>
          <p:txBody>
            <a:bodyPr wrap="none" lIns="0" tIns="0" rIns="0" bIns="0" rtlCol="0">
              <a:spAutoFit/>
            </a:bodyPr>
            <a:lstStyle/>
            <a:p>
              <a:pPr algn="l"/>
              <a:r>
                <a:rPr lang="en-US" sz="1200"/>
                <a:t>This document</a:t>
              </a:r>
              <a:endParaRPr lang="en-US" sz="1200" dirty="0"/>
            </a:p>
          </p:txBody>
        </p:sp>
      </p:grpSp>
    </p:spTree>
    <p:extLst>
      <p:ext uri="{BB962C8B-B14F-4D97-AF65-F5344CB8AC3E}">
        <p14:creationId xmlns:p14="http://schemas.microsoft.com/office/powerpoint/2010/main" val="1590557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hteck 83">
            <a:extLst>
              <a:ext uri="{FF2B5EF4-FFF2-40B4-BE49-F238E27FC236}">
                <a16:creationId xmlns:a16="http://schemas.microsoft.com/office/drawing/2014/main" id="{EA618D31-9C6B-9BD0-C9D7-659824A57B79}"/>
              </a:ext>
            </a:extLst>
          </p:cNvPr>
          <p:cNvSpPr/>
          <p:nvPr/>
        </p:nvSpPr>
        <p:spPr>
          <a:xfrm>
            <a:off x="2028825" y="1732010"/>
            <a:ext cx="8839198" cy="1144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bg1"/>
              </a:solidFill>
            </a:endParaRPr>
          </a:p>
        </p:txBody>
      </p:sp>
      <p:sp>
        <p:nvSpPr>
          <p:cNvPr id="2" name="Titel 1">
            <a:extLst>
              <a:ext uri="{FF2B5EF4-FFF2-40B4-BE49-F238E27FC236}">
                <a16:creationId xmlns:a16="http://schemas.microsoft.com/office/drawing/2014/main" id="{E0D43D06-A06E-E8F3-3E1C-A8D61564943D}"/>
              </a:ext>
            </a:extLst>
          </p:cNvPr>
          <p:cNvSpPr>
            <a:spLocks noGrp="1"/>
          </p:cNvSpPr>
          <p:nvPr>
            <p:ph type="title"/>
          </p:nvPr>
        </p:nvSpPr>
        <p:spPr/>
        <p:txBody>
          <a:bodyPr/>
          <a:lstStyle/>
          <a:p>
            <a:r>
              <a:rPr lang="en-US"/>
              <a:t>Network configuration with S7-1500R/H</a:t>
            </a:r>
            <a:br>
              <a:rPr lang="en-US"/>
            </a:br>
            <a:r>
              <a:rPr lang="en-US" b="0"/>
              <a:t>Overview</a:t>
            </a:r>
          </a:p>
        </p:txBody>
      </p:sp>
      <p:sp>
        <p:nvSpPr>
          <p:cNvPr id="3" name="Fußzeilenplatzhalter 2">
            <a:extLst>
              <a:ext uri="{FF2B5EF4-FFF2-40B4-BE49-F238E27FC236}">
                <a16:creationId xmlns:a16="http://schemas.microsoft.com/office/drawing/2014/main" id="{2EB9421E-1941-28A0-58C5-A9E5DFFFEBB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Rechteck: abgerundete Ecken 3">
            <a:extLst>
              <a:ext uri="{FF2B5EF4-FFF2-40B4-BE49-F238E27FC236}">
                <a16:creationId xmlns:a16="http://schemas.microsoft.com/office/drawing/2014/main" id="{8C10A72C-A7ED-A7F9-4CCB-AE6A502B64AE}"/>
              </a:ext>
            </a:extLst>
          </p:cNvPr>
          <p:cNvSpPr/>
          <p:nvPr/>
        </p:nvSpPr>
        <p:spPr>
          <a:xfrm>
            <a:off x="2533988" y="2407542"/>
            <a:ext cx="1374445" cy="410029"/>
          </a:xfrm>
          <a:prstGeom prst="roundRect">
            <a:avLst/>
          </a:prstGeom>
          <a:noFill/>
          <a:ln w="1905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5" name="Titel 26">
            <a:extLst>
              <a:ext uri="{FF2B5EF4-FFF2-40B4-BE49-F238E27FC236}">
                <a16:creationId xmlns:a16="http://schemas.microsoft.com/office/drawing/2014/main" id="{8625DC4C-BA9F-B03D-EA4D-9677D674E39D}"/>
              </a:ext>
            </a:extLst>
          </p:cNvPr>
          <p:cNvSpPr txBox="1">
            <a:spLocks/>
          </p:cNvSpPr>
          <p:nvPr/>
        </p:nvSpPr>
        <p:spPr>
          <a:xfrm>
            <a:off x="410400" y="478800"/>
            <a:ext cx="9863997" cy="576000"/>
          </a:xfrm>
          <a:prstGeom prst="rect">
            <a:avLst/>
          </a:prstGeom>
        </p:spPr>
        <p:txBody>
          <a:bodyPr vert="horz" lIns="0" tIns="0" rIns="324000" bIns="14400" rtlCol="0" anchor="t" anchorCtr="0">
            <a:no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endParaRPr lang="en-US"/>
          </a:p>
        </p:txBody>
      </p:sp>
      <p:pic>
        <p:nvPicPr>
          <p:cNvPr id="6" name="product_simatic-s7-1500.png">
            <a:extLst>
              <a:ext uri="{FF2B5EF4-FFF2-40B4-BE49-F238E27FC236}">
                <a16:creationId xmlns:a16="http://schemas.microsoft.com/office/drawing/2014/main" id="{9ABFC02F-7052-45EB-21EC-F42028CE60D6}"/>
              </a:ext>
            </a:extLst>
          </p:cNvPr>
          <p:cNvPicPr>
            <a:picLocks noChangeAspect="1"/>
          </p:cNvPicPr>
          <p:nvPr>
            <p:custDataLst>
              <p:tags r:id="rId1"/>
            </p:custDataLst>
          </p:nvPr>
        </p:nvPicPr>
        <p:blipFill rotWithShape="1">
          <a:blip r:embed="rId16" cstate="print">
            <a:extLst>
              <a:ext uri="{28A0092B-C50C-407E-A947-70E740481C1C}">
                <a14:useLocalDpi xmlns:a14="http://schemas.microsoft.com/office/drawing/2010/main" val="0"/>
              </a:ext>
            </a:extLst>
          </a:blip>
          <a:srcRect r="47652"/>
          <a:stretch/>
        </p:blipFill>
        <p:spPr>
          <a:xfrm>
            <a:off x="2680395" y="1866270"/>
            <a:ext cx="307946" cy="639977"/>
          </a:xfrm>
          <a:prstGeom prst="rect">
            <a:avLst/>
          </a:prstGeom>
          <a:solidFill>
            <a:schemeClr val="tx1"/>
          </a:solidFill>
        </p:spPr>
      </p:pic>
      <p:pic>
        <p:nvPicPr>
          <p:cNvPr id="7" name="product_simatic-s7-1500.png">
            <a:extLst>
              <a:ext uri="{FF2B5EF4-FFF2-40B4-BE49-F238E27FC236}">
                <a16:creationId xmlns:a16="http://schemas.microsoft.com/office/drawing/2014/main" id="{A56A2B17-C741-515E-EF65-5EA050033D56}"/>
              </a:ext>
            </a:extLst>
          </p:cNvPr>
          <p:cNvPicPr>
            <a:picLocks noChangeAspect="1"/>
          </p:cNvPicPr>
          <p:nvPr>
            <p:custDataLst>
              <p:tags r:id="rId2"/>
            </p:custDataLst>
          </p:nvPr>
        </p:nvPicPr>
        <p:blipFill rotWithShape="1">
          <a:blip r:embed="rId16" cstate="print">
            <a:extLst>
              <a:ext uri="{28A0092B-C50C-407E-A947-70E740481C1C}">
                <a14:useLocalDpi xmlns:a14="http://schemas.microsoft.com/office/drawing/2010/main" val="0"/>
              </a:ext>
            </a:extLst>
          </a:blip>
          <a:srcRect r="47652"/>
          <a:stretch/>
        </p:blipFill>
        <p:spPr>
          <a:xfrm>
            <a:off x="3476891" y="1876967"/>
            <a:ext cx="307946" cy="639977"/>
          </a:xfrm>
          <a:prstGeom prst="rect">
            <a:avLst/>
          </a:prstGeom>
          <a:solidFill>
            <a:schemeClr val="tx1"/>
          </a:solidFill>
        </p:spPr>
      </p:pic>
      <p:sp>
        <p:nvSpPr>
          <p:cNvPr id="8" name="Textfeld 7">
            <a:extLst>
              <a:ext uri="{FF2B5EF4-FFF2-40B4-BE49-F238E27FC236}">
                <a16:creationId xmlns:a16="http://schemas.microsoft.com/office/drawing/2014/main" id="{6ED84A5E-9DEB-B8FD-5DFB-0781797F2968}"/>
              </a:ext>
            </a:extLst>
          </p:cNvPr>
          <p:cNvSpPr txBox="1"/>
          <p:nvPr/>
        </p:nvSpPr>
        <p:spPr>
          <a:xfrm>
            <a:off x="2488875" y="1339781"/>
            <a:ext cx="1540869" cy="430329"/>
          </a:xfrm>
          <a:prstGeom prst="rect">
            <a:avLst/>
          </a:prstGeom>
          <a:noFill/>
        </p:spPr>
        <p:txBody>
          <a:bodyPr vert="horz" wrap="none" lIns="0" tIns="0" rIns="0" bIns="0" rtlCol="0" anchor="ctr">
            <a:noAutofit/>
          </a:bodyPr>
          <a:lstStyle/>
          <a:p>
            <a:pPr algn="ctr" fontAlgn="base">
              <a:lnSpc>
                <a:spcPct val="110000"/>
              </a:lnSpc>
              <a:spcAft>
                <a:spcPct val="0"/>
              </a:spcAft>
            </a:pPr>
            <a:r>
              <a:rPr lang="en-US" sz="1400" b="1">
                <a:latin typeface="Arial"/>
                <a:ea typeface="Arial Unicode MS" panose="020B0604020202020204" pitchFamily="34" charset="-128"/>
                <a:cs typeface="Arial Unicode MS" panose="020B0604020202020204" pitchFamily="34" charset="-128"/>
              </a:rPr>
              <a:t>S7-1500R</a:t>
            </a:r>
          </a:p>
        </p:txBody>
      </p:sp>
      <p:sp>
        <p:nvSpPr>
          <p:cNvPr id="9" name="Textfeld 8">
            <a:extLst>
              <a:ext uri="{FF2B5EF4-FFF2-40B4-BE49-F238E27FC236}">
                <a16:creationId xmlns:a16="http://schemas.microsoft.com/office/drawing/2014/main" id="{192794A1-4B50-0C90-C8EF-BB223A0682B1}"/>
              </a:ext>
            </a:extLst>
          </p:cNvPr>
          <p:cNvSpPr txBox="1"/>
          <p:nvPr/>
        </p:nvSpPr>
        <p:spPr>
          <a:xfrm>
            <a:off x="535874" y="3276534"/>
            <a:ext cx="1278904" cy="430329"/>
          </a:xfrm>
          <a:prstGeom prst="rect">
            <a:avLst/>
          </a:prstGeom>
          <a:noFill/>
        </p:spPr>
        <p:txBody>
          <a:bodyPr vert="horz" wrap="none" lIns="0" tIns="0" rIns="0" bIns="0" rtlCol="0" anchor="ctr">
            <a:noAutofit/>
          </a:bodyPr>
          <a:lstStyle>
            <a:defPPr>
              <a:defRPr lang="en-US"/>
            </a:defPPr>
            <a:lvl1pPr algn="ct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r"/>
            <a:r>
              <a:rPr lang="en-US">
                <a:solidFill>
                  <a:schemeClr val="tx1"/>
                </a:solidFill>
              </a:rPr>
              <a:t>PROFINET </a:t>
            </a:r>
            <a:br>
              <a:rPr lang="en-US">
                <a:solidFill>
                  <a:schemeClr val="tx1"/>
                </a:solidFill>
              </a:rPr>
            </a:br>
            <a:r>
              <a:rPr lang="en-US">
                <a:solidFill>
                  <a:schemeClr val="tx1"/>
                </a:solidFill>
              </a:rPr>
              <a:t>Topology</a:t>
            </a:r>
          </a:p>
        </p:txBody>
      </p:sp>
      <p:sp>
        <p:nvSpPr>
          <p:cNvPr id="10" name="Textfeld 9">
            <a:extLst>
              <a:ext uri="{FF2B5EF4-FFF2-40B4-BE49-F238E27FC236}">
                <a16:creationId xmlns:a16="http://schemas.microsoft.com/office/drawing/2014/main" id="{43D8B34B-37C4-F4BF-5CCA-D96A46D11158}"/>
              </a:ext>
            </a:extLst>
          </p:cNvPr>
          <p:cNvSpPr txBox="1"/>
          <p:nvPr/>
        </p:nvSpPr>
        <p:spPr>
          <a:xfrm>
            <a:off x="535874" y="1937537"/>
            <a:ext cx="1278904" cy="430329"/>
          </a:xfrm>
          <a:prstGeom prst="rect">
            <a:avLst/>
          </a:prstGeom>
          <a:noFill/>
        </p:spPr>
        <p:txBody>
          <a:bodyPr vert="horz" wrap="none" lIns="0" tIns="0" rIns="0" bIns="0" rtlCol="0" anchor="ctr">
            <a:noAutofit/>
          </a:bodyPr>
          <a:lstStyle>
            <a:defPPr>
              <a:defRPr lang="en-US"/>
            </a:defPPr>
            <a:lvl1pPr algn="ct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r"/>
            <a:r>
              <a:rPr lang="en-US">
                <a:solidFill>
                  <a:schemeClr val="tx1"/>
                </a:solidFill>
              </a:rPr>
              <a:t>Controller</a:t>
            </a:r>
          </a:p>
        </p:txBody>
      </p:sp>
      <p:sp>
        <p:nvSpPr>
          <p:cNvPr id="11" name="Textfeld 10">
            <a:extLst>
              <a:ext uri="{FF2B5EF4-FFF2-40B4-BE49-F238E27FC236}">
                <a16:creationId xmlns:a16="http://schemas.microsoft.com/office/drawing/2014/main" id="{4CDB752D-D6FA-A16F-EC98-5B365D3913BD}"/>
              </a:ext>
            </a:extLst>
          </p:cNvPr>
          <p:cNvSpPr txBox="1"/>
          <p:nvPr/>
        </p:nvSpPr>
        <p:spPr>
          <a:xfrm>
            <a:off x="535874" y="4974850"/>
            <a:ext cx="1278904" cy="430329"/>
          </a:xfrm>
          <a:prstGeom prst="rect">
            <a:avLst/>
          </a:prstGeom>
          <a:noFill/>
        </p:spPr>
        <p:txBody>
          <a:bodyPr vert="horz" wrap="none" lIns="0" tIns="0" rIns="0" bIns="0" rtlCol="0" anchor="ctr">
            <a:noAutofit/>
          </a:bodyPr>
          <a:lstStyle>
            <a:defPPr>
              <a:defRPr lang="en-US"/>
            </a:defPPr>
            <a:lvl1pPr algn="ct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r"/>
            <a:r>
              <a:rPr lang="en-US">
                <a:solidFill>
                  <a:schemeClr val="tx1"/>
                </a:solidFill>
              </a:rPr>
              <a:t>IO-Devices</a:t>
            </a:r>
          </a:p>
          <a:p>
            <a:pPr algn="r"/>
            <a:r>
              <a:rPr lang="en-US">
                <a:solidFill>
                  <a:schemeClr val="tx1"/>
                </a:solidFill>
              </a:rPr>
              <a:t>System </a:t>
            </a:r>
            <a:br>
              <a:rPr lang="en-US">
                <a:solidFill>
                  <a:schemeClr val="tx1"/>
                </a:solidFill>
              </a:rPr>
            </a:br>
            <a:r>
              <a:rPr lang="en-US">
                <a:solidFill>
                  <a:schemeClr val="tx1"/>
                </a:solidFill>
              </a:rPr>
              <a:t>Redundancy</a:t>
            </a:r>
            <a:r>
              <a:rPr lang="en-US" baseline="30000">
                <a:solidFill>
                  <a:schemeClr val="tx1"/>
                </a:solidFill>
              </a:rPr>
              <a:t>1)</a:t>
            </a:r>
          </a:p>
        </p:txBody>
      </p:sp>
      <p:cxnSp>
        <p:nvCxnSpPr>
          <p:cNvPr id="12" name="Gerader Verbinder 11">
            <a:extLst>
              <a:ext uri="{FF2B5EF4-FFF2-40B4-BE49-F238E27FC236}">
                <a16:creationId xmlns:a16="http://schemas.microsoft.com/office/drawing/2014/main" id="{3BE49455-7BA3-75CB-A5D2-FFD30B2F461D}"/>
              </a:ext>
            </a:extLst>
          </p:cNvPr>
          <p:cNvCxnSpPr/>
          <p:nvPr/>
        </p:nvCxnSpPr>
        <p:spPr>
          <a:xfrm>
            <a:off x="1916334" y="1099351"/>
            <a:ext cx="0" cy="4703604"/>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4E1F0B06-FE17-1F50-78CB-9C812068B0F5}"/>
              </a:ext>
            </a:extLst>
          </p:cNvPr>
          <p:cNvCxnSpPr>
            <a:cxnSpLocks/>
          </p:cNvCxnSpPr>
          <p:nvPr/>
        </p:nvCxnSpPr>
        <p:spPr>
          <a:xfrm>
            <a:off x="523999" y="3020771"/>
            <a:ext cx="10765600" cy="0"/>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4955772B-B5AF-7247-DEDA-811B86ED0FE7}"/>
              </a:ext>
            </a:extLst>
          </p:cNvPr>
          <p:cNvCxnSpPr>
            <a:cxnSpLocks/>
          </p:cNvCxnSpPr>
          <p:nvPr/>
        </p:nvCxnSpPr>
        <p:spPr>
          <a:xfrm>
            <a:off x="523999" y="4195827"/>
            <a:ext cx="10765600" cy="0"/>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5" name="Rechteck: abgerundete Ecken 14">
            <a:extLst>
              <a:ext uri="{FF2B5EF4-FFF2-40B4-BE49-F238E27FC236}">
                <a16:creationId xmlns:a16="http://schemas.microsoft.com/office/drawing/2014/main" id="{27220042-5952-1B55-8755-0F5C07E7982A}"/>
              </a:ext>
            </a:extLst>
          </p:cNvPr>
          <p:cNvSpPr/>
          <p:nvPr/>
        </p:nvSpPr>
        <p:spPr>
          <a:xfrm>
            <a:off x="2533988" y="3547421"/>
            <a:ext cx="1374445" cy="410029"/>
          </a:xfrm>
          <a:prstGeom prst="roundRect">
            <a:avLst/>
          </a:prstGeom>
          <a:noFill/>
          <a:ln w="1905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6" name="Rechteck: abgerundete Ecken 15">
            <a:extLst>
              <a:ext uri="{FF2B5EF4-FFF2-40B4-BE49-F238E27FC236}">
                <a16:creationId xmlns:a16="http://schemas.microsoft.com/office/drawing/2014/main" id="{1A0C5D08-D449-B36D-6756-A79D0A10E13B}"/>
              </a:ext>
            </a:extLst>
          </p:cNvPr>
          <p:cNvSpPr/>
          <p:nvPr/>
        </p:nvSpPr>
        <p:spPr>
          <a:xfrm>
            <a:off x="4679865" y="3541146"/>
            <a:ext cx="1374445" cy="410029"/>
          </a:xfrm>
          <a:prstGeom prst="roundRect">
            <a:avLst/>
          </a:prstGeom>
          <a:noFill/>
          <a:ln w="1905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cxnSp>
        <p:nvCxnSpPr>
          <p:cNvPr id="17" name="Gerader Verbinder 16">
            <a:extLst>
              <a:ext uri="{FF2B5EF4-FFF2-40B4-BE49-F238E27FC236}">
                <a16:creationId xmlns:a16="http://schemas.microsoft.com/office/drawing/2014/main" id="{B43ED167-4377-46F9-D121-1BB199997884}"/>
              </a:ext>
            </a:extLst>
          </p:cNvPr>
          <p:cNvCxnSpPr>
            <a:cxnSpLocks/>
          </p:cNvCxnSpPr>
          <p:nvPr/>
        </p:nvCxnSpPr>
        <p:spPr>
          <a:xfrm flipH="1">
            <a:off x="6399333" y="3712773"/>
            <a:ext cx="1175521" cy="0"/>
          </a:xfrm>
          <a:prstGeom prst="line">
            <a:avLst/>
          </a:prstGeom>
          <a:noFill/>
          <a:ln w="1905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Gerader Verbinder 17">
            <a:extLst>
              <a:ext uri="{FF2B5EF4-FFF2-40B4-BE49-F238E27FC236}">
                <a16:creationId xmlns:a16="http://schemas.microsoft.com/office/drawing/2014/main" id="{D9DBA27A-0F63-7EBA-145C-33D119047BBD}"/>
              </a:ext>
            </a:extLst>
          </p:cNvPr>
          <p:cNvCxnSpPr>
            <a:cxnSpLocks/>
          </p:cNvCxnSpPr>
          <p:nvPr/>
        </p:nvCxnSpPr>
        <p:spPr>
          <a:xfrm>
            <a:off x="4549175" y="1054800"/>
            <a:ext cx="0" cy="4703604"/>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714C58E9-5A09-6C14-549A-A7594B1D303F}"/>
              </a:ext>
            </a:extLst>
          </p:cNvPr>
          <p:cNvSpPr/>
          <p:nvPr/>
        </p:nvSpPr>
        <p:spPr>
          <a:xfrm>
            <a:off x="2363848" y="4957477"/>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S2</a:t>
            </a:r>
          </a:p>
        </p:txBody>
      </p:sp>
      <p:sp>
        <p:nvSpPr>
          <p:cNvPr id="20" name="Rechteck 19">
            <a:extLst>
              <a:ext uri="{FF2B5EF4-FFF2-40B4-BE49-F238E27FC236}">
                <a16:creationId xmlns:a16="http://schemas.microsoft.com/office/drawing/2014/main" id="{C107E862-F96D-1CE3-06D8-F3A8A8B04987}"/>
              </a:ext>
            </a:extLst>
          </p:cNvPr>
          <p:cNvSpPr/>
          <p:nvPr/>
        </p:nvSpPr>
        <p:spPr>
          <a:xfrm>
            <a:off x="3239881" y="4957477"/>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S1</a:t>
            </a:r>
          </a:p>
        </p:txBody>
      </p:sp>
      <p:cxnSp>
        <p:nvCxnSpPr>
          <p:cNvPr id="21" name="Gerader Verbinder 20">
            <a:extLst>
              <a:ext uri="{FF2B5EF4-FFF2-40B4-BE49-F238E27FC236}">
                <a16:creationId xmlns:a16="http://schemas.microsoft.com/office/drawing/2014/main" id="{3A24F4ED-97EB-BC7F-D5C6-7B71B9223254}"/>
              </a:ext>
            </a:extLst>
          </p:cNvPr>
          <p:cNvCxnSpPr>
            <a:cxnSpLocks/>
          </p:cNvCxnSpPr>
          <p:nvPr/>
        </p:nvCxnSpPr>
        <p:spPr>
          <a:xfrm>
            <a:off x="6173028" y="3020771"/>
            <a:ext cx="0" cy="1175056"/>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9CD8AAEC-2DFE-0CBB-173C-71FC88147558}"/>
              </a:ext>
            </a:extLst>
          </p:cNvPr>
          <p:cNvSpPr txBox="1"/>
          <p:nvPr/>
        </p:nvSpPr>
        <p:spPr>
          <a:xfrm>
            <a:off x="4735134" y="3139362"/>
            <a:ext cx="1434056" cy="310919"/>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MRP Ring</a:t>
            </a:r>
          </a:p>
        </p:txBody>
      </p:sp>
      <p:sp>
        <p:nvSpPr>
          <p:cNvPr id="23" name="Textfeld 22">
            <a:extLst>
              <a:ext uri="{FF2B5EF4-FFF2-40B4-BE49-F238E27FC236}">
                <a16:creationId xmlns:a16="http://schemas.microsoft.com/office/drawing/2014/main" id="{FF3AEAFC-7B0C-CAB5-3D1A-52F7A61E8AAD}"/>
              </a:ext>
            </a:extLst>
          </p:cNvPr>
          <p:cNvSpPr txBox="1"/>
          <p:nvPr/>
        </p:nvSpPr>
        <p:spPr>
          <a:xfrm>
            <a:off x="2499325" y="3139362"/>
            <a:ext cx="1434056" cy="310919"/>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MRP Ring</a:t>
            </a:r>
          </a:p>
        </p:txBody>
      </p:sp>
      <p:sp>
        <p:nvSpPr>
          <p:cNvPr id="24" name="Textfeld 23">
            <a:extLst>
              <a:ext uri="{FF2B5EF4-FFF2-40B4-BE49-F238E27FC236}">
                <a16:creationId xmlns:a16="http://schemas.microsoft.com/office/drawing/2014/main" id="{5FE0404A-61BD-2084-6261-5A8E9A0B8DE6}"/>
              </a:ext>
            </a:extLst>
          </p:cNvPr>
          <p:cNvSpPr txBox="1"/>
          <p:nvPr/>
        </p:nvSpPr>
        <p:spPr>
          <a:xfrm>
            <a:off x="6193642" y="3139362"/>
            <a:ext cx="1434056" cy="310919"/>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Line</a:t>
            </a:r>
          </a:p>
        </p:txBody>
      </p:sp>
      <p:sp>
        <p:nvSpPr>
          <p:cNvPr id="25" name="Rechteck 24">
            <a:extLst>
              <a:ext uri="{FF2B5EF4-FFF2-40B4-BE49-F238E27FC236}">
                <a16:creationId xmlns:a16="http://schemas.microsoft.com/office/drawing/2014/main" id="{E5808424-89BE-6A49-2776-5976D3937BDB}"/>
              </a:ext>
            </a:extLst>
          </p:cNvPr>
          <p:cNvSpPr/>
          <p:nvPr/>
        </p:nvSpPr>
        <p:spPr>
          <a:xfrm>
            <a:off x="5359797" y="4957477"/>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S2</a:t>
            </a:r>
          </a:p>
        </p:txBody>
      </p:sp>
      <p:sp>
        <p:nvSpPr>
          <p:cNvPr id="26" name="Rechteck 25">
            <a:extLst>
              <a:ext uri="{FF2B5EF4-FFF2-40B4-BE49-F238E27FC236}">
                <a16:creationId xmlns:a16="http://schemas.microsoft.com/office/drawing/2014/main" id="{EE0EF6CF-DE35-80F4-85A9-257068D8934B}"/>
              </a:ext>
            </a:extLst>
          </p:cNvPr>
          <p:cNvSpPr/>
          <p:nvPr/>
        </p:nvSpPr>
        <p:spPr>
          <a:xfrm>
            <a:off x="6235830" y="4957477"/>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S1</a:t>
            </a:r>
          </a:p>
        </p:txBody>
      </p:sp>
      <p:cxnSp>
        <p:nvCxnSpPr>
          <p:cNvPr id="27" name="Gerader Verbinder 26">
            <a:extLst>
              <a:ext uri="{FF2B5EF4-FFF2-40B4-BE49-F238E27FC236}">
                <a16:creationId xmlns:a16="http://schemas.microsoft.com/office/drawing/2014/main" id="{63C4B475-8F56-710C-0755-EFEA16808EAE}"/>
              </a:ext>
            </a:extLst>
          </p:cNvPr>
          <p:cNvCxnSpPr>
            <a:cxnSpLocks/>
          </p:cNvCxnSpPr>
          <p:nvPr/>
        </p:nvCxnSpPr>
        <p:spPr>
          <a:xfrm>
            <a:off x="9762375" y="3020771"/>
            <a:ext cx="0" cy="1175056"/>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grpSp>
        <p:nvGrpSpPr>
          <p:cNvPr id="28" name="Gruppieren 27">
            <a:extLst>
              <a:ext uri="{FF2B5EF4-FFF2-40B4-BE49-F238E27FC236}">
                <a16:creationId xmlns:a16="http://schemas.microsoft.com/office/drawing/2014/main" id="{C8D8E064-FB18-E4D3-C4DB-D9BE6BAC1343}"/>
              </a:ext>
            </a:extLst>
          </p:cNvPr>
          <p:cNvGrpSpPr/>
          <p:nvPr/>
        </p:nvGrpSpPr>
        <p:grpSpPr>
          <a:xfrm>
            <a:off x="5006629" y="1876967"/>
            <a:ext cx="773895" cy="639977"/>
            <a:chOff x="5633254" y="2448326"/>
            <a:chExt cx="3891744" cy="2958295"/>
          </a:xfrm>
          <a:solidFill>
            <a:schemeClr val="tx1"/>
          </a:solidFill>
        </p:grpSpPr>
        <p:pic>
          <p:nvPicPr>
            <p:cNvPr id="29" name="product_simatic-s7-1500.png">
              <a:extLst>
                <a:ext uri="{FF2B5EF4-FFF2-40B4-BE49-F238E27FC236}">
                  <a16:creationId xmlns:a16="http://schemas.microsoft.com/office/drawing/2014/main" id="{5BA19411-0518-18BE-33C5-5006701EB576}"/>
                </a:ext>
              </a:extLst>
            </p:cNvPr>
            <p:cNvPicPr>
              <a:picLocks noChangeAspect="1"/>
            </p:cNvPicPr>
            <p:nvPr>
              <p:custDataLst>
                <p:tags r:id="rId12"/>
              </p:custDataLst>
            </p:nvPr>
          </p:nvPicPr>
          <p:blipFill rotWithShape="1">
            <a:blip r:embed="rId1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0" name="product_simatic-s7-1500.png">
              <a:extLst>
                <a:ext uri="{FF2B5EF4-FFF2-40B4-BE49-F238E27FC236}">
                  <a16:creationId xmlns:a16="http://schemas.microsoft.com/office/drawing/2014/main" id="{C795D6C8-8D43-A899-687A-42B98682DEC8}"/>
                </a:ext>
              </a:extLst>
            </p:cNvPr>
            <p:cNvPicPr>
              <a:picLocks noChangeAspect="1"/>
            </p:cNvPicPr>
            <p:nvPr>
              <p:custDataLst>
                <p:tags r:id="rId13"/>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1" name="product_simatic-s7-1500.png">
              <a:extLst>
                <a:ext uri="{FF2B5EF4-FFF2-40B4-BE49-F238E27FC236}">
                  <a16:creationId xmlns:a16="http://schemas.microsoft.com/office/drawing/2014/main" id="{239E2A70-01CA-B626-A611-58BFB34632C6}"/>
                </a:ext>
              </a:extLst>
            </p:cNvPr>
            <p:cNvPicPr>
              <a:picLocks noChangeAspect="1"/>
            </p:cNvPicPr>
            <p:nvPr>
              <p:custDataLst>
                <p:tags r:id="rId14"/>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4" y="2448326"/>
              <a:ext cx="1548591" cy="2958295"/>
            </a:xfrm>
            <a:prstGeom prst="rect">
              <a:avLst/>
            </a:prstGeom>
            <a:grpFill/>
          </p:spPr>
        </p:pic>
      </p:grpSp>
      <p:grpSp>
        <p:nvGrpSpPr>
          <p:cNvPr id="32" name="Gruppieren 31">
            <a:extLst>
              <a:ext uri="{FF2B5EF4-FFF2-40B4-BE49-F238E27FC236}">
                <a16:creationId xmlns:a16="http://schemas.microsoft.com/office/drawing/2014/main" id="{DCC509E6-375F-3CB6-9BBF-1AF072EA6215}"/>
              </a:ext>
            </a:extLst>
          </p:cNvPr>
          <p:cNvGrpSpPr/>
          <p:nvPr/>
        </p:nvGrpSpPr>
        <p:grpSpPr>
          <a:xfrm>
            <a:off x="6580191" y="1876967"/>
            <a:ext cx="773894" cy="639977"/>
            <a:chOff x="5633257" y="2448326"/>
            <a:chExt cx="3891741" cy="2958295"/>
          </a:xfrm>
          <a:solidFill>
            <a:schemeClr val="tx1"/>
          </a:solidFill>
        </p:grpSpPr>
        <p:pic>
          <p:nvPicPr>
            <p:cNvPr id="33" name="product_simatic-s7-1500.png">
              <a:extLst>
                <a:ext uri="{FF2B5EF4-FFF2-40B4-BE49-F238E27FC236}">
                  <a16:creationId xmlns:a16="http://schemas.microsoft.com/office/drawing/2014/main" id="{CE757B3D-8393-177D-417F-7AD646FF5915}"/>
                </a:ext>
              </a:extLst>
            </p:cNvPr>
            <p:cNvPicPr>
              <a:picLocks noChangeAspect="1"/>
            </p:cNvPicPr>
            <p:nvPr>
              <p:custDataLst>
                <p:tags r:id="rId9"/>
              </p:custDataLst>
            </p:nvPr>
          </p:nvPicPr>
          <p:blipFill rotWithShape="1">
            <a:blip r:embed="rId1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4" name="product_simatic-s7-1500.png">
              <a:extLst>
                <a:ext uri="{FF2B5EF4-FFF2-40B4-BE49-F238E27FC236}">
                  <a16:creationId xmlns:a16="http://schemas.microsoft.com/office/drawing/2014/main" id="{9463745E-8B9F-90F9-B1A1-D082871C851D}"/>
                </a:ext>
              </a:extLst>
            </p:cNvPr>
            <p:cNvPicPr>
              <a:picLocks noChangeAspect="1"/>
            </p:cNvPicPr>
            <p:nvPr>
              <p:custDataLst>
                <p:tags r:id="rId10"/>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5" name="product_simatic-s7-1500.png">
              <a:extLst>
                <a:ext uri="{FF2B5EF4-FFF2-40B4-BE49-F238E27FC236}">
                  <a16:creationId xmlns:a16="http://schemas.microsoft.com/office/drawing/2014/main" id="{EA917B61-D31F-B5C4-7F81-D101F142A2F5}"/>
                </a:ext>
              </a:extLst>
            </p:cNvPr>
            <p:cNvPicPr>
              <a:picLocks noChangeAspect="1"/>
            </p:cNvPicPr>
            <p:nvPr>
              <p:custDataLst>
                <p:tags r:id="rId11"/>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36" name="Rechteck 35">
            <a:extLst>
              <a:ext uri="{FF2B5EF4-FFF2-40B4-BE49-F238E27FC236}">
                <a16:creationId xmlns:a16="http://schemas.microsoft.com/office/drawing/2014/main" id="{7D81EA4D-664E-9B6D-7C76-7FF947DCEE32}"/>
              </a:ext>
            </a:extLst>
          </p:cNvPr>
          <p:cNvSpPr/>
          <p:nvPr/>
        </p:nvSpPr>
        <p:spPr bwMode="auto">
          <a:xfrm>
            <a:off x="5759173" y="2169801"/>
            <a:ext cx="47359" cy="63000"/>
          </a:xfrm>
          <a:prstGeom prst="rect">
            <a:avLst/>
          </a:prstGeom>
          <a:solidFill>
            <a:srgbClr val="FE8389"/>
          </a:solidFill>
          <a:ln w="9525" cap="flat" cmpd="sng" algn="ctr">
            <a:solidFill>
              <a:srgbClr val="FFC000"/>
            </a:solidFill>
            <a:prstDash val="solid"/>
            <a:round/>
            <a:headEnd type="none" w="med" len="med"/>
            <a:tailEnd type="none" w="med" len="med"/>
          </a:ln>
          <a:effectLst/>
        </p:spPr>
        <p:txBody>
          <a:bodyPr rtlCol="0" anchor="ctr"/>
          <a:lstStyle/>
          <a:p>
            <a:pPr algn="ctr"/>
            <a:endParaRPr lang="en-US" sz="1200" b="1">
              <a:solidFill>
                <a:schemeClr val="tx1"/>
              </a:solidFill>
            </a:endParaRPr>
          </a:p>
        </p:txBody>
      </p:sp>
      <p:cxnSp>
        <p:nvCxnSpPr>
          <p:cNvPr id="37" name="Verbinder: gewinkelt 36">
            <a:extLst>
              <a:ext uri="{FF2B5EF4-FFF2-40B4-BE49-F238E27FC236}">
                <a16:creationId xmlns:a16="http://schemas.microsoft.com/office/drawing/2014/main" id="{D4E011DA-CC4D-B64B-C478-7C0C4DE10AB5}"/>
              </a:ext>
            </a:extLst>
          </p:cNvPr>
          <p:cNvCxnSpPr>
            <a:cxnSpLocks/>
            <a:stCxn id="38" idx="1"/>
            <a:endCxn id="36" idx="3"/>
          </p:cNvCxnSpPr>
          <p:nvPr/>
        </p:nvCxnSpPr>
        <p:spPr>
          <a:xfrm rot="10800000" flipV="1">
            <a:off x="5806532" y="2199011"/>
            <a:ext cx="747558" cy="2289"/>
          </a:xfrm>
          <a:prstGeom prst="bentConnector3">
            <a:avLst>
              <a:gd name="adj1" fmla="val 50000"/>
            </a:avLst>
          </a:prstGeom>
          <a:ln w="25400" cmpd="dbl">
            <a:solidFill>
              <a:srgbClr val="FFC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4A1519BE-13DC-4336-2E37-47A9B20D833B}"/>
              </a:ext>
            </a:extLst>
          </p:cNvPr>
          <p:cNvSpPr/>
          <p:nvPr/>
        </p:nvSpPr>
        <p:spPr bwMode="auto">
          <a:xfrm>
            <a:off x="6554090" y="2167512"/>
            <a:ext cx="47359" cy="63000"/>
          </a:xfrm>
          <a:prstGeom prst="rect">
            <a:avLst/>
          </a:prstGeom>
          <a:solidFill>
            <a:srgbClr val="FE8389"/>
          </a:solidFill>
          <a:ln w="9525" cap="flat" cmpd="sng" algn="ctr">
            <a:solidFill>
              <a:srgbClr val="FFC000"/>
            </a:solidFill>
            <a:prstDash val="solid"/>
            <a:round/>
            <a:headEnd type="none" w="med" len="med"/>
            <a:tailEnd type="none" w="med" len="med"/>
          </a:ln>
          <a:effectLst/>
        </p:spPr>
        <p:txBody>
          <a:bodyPr rtlCol="0" anchor="ctr"/>
          <a:lstStyle/>
          <a:p>
            <a:pPr algn="ctr"/>
            <a:endParaRPr lang="en-US" sz="1200" b="1">
              <a:solidFill>
                <a:schemeClr val="tx1"/>
              </a:solidFill>
            </a:endParaRPr>
          </a:p>
        </p:txBody>
      </p:sp>
      <p:sp>
        <p:nvSpPr>
          <p:cNvPr id="39" name="Textfeld 38">
            <a:extLst>
              <a:ext uri="{FF2B5EF4-FFF2-40B4-BE49-F238E27FC236}">
                <a16:creationId xmlns:a16="http://schemas.microsoft.com/office/drawing/2014/main" id="{3B91537C-52B7-5993-C99D-0DAE91C67811}"/>
              </a:ext>
            </a:extLst>
          </p:cNvPr>
          <p:cNvSpPr txBox="1"/>
          <p:nvPr/>
        </p:nvSpPr>
        <p:spPr>
          <a:xfrm>
            <a:off x="5985234" y="2054405"/>
            <a:ext cx="404872" cy="145768"/>
          </a:xfrm>
          <a:prstGeom prst="rect">
            <a:avLst/>
          </a:prstGeom>
          <a:noFill/>
        </p:spPr>
        <p:txBody>
          <a:bodyPr vert="horz" wrap="none" lIns="0" tIns="0" rIns="0" bIns="0" rtlCol="0">
            <a:noAutofit/>
          </a:bodyPr>
          <a:lstStyle/>
          <a:p>
            <a:pPr algn="ctr" fontAlgn="base">
              <a:lnSpc>
                <a:spcPct val="110000"/>
              </a:lnSpc>
              <a:spcAft>
                <a:spcPct val="0"/>
              </a:spcAft>
            </a:pPr>
            <a:r>
              <a:rPr lang="en-US" sz="800">
                <a:solidFill>
                  <a:schemeClr val="bg1"/>
                </a:solidFill>
                <a:latin typeface="Arial"/>
                <a:ea typeface="Arial Unicode MS" panose="020B0604020202020204" pitchFamily="34" charset="-128"/>
                <a:cs typeface="Arial Unicode MS" panose="020B0604020202020204" pitchFamily="34" charset="-128"/>
              </a:rPr>
              <a:t>H-Sync</a:t>
            </a:r>
          </a:p>
        </p:txBody>
      </p:sp>
      <p:sp>
        <p:nvSpPr>
          <p:cNvPr id="40" name="Textfeld 39">
            <a:extLst>
              <a:ext uri="{FF2B5EF4-FFF2-40B4-BE49-F238E27FC236}">
                <a16:creationId xmlns:a16="http://schemas.microsoft.com/office/drawing/2014/main" id="{D015B57C-A415-8576-DB2E-22EB579167A7}"/>
              </a:ext>
            </a:extLst>
          </p:cNvPr>
          <p:cNvSpPr txBox="1"/>
          <p:nvPr/>
        </p:nvSpPr>
        <p:spPr>
          <a:xfrm>
            <a:off x="5351729" y="1339781"/>
            <a:ext cx="1540869" cy="430329"/>
          </a:xfrm>
          <a:prstGeom prst="rect">
            <a:avLst/>
          </a:prstGeom>
          <a:noFill/>
        </p:spPr>
        <p:txBody>
          <a:bodyPr vert="horz" wrap="none" lIns="0" tIns="0" rIns="0" bIns="0" rtlCol="0" anchor="ctr">
            <a:noAutofit/>
          </a:bodyPr>
          <a:lstStyle/>
          <a:p>
            <a:pPr algn="ctr" fontAlgn="base">
              <a:lnSpc>
                <a:spcPct val="110000"/>
              </a:lnSpc>
              <a:spcAft>
                <a:spcPct val="0"/>
              </a:spcAft>
            </a:pPr>
            <a:r>
              <a:rPr lang="en-US" sz="1400" b="1">
                <a:latin typeface="Arial"/>
                <a:ea typeface="Arial Unicode MS" panose="020B0604020202020204" pitchFamily="34" charset="-128"/>
                <a:cs typeface="Arial Unicode MS" panose="020B0604020202020204" pitchFamily="34" charset="-128"/>
              </a:rPr>
              <a:t>S7-1500H/HF</a:t>
            </a:r>
          </a:p>
        </p:txBody>
      </p:sp>
      <p:sp>
        <p:nvSpPr>
          <p:cNvPr id="41" name="Rechteck: abgerundete Ecken 40">
            <a:extLst>
              <a:ext uri="{FF2B5EF4-FFF2-40B4-BE49-F238E27FC236}">
                <a16:creationId xmlns:a16="http://schemas.microsoft.com/office/drawing/2014/main" id="{56C62254-4C56-7FAC-CB94-B91A09B92EEE}"/>
              </a:ext>
            </a:extLst>
          </p:cNvPr>
          <p:cNvSpPr/>
          <p:nvPr/>
        </p:nvSpPr>
        <p:spPr>
          <a:xfrm>
            <a:off x="8030757" y="3513632"/>
            <a:ext cx="1374445" cy="410029"/>
          </a:xfrm>
          <a:prstGeom prst="roundRect">
            <a:avLst/>
          </a:prstGeom>
          <a:noFill/>
          <a:ln w="1905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42" name="Rechteck: abgerundete Ecken 41">
            <a:extLst>
              <a:ext uri="{FF2B5EF4-FFF2-40B4-BE49-F238E27FC236}">
                <a16:creationId xmlns:a16="http://schemas.microsoft.com/office/drawing/2014/main" id="{968C585B-1CB0-DCA6-D7F3-266BB90339B4}"/>
              </a:ext>
            </a:extLst>
          </p:cNvPr>
          <p:cNvSpPr/>
          <p:nvPr/>
        </p:nvSpPr>
        <p:spPr>
          <a:xfrm>
            <a:off x="8083574" y="3578727"/>
            <a:ext cx="1374445" cy="410029"/>
          </a:xfrm>
          <a:prstGeom prst="roundRect">
            <a:avLst/>
          </a:prstGeom>
          <a:noFill/>
          <a:ln w="19050"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43" name="Textfeld 42">
            <a:extLst>
              <a:ext uri="{FF2B5EF4-FFF2-40B4-BE49-F238E27FC236}">
                <a16:creationId xmlns:a16="http://schemas.microsoft.com/office/drawing/2014/main" id="{8438672E-8B23-E959-69A6-2C7BC5D04F8B}"/>
              </a:ext>
            </a:extLst>
          </p:cNvPr>
          <p:cNvSpPr txBox="1"/>
          <p:nvPr/>
        </p:nvSpPr>
        <p:spPr>
          <a:xfrm>
            <a:off x="7844460" y="3118298"/>
            <a:ext cx="1868581" cy="304635"/>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Redundant MRP Ring</a:t>
            </a:r>
          </a:p>
        </p:txBody>
      </p:sp>
      <p:cxnSp>
        <p:nvCxnSpPr>
          <p:cNvPr id="44" name="Gerader Verbinder 43">
            <a:extLst>
              <a:ext uri="{FF2B5EF4-FFF2-40B4-BE49-F238E27FC236}">
                <a16:creationId xmlns:a16="http://schemas.microsoft.com/office/drawing/2014/main" id="{F27F2284-443E-280D-EEF8-BB5BBA4B07BA}"/>
              </a:ext>
            </a:extLst>
          </p:cNvPr>
          <p:cNvCxnSpPr>
            <a:cxnSpLocks/>
          </p:cNvCxnSpPr>
          <p:nvPr/>
        </p:nvCxnSpPr>
        <p:spPr>
          <a:xfrm flipH="1">
            <a:off x="9861240" y="3669639"/>
            <a:ext cx="1175521" cy="0"/>
          </a:xfrm>
          <a:prstGeom prst="line">
            <a:avLst/>
          </a:prstGeom>
          <a:noFill/>
          <a:ln w="1905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Gerader Verbinder 44">
            <a:extLst>
              <a:ext uri="{FF2B5EF4-FFF2-40B4-BE49-F238E27FC236}">
                <a16:creationId xmlns:a16="http://schemas.microsoft.com/office/drawing/2014/main" id="{FB1EEFFC-C3C9-FF53-15BF-C5CBD9378E7E}"/>
              </a:ext>
            </a:extLst>
          </p:cNvPr>
          <p:cNvCxnSpPr>
            <a:cxnSpLocks/>
          </p:cNvCxnSpPr>
          <p:nvPr/>
        </p:nvCxnSpPr>
        <p:spPr>
          <a:xfrm flipH="1">
            <a:off x="10013639" y="3775833"/>
            <a:ext cx="1175521" cy="0"/>
          </a:xfrm>
          <a:prstGeom prst="line">
            <a:avLst/>
          </a:prstGeom>
          <a:noFill/>
          <a:ln w="19050"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46" name="Textfeld 45">
            <a:extLst>
              <a:ext uri="{FF2B5EF4-FFF2-40B4-BE49-F238E27FC236}">
                <a16:creationId xmlns:a16="http://schemas.microsoft.com/office/drawing/2014/main" id="{9EFA11C7-B7AC-0800-F1F5-FAF291ED5178}"/>
              </a:ext>
            </a:extLst>
          </p:cNvPr>
          <p:cNvSpPr txBox="1"/>
          <p:nvPr/>
        </p:nvSpPr>
        <p:spPr>
          <a:xfrm>
            <a:off x="9792098" y="3139362"/>
            <a:ext cx="1434056" cy="310919"/>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Redundant line</a:t>
            </a:r>
          </a:p>
        </p:txBody>
      </p:sp>
      <p:cxnSp>
        <p:nvCxnSpPr>
          <p:cNvPr id="47" name="Gerader Verbinder 46">
            <a:extLst>
              <a:ext uri="{FF2B5EF4-FFF2-40B4-BE49-F238E27FC236}">
                <a16:creationId xmlns:a16="http://schemas.microsoft.com/office/drawing/2014/main" id="{D1EF36E2-0165-2DFC-B970-2AA2A86F2817}"/>
              </a:ext>
            </a:extLst>
          </p:cNvPr>
          <p:cNvCxnSpPr>
            <a:cxnSpLocks/>
          </p:cNvCxnSpPr>
          <p:nvPr/>
        </p:nvCxnSpPr>
        <p:spPr>
          <a:xfrm>
            <a:off x="7799132" y="1054800"/>
            <a:ext cx="0" cy="4703604"/>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grpSp>
        <p:nvGrpSpPr>
          <p:cNvPr id="48" name="Gruppieren 47">
            <a:extLst>
              <a:ext uri="{FF2B5EF4-FFF2-40B4-BE49-F238E27FC236}">
                <a16:creationId xmlns:a16="http://schemas.microsoft.com/office/drawing/2014/main" id="{018A8817-7A9F-D3C8-697D-92AFF5FCD533}"/>
              </a:ext>
            </a:extLst>
          </p:cNvPr>
          <p:cNvGrpSpPr/>
          <p:nvPr/>
        </p:nvGrpSpPr>
        <p:grpSpPr>
          <a:xfrm>
            <a:off x="8256585" y="1877869"/>
            <a:ext cx="773895" cy="639977"/>
            <a:chOff x="5633254" y="2448326"/>
            <a:chExt cx="3891744" cy="2958295"/>
          </a:xfrm>
          <a:solidFill>
            <a:schemeClr val="tx1"/>
          </a:solidFill>
        </p:grpSpPr>
        <p:pic>
          <p:nvPicPr>
            <p:cNvPr id="49" name="product_simatic-s7-1500.png">
              <a:extLst>
                <a:ext uri="{FF2B5EF4-FFF2-40B4-BE49-F238E27FC236}">
                  <a16:creationId xmlns:a16="http://schemas.microsoft.com/office/drawing/2014/main" id="{360DB269-7AB3-C50E-C18A-A9FB822F8462}"/>
                </a:ext>
              </a:extLst>
            </p:cNvPr>
            <p:cNvPicPr>
              <a:picLocks noChangeAspect="1"/>
            </p:cNvPicPr>
            <p:nvPr>
              <p:custDataLst>
                <p:tags r:id="rId6"/>
              </p:custDataLst>
            </p:nvPr>
          </p:nvPicPr>
          <p:blipFill rotWithShape="1">
            <a:blip r:embed="rId1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0" name="product_simatic-s7-1500.png">
              <a:extLst>
                <a:ext uri="{FF2B5EF4-FFF2-40B4-BE49-F238E27FC236}">
                  <a16:creationId xmlns:a16="http://schemas.microsoft.com/office/drawing/2014/main" id="{87082667-42E4-4492-2B48-7AC375CC0FF8}"/>
                </a:ext>
              </a:extLst>
            </p:cNvPr>
            <p:cNvPicPr>
              <a:picLocks noChangeAspect="1"/>
            </p:cNvPicPr>
            <p:nvPr>
              <p:custDataLst>
                <p:tags r:id="rId7"/>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1" name="product_simatic-s7-1500.png">
              <a:extLst>
                <a:ext uri="{FF2B5EF4-FFF2-40B4-BE49-F238E27FC236}">
                  <a16:creationId xmlns:a16="http://schemas.microsoft.com/office/drawing/2014/main" id="{CF98ADCE-F63B-039C-F0BC-0EE62807CFC3}"/>
                </a:ext>
              </a:extLst>
            </p:cNvPr>
            <p:cNvPicPr>
              <a:picLocks noChangeAspect="1"/>
            </p:cNvPicPr>
            <p:nvPr>
              <p:custDataLst>
                <p:tags r:id="rId8"/>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4" y="2448326"/>
              <a:ext cx="1548591" cy="2958295"/>
            </a:xfrm>
            <a:prstGeom prst="rect">
              <a:avLst/>
            </a:prstGeom>
            <a:grpFill/>
          </p:spPr>
        </p:pic>
      </p:grpSp>
      <p:grpSp>
        <p:nvGrpSpPr>
          <p:cNvPr id="52" name="Gruppieren 51">
            <a:extLst>
              <a:ext uri="{FF2B5EF4-FFF2-40B4-BE49-F238E27FC236}">
                <a16:creationId xmlns:a16="http://schemas.microsoft.com/office/drawing/2014/main" id="{59B32E8C-3A26-CD1C-BCB2-A8F8D64255A8}"/>
              </a:ext>
            </a:extLst>
          </p:cNvPr>
          <p:cNvGrpSpPr/>
          <p:nvPr/>
        </p:nvGrpSpPr>
        <p:grpSpPr>
          <a:xfrm>
            <a:off x="9830147" y="1877869"/>
            <a:ext cx="773894" cy="639977"/>
            <a:chOff x="5633257" y="2448326"/>
            <a:chExt cx="3891741" cy="2958295"/>
          </a:xfrm>
          <a:solidFill>
            <a:schemeClr val="tx1"/>
          </a:solidFill>
        </p:grpSpPr>
        <p:pic>
          <p:nvPicPr>
            <p:cNvPr id="53" name="product_simatic-s7-1500.png">
              <a:extLst>
                <a:ext uri="{FF2B5EF4-FFF2-40B4-BE49-F238E27FC236}">
                  <a16:creationId xmlns:a16="http://schemas.microsoft.com/office/drawing/2014/main" id="{125A0505-6D7A-3FEA-1695-154090EC45C5}"/>
                </a:ext>
              </a:extLst>
            </p:cNvPr>
            <p:cNvPicPr>
              <a:picLocks noChangeAspect="1"/>
            </p:cNvPicPr>
            <p:nvPr>
              <p:custDataLst>
                <p:tags r:id="rId3"/>
              </p:custDataLst>
            </p:nvPr>
          </p:nvPicPr>
          <p:blipFill rotWithShape="1">
            <a:blip r:embed="rId1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4" name="product_simatic-s7-1500.png">
              <a:extLst>
                <a:ext uri="{FF2B5EF4-FFF2-40B4-BE49-F238E27FC236}">
                  <a16:creationId xmlns:a16="http://schemas.microsoft.com/office/drawing/2014/main" id="{2006076C-63D4-07BB-2EAF-ED8B11A15E88}"/>
                </a:ext>
              </a:extLst>
            </p:cNvPr>
            <p:cNvPicPr>
              <a:picLocks noChangeAspect="1"/>
            </p:cNvPicPr>
            <p:nvPr>
              <p:custDataLst>
                <p:tags r:id="rId4"/>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5" name="product_simatic-s7-1500.png">
              <a:extLst>
                <a:ext uri="{FF2B5EF4-FFF2-40B4-BE49-F238E27FC236}">
                  <a16:creationId xmlns:a16="http://schemas.microsoft.com/office/drawing/2014/main" id="{44B7B094-B6C0-1627-D015-524856CB23DF}"/>
                </a:ext>
              </a:extLst>
            </p:cNvPr>
            <p:cNvPicPr>
              <a:picLocks noChangeAspect="1"/>
            </p:cNvPicPr>
            <p:nvPr>
              <p:custDataLst>
                <p:tags r:id="rId5"/>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56" name="Rechteck 55">
            <a:extLst>
              <a:ext uri="{FF2B5EF4-FFF2-40B4-BE49-F238E27FC236}">
                <a16:creationId xmlns:a16="http://schemas.microsoft.com/office/drawing/2014/main" id="{AA82277C-CF54-4B0A-5036-C9734B9E88EC}"/>
              </a:ext>
            </a:extLst>
          </p:cNvPr>
          <p:cNvSpPr/>
          <p:nvPr/>
        </p:nvSpPr>
        <p:spPr bwMode="auto">
          <a:xfrm>
            <a:off x="9009129" y="2170703"/>
            <a:ext cx="47359" cy="63000"/>
          </a:xfrm>
          <a:prstGeom prst="rect">
            <a:avLst/>
          </a:prstGeom>
          <a:solidFill>
            <a:srgbClr val="FE8389"/>
          </a:solidFill>
          <a:ln w="9525" cap="flat" cmpd="sng" algn="ctr">
            <a:solidFill>
              <a:srgbClr val="FFC000"/>
            </a:solidFill>
            <a:prstDash val="solid"/>
            <a:round/>
            <a:headEnd type="none" w="med" len="med"/>
            <a:tailEnd type="none" w="med" len="med"/>
          </a:ln>
          <a:effectLst/>
        </p:spPr>
        <p:txBody>
          <a:bodyPr rtlCol="0" anchor="ctr"/>
          <a:lstStyle/>
          <a:p>
            <a:pPr algn="ctr"/>
            <a:endParaRPr lang="en-US" sz="1200" b="1">
              <a:solidFill>
                <a:schemeClr val="tx1"/>
              </a:solidFill>
            </a:endParaRPr>
          </a:p>
        </p:txBody>
      </p:sp>
      <p:cxnSp>
        <p:nvCxnSpPr>
          <p:cNvPr id="57" name="Verbinder: gewinkelt 56">
            <a:extLst>
              <a:ext uri="{FF2B5EF4-FFF2-40B4-BE49-F238E27FC236}">
                <a16:creationId xmlns:a16="http://schemas.microsoft.com/office/drawing/2014/main" id="{A223B6D4-67AF-0A1C-5F42-8AB1DED3A2AD}"/>
              </a:ext>
            </a:extLst>
          </p:cNvPr>
          <p:cNvCxnSpPr>
            <a:cxnSpLocks/>
            <a:stCxn id="58" idx="1"/>
            <a:endCxn id="56" idx="3"/>
          </p:cNvCxnSpPr>
          <p:nvPr/>
        </p:nvCxnSpPr>
        <p:spPr>
          <a:xfrm rot="10800000" flipV="1">
            <a:off x="9056488" y="2199913"/>
            <a:ext cx="747558" cy="2289"/>
          </a:xfrm>
          <a:prstGeom prst="bentConnector3">
            <a:avLst>
              <a:gd name="adj1" fmla="val 50000"/>
            </a:avLst>
          </a:prstGeom>
          <a:ln w="25400" cmpd="dbl">
            <a:solidFill>
              <a:srgbClr val="FFC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58" name="Rechteck 57">
            <a:extLst>
              <a:ext uri="{FF2B5EF4-FFF2-40B4-BE49-F238E27FC236}">
                <a16:creationId xmlns:a16="http://schemas.microsoft.com/office/drawing/2014/main" id="{3E9AA0E2-A111-A7DD-48EA-F1884C38BD59}"/>
              </a:ext>
            </a:extLst>
          </p:cNvPr>
          <p:cNvSpPr/>
          <p:nvPr/>
        </p:nvSpPr>
        <p:spPr bwMode="auto">
          <a:xfrm>
            <a:off x="9804046" y="2168414"/>
            <a:ext cx="47359" cy="63000"/>
          </a:xfrm>
          <a:prstGeom prst="rect">
            <a:avLst/>
          </a:prstGeom>
          <a:solidFill>
            <a:srgbClr val="FE8389"/>
          </a:solidFill>
          <a:ln w="9525" cap="flat" cmpd="sng" algn="ctr">
            <a:solidFill>
              <a:srgbClr val="FFC000"/>
            </a:solidFill>
            <a:prstDash val="solid"/>
            <a:round/>
            <a:headEnd type="none" w="med" len="med"/>
            <a:tailEnd type="none" w="med" len="med"/>
          </a:ln>
          <a:effectLst/>
        </p:spPr>
        <p:txBody>
          <a:bodyPr rtlCol="0" anchor="ctr"/>
          <a:lstStyle/>
          <a:p>
            <a:pPr algn="ctr"/>
            <a:endParaRPr lang="en-US" sz="1200" b="1">
              <a:solidFill>
                <a:schemeClr val="tx1"/>
              </a:solidFill>
            </a:endParaRPr>
          </a:p>
        </p:txBody>
      </p:sp>
      <p:sp>
        <p:nvSpPr>
          <p:cNvPr id="59" name="Textfeld 58">
            <a:extLst>
              <a:ext uri="{FF2B5EF4-FFF2-40B4-BE49-F238E27FC236}">
                <a16:creationId xmlns:a16="http://schemas.microsoft.com/office/drawing/2014/main" id="{7D2CE1D8-5A04-C954-998C-D7F2190F4986}"/>
              </a:ext>
            </a:extLst>
          </p:cNvPr>
          <p:cNvSpPr txBox="1"/>
          <p:nvPr/>
        </p:nvSpPr>
        <p:spPr>
          <a:xfrm>
            <a:off x="9235190" y="2055307"/>
            <a:ext cx="404872" cy="145768"/>
          </a:xfrm>
          <a:prstGeom prst="rect">
            <a:avLst/>
          </a:prstGeom>
          <a:noFill/>
        </p:spPr>
        <p:txBody>
          <a:bodyPr vert="horz" wrap="none" lIns="0" tIns="0" rIns="0" bIns="0" rtlCol="0">
            <a:noAutofit/>
          </a:bodyPr>
          <a:lstStyle/>
          <a:p>
            <a:pPr algn="ctr" fontAlgn="base">
              <a:lnSpc>
                <a:spcPct val="110000"/>
              </a:lnSpc>
              <a:spcAft>
                <a:spcPct val="0"/>
              </a:spcAft>
            </a:pPr>
            <a:r>
              <a:rPr lang="en-US" sz="800">
                <a:solidFill>
                  <a:schemeClr val="bg1"/>
                </a:solidFill>
                <a:latin typeface="Arial"/>
                <a:ea typeface="Arial Unicode MS" panose="020B0604020202020204" pitchFamily="34" charset="-128"/>
                <a:cs typeface="Arial Unicode MS" panose="020B0604020202020204" pitchFamily="34" charset="-128"/>
              </a:rPr>
              <a:t>H-Sync</a:t>
            </a:r>
          </a:p>
        </p:txBody>
      </p:sp>
      <p:sp>
        <p:nvSpPr>
          <p:cNvPr id="60" name="Textfeld 59">
            <a:extLst>
              <a:ext uri="{FF2B5EF4-FFF2-40B4-BE49-F238E27FC236}">
                <a16:creationId xmlns:a16="http://schemas.microsoft.com/office/drawing/2014/main" id="{FFA9EE75-5DA7-1BC2-93D0-09B4A33CD7A1}"/>
              </a:ext>
            </a:extLst>
          </p:cNvPr>
          <p:cNvSpPr txBox="1"/>
          <p:nvPr/>
        </p:nvSpPr>
        <p:spPr>
          <a:xfrm>
            <a:off x="8601685" y="1340683"/>
            <a:ext cx="1540869" cy="430329"/>
          </a:xfrm>
          <a:prstGeom prst="rect">
            <a:avLst/>
          </a:prstGeom>
          <a:noFill/>
        </p:spPr>
        <p:txBody>
          <a:bodyPr vert="horz" wrap="none" lIns="0" tIns="0" rIns="0" bIns="0" rtlCol="0" anchor="ctr">
            <a:noAutofit/>
          </a:bodyPr>
          <a:lstStyle/>
          <a:p>
            <a:pPr algn="ctr" fontAlgn="base">
              <a:lnSpc>
                <a:spcPct val="110000"/>
              </a:lnSpc>
              <a:spcAft>
                <a:spcPct val="0"/>
              </a:spcAft>
            </a:pPr>
            <a:r>
              <a:rPr lang="en-US" sz="1400" b="1">
                <a:latin typeface="Arial"/>
                <a:ea typeface="Arial Unicode MS" panose="020B0604020202020204" pitchFamily="34" charset="-128"/>
                <a:cs typeface="Arial Unicode MS" panose="020B0604020202020204" pitchFamily="34" charset="-128"/>
              </a:rPr>
              <a:t>S7-1500H/HF</a:t>
            </a:r>
          </a:p>
        </p:txBody>
      </p:sp>
      <p:sp>
        <p:nvSpPr>
          <p:cNvPr id="61" name="Rechteck 60">
            <a:extLst>
              <a:ext uri="{FF2B5EF4-FFF2-40B4-BE49-F238E27FC236}">
                <a16:creationId xmlns:a16="http://schemas.microsoft.com/office/drawing/2014/main" id="{915EF683-6684-2F84-FCA5-9B2D540A47C8}"/>
              </a:ext>
            </a:extLst>
          </p:cNvPr>
          <p:cNvSpPr/>
          <p:nvPr/>
        </p:nvSpPr>
        <p:spPr>
          <a:xfrm>
            <a:off x="8636261" y="4957477"/>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R1</a:t>
            </a:r>
          </a:p>
        </p:txBody>
      </p:sp>
      <p:sp>
        <p:nvSpPr>
          <p:cNvPr id="62" name="Rechteck 61">
            <a:extLst>
              <a:ext uri="{FF2B5EF4-FFF2-40B4-BE49-F238E27FC236}">
                <a16:creationId xmlns:a16="http://schemas.microsoft.com/office/drawing/2014/main" id="{158B08B9-A607-67C2-EBF2-C99EBC50395D}"/>
              </a:ext>
            </a:extLst>
          </p:cNvPr>
          <p:cNvSpPr/>
          <p:nvPr/>
        </p:nvSpPr>
        <p:spPr>
          <a:xfrm>
            <a:off x="9513295" y="4957477"/>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S2</a:t>
            </a:r>
          </a:p>
        </p:txBody>
      </p:sp>
      <p:sp>
        <p:nvSpPr>
          <p:cNvPr id="63" name="Rechteck 62">
            <a:extLst>
              <a:ext uri="{FF2B5EF4-FFF2-40B4-BE49-F238E27FC236}">
                <a16:creationId xmlns:a16="http://schemas.microsoft.com/office/drawing/2014/main" id="{7FD66150-B1B0-6E72-0A4A-06BC13228D9E}"/>
              </a:ext>
            </a:extLst>
          </p:cNvPr>
          <p:cNvSpPr/>
          <p:nvPr/>
        </p:nvSpPr>
        <p:spPr>
          <a:xfrm>
            <a:off x="10389328" y="4957477"/>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S1</a:t>
            </a:r>
          </a:p>
        </p:txBody>
      </p:sp>
      <p:sp>
        <p:nvSpPr>
          <p:cNvPr id="64" name="Rechteck 63">
            <a:extLst>
              <a:ext uri="{FF2B5EF4-FFF2-40B4-BE49-F238E27FC236}">
                <a16:creationId xmlns:a16="http://schemas.microsoft.com/office/drawing/2014/main" id="{364D1252-CF07-6F43-36AE-7A27427000DE}"/>
              </a:ext>
            </a:extLst>
          </p:cNvPr>
          <p:cNvSpPr/>
          <p:nvPr/>
        </p:nvSpPr>
        <p:spPr>
          <a:xfrm>
            <a:off x="9521712" y="5630257"/>
            <a:ext cx="1610886" cy="304839"/>
          </a:xfrm>
          <a:prstGeom prst="rect">
            <a:avLst/>
          </a:prstGeom>
          <a:solidFill>
            <a:srgbClr val="879BAA"/>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ctr" anchorCtr="0"/>
          <a:lstStyle/>
          <a:p>
            <a:pPr algn="ctr"/>
            <a:r>
              <a:rPr lang="en-US" sz="1400"/>
              <a:t>Via Y-Switch</a:t>
            </a:r>
          </a:p>
        </p:txBody>
      </p:sp>
      <p:sp>
        <p:nvSpPr>
          <p:cNvPr id="65" name="Rechteck: abgerundete Ecken 64">
            <a:extLst>
              <a:ext uri="{FF2B5EF4-FFF2-40B4-BE49-F238E27FC236}">
                <a16:creationId xmlns:a16="http://schemas.microsoft.com/office/drawing/2014/main" id="{26470317-D87A-1B13-92E5-53DD2DB33A79}"/>
              </a:ext>
            </a:extLst>
          </p:cNvPr>
          <p:cNvSpPr/>
          <p:nvPr/>
        </p:nvSpPr>
        <p:spPr>
          <a:xfrm>
            <a:off x="9455774" y="4894308"/>
            <a:ext cx="1728000" cy="684000"/>
          </a:xfrm>
          <a:prstGeom prst="roundRect">
            <a:avLst>
              <a:gd name="adj" fmla="val 7846"/>
            </a:avLst>
          </a:prstGeom>
          <a:noFill/>
          <a:ln w="22225">
            <a:solidFill>
              <a:srgbClr val="879BAA"/>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cxnSp>
        <p:nvCxnSpPr>
          <p:cNvPr id="66" name="Gerader Verbinder 65">
            <a:extLst>
              <a:ext uri="{FF2B5EF4-FFF2-40B4-BE49-F238E27FC236}">
                <a16:creationId xmlns:a16="http://schemas.microsoft.com/office/drawing/2014/main" id="{9F7E5168-A471-D598-FE88-743E158DB01D}"/>
              </a:ext>
            </a:extLst>
          </p:cNvPr>
          <p:cNvCxnSpPr>
            <a:cxnSpLocks/>
          </p:cNvCxnSpPr>
          <p:nvPr/>
        </p:nvCxnSpPr>
        <p:spPr>
          <a:xfrm>
            <a:off x="523999" y="4714373"/>
            <a:ext cx="10765600" cy="0"/>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34683D41-EB25-1EE5-0E9A-30A7FDB84C44}"/>
              </a:ext>
            </a:extLst>
          </p:cNvPr>
          <p:cNvSpPr txBox="1"/>
          <p:nvPr/>
        </p:nvSpPr>
        <p:spPr>
          <a:xfrm>
            <a:off x="535874" y="4246431"/>
            <a:ext cx="1278904" cy="430329"/>
          </a:xfrm>
          <a:prstGeom prst="rect">
            <a:avLst/>
          </a:prstGeom>
          <a:noFill/>
        </p:spPr>
        <p:txBody>
          <a:bodyPr vert="horz" wrap="none" lIns="0" tIns="0" rIns="0" bIns="0" rtlCol="0" anchor="ctr">
            <a:noAutofit/>
          </a:bodyPr>
          <a:lstStyle>
            <a:defPPr>
              <a:defRPr lang="en-US"/>
            </a:defPPr>
            <a:lvl1pPr algn="ct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r"/>
            <a:r>
              <a:rPr lang="en-US">
                <a:solidFill>
                  <a:schemeClr val="tx1"/>
                </a:solidFill>
              </a:rPr>
              <a:t>Additional </a:t>
            </a:r>
            <a:br>
              <a:rPr lang="en-US">
                <a:solidFill>
                  <a:schemeClr val="tx1"/>
                </a:solidFill>
              </a:rPr>
            </a:br>
            <a:r>
              <a:rPr lang="en-US">
                <a:solidFill>
                  <a:schemeClr val="tx1"/>
                </a:solidFill>
              </a:rPr>
              <a:t>Topologies</a:t>
            </a:r>
          </a:p>
        </p:txBody>
      </p:sp>
      <p:sp>
        <p:nvSpPr>
          <p:cNvPr id="68" name="Textfeld 67">
            <a:extLst>
              <a:ext uri="{FF2B5EF4-FFF2-40B4-BE49-F238E27FC236}">
                <a16:creationId xmlns:a16="http://schemas.microsoft.com/office/drawing/2014/main" id="{D7E86AB6-6B9B-CE6A-8145-C5139948CF2E}"/>
              </a:ext>
            </a:extLst>
          </p:cNvPr>
          <p:cNvSpPr txBox="1"/>
          <p:nvPr/>
        </p:nvSpPr>
        <p:spPr>
          <a:xfrm>
            <a:off x="1916334" y="4301914"/>
            <a:ext cx="2632835" cy="329103"/>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MRP-Interconnection</a:t>
            </a:r>
          </a:p>
        </p:txBody>
      </p:sp>
      <p:sp>
        <p:nvSpPr>
          <p:cNvPr id="69" name="Textfeld 68">
            <a:extLst>
              <a:ext uri="{FF2B5EF4-FFF2-40B4-BE49-F238E27FC236}">
                <a16:creationId xmlns:a16="http://schemas.microsoft.com/office/drawing/2014/main" id="{A159E6A7-4D80-FAC4-B89E-FDC7B203AEB9}"/>
              </a:ext>
            </a:extLst>
          </p:cNvPr>
          <p:cNvSpPr txBox="1"/>
          <p:nvPr/>
        </p:nvSpPr>
        <p:spPr>
          <a:xfrm>
            <a:off x="4549168" y="4301914"/>
            <a:ext cx="3249949" cy="297083"/>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MRP-Interconnection, </a:t>
            </a:r>
            <a:br>
              <a:rPr lang="en-US" b="0">
                <a:solidFill>
                  <a:schemeClr val="tx1"/>
                </a:solidFill>
              </a:rPr>
            </a:br>
            <a:r>
              <a:rPr lang="en-US" b="0">
                <a:solidFill>
                  <a:schemeClr val="tx1"/>
                </a:solidFill>
              </a:rPr>
              <a:t>combined topology</a:t>
            </a:r>
          </a:p>
        </p:txBody>
      </p:sp>
      <p:sp>
        <p:nvSpPr>
          <p:cNvPr id="71" name="Rechteck 70">
            <a:extLst>
              <a:ext uri="{FF2B5EF4-FFF2-40B4-BE49-F238E27FC236}">
                <a16:creationId xmlns:a16="http://schemas.microsoft.com/office/drawing/2014/main" id="{7EE72212-3A86-B30E-DACB-4AC0B0067D34}"/>
              </a:ext>
            </a:extLst>
          </p:cNvPr>
          <p:cNvSpPr/>
          <p:nvPr/>
        </p:nvSpPr>
        <p:spPr>
          <a:xfrm>
            <a:off x="2737405" y="1923466"/>
            <a:ext cx="187918" cy="2666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72" name="Rechteck 71">
            <a:extLst>
              <a:ext uri="{FF2B5EF4-FFF2-40B4-BE49-F238E27FC236}">
                <a16:creationId xmlns:a16="http://schemas.microsoft.com/office/drawing/2014/main" id="{B16992F2-B0A0-F003-4D10-131BF0E690C4}"/>
              </a:ext>
            </a:extLst>
          </p:cNvPr>
          <p:cNvSpPr/>
          <p:nvPr/>
        </p:nvSpPr>
        <p:spPr>
          <a:xfrm>
            <a:off x="3532522" y="1927240"/>
            <a:ext cx="187918" cy="2666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73" name="Rechteck 72">
            <a:extLst>
              <a:ext uri="{FF2B5EF4-FFF2-40B4-BE49-F238E27FC236}">
                <a16:creationId xmlns:a16="http://schemas.microsoft.com/office/drawing/2014/main" id="{DF13D2D9-20AF-2BD2-FA0D-8A079B95A0F3}"/>
              </a:ext>
            </a:extLst>
          </p:cNvPr>
          <p:cNvSpPr/>
          <p:nvPr/>
        </p:nvSpPr>
        <p:spPr>
          <a:xfrm>
            <a:off x="5060987" y="1927240"/>
            <a:ext cx="187918" cy="2666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74" name="Rechteck 73">
            <a:extLst>
              <a:ext uri="{FF2B5EF4-FFF2-40B4-BE49-F238E27FC236}">
                <a16:creationId xmlns:a16="http://schemas.microsoft.com/office/drawing/2014/main" id="{907A3F8F-89FB-3E89-7FC0-29031E420BEB}"/>
              </a:ext>
            </a:extLst>
          </p:cNvPr>
          <p:cNvSpPr/>
          <p:nvPr/>
        </p:nvSpPr>
        <p:spPr>
          <a:xfrm>
            <a:off x="6633344" y="1927240"/>
            <a:ext cx="187918" cy="2666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75" name="Rechteck 74">
            <a:extLst>
              <a:ext uri="{FF2B5EF4-FFF2-40B4-BE49-F238E27FC236}">
                <a16:creationId xmlns:a16="http://schemas.microsoft.com/office/drawing/2014/main" id="{FB52B015-3AFB-5CEA-C816-EF8591091C99}"/>
              </a:ext>
            </a:extLst>
          </p:cNvPr>
          <p:cNvSpPr/>
          <p:nvPr/>
        </p:nvSpPr>
        <p:spPr>
          <a:xfrm>
            <a:off x="8310028" y="1927240"/>
            <a:ext cx="187918" cy="2666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76" name="Rechteck 75">
            <a:extLst>
              <a:ext uri="{FF2B5EF4-FFF2-40B4-BE49-F238E27FC236}">
                <a16:creationId xmlns:a16="http://schemas.microsoft.com/office/drawing/2014/main" id="{A0035D7D-9E9D-07FF-4754-BF7B59D4CD44}"/>
              </a:ext>
            </a:extLst>
          </p:cNvPr>
          <p:cNvSpPr/>
          <p:nvPr/>
        </p:nvSpPr>
        <p:spPr>
          <a:xfrm>
            <a:off x="9882385" y="1927240"/>
            <a:ext cx="187918" cy="2666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77" name="Textfeld 76">
            <a:extLst>
              <a:ext uri="{FF2B5EF4-FFF2-40B4-BE49-F238E27FC236}">
                <a16:creationId xmlns:a16="http://schemas.microsoft.com/office/drawing/2014/main" id="{B93C4256-8B80-5719-511A-BAA14FF1C9F9}"/>
              </a:ext>
            </a:extLst>
          </p:cNvPr>
          <p:cNvSpPr txBox="1"/>
          <p:nvPr/>
        </p:nvSpPr>
        <p:spPr>
          <a:xfrm>
            <a:off x="6553591" y="3886709"/>
            <a:ext cx="1001877" cy="184666"/>
          </a:xfrm>
          <a:prstGeom prst="rect">
            <a:avLst/>
          </a:prstGeom>
          <a:noFill/>
        </p:spPr>
        <p:txBody>
          <a:bodyPr wrap="none" lIns="0" tIns="0" rIns="0" bIns="0" rtlCol="0">
            <a:spAutoFit/>
          </a:bodyPr>
          <a:lstStyle/>
          <a:p>
            <a:pPr algn="l"/>
            <a:r>
              <a:rPr lang="en-US" sz="1200"/>
              <a:t>From FW V3.0</a:t>
            </a:r>
          </a:p>
        </p:txBody>
      </p:sp>
      <p:sp>
        <p:nvSpPr>
          <p:cNvPr id="78" name="Textfeld 77">
            <a:extLst>
              <a:ext uri="{FF2B5EF4-FFF2-40B4-BE49-F238E27FC236}">
                <a16:creationId xmlns:a16="http://schemas.microsoft.com/office/drawing/2014/main" id="{7A988188-F0D2-7712-A34C-519DA646F114}"/>
              </a:ext>
            </a:extLst>
          </p:cNvPr>
          <p:cNvSpPr txBox="1"/>
          <p:nvPr/>
        </p:nvSpPr>
        <p:spPr>
          <a:xfrm>
            <a:off x="8298832" y="3657191"/>
            <a:ext cx="1001877" cy="184666"/>
          </a:xfrm>
          <a:prstGeom prst="rect">
            <a:avLst/>
          </a:prstGeom>
          <a:noFill/>
        </p:spPr>
        <p:txBody>
          <a:bodyPr wrap="none" lIns="0" tIns="0" rIns="0" bIns="0" rtlCol="0">
            <a:spAutoFit/>
          </a:bodyPr>
          <a:lstStyle/>
          <a:p>
            <a:pPr algn="l"/>
            <a:r>
              <a:rPr lang="en-US" sz="1200"/>
              <a:t>From FW V3.0</a:t>
            </a:r>
          </a:p>
        </p:txBody>
      </p:sp>
      <p:sp>
        <p:nvSpPr>
          <p:cNvPr id="79" name="Textfeld 78">
            <a:extLst>
              <a:ext uri="{FF2B5EF4-FFF2-40B4-BE49-F238E27FC236}">
                <a16:creationId xmlns:a16="http://schemas.microsoft.com/office/drawing/2014/main" id="{59CAFC82-139A-27AE-5B90-7825D9F3A558}"/>
              </a:ext>
            </a:extLst>
          </p:cNvPr>
          <p:cNvSpPr txBox="1"/>
          <p:nvPr/>
        </p:nvSpPr>
        <p:spPr>
          <a:xfrm>
            <a:off x="10142191" y="3893497"/>
            <a:ext cx="1001877" cy="184666"/>
          </a:xfrm>
          <a:prstGeom prst="rect">
            <a:avLst/>
          </a:prstGeom>
          <a:noFill/>
        </p:spPr>
        <p:txBody>
          <a:bodyPr wrap="none" lIns="0" tIns="0" rIns="0" bIns="0" rtlCol="0">
            <a:spAutoFit/>
          </a:bodyPr>
          <a:lstStyle/>
          <a:p>
            <a:pPr algn="l"/>
            <a:r>
              <a:rPr lang="en-US" sz="1200"/>
              <a:t>From FW V3.0</a:t>
            </a:r>
          </a:p>
        </p:txBody>
      </p:sp>
      <p:sp>
        <p:nvSpPr>
          <p:cNvPr id="83" name="Textfeld 82">
            <a:extLst>
              <a:ext uri="{FF2B5EF4-FFF2-40B4-BE49-F238E27FC236}">
                <a16:creationId xmlns:a16="http://schemas.microsoft.com/office/drawing/2014/main" id="{DAE7E739-FB0F-3265-8623-9EE8D151A8A3}"/>
              </a:ext>
            </a:extLst>
          </p:cNvPr>
          <p:cNvSpPr txBox="1"/>
          <p:nvPr/>
        </p:nvSpPr>
        <p:spPr>
          <a:xfrm>
            <a:off x="595019" y="5994329"/>
            <a:ext cx="5895845" cy="161583"/>
          </a:xfrm>
          <a:prstGeom prst="rect">
            <a:avLst/>
          </a:prstGeom>
          <a:noFill/>
        </p:spPr>
        <p:txBody>
          <a:bodyPr wrap="none" lIns="0" tIns="0" rIns="0" bIns="0" rtlCol="0">
            <a:spAutoFit/>
          </a:bodyPr>
          <a:lstStyle/>
          <a:p>
            <a:pPr algn="l"/>
            <a:r>
              <a:rPr lang="en-US" sz="1050"/>
              <a:t>1) Details: See slide set Part 2 – PROFINET System Redundancy with S7-1500R/H and ET 200SP</a:t>
            </a:r>
          </a:p>
        </p:txBody>
      </p:sp>
      <p:sp>
        <p:nvSpPr>
          <p:cNvPr id="80" name="Textfeld 79">
            <a:extLst>
              <a:ext uri="{FF2B5EF4-FFF2-40B4-BE49-F238E27FC236}">
                <a16:creationId xmlns:a16="http://schemas.microsoft.com/office/drawing/2014/main" id="{25286FC6-E43C-A1E6-2680-F47458188338}"/>
              </a:ext>
            </a:extLst>
          </p:cNvPr>
          <p:cNvSpPr txBox="1"/>
          <p:nvPr/>
        </p:nvSpPr>
        <p:spPr>
          <a:xfrm>
            <a:off x="8179071" y="4305325"/>
            <a:ext cx="3249949" cy="297083"/>
          </a:xfrm>
          <a:prstGeom prst="rect">
            <a:avLst/>
          </a:prstGeom>
          <a:noFill/>
        </p:spPr>
        <p:txBody>
          <a:bodyPr vert="horz" wrap="none" lIns="0" tIns="0" rIns="0" bIns="0" rtlCol="0" anchor="ctr">
            <a:noAutofit/>
          </a:bodyPr>
          <a:lstStyle>
            <a:defPPr>
              <a:defRPr lang="en-US"/>
            </a:defPPr>
            <a:lvl1pPr algn="r" fontAlgn="base">
              <a:lnSpc>
                <a:spcPct val="110000"/>
              </a:lnSpc>
              <a:spcAft>
                <a:spcPct val="0"/>
              </a:spcAft>
              <a:defRPr sz="1400" b="1">
                <a:solidFill>
                  <a:srgbClr val="000000"/>
                </a:solidFill>
                <a:latin typeface="Arial"/>
                <a:ea typeface="Arial Unicode MS" panose="020B0604020202020204" pitchFamily="34" charset="-128"/>
                <a:cs typeface="Arial Unicode MS" panose="020B0604020202020204" pitchFamily="34" charset="-128"/>
              </a:defRPr>
            </a:lvl1pPr>
          </a:lstStyle>
          <a:p>
            <a:pPr algn="ctr"/>
            <a:r>
              <a:rPr lang="en-US" b="0">
                <a:solidFill>
                  <a:schemeClr val="tx1"/>
                </a:solidFill>
              </a:rPr>
              <a:t>MRP-Interconnection, </a:t>
            </a:r>
            <a:br>
              <a:rPr lang="en-US" b="0">
                <a:solidFill>
                  <a:schemeClr val="tx1"/>
                </a:solidFill>
              </a:rPr>
            </a:br>
            <a:r>
              <a:rPr lang="en-US" b="0">
                <a:solidFill>
                  <a:schemeClr val="tx1"/>
                </a:solidFill>
              </a:rPr>
              <a:t>combined topology</a:t>
            </a:r>
          </a:p>
        </p:txBody>
      </p:sp>
    </p:spTree>
    <p:extLst>
      <p:ext uri="{BB962C8B-B14F-4D97-AF65-F5344CB8AC3E}">
        <p14:creationId xmlns:p14="http://schemas.microsoft.com/office/powerpoint/2010/main" val="3916877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a:t>Configuration Examples</a:t>
            </a:r>
            <a:br>
              <a:rPr lang="en-US"/>
            </a:br>
            <a:r>
              <a:rPr lang="en-US"/>
              <a:t>S7-1500R</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413815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0538284-0E59-7DAB-9179-8F0D020C3AF3}"/>
              </a:ext>
            </a:extLst>
          </p:cNvPr>
          <p:cNvSpPr/>
          <p:nvPr/>
        </p:nvSpPr>
        <p:spPr>
          <a:xfrm>
            <a:off x="1059160" y="1365953"/>
            <a:ext cx="3554129"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cxnSp>
        <p:nvCxnSpPr>
          <p:cNvPr id="29" name="Gerade Verbindung 37">
            <a:extLst>
              <a:ext uri="{FF2B5EF4-FFF2-40B4-BE49-F238E27FC236}">
                <a16:creationId xmlns:a16="http://schemas.microsoft.com/office/drawing/2014/main" id="{156662EF-5411-FC8D-FB6B-880A92EE500B}"/>
              </a:ext>
            </a:extLst>
          </p:cNvPr>
          <p:cNvCxnSpPr/>
          <p:nvPr/>
        </p:nvCxnSpPr>
        <p:spPr bwMode="auto">
          <a:xfrm flipH="1">
            <a:off x="2585528" y="3195083"/>
            <a:ext cx="12099" cy="156087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4" imgW="532" imgH="533" progId="TCLayout.ActiveDocument.1">
                  <p:embed/>
                </p:oleObj>
              </mc:Choice>
              <mc:Fallback>
                <p:oleObj name="think-cell Folie" r:id="rId14"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S7-1500R</a:t>
            </a:r>
            <a:br>
              <a:rPr lang="en-US" altLang="de-DE" dirty="0"/>
            </a:br>
            <a:r>
              <a:rPr lang="en-US" altLang="de-DE" b="0" dirty="0"/>
              <a:t>Ring Topology with MRP</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47" name="Freihandform: Form 246">
            <a:extLst>
              <a:ext uri="{FF2B5EF4-FFF2-40B4-BE49-F238E27FC236}">
                <a16:creationId xmlns:a16="http://schemas.microsoft.com/office/drawing/2014/main" id="{4058F77D-F556-64D3-0D9B-3C046D333A1D}"/>
              </a:ext>
            </a:extLst>
          </p:cNvPr>
          <p:cNvSpPr/>
          <p:nvPr/>
        </p:nvSpPr>
        <p:spPr bwMode="auto">
          <a:xfrm>
            <a:off x="1692025" y="2662434"/>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48" name="Freihandform: Form 247">
            <a:extLst>
              <a:ext uri="{FF2B5EF4-FFF2-40B4-BE49-F238E27FC236}">
                <a16:creationId xmlns:a16="http://schemas.microsoft.com/office/drawing/2014/main" id="{862C1800-3D72-4632-EA5A-BF2C8BA5E706}"/>
              </a:ext>
            </a:extLst>
          </p:cNvPr>
          <p:cNvSpPr/>
          <p:nvPr/>
        </p:nvSpPr>
        <p:spPr bwMode="auto">
          <a:xfrm flipH="1">
            <a:off x="3440056" y="2658894"/>
            <a:ext cx="3081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63" name="Freihandform: Form 262">
            <a:extLst>
              <a:ext uri="{FF2B5EF4-FFF2-40B4-BE49-F238E27FC236}">
                <a16:creationId xmlns:a16="http://schemas.microsoft.com/office/drawing/2014/main" id="{26D9C2DF-5679-B805-7DD2-04CFD3040A9B}"/>
              </a:ext>
            </a:extLst>
          </p:cNvPr>
          <p:cNvSpPr/>
          <p:nvPr/>
        </p:nvSpPr>
        <p:spPr bwMode="auto">
          <a:xfrm>
            <a:off x="1954861" y="3175121"/>
            <a:ext cx="1407144"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67" name="product_distributed-io.png">
            <a:extLst>
              <a:ext uri="{FF2B5EF4-FFF2-40B4-BE49-F238E27FC236}">
                <a16:creationId xmlns:a16="http://schemas.microsoft.com/office/drawing/2014/main" id="{0D915113-0986-15BC-F0AA-B515757F13E7}"/>
              </a:ext>
            </a:extLst>
          </p:cNvPr>
          <p:cNvPicPr>
            <a:picLocks noChangeAspect="1"/>
          </p:cNvPicPr>
          <p:nvPr>
            <p:custDataLst>
              <p:tags r:id="rId3"/>
            </p:custDataLst>
          </p:nvPr>
        </p:nvPicPr>
        <p:blipFill>
          <a:blip r:embed="rId16" cstate="print">
            <a:extLst>
              <a:ext uri="{28A0092B-C50C-407E-A947-70E740481C1C}">
                <a14:useLocalDpi xmlns:a14="http://schemas.microsoft.com/office/drawing/2010/main" val="0"/>
              </a:ext>
            </a:extLst>
          </a:blip>
          <a:stretch>
            <a:fillRect/>
          </a:stretch>
        </p:blipFill>
        <p:spPr>
          <a:xfrm>
            <a:off x="1829737" y="3323128"/>
            <a:ext cx="474986" cy="474986"/>
          </a:xfrm>
          <a:prstGeom prst="rect">
            <a:avLst/>
          </a:prstGeom>
        </p:spPr>
      </p:pic>
      <p:sp>
        <p:nvSpPr>
          <p:cNvPr id="270" name="Freihandform: Form 269">
            <a:extLst>
              <a:ext uri="{FF2B5EF4-FFF2-40B4-BE49-F238E27FC236}">
                <a16:creationId xmlns:a16="http://schemas.microsoft.com/office/drawing/2014/main" id="{C7D56EBE-D5D9-FBAE-8796-9C821465260B}"/>
              </a:ext>
            </a:extLst>
          </p:cNvPr>
          <p:cNvSpPr/>
          <p:nvPr/>
        </p:nvSpPr>
        <p:spPr bwMode="auto">
          <a:xfrm>
            <a:off x="1769662" y="2653808"/>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71" name="Gruppieren 270">
            <a:extLst>
              <a:ext uri="{FF2B5EF4-FFF2-40B4-BE49-F238E27FC236}">
                <a16:creationId xmlns:a16="http://schemas.microsoft.com/office/drawing/2014/main" id="{E7B480D3-1E93-A0F0-1CEE-9153737A3CFF}"/>
              </a:ext>
            </a:extLst>
          </p:cNvPr>
          <p:cNvGrpSpPr/>
          <p:nvPr/>
        </p:nvGrpSpPr>
        <p:grpSpPr>
          <a:xfrm>
            <a:off x="2304723" y="2869468"/>
            <a:ext cx="676368" cy="224844"/>
            <a:chOff x="5193325" y="3140015"/>
            <a:chExt cx="676368" cy="224844"/>
          </a:xfrm>
        </p:grpSpPr>
        <p:sp>
          <p:nvSpPr>
            <p:cNvPr id="272" name="Textfeld 271">
              <a:extLst>
                <a:ext uri="{FF2B5EF4-FFF2-40B4-BE49-F238E27FC236}">
                  <a16:creationId xmlns:a16="http://schemas.microsoft.com/office/drawing/2014/main" id="{811EEB8E-3762-F0D7-70BB-E5C1242A585B}"/>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273" name="Ellipse 272">
              <a:extLst>
                <a:ext uri="{FF2B5EF4-FFF2-40B4-BE49-F238E27FC236}">
                  <a16:creationId xmlns:a16="http://schemas.microsoft.com/office/drawing/2014/main" id="{FCB7B8E6-B4CD-F9CA-1B61-618474442902}"/>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grpSp>
        <p:nvGrpSpPr>
          <p:cNvPr id="116" name="Gruppieren 115">
            <a:extLst>
              <a:ext uri="{FF2B5EF4-FFF2-40B4-BE49-F238E27FC236}">
                <a16:creationId xmlns:a16="http://schemas.microsoft.com/office/drawing/2014/main" id="{BB6E87A8-C12D-521A-13C6-BCDD87C6F8D9}"/>
              </a:ext>
            </a:extLst>
          </p:cNvPr>
          <p:cNvGrpSpPr>
            <a:grpSpLocks noChangeAspect="1"/>
          </p:cNvGrpSpPr>
          <p:nvPr/>
        </p:nvGrpSpPr>
        <p:grpSpPr>
          <a:xfrm>
            <a:off x="3307036" y="3239962"/>
            <a:ext cx="802459" cy="640310"/>
            <a:chOff x="4105359" y="1822075"/>
            <a:chExt cx="4583448" cy="3657299"/>
          </a:xfrm>
        </p:grpSpPr>
        <p:pic>
          <p:nvPicPr>
            <p:cNvPr id="117" name="product_simatic-s7-1500.png">
              <a:extLst>
                <a:ext uri="{FF2B5EF4-FFF2-40B4-BE49-F238E27FC236}">
                  <a16:creationId xmlns:a16="http://schemas.microsoft.com/office/drawing/2014/main" id="{F1888F07-6F10-1091-6210-E378193BC7FF}"/>
                </a:ext>
              </a:extLst>
            </p:cNvPr>
            <p:cNvPicPr>
              <a:picLocks noChangeAspect="1"/>
            </p:cNvPicPr>
            <p:nvPr>
              <p:custDataLst>
                <p:tags r:id="rId8"/>
              </p:custDataLst>
            </p:nvPr>
          </p:nvPicPr>
          <p:blipFill rotWithShape="1">
            <a:blip r:embed="rId17"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18" name="product_simatic-s7-1500.png">
              <a:extLst>
                <a:ext uri="{FF2B5EF4-FFF2-40B4-BE49-F238E27FC236}">
                  <a16:creationId xmlns:a16="http://schemas.microsoft.com/office/drawing/2014/main" id="{50DA40C0-FCFC-11F1-1CFB-BB6156D3E90A}"/>
                </a:ext>
              </a:extLst>
            </p:cNvPr>
            <p:cNvPicPr>
              <a:picLocks noChangeAspect="1"/>
            </p:cNvPicPr>
            <p:nvPr>
              <p:custDataLst>
                <p:tags r:id="rId9"/>
              </p:custDataLst>
            </p:nvPr>
          </p:nvPicPr>
          <p:blipFill rotWithShape="1">
            <a:blip r:embed="rId18"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19" name="product_simatic-s7-1500.png">
              <a:extLst>
                <a:ext uri="{FF2B5EF4-FFF2-40B4-BE49-F238E27FC236}">
                  <a16:creationId xmlns:a16="http://schemas.microsoft.com/office/drawing/2014/main" id="{F48609CB-1A05-A7D4-5AF6-903DFF121AD8}"/>
                </a:ext>
              </a:extLst>
            </p:cNvPr>
            <p:cNvPicPr>
              <a:picLocks noChangeAspect="1"/>
            </p:cNvPicPr>
            <p:nvPr>
              <p:custDataLst>
                <p:tags r:id="rId10"/>
              </p:custDataLst>
            </p:nvPr>
          </p:nvPicPr>
          <p:blipFill rotWithShape="1">
            <a:blip r:embed="rId19"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20" name="product_simatic-s7-1500.png">
              <a:extLst>
                <a:ext uri="{FF2B5EF4-FFF2-40B4-BE49-F238E27FC236}">
                  <a16:creationId xmlns:a16="http://schemas.microsoft.com/office/drawing/2014/main" id="{146438D4-7A26-59C2-9E81-680BBFBF82C4}"/>
                </a:ext>
              </a:extLst>
            </p:cNvPr>
            <p:cNvPicPr>
              <a:picLocks noChangeAspect="1"/>
            </p:cNvPicPr>
            <p:nvPr>
              <p:custDataLst>
                <p:tags r:id="rId11"/>
              </p:custDataLst>
            </p:nvPr>
          </p:nvPicPr>
          <p:blipFill rotWithShape="1">
            <a:blip r:embed="rId20"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99" name="Textfeld 98">
            <a:extLst>
              <a:ext uri="{FF2B5EF4-FFF2-40B4-BE49-F238E27FC236}">
                <a16:creationId xmlns:a16="http://schemas.microsoft.com/office/drawing/2014/main" id="{53B79C5F-BF56-ED54-7615-E0E73B02DA14}"/>
              </a:ext>
            </a:extLst>
          </p:cNvPr>
          <p:cNvSpPr txBox="1"/>
          <p:nvPr/>
        </p:nvSpPr>
        <p:spPr>
          <a:xfrm>
            <a:off x="4802224" y="1374281"/>
            <a:ext cx="6958093" cy="2885104"/>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Ring Topology </a:t>
            </a:r>
          </a:p>
          <a:p>
            <a:pPr marL="180885" indent="-180885">
              <a:spcBef>
                <a:spcPts val="0"/>
              </a:spcBef>
              <a:spcAft>
                <a:spcPts val="600"/>
              </a:spcAft>
              <a:buFont typeface="Arial" panose="020B0604020202020204" pitchFamily="34" charset="0"/>
              <a:buChar char="•"/>
            </a:pPr>
            <a:r>
              <a:rPr lang="en-US" sz="1600" dirty="0">
                <a:solidFill>
                  <a:srgbClr val="FFFFFF"/>
                </a:solidFill>
                <a:ea typeface="+mj-ea"/>
                <a:cs typeface="Arial" pitchFamily="34" charset="0"/>
              </a:rPr>
              <a:t>MRP ring is a prerequisite - the CPUs must be part of the ring</a:t>
            </a:r>
          </a:p>
          <a:p>
            <a:pPr marL="180885" indent="-180885">
              <a:spcAft>
                <a:spcPts val="600"/>
              </a:spcAft>
              <a:buFont typeface="Arial" panose="020B0604020202020204" pitchFamily="34" charset="0"/>
              <a:buChar char="•"/>
            </a:pPr>
            <a:r>
              <a:rPr lang="en-US" sz="1599" dirty="0">
                <a:latin typeface="Arial"/>
                <a:ea typeface="Arial Unicode MS" panose="020B0604020202020204" pitchFamily="34" charset="-128"/>
                <a:cs typeface="Arial Unicode MS" panose="020B0604020202020204" pitchFamily="34" charset="-128"/>
              </a:rPr>
              <a:t>R-CPUs must be set as "MRP </a:t>
            </a:r>
            <a:r>
              <a:rPr lang="en-US" sz="1599" dirty="0" err="1">
                <a:latin typeface="Arial"/>
                <a:ea typeface="Arial Unicode MS" panose="020B0604020202020204" pitchFamily="34" charset="-128"/>
                <a:cs typeface="Arial Unicode MS" panose="020B0604020202020204" pitchFamily="34" charset="-128"/>
              </a:rPr>
              <a:t>Automanager</a:t>
            </a:r>
            <a:r>
              <a:rPr lang="en-US" sz="1599" dirty="0">
                <a:latin typeface="Arial"/>
                <a:ea typeface="Arial Unicode MS" panose="020B0604020202020204" pitchFamily="34" charset="-128"/>
                <a:cs typeface="Arial Unicode MS" panose="020B0604020202020204" pitchFamily="34" charset="-128"/>
              </a:rPr>
              <a:t>"</a:t>
            </a:r>
          </a:p>
          <a:p>
            <a:pPr marL="180885" indent="-180885">
              <a:spcAft>
                <a:spcPts val="600"/>
              </a:spcAft>
              <a:buFont typeface="Arial" panose="020B0604020202020204" pitchFamily="34" charset="0"/>
              <a:buChar char="•"/>
            </a:pPr>
            <a:r>
              <a:rPr lang="en-US" sz="1599" dirty="0">
                <a:latin typeface="Arial"/>
                <a:ea typeface="Arial Unicode MS" panose="020B0604020202020204" pitchFamily="34" charset="-128"/>
                <a:cs typeface="Arial Unicode MS" panose="020B0604020202020204" pitchFamily="34" charset="-128"/>
              </a:rPr>
              <a:t>If the ring is interrupted, MRP reconfiguration is triggered</a:t>
            </a:r>
          </a:p>
          <a:p>
            <a:pPr marL="180885" indent="-180885">
              <a:spcBef>
                <a:spcPts val="0"/>
              </a:spcBef>
              <a:spcAft>
                <a:spcPts val="600"/>
              </a:spcAft>
              <a:buFont typeface="Arial" panose="020B0604020202020204" pitchFamily="34" charset="0"/>
              <a:buChar char="•"/>
            </a:pPr>
            <a:r>
              <a:rPr lang="en-US" sz="1600" dirty="0">
                <a:solidFill>
                  <a:srgbClr val="FFFFFF"/>
                </a:solidFill>
                <a:ea typeface="+mj-ea"/>
                <a:cs typeface="Arial" pitchFamily="34" charset="0"/>
              </a:rPr>
              <a:t>No devices allowed in the connection between the two CPUs</a:t>
            </a:r>
          </a:p>
          <a:p>
            <a:pPr marL="180885" indent="-180885">
              <a:spcAft>
                <a:spcPts val="600"/>
              </a:spcAft>
              <a:buFont typeface="Arial" panose="020B0604020202020204" pitchFamily="34" charset="0"/>
              <a:buChar char="•"/>
            </a:pPr>
            <a:r>
              <a:rPr lang="en-US" sz="1600" dirty="0">
                <a:solidFill>
                  <a:srgbClr val="FFFFFF"/>
                </a:solidFill>
                <a:cs typeface="Arial" pitchFamily="34" charset="0"/>
              </a:rPr>
              <a:t>Recommendation: Max. 16 devices in the ring</a:t>
            </a:r>
          </a:p>
          <a:p>
            <a:pPr marL="180885" indent="-180885">
              <a:spcBef>
                <a:spcPts val="0"/>
              </a:spcBef>
              <a:spcAft>
                <a:spcPts val="600"/>
              </a:spcAft>
              <a:buFont typeface="Arial" panose="020B0604020202020204" pitchFamily="34" charset="0"/>
              <a:buChar char="•"/>
            </a:pPr>
            <a:r>
              <a:rPr lang="en-US" sz="1600" dirty="0">
                <a:solidFill>
                  <a:srgbClr val="FFFFFF"/>
                </a:solidFill>
                <a:ea typeface="+mj-ea"/>
                <a:cs typeface="Arial" pitchFamily="34" charset="0"/>
                <a:sym typeface="Wingdings" panose="05000000000000000000" pitchFamily="2" charset="2"/>
              </a:rPr>
              <a:t>Connecting S1 Devices via a Switch </a:t>
            </a:r>
            <a:r>
              <a:rPr lang="en-US" sz="1600" baseline="30000" dirty="0">
                <a:solidFill>
                  <a:srgbClr val="FFFFFF"/>
                </a:solidFill>
                <a:ea typeface="+mj-ea"/>
                <a:cs typeface="Arial" pitchFamily="34" charset="0"/>
                <a:sym typeface="Wingdings" panose="05000000000000000000" pitchFamily="2" charset="2"/>
              </a:rPr>
              <a:t>1)</a:t>
            </a:r>
          </a:p>
          <a:p>
            <a:pPr marL="180885" indent="-180885">
              <a:spcBef>
                <a:spcPts val="0"/>
              </a:spcBef>
              <a:spcAft>
                <a:spcPts val="600"/>
              </a:spcAft>
              <a:buFont typeface="Arial" panose="020B0604020202020204" pitchFamily="34" charset="0"/>
              <a:buChar char="•"/>
            </a:pPr>
            <a:r>
              <a:rPr lang="en-US" sz="1600" dirty="0">
                <a:solidFill>
                  <a:srgbClr val="FFFFFF"/>
                </a:solidFill>
                <a:ea typeface="+mj-ea"/>
                <a:cs typeface="Arial" pitchFamily="34" charset="0"/>
                <a:sym typeface="Wingdings" panose="05000000000000000000" pitchFamily="2" charset="2"/>
              </a:rPr>
              <a:t>Devices with more than two ports </a:t>
            </a:r>
            <a:br>
              <a:rPr lang="en-US" sz="1600" dirty="0">
                <a:solidFill>
                  <a:srgbClr val="FFFFFF"/>
                </a:solidFill>
                <a:ea typeface="+mj-ea"/>
                <a:cs typeface="Arial" pitchFamily="34" charset="0"/>
                <a:sym typeface="Wingdings" panose="05000000000000000000" pitchFamily="2" charset="2"/>
              </a:rPr>
            </a:br>
            <a:r>
              <a:rPr lang="en-US" sz="1600" dirty="0">
                <a:solidFill>
                  <a:srgbClr val="FFFFFF"/>
                </a:solidFill>
                <a:ea typeface="+mj-ea"/>
                <a:cs typeface="Arial" pitchFamily="34" charset="0"/>
                <a:sym typeface="Wingdings" panose="05000000000000000000" pitchFamily="2" charset="2"/>
              </a:rPr>
              <a:t>(e.g. switches) must support H-Sync forwarding</a:t>
            </a:r>
            <a:endParaRPr lang="en-US" sz="1800" dirty="0">
              <a:solidFill>
                <a:srgbClr val="FFFFFF"/>
              </a:solidFill>
              <a:ea typeface="+mj-ea"/>
              <a:cs typeface="Arial" pitchFamily="34" charset="0"/>
            </a:endParaRPr>
          </a:p>
        </p:txBody>
      </p:sp>
      <p:sp>
        <p:nvSpPr>
          <p:cNvPr id="3" name="Text Box 24">
            <a:extLst>
              <a:ext uri="{FF2B5EF4-FFF2-40B4-BE49-F238E27FC236}">
                <a16:creationId xmlns:a16="http://schemas.microsoft.com/office/drawing/2014/main" id="{AF67B22F-8040-204B-03C8-5FF6DD18640B}"/>
              </a:ext>
            </a:extLst>
          </p:cNvPr>
          <p:cNvSpPr txBox="1">
            <a:spLocks noChangeArrowheads="1"/>
          </p:cNvSpPr>
          <p:nvPr>
            <p:custDataLst>
              <p:tags r:id="rId4"/>
            </p:custDataLst>
          </p:nvPr>
        </p:nvSpPr>
        <p:spPr bwMode="auto">
          <a:xfrm>
            <a:off x="2570233" y="2354222"/>
            <a:ext cx="377994" cy="189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1199" b="1" dirty="0">
                <a:solidFill>
                  <a:srgbClr val="DA040F"/>
                </a:solidFill>
              </a:rPr>
              <a:t>Sync</a:t>
            </a:r>
          </a:p>
        </p:txBody>
      </p:sp>
      <p:sp>
        <p:nvSpPr>
          <p:cNvPr id="4" name="Freeform 23">
            <a:extLst>
              <a:ext uri="{FF2B5EF4-FFF2-40B4-BE49-F238E27FC236}">
                <a16:creationId xmlns:a16="http://schemas.microsoft.com/office/drawing/2014/main" id="{B23A433F-9334-039C-06F8-F0908E4E57A2}"/>
              </a:ext>
            </a:extLst>
          </p:cNvPr>
          <p:cNvSpPr>
            <a:spLocks/>
          </p:cNvSpPr>
          <p:nvPr/>
        </p:nvSpPr>
        <p:spPr bwMode="auto">
          <a:xfrm flipV="1">
            <a:off x="2290476" y="2155718"/>
            <a:ext cx="895671" cy="204358"/>
          </a:xfrm>
          <a:custGeom>
            <a:avLst/>
            <a:gdLst>
              <a:gd name="T0" fmla="*/ 0 w 534"/>
              <a:gd name="T1" fmla="*/ 2147483647 h 121"/>
              <a:gd name="T2" fmla="*/ 2147483647 w 534"/>
              <a:gd name="T3" fmla="*/ 2147483647 h 121"/>
              <a:gd name="T4" fmla="*/ 2147483647 w 534"/>
              <a:gd name="T5" fmla="*/ 0 h 121"/>
              <a:gd name="T6" fmla="*/ 0 60000 65536"/>
              <a:gd name="T7" fmla="*/ 0 60000 65536"/>
              <a:gd name="T8" fmla="*/ 0 60000 65536"/>
            </a:gdLst>
            <a:ahLst/>
            <a:cxnLst>
              <a:cxn ang="T6">
                <a:pos x="T0" y="T1"/>
              </a:cxn>
              <a:cxn ang="T7">
                <a:pos x="T2" y="T3"/>
              </a:cxn>
              <a:cxn ang="T8">
                <a:pos x="T4" y="T5"/>
              </a:cxn>
            </a:cxnLst>
            <a:rect l="0" t="0" r="r" b="b"/>
            <a:pathLst>
              <a:path w="534" h="121">
                <a:moveTo>
                  <a:pt x="0" y="16"/>
                </a:moveTo>
                <a:cubicBezTo>
                  <a:pt x="92" y="68"/>
                  <a:pt x="185" y="121"/>
                  <a:pt x="274" y="118"/>
                </a:cubicBezTo>
                <a:cubicBezTo>
                  <a:pt x="363" y="115"/>
                  <a:pt x="448" y="57"/>
                  <a:pt x="534" y="0"/>
                </a:cubicBezTo>
              </a:path>
            </a:pathLst>
          </a:custGeom>
          <a:noFill/>
          <a:ln w="9525">
            <a:solidFill>
              <a:srgbClr val="DA040F"/>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endParaRPr lang="en-US" sz="900" dirty="0"/>
          </a:p>
        </p:txBody>
      </p:sp>
      <p:grpSp>
        <p:nvGrpSpPr>
          <p:cNvPr id="5" name="Gruppieren 4">
            <a:extLst>
              <a:ext uri="{FF2B5EF4-FFF2-40B4-BE49-F238E27FC236}">
                <a16:creationId xmlns:a16="http://schemas.microsoft.com/office/drawing/2014/main" id="{D42E994C-7343-3A06-A8F8-C5F64D5AC402}"/>
              </a:ext>
            </a:extLst>
          </p:cNvPr>
          <p:cNvGrpSpPr/>
          <p:nvPr/>
        </p:nvGrpSpPr>
        <p:grpSpPr>
          <a:xfrm>
            <a:off x="1410855" y="2036477"/>
            <a:ext cx="639977" cy="639977"/>
            <a:chOff x="5265802" y="2374584"/>
            <a:chExt cx="639977" cy="639977"/>
          </a:xfrm>
        </p:grpSpPr>
        <p:pic>
          <p:nvPicPr>
            <p:cNvPr id="7" name="product_simatic-s7-1500-control-unit.png">
              <a:extLst>
                <a:ext uri="{FF2B5EF4-FFF2-40B4-BE49-F238E27FC236}">
                  <a16:creationId xmlns:a16="http://schemas.microsoft.com/office/drawing/2014/main" id="{FF5FC723-82D8-DD9E-2600-8E9869BA733B}"/>
                </a:ext>
              </a:extLst>
            </p:cNvPr>
            <p:cNvPicPr>
              <a:picLocks noChangeAspect="1"/>
            </p:cNvPicPr>
            <p:nvPr>
              <p:custDataLst>
                <p:tags r:id="rId7"/>
              </p:custDataLst>
            </p:nvPr>
          </p:nvPicPr>
          <p:blipFill>
            <a:blip r:embed="rId21" cstate="print">
              <a:extLst>
                <a:ext uri="{28A0092B-C50C-407E-A947-70E740481C1C}">
                  <a14:useLocalDpi xmlns:a14="http://schemas.microsoft.com/office/drawing/2010/main" val="0"/>
                </a:ext>
              </a:extLst>
            </a:blip>
            <a:stretch>
              <a:fillRect/>
            </a:stretch>
          </p:blipFill>
          <p:spPr>
            <a:xfrm>
              <a:off x="5265802" y="2374584"/>
              <a:ext cx="639977" cy="639977"/>
            </a:xfrm>
            <a:prstGeom prst="rect">
              <a:avLst/>
            </a:prstGeom>
            <a:solidFill>
              <a:schemeClr val="tx1"/>
            </a:solidFill>
          </p:spPr>
        </p:pic>
        <p:sp>
          <p:nvSpPr>
            <p:cNvPr id="8" name="Rechteck 7">
              <a:extLst>
                <a:ext uri="{FF2B5EF4-FFF2-40B4-BE49-F238E27FC236}">
                  <a16:creationId xmlns:a16="http://schemas.microsoft.com/office/drawing/2014/main" id="{6438AA16-815F-D209-CF3A-EEBB847AEB2C}"/>
                </a:ext>
              </a:extLst>
            </p:cNvPr>
            <p:cNvSpPr/>
            <p:nvPr/>
          </p:nvSpPr>
          <p:spPr>
            <a:xfrm>
              <a:off x="5448308" y="2428944"/>
              <a:ext cx="273040"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grpSp>
        <p:nvGrpSpPr>
          <p:cNvPr id="10" name="Gruppieren 9">
            <a:extLst>
              <a:ext uri="{FF2B5EF4-FFF2-40B4-BE49-F238E27FC236}">
                <a16:creationId xmlns:a16="http://schemas.microsoft.com/office/drawing/2014/main" id="{D57BB216-E0D9-4776-B747-7C8813777732}"/>
              </a:ext>
            </a:extLst>
          </p:cNvPr>
          <p:cNvGrpSpPr/>
          <p:nvPr/>
        </p:nvGrpSpPr>
        <p:grpSpPr>
          <a:xfrm>
            <a:off x="3423535" y="2051373"/>
            <a:ext cx="639977" cy="639977"/>
            <a:chOff x="5265802" y="2374584"/>
            <a:chExt cx="639977" cy="639977"/>
          </a:xfrm>
        </p:grpSpPr>
        <p:pic>
          <p:nvPicPr>
            <p:cNvPr id="12" name="product_simatic-s7-1500-control-unit.png">
              <a:extLst>
                <a:ext uri="{FF2B5EF4-FFF2-40B4-BE49-F238E27FC236}">
                  <a16:creationId xmlns:a16="http://schemas.microsoft.com/office/drawing/2014/main" id="{D286AF15-8B9A-1214-C104-641CCA9565F4}"/>
                </a:ext>
              </a:extLst>
            </p:cNvPr>
            <p:cNvPicPr>
              <a:picLocks noChangeAspect="1"/>
            </p:cNvPicPr>
            <p:nvPr>
              <p:custDataLst>
                <p:tags r:id="rId6"/>
              </p:custDataLst>
            </p:nvPr>
          </p:nvPicPr>
          <p:blipFill>
            <a:blip r:embed="rId21" cstate="print">
              <a:extLst>
                <a:ext uri="{28A0092B-C50C-407E-A947-70E740481C1C}">
                  <a14:useLocalDpi xmlns:a14="http://schemas.microsoft.com/office/drawing/2010/main" val="0"/>
                </a:ext>
              </a:extLst>
            </a:blip>
            <a:stretch>
              <a:fillRect/>
            </a:stretch>
          </p:blipFill>
          <p:spPr>
            <a:xfrm>
              <a:off x="5265802" y="2374584"/>
              <a:ext cx="639977" cy="639977"/>
            </a:xfrm>
            <a:prstGeom prst="rect">
              <a:avLst/>
            </a:prstGeom>
            <a:solidFill>
              <a:schemeClr val="tx1"/>
            </a:solidFill>
          </p:spPr>
        </p:pic>
        <p:sp>
          <p:nvSpPr>
            <p:cNvPr id="13" name="Rechteck 12">
              <a:extLst>
                <a:ext uri="{FF2B5EF4-FFF2-40B4-BE49-F238E27FC236}">
                  <a16:creationId xmlns:a16="http://schemas.microsoft.com/office/drawing/2014/main" id="{F6CA7B64-59DB-E93D-B7A0-3444258FDCF3}"/>
                </a:ext>
              </a:extLst>
            </p:cNvPr>
            <p:cNvSpPr/>
            <p:nvPr/>
          </p:nvSpPr>
          <p:spPr>
            <a:xfrm>
              <a:off x="5448308" y="2428944"/>
              <a:ext cx="273040"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sp>
        <p:nvSpPr>
          <p:cNvPr id="25" name="Text Box 16">
            <a:extLst>
              <a:ext uri="{FF2B5EF4-FFF2-40B4-BE49-F238E27FC236}">
                <a16:creationId xmlns:a16="http://schemas.microsoft.com/office/drawing/2014/main" id="{EE253A7D-DF95-75AB-7DFE-118AFC66E608}"/>
              </a:ext>
            </a:extLst>
          </p:cNvPr>
          <p:cNvSpPr txBox="1">
            <a:spLocks noChangeArrowheads="1"/>
          </p:cNvSpPr>
          <p:nvPr>
            <p:custDataLst>
              <p:tags r:id="rId5"/>
            </p:custDataLst>
          </p:nvPr>
        </p:nvSpPr>
        <p:spPr bwMode="auto">
          <a:xfrm>
            <a:off x="2417797" y="5339197"/>
            <a:ext cx="1176604" cy="30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dirty="0">
                <a:solidFill>
                  <a:schemeClr val="bg1"/>
                </a:solidFill>
              </a:rPr>
              <a:t>S1 Devices</a:t>
            </a:r>
            <a:br>
              <a:rPr lang="en-US" altLang="de-DE" sz="999" dirty="0">
                <a:solidFill>
                  <a:schemeClr val="bg1"/>
                </a:solidFill>
              </a:rPr>
            </a:br>
            <a:r>
              <a:rPr lang="en-US" altLang="de-DE" sz="999" dirty="0">
                <a:solidFill>
                  <a:schemeClr val="bg1"/>
                </a:solidFill>
              </a:rPr>
              <a:t>connected via switch</a:t>
            </a:r>
          </a:p>
        </p:txBody>
      </p:sp>
      <p:sp>
        <p:nvSpPr>
          <p:cNvPr id="26" name="Rechteck 25">
            <a:extLst>
              <a:ext uri="{FF2B5EF4-FFF2-40B4-BE49-F238E27FC236}">
                <a16:creationId xmlns:a16="http://schemas.microsoft.com/office/drawing/2014/main" id="{E2C9F54C-8FCC-FF77-FD13-1F4DFD2D38B4}"/>
              </a:ext>
            </a:extLst>
          </p:cNvPr>
          <p:cNvSpPr/>
          <p:nvPr/>
        </p:nvSpPr>
        <p:spPr bwMode="auto">
          <a:xfrm>
            <a:off x="2522561" y="3129509"/>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solidFill>
                <a:schemeClr val="bg1"/>
              </a:solidFill>
            </a:endParaRPr>
          </a:p>
        </p:txBody>
      </p:sp>
      <p:pic>
        <p:nvPicPr>
          <p:cNvPr id="27" name="Grafik 26">
            <a:extLst>
              <a:ext uri="{FF2B5EF4-FFF2-40B4-BE49-F238E27FC236}">
                <a16:creationId xmlns:a16="http://schemas.microsoft.com/office/drawing/2014/main" id="{1C480BDA-8B0F-11B5-7272-693B849CBB36}"/>
              </a:ext>
            </a:extLst>
          </p:cNvPr>
          <p:cNvPicPr>
            <a:picLocks noChangeAspect="1"/>
          </p:cNvPicPr>
          <p:nvPr/>
        </p:nvPicPr>
        <p:blipFill>
          <a:blip r:embed="rId22"/>
          <a:stretch>
            <a:fillRect/>
          </a:stretch>
        </p:blipFill>
        <p:spPr>
          <a:xfrm>
            <a:off x="2441782" y="4755959"/>
            <a:ext cx="1126661" cy="539718"/>
          </a:xfrm>
          <a:prstGeom prst="rect">
            <a:avLst/>
          </a:prstGeom>
        </p:spPr>
      </p:pic>
      <p:pic>
        <p:nvPicPr>
          <p:cNvPr id="28" name="Grafik 27">
            <a:extLst>
              <a:ext uri="{FF2B5EF4-FFF2-40B4-BE49-F238E27FC236}">
                <a16:creationId xmlns:a16="http://schemas.microsoft.com/office/drawing/2014/main" id="{C1AF76DE-60E9-C89E-222C-4D177D6682E3}"/>
              </a:ext>
            </a:extLst>
          </p:cNvPr>
          <p:cNvPicPr>
            <a:picLocks noChangeAspect="1"/>
          </p:cNvPicPr>
          <p:nvPr/>
        </p:nvPicPr>
        <p:blipFill>
          <a:blip r:embed="rId23"/>
          <a:stretch>
            <a:fillRect/>
          </a:stretch>
        </p:blipFill>
        <p:spPr>
          <a:xfrm>
            <a:off x="2492510" y="4003024"/>
            <a:ext cx="210234" cy="514264"/>
          </a:xfrm>
          <a:prstGeom prst="rect">
            <a:avLst/>
          </a:prstGeom>
        </p:spPr>
      </p:pic>
      <p:sp>
        <p:nvSpPr>
          <p:cNvPr id="226" name="Legende: Linie 225">
            <a:extLst>
              <a:ext uri="{FF2B5EF4-FFF2-40B4-BE49-F238E27FC236}">
                <a16:creationId xmlns:a16="http://schemas.microsoft.com/office/drawing/2014/main" id="{A976A23F-7BC0-0B62-C7EA-7A4447737E2F}"/>
              </a:ext>
            </a:extLst>
          </p:cNvPr>
          <p:cNvSpPr/>
          <p:nvPr/>
        </p:nvSpPr>
        <p:spPr>
          <a:xfrm>
            <a:off x="3095651" y="3991551"/>
            <a:ext cx="1430514" cy="591512"/>
          </a:xfrm>
          <a:prstGeom prst="borderCallout1">
            <a:avLst>
              <a:gd name="adj1" fmla="val 18750"/>
              <a:gd name="adj2" fmla="val -8333"/>
              <a:gd name="adj3" fmla="val 41596"/>
              <a:gd name="adj4" fmla="val -29175"/>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altLang="de-DE" sz="1050" dirty="0">
                <a:solidFill>
                  <a:srgbClr val="F3F3F0"/>
                </a:solidFill>
              </a:rPr>
              <a:t>H-Sync Forwarding</a:t>
            </a:r>
            <a:br>
              <a:rPr lang="en-US" altLang="de-DE" sz="1050" dirty="0">
                <a:solidFill>
                  <a:srgbClr val="F3F3F0"/>
                </a:solidFill>
              </a:rPr>
            </a:br>
            <a:r>
              <a:rPr lang="en-US" altLang="de-DE" sz="1050" dirty="0">
                <a:solidFill>
                  <a:srgbClr val="F3F3F0"/>
                </a:solidFill>
              </a:rPr>
              <a:t>must be supported</a:t>
            </a:r>
          </a:p>
          <a:p>
            <a:pPr algn="ctr"/>
            <a:endParaRPr lang="en-US" sz="1050" dirty="0">
              <a:solidFill>
                <a:srgbClr val="F3F3F0"/>
              </a:solidFill>
            </a:endParaRPr>
          </a:p>
        </p:txBody>
      </p:sp>
      <p:sp>
        <p:nvSpPr>
          <p:cNvPr id="228" name="Textfeld 227">
            <a:extLst>
              <a:ext uri="{FF2B5EF4-FFF2-40B4-BE49-F238E27FC236}">
                <a16:creationId xmlns:a16="http://schemas.microsoft.com/office/drawing/2014/main" id="{9CD30F50-0876-289E-7540-0317BECFB5F3}"/>
              </a:ext>
            </a:extLst>
          </p:cNvPr>
          <p:cNvSpPr txBox="1"/>
          <p:nvPr/>
        </p:nvSpPr>
        <p:spPr>
          <a:xfrm>
            <a:off x="4953039" y="5588300"/>
            <a:ext cx="6709489" cy="417369"/>
          </a:xfrm>
          <a:prstGeom prst="rect">
            <a:avLst/>
          </a:prstGeom>
          <a:noFill/>
        </p:spPr>
        <p:txBody>
          <a:bodyPr vert="horz" wrap="square" lIns="0" tIns="0" rIns="0" bIns="0" rtlCol="0">
            <a:noAutofit/>
          </a:bodyPr>
          <a:lstStyle/>
          <a:p>
            <a:pPr fontAlgn="base">
              <a:lnSpc>
                <a:spcPct val="110000"/>
              </a:lnSpc>
              <a:spcAft>
                <a:spcPct val="0"/>
              </a:spcAft>
            </a:pPr>
            <a:r>
              <a:rPr lang="en-US" sz="900" dirty="0">
                <a:latin typeface="Arial"/>
                <a:ea typeface="Arial Unicode MS" panose="020B0604020202020204" pitchFamily="34" charset="-128"/>
                <a:cs typeface="Arial Unicode MS" panose="020B0604020202020204" pitchFamily="34" charset="-128"/>
              </a:rPr>
              <a:t>1) Reason: S1 devices do not route the H-Sync telegrams during an MRP reconfiguration phase. This would lead to a high CPU cycle time if the segment was interrupted. See chapter "H-Sync Forwarding" in the system manual S7-1500R/H</a:t>
            </a:r>
          </a:p>
        </p:txBody>
      </p:sp>
    </p:spTree>
    <p:custDataLst>
      <p:tags r:id="rId1"/>
    </p:custDataLst>
    <p:extLst>
      <p:ext uri="{BB962C8B-B14F-4D97-AF65-F5344CB8AC3E}">
        <p14:creationId xmlns:p14="http://schemas.microsoft.com/office/powerpoint/2010/main" val="873921267"/>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0538284-0E59-7DAB-9179-8F0D020C3AF3}"/>
              </a:ext>
            </a:extLst>
          </p:cNvPr>
          <p:cNvSpPr/>
          <p:nvPr/>
        </p:nvSpPr>
        <p:spPr>
          <a:xfrm>
            <a:off x="1059160" y="1365953"/>
            <a:ext cx="3554129"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5" imgW="532" imgH="533" progId="TCLayout.ActiveDocument.1">
                  <p:embed/>
                </p:oleObj>
              </mc:Choice>
              <mc:Fallback>
                <p:oleObj name="think-cell Folie" r:id="rId15"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S7-1500R</a:t>
            </a:r>
            <a:br>
              <a:rPr lang="en-US" altLang="de-DE" dirty="0"/>
            </a:br>
            <a:r>
              <a:rPr lang="en-US" altLang="de-DE" b="0" dirty="0"/>
              <a:t>Ring Topology – Supplemented with MRP Interconnection</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47" name="Freihandform: Form 246">
            <a:extLst>
              <a:ext uri="{FF2B5EF4-FFF2-40B4-BE49-F238E27FC236}">
                <a16:creationId xmlns:a16="http://schemas.microsoft.com/office/drawing/2014/main" id="{4058F77D-F556-64D3-0D9B-3C046D333A1D}"/>
              </a:ext>
            </a:extLst>
          </p:cNvPr>
          <p:cNvSpPr/>
          <p:nvPr/>
        </p:nvSpPr>
        <p:spPr bwMode="auto">
          <a:xfrm>
            <a:off x="1692025" y="2662434"/>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48" name="Freihandform: Form 247">
            <a:extLst>
              <a:ext uri="{FF2B5EF4-FFF2-40B4-BE49-F238E27FC236}">
                <a16:creationId xmlns:a16="http://schemas.microsoft.com/office/drawing/2014/main" id="{862C1800-3D72-4632-EA5A-BF2C8BA5E706}"/>
              </a:ext>
            </a:extLst>
          </p:cNvPr>
          <p:cNvSpPr/>
          <p:nvPr/>
        </p:nvSpPr>
        <p:spPr bwMode="auto">
          <a:xfrm flipH="1">
            <a:off x="3440056" y="2658894"/>
            <a:ext cx="3081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63" name="Freihandform: Form 262">
            <a:extLst>
              <a:ext uri="{FF2B5EF4-FFF2-40B4-BE49-F238E27FC236}">
                <a16:creationId xmlns:a16="http://schemas.microsoft.com/office/drawing/2014/main" id="{26D9C2DF-5679-B805-7DD2-04CFD3040A9B}"/>
              </a:ext>
            </a:extLst>
          </p:cNvPr>
          <p:cNvSpPr/>
          <p:nvPr/>
        </p:nvSpPr>
        <p:spPr bwMode="auto">
          <a:xfrm>
            <a:off x="1954861" y="3175121"/>
            <a:ext cx="1407144"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67" name="product_distributed-io.png">
            <a:extLst>
              <a:ext uri="{FF2B5EF4-FFF2-40B4-BE49-F238E27FC236}">
                <a16:creationId xmlns:a16="http://schemas.microsoft.com/office/drawing/2014/main" id="{0D915113-0986-15BC-F0AA-B515757F13E7}"/>
              </a:ext>
            </a:extLst>
          </p:cNvPr>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1829737" y="3323128"/>
            <a:ext cx="474986" cy="474986"/>
          </a:xfrm>
          <a:prstGeom prst="rect">
            <a:avLst/>
          </a:prstGeom>
        </p:spPr>
      </p:pic>
      <p:sp>
        <p:nvSpPr>
          <p:cNvPr id="270" name="Freihandform: Form 269">
            <a:extLst>
              <a:ext uri="{FF2B5EF4-FFF2-40B4-BE49-F238E27FC236}">
                <a16:creationId xmlns:a16="http://schemas.microsoft.com/office/drawing/2014/main" id="{C7D56EBE-D5D9-FBAE-8796-9C821465260B}"/>
              </a:ext>
            </a:extLst>
          </p:cNvPr>
          <p:cNvSpPr/>
          <p:nvPr/>
        </p:nvSpPr>
        <p:spPr bwMode="auto">
          <a:xfrm>
            <a:off x="1769662" y="2653808"/>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71" name="Gruppieren 270">
            <a:extLst>
              <a:ext uri="{FF2B5EF4-FFF2-40B4-BE49-F238E27FC236}">
                <a16:creationId xmlns:a16="http://schemas.microsoft.com/office/drawing/2014/main" id="{E7B480D3-1E93-A0F0-1CEE-9153737A3CFF}"/>
              </a:ext>
            </a:extLst>
          </p:cNvPr>
          <p:cNvGrpSpPr/>
          <p:nvPr/>
        </p:nvGrpSpPr>
        <p:grpSpPr>
          <a:xfrm>
            <a:off x="2304723" y="2869468"/>
            <a:ext cx="676368" cy="224844"/>
            <a:chOff x="5193325" y="3140015"/>
            <a:chExt cx="676368" cy="224844"/>
          </a:xfrm>
        </p:grpSpPr>
        <p:sp>
          <p:nvSpPr>
            <p:cNvPr id="272" name="Textfeld 271">
              <a:extLst>
                <a:ext uri="{FF2B5EF4-FFF2-40B4-BE49-F238E27FC236}">
                  <a16:creationId xmlns:a16="http://schemas.microsoft.com/office/drawing/2014/main" id="{811EEB8E-3762-F0D7-70BB-E5C1242A585B}"/>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273" name="Ellipse 272">
              <a:extLst>
                <a:ext uri="{FF2B5EF4-FFF2-40B4-BE49-F238E27FC236}">
                  <a16:creationId xmlns:a16="http://schemas.microsoft.com/office/drawing/2014/main" id="{FCB7B8E6-B4CD-F9CA-1B61-618474442902}"/>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grpSp>
        <p:nvGrpSpPr>
          <p:cNvPr id="116" name="Gruppieren 115">
            <a:extLst>
              <a:ext uri="{FF2B5EF4-FFF2-40B4-BE49-F238E27FC236}">
                <a16:creationId xmlns:a16="http://schemas.microsoft.com/office/drawing/2014/main" id="{BB6E87A8-C12D-521A-13C6-BCDD87C6F8D9}"/>
              </a:ext>
            </a:extLst>
          </p:cNvPr>
          <p:cNvGrpSpPr>
            <a:grpSpLocks noChangeAspect="1"/>
          </p:cNvGrpSpPr>
          <p:nvPr/>
        </p:nvGrpSpPr>
        <p:grpSpPr>
          <a:xfrm>
            <a:off x="3307036" y="3239962"/>
            <a:ext cx="802459" cy="640310"/>
            <a:chOff x="4105359" y="1822075"/>
            <a:chExt cx="4583448" cy="3657299"/>
          </a:xfrm>
        </p:grpSpPr>
        <p:pic>
          <p:nvPicPr>
            <p:cNvPr id="117" name="product_simatic-s7-1500.png">
              <a:extLst>
                <a:ext uri="{FF2B5EF4-FFF2-40B4-BE49-F238E27FC236}">
                  <a16:creationId xmlns:a16="http://schemas.microsoft.com/office/drawing/2014/main" id="{F1888F07-6F10-1091-6210-E378193BC7FF}"/>
                </a:ext>
              </a:extLst>
            </p:cNvPr>
            <p:cNvPicPr>
              <a:picLocks noChangeAspect="1"/>
            </p:cNvPicPr>
            <p:nvPr>
              <p:custDataLst>
                <p:tags r:id="rId9"/>
              </p:custDataLst>
            </p:nvPr>
          </p:nvPicPr>
          <p:blipFill rotWithShape="1">
            <a:blip r:embed="rId18"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18" name="product_simatic-s7-1500.png">
              <a:extLst>
                <a:ext uri="{FF2B5EF4-FFF2-40B4-BE49-F238E27FC236}">
                  <a16:creationId xmlns:a16="http://schemas.microsoft.com/office/drawing/2014/main" id="{50DA40C0-FCFC-11F1-1CFB-BB6156D3E90A}"/>
                </a:ext>
              </a:extLst>
            </p:cNvPr>
            <p:cNvPicPr>
              <a:picLocks noChangeAspect="1"/>
            </p:cNvPicPr>
            <p:nvPr>
              <p:custDataLst>
                <p:tags r:id="rId10"/>
              </p:custDataLst>
            </p:nvPr>
          </p:nvPicPr>
          <p:blipFill rotWithShape="1">
            <a:blip r:embed="rId19"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19" name="product_simatic-s7-1500.png">
              <a:extLst>
                <a:ext uri="{FF2B5EF4-FFF2-40B4-BE49-F238E27FC236}">
                  <a16:creationId xmlns:a16="http://schemas.microsoft.com/office/drawing/2014/main" id="{F48609CB-1A05-A7D4-5AF6-903DFF121AD8}"/>
                </a:ext>
              </a:extLst>
            </p:cNvPr>
            <p:cNvPicPr>
              <a:picLocks noChangeAspect="1"/>
            </p:cNvPicPr>
            <p:nvPr>
              <p:custDataLst>
                <p:tags r:id="rId11"/>
              </p:custDataLst>
            </p:nvPr>
          </p:nvPicPr>
          <p:blipFill rotWithShape="1">
            <a:blip r:embed="rId20"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20" name="product_simatic-s7-1500.png">
              <a:extLst>
                <a:ext uri="{FF2B5EF4-FFF2-40B4-BE49-F238E27FC236}">
                  <a16:creationId xmlns:a16="http://schemas.microsoft.com/office/drawing/2014/main" id="{146438D4-7A26-59C2-9E81-680BBFBF82C4}"/>
                </a:ext>
              </a:extLst>
            </p:cNvPr>
            <p:cNvPicPr>
              <a:picLocks noChangeAspect="1"/>
            </p:cNvPicPr>
            <p:nvPr>
              <p:custDataLst>
                <p:tags r:id="rId12"/>
              </p:custDataLst>
            </p:nvPr>
          </p:nvPicPr>
          <p:blipFill rotWithShape="1">
            <a:blip r:embed="rId21"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99" name="Textfeld 98">
            <a:extLst>
              <a:ext uri="{FF2B5EF4-FFF2-40B4-BE49-F238E27FC236}">
                <a16:creationId xmlns:a16="http://schemas.microsoft.com/office/drawing/2014/main" id="{53B79C5F-BF56-ED54-7615-E0E73B02DA14}"/>
              </a:ext>
            </a:extLst>
          </p:cNvPr>
          <p:cNvSpPr txBox="1"/>
          <p:nvPr/>
        </p:nvSpPr>
        <p:spPr>
          <a:xfrm>
            <a:off x="4802224" y="1374280"/>
            <a:ext cx="6958093" cy="3328366"/>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Ring coupling via MRP interconnection</a:t>
            </a:r>
            <a:endParaRPr lang="en-US" sz="1599" dirty="0">
              <a:latin typeface="Arial"/>
              <a:ea typeface="Arial Unicode MS" panose="020B0604020202020204" pitchFamily="34" charset="-128"/>
              <a:cs typeface="Arial Unicode MS" panose="020B0604020202020204" pitchFamily="34" charset="-128"/>
            </a:endParaRP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MRP interconnection switches allow the coupling of multiple MRP rings:  </a:t>
            </a:r>
            <a:br>
              <a:rPr lang="en-US" sz="1599" dirty="0">
                <a:latin typeface="Arial"/>
                <a:ea typeface="Arial Unicode MS" panose="020B0604020202020204" pitchFamily="34" charset="-128"/>
                <a:cs typeface="Arial Unicode MS" panose="020B0604020202020204" pitchFamily="34" charset="-128"/>
              </a:rPr>
            </a:br>
            <a:r>
              <a:rPr lang="en-US" sz="1599" dirty="0">
                <a:latin typeface="Arial"/>
                <a:ea typeface="Arial Unicode MS" panose="020B0604020202020204" pitchFamily="34" charset="-128"/>
                <a:cs typeface="Arial Unicode MS" panose="020B0604020202020204" pitchFamily="34" charset="-128"/>
              </a:rPr>
              <a:t>Ring on S7-1500R + up to 10 additional MRP rings</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Thanks to redundant switch architecture, the coupled network remains functional even if one switch fails.</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Can be used with the following SCALANCE switches:</a:t>
            </a:r>
            <a:b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b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XR500, XM400, XC200, XF204-2BA, XP200</a:t>
            </a:r>
          </a:p>
          <a:p>
            <a:pPr marL="285607" indent="-285607">
              <a:lnSpc>
                <a:spcPct val="110000"/>
              </a:lnSpc>
              <a:buFont typeface="Wingdings" panose="05000000000000000000" pitchFamily="2" charset="2"/>
              <a:buChar char="§"/>
            </a:pPr>
            <a:endParaRPr lang="en-US" sz="1600" dirty="0">
              <a:solidFill>
                <a:srgbClr val="FFFFFF"/>
              </a:solidFill>
              <a:ea typeface="+mj-ea"/>
              <a:cs typeface="Arial" pitchFamily="34" charset="0"/>
              <a:sym typeface="Wingdings" panose="05000000000000000000" pitchFamily="2" charset="2"/>
            </a:endParaRPr>
          </a:p>
          <a:p>
            <a:pPr marL="285607" indent="-285607">
              <a:lnSpc>
                <a:spcPct val="110000"/>
              </a:lnSpc>
              <a:buFont typeface="Wingdings" panose="05000000000000000000" pitchFamily="2" charset="2"/>
              <a:buChar char="§"/>
            </a:pPr>
            <a:r>
              <a:rPr lang="en-US" sz="1600" dirty="0">
                <a:ea typeface="+mj-ea"/>
                <a:cs typeface="Arial" pitchFamily="34" charset="0"/>
                <a:sym typeface="Wingdings" panose="05000000000000000000" pitchFamily="2" charset="2"/>
              </a:rPr>
              <a:t>The requirement of the " H-Sync Forwarding " function applies only to the devices that are found in the ring of R-CPUs.  Reason: There are no H-Sync telegrams in the additional MRP rings.</a:t>
            </a:r>
            <a:endParaRPr lang="en-US" sz="1800" dirty="0">
              <a:ea typeface="+mj-ea"/>
              <a:cs typeface="Arial" pitchFamily="34" charset="0"/>
            </a:endParaRPr>
          </a:p>
          <a:p>
            <a:pPr marL="285607" indent="-285607">
              <a:lnSpc>
                <a:spcPct val="110000"/>
              </a:lnSpc>
              <a:buFont typeface="Wingdings" panose="05000000000000000000" pitchFamily="2" charset="2"/>
              <a:buChar char="§"/>
            </a:pPr>
            <a:endParaRPr lang="en-US" sz="1599" dirty="0">
              <a:latin typeface="Arial"/>
              <a:ea typeface="Arial Unicode MS" panose="020B0604020202020204" pitchFamily="34" charset="-128"/>
              <a:cs typeface="Arial Unicode MS" panose="020B0604020202020204" pitchFamily="34" charset="-128"/>
            </a:endParaRPr>
          </a:p>
        </p:txBody>
      </p:sp>
      <p:sp>
        <p:nvSpPr>
          <p:cNvPr id="3" name="Text Box 24">
            <a:extLst>
              <a:ext uri="{FF2B5EF4-FFF2-40B4-BE49-F238E27FC236}">
                <a16:creationId xmlns:a16="http://schemas.microsoft.com/office/drawing/2014/main" id="{AF67B22F-8040-204B-03C8-5FF6DD18640B}"/>
              </a:ext>
            </a:extLst>
          </p:cNvPr>
          <p:cNvSpPr txBox="1">
            <a:spLocks noChangeArrowheads="1"/>
          </p:cNvSpPr>
          <p:nvPr>
            <p:custDataLst>
              <p:tags r:id="rId4"/>
            </p:custDataLst>
          </p:nvPr>
        </p:nvSpPr>
        <p:spPr bwMode="auto">
          <a:xfrm>
            <a:off x="2570233" y="2354222"/>
            <a:ext cx="377994" cy="189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1199" b="1" dirty="0">
                <a:solidFill>
                  <a:srgbClr val="DA040F"/>
                </a:solidFill>
              </a:rPr>
              <a:t>Sync</a:t>
            </a:r>
          </a:p>
        </p:txBody>
      </p:sp>
      <p:sp>
        <p:nvSpPr>
          <p:cNvPr id="4" name="Freeform 23">
            <a:extLst>
              <a:ext uri="{FF2B5EF4-FFF2-40B4-BE49-F238E27FC236}">
                <a16:creationId xmlns:a16="http://schemas.microsoft.com/office/drawing/2014/main" id="{B23A433F-9334-039C-06F8-F0908E4E57A2}"/>
              </a:ext>
            </a:extLst>
          </p:cNvPr>
          <p:cNvSpPr>
            <a:spLocks/>
          </p:cNvSpPr>
          <p:nvPr/>
        </p:nvSpPr>
        <p:spPr bwMode="auto">
          <a:xfrm flipV="1">
            <a:off x="2290476" y="2155718"/>
            <a:ext cx="895671" cy="204358"/>
          </a:xfrm>
          <a:custGeom>
            <a:avLst/>
            <a:gdLst>
              <a:gd name="T0" fmla="*/ 0 w 534"/>
              <a:gd name="T1" fmla="*/ 2147483647 h 121"/>
              <a:gd name="T2" fmla="*/ 2147483647 w 534"/>
              <a:gd name="T3" fmla="*/ 2147483647 h 121"/>
              <a:gd name="T4" fmla="*/ 2147483647 w 534"/>
              <a:gd name="T5" fmla="*/ 0 h 121"/>
              <a:gd name="T6" fmla="*/ 0 60000 65536"/>
              <a:gd name="T7" fmla="*/ 0 60000 65536"/>
              <a:gd name="T8" fmla="*/ 0 60000 65536"/>
            </a:gdLst>
            <a:ahLst/>
            <a:cxnLst>
              <a:cxn ang="T6">
                <a:pos x="T0" y="T1"/>
              </a:cxn>
              <a:cxn ang="T7">
                <a:pos x="T2" y="T3"/>
              </a:cxn>
              <a:cxn ang="T8">
                <a:pos x="T4" y="T5"/>
              </a:cxn>
            </a:cxnLst>
            <a:rect l="0" t="0" r="r" b="b"/>
            <a:pathLst>
              <a:path w="534" h="121">
                <a:moveTo>
                  <a:pt x="0" y="16"/>
                </a:moveTo>
                <a:cubicBezTo>
                  <a:pt x="92" y="68"/>
                  <a:pt x="185" y="121"/>
                  <a:pt x="274" y="118"/>
                </a:cubicBezTo>
                <a:cubicBezTo>
                  <a:pt x="363" y="115"/>
                  <a:pt x="448" y="57"/>
                  <a:pt x="534" y="0"/>
                </a:cubicBezTo>
              </a:path>
            </a:pathLst>
          </a:custGeom>
          <a:noFill/>
          <a:ln w="9525">
            <a:solidFill>
              <a:srgbClr val="DA040F"/>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endParaRPr lang="en-US" sz="900" dirty="0"/>
          </a:p>
        </p:txBody>
      </p:sp>
      <p:grpSp>
        <p:nvGrpSpPr>
          <p:cNvPr id="5" name="Gruppieren 4">
            <a:extLst>
              <a:ext uri="{FF2B5EF4-FFF2-40B4-BE49-F238E27FC236}">
                <a16:creationId xmlns:a16="http://schemas.microsoft.com/office/drawing/2014/main" id="{D42E994C-7343-3A06-A8F8-C5F64D5AC402}"/>
              </a:ext>
            </a:extLst>
          </p:cNvPr>
          <p:cNvGrpSpPr/>
          <p:nvPr/>
        </p:nvGrpSpPr>
        <p:grpSpPr>
          <a:xfrm>
            <a:off x="1410855" y="2036477"/>
            <a:ext cx="639977" cy="639977"/>
            <a:chOff x="5265802" y="2374584"/>
            <a:chExt cx="639977" cy="639977"/>
          </a:xfrm>
        </p:grpSpPr>
        <p:pic>
          <p:nvPicPr>
            <p:cNvPr id="7" name="product_simatic-s7-1500-control-unit.png">
              <a:extLst>
                <a:ext uri="{FF2B5EF4-FFF2-40B4-BE49-F238E27FC236}">
                  <a16:creationId xmlns:a16="http://schemas.microsoft.com/office/drawing/2014/main" id="{FF5FC723-82D8-DD9E-2600-8E9869BA733B}"/>
                </a:ext>
              </a:extLst>
            </p:cNvPr>
            <p:cNvPicPr>
              <a:picLocks noChangeAspect="1"/>
            </p:cNvPicPr>
            <p:nvPr>
              <p:custDataLst>
                <p:tags r:id="rId8"/>
              </p:custDataLst>
            </p:nvPr>
          </p:nvPicPr>
          <p:blipFill>
            <a:blip r:embed="rId22" cstate="print">
              <a:extLst>
                <a:ext uri="{28A0092B-C50C-407E-A947-70E740481C1C}">
                  <a14:useLocalDpi xmlns:a14="http://schemas.microsoft.com/office/drawing/2010/main" val="0"/>
                </a:ext>
              </a:extLst>
            </a:blip>
            <a:stretch>
              <a:fillRect/>
            </a:stretch>
          </p:blipFill>
          <p:spPr>
            <a:xfrm>
              <a:off x="5265802" y="2374584"/>
              <a:ext cx="639977" cy="639977"/>
            </a:xfrm>
            <a:prstGeom prst="rect">
              <a:avLst/>
            </a:prstGeom>
            <a:solidFill>
              <a:schemeClr val="tx1"/>
            </a:solidFill>
          </p:spPr>
        </p:pic>
        <p:sp>
          <p:nvSpPr>
            <p:cNvPr id="8" name="Rechteck 7">
              <a:extLst>
                <a:ext uri="{FF2B5EF4-FFF2-40B4-BE49-F238E27FC236}">
                  <a16:creationId xmlns:a16="http://schemas.microsoft.com/office/drawing/2014/main" id="{6438AA16-815F-D209-CF3A-EEBB847AEB2C}"/>
                </a:ext>
              </a:extLst>
            </p:cNvPr>
            <p:cNvSpPr/>
            <p:nvPr/>
          </p:nvSpPr>
          <p:spPr>
            <a:xfrm>
              <a:off x="5448308" y="2428944"/>
              <a:ext cx="273040"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grpSp>
        <p:nvGrpSpPr>
          <p:cNvPr id="10" name="Gruppieren 9">
            <a:extLst>
              <a:ext uri="{FF2B5EF4-FFF2-40B4-BE49-F238E27FC236}">
                <a16:creationId xmlns:a16="http://schemas.microsoft.com/office/drawing/2014/main" id="{D57BB216-E0D9-4776-B747-7C8813777732}"/>
              </a:ext>
            </a:extLst>
          </p:cNvPr>
          <p:cNvGrpSpPr/>
          <p:nvPr/>
        </p:nvGrpSpPr>
        <p:grpSpPr>
          <a:xfrm>
            <a:off x="3423535" y="2051373"/>
            <a:ext cx="639977" cy="639977"/>
            <a:chOff x="5265802" y="2374584"/>
            <a:chExt cx="639977" cy="639977"/>
          </a:xfrm>
        </p:grpSpPr>
        <p:pic>
          <p:nvPicPr>
            <p:cNvPr id="12" name="product_simatic-s7-1500-control-unit.png">
              <a:extLst>
                <a:ext uri="{FF2B5EF4-FFF2-40B4-BE49-F238E27FC236}">
                  <a16:creationId xmlns:a16="http://schemas.microsoft.com/office/drawing/2014/main" id="{D286AF15-8B9A-1214-C104-641CCA9565F4}"/>
                </a:ext>
              </a:extLst>
            </p:cNvPr>
            <p:cNvPicPr>
              <a:picLocks noChangeAspect="1"/>
            </p:cNvPicPr>
            <p:nvPr>
              <p:custDataLst>
                <p:tags r:id="rId7"/>
              </p:custDataLst>
            </p:nvPr>
          </p:nvPicPr>
          <p:blipFill>
            <a:blip r:embed="rId22" cstate="print">
              <a:extLst>
                <a:ext uri="{28A0092B-C50C-407E-A947-70E740481C1C}">
                  <a14:useLocalDpi xmlns:a14="http://schemas.microsoft.com/office/drawing/2010/main" val="0"/>
                </a:ext>
              </a:extLst>
            </a:blip>
            <a:stretch>
              <a:fillRect/>
            </a:stretch>
          </p:blipFill>
          <p:spPr>
            <a:xfrm>
              <a:off x="5265802" y="2374584"/>
              <a:ext cx="639977" cy="639977"/>
            </a:xfrm>
            <a:prstGeom prst="rect">
              <a:avLst/>
            </a:prstGeom>
            <a:solidFill>
              <a:schemeClr val="tx1"/>
            </a:solidFill>
          </p:spPr>
        </p:pic>
        <p:sp>
          <p:nvSpPr>
            <p:cNvPr id="13" name="Rechteck 12">
              <a:extLst>
                <a:ext uri="{FF2B5EF4-FFF2-40B4-BE49-F238E27FC236}">
                  <a16:creationId xmlns:a16="http://schemas.microsoft.com/office/drawing/2014/main" id="{F6CA7B64-59DB-E93D-B7A0-3444258FDCF3}"/>
                </a:ext>
              </a:extLst>
            </p:cNvPr>
            <p:cNvSpPr/>
            <p:nvPr/>
          </p:nvSpPr>
          <p:spPr>
            <a:xfrm>
              <a:off x="5448308" y="2428944"/>
              <a:ext cx="273040"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sp>
        <p:nvSpPr>
          <p:cNvPr id="14" name="Rechteck 13">
            <a:extLst>
              <a:ext uri="{FF2B5EF4-FFF2-40B4-BE49-F238E27FC236}">
                <a16:creationId xmlns:a16="http://schemas.microsoft.com/office/drawing/2014/main" id="{53CE43BF-E1E9-39B8-D2BF-A89159503378}"/>
              </a:ext>
            </a:extLst>
          </p:cNvPr>
          <p:cNvSpPr/>
          <p:nvPr/>
        </p:nvSpPr>
        <p:spPr>
          <a:xfrm>
            <a:off x="1692025" y="4413226"/>
            <a:ext cx="2096349" cy="773890"/>
          </a:xfrm>
          <a:prstGeom prst="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18" name="Gruppieren 17">
            <a:extLst>
              <a:ext uri="{FF2B5EF4-FFF2-40B4-BE49-F238E27FC236}">
                <a16:creationId xmlns:a16="http://schemas.microsoft.com/office/drawing/2014/main" id="{7113BA3D-2B70-07C4-295C-808B1C7A1636}"/>
              </a:ext>
            </a:extLst>
          </p:cNvPr>
          <p:cNvGrpSpPr/>
          <p:nvPr/>
        </p:nvGrpSpPr>
        <p:grpSpPr>
          <a:xfrm>
            <a:off x="2446063" y="3321300"/>
            <a:ext cx="618981" cy="1176942"/>
            <a:chOff x="3578422" y="3378451"/>
            <a:chExt cx="619303" cy="1177555"/>
          </a:xfrm>
        </p:grpSpPr>
        <p:cxnSp>
          <p:nvCxnSpPr>
            <p:cNvPr id="19" name="Gerade Verbindung 106">
              <a:extLst>
                <a:ext uri="{FF2B5EF4-FFF2-40B4-BE49-F238E27FC236}">
                  <a16:creationId xmlns:a16="http://schemas.microsoft.com/office/drawing/2014/main" id="{8F30064D-49DE-642D-383A-1C856A023332}"/>
                </a:ext>
              </a:extLst>
            </p:cNvPr>
            <p:cNvCxnSpPr>
              <a:cxnSpLocks/>
            </p:cNvCxnSpPr>
            <p:nvPr/>
          </p:nvCxnSpPr>
          <p:spPr bwMode="auto">
            <a:xfrm>
              <a:off x="4082951" y="3783099"/>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Gerade Verbindung 106">
              <a:extLst>
                <a:ext uri="{FF2B5EF4-FFF2-40B4-BE49-F238E27FC236}">
                  <a16:creationId xmlns:a16="http://schemas.microsoft.com/office/drawing/2014/main" id="{EFB4AB4D-5214-C857-82C1-7C0051F5DACA}"/>
                </a:ext>
              </a:extLst>
            </p:cNvPr>
            <p:cNvCxnSpPr>
              <a:cxnSpLocks/>
            </p:cNvCxnSpPr>
            <p:nvPr/>
          </p:nvCxnSpPr>
          <p:spPr bwMode="auto">
            <a:xfrm>
              <a:off x="3686907" y="3790785"/>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1" name="Grafik 20">
              <a:extLst>
                <a:ext uri="{FF2B5EF4-FFF2-40B4-BE49-F238E27FC236}">
                  <a16:creationId xmlns:a16="http://schemas.microsoft.com/office/drawing/2014/main" id="{651EC0E2-2F66-93FF-6B73-B0E3AF60EFDD}"/>
                </a:ext>
              </a:extLst>
            </p:cNvPr>
            <p:cNvPicPr>
              <a:picLocks noChangeAspect="1"/>
            </p:cNvPicPr>
            <p:nvPr/>
          </p:nvPicPr>
          <p:blipFill>
            <a:blip r:embed="rId23"/>
            <a:stretch>
              <a:fillRect/>
            </a:stretch>
          </p:blipFill>
          <p:spPr>
            <a:xfrm>
              <a:off x="3578422" y="3378451"/>
              <a:ext cx="210343" cy="514532"/>
            </a:xfrm>
            <a:prstGeom prst="rect">
              <a:avLst/>
            </a:prstGeom>
          </p:spPr>
        </p:pic>
        <p:pic>
          <p:nvPicPr>
            <p:cNvPr id="22" name="Grafik 21">
              <a:extLst>
                <a:ext uri="{FF2B5EF4-FFF2-40B4-BE49-F238E27FC236}">
                  <a16:creationId xmlns:a16="http://schemas.microsoft.com/office/drawing/2014/main" id="{2610CF82-DACF-4795-68D8-C6840861EA3C}"/>
                </a:ext>
              </a:extLst>
            </p:cNvPr>
            <p:cNvPicPr>
              <a:picLocks noChangeAspect="1"/>
            </p:cNvPicPr>
            <p:nvPr/>
          </p:nvPicPr>
          <p:blipFill>
            <a:blip r:embed="rId23"/>
            <a:stretch>
              <a:fillRect/>
            </a:stretch>
          </p:blipFill>
          <p:spPr>
            <a:xfrm>
              <a:off x="3987382" y="3386137"/>
              <a:ext cx="210343" cy="514532"/>
            </a:xfrm>
            <a:prstGeom prst="rect">
              <a:avLst/>
            </a:prstGeom>
          </p:spPr>
        </p:pic>
        <p:pic>
          <p:nvPicPr>
            <p:cNvPr id="23" name="Grafik 22">
              <a:extLst>
                <a:ext uri="{FF2B5EF4-FFF2-40B4-BE49-F238E27FC236}">
                  <a16:creationId xmlns:a16="http://schemas.microsoft.com/office/drawing/2014/main" id="{122204ED-FAF5-9AC8-1522-F773FE9F7ACF}"/>
                </a:ext>
              </a:extLst>
            </p:cNvPr>
            <p:cNvPicPr>
              <a:picLocks noChangeAspect="1"/>
            </p:cNvPicPr>
            <p:nvPr/>
          </p:nvPicPr>
          <p:blipFill>
            <a:blip r:embed="rId23"/>
            <a:stretch>
              <a:fillRect/>
            </a:stretch>
          </p:blipFill>
          <p:spPr>
            <a:xfrm>
              <a:off x="3578422" y="4033788"/>
              <a:ext cx="210343" cy="514532"/>
            </a:xfrm>
            <a:prstGeom prst="rect">
              <a:avLst/>
            </a:prstGeom>
          </p:spPr>
        </p:pic>
        <p:pic>
          <p:nvPicPr>
            <p:cNvPr id="24" name="Grafik 23">
              <a:extLst>
                <a:ext uri="{FF2B5EF4-FFF2-40B4-BE49-F238E27FC236}">
                  <a16:creationId xmlns:a16="http://schemas.microsoft.com/office/drawing/2014/main" id="{6BF26152-8054-05C9-71AE-C066968BD161}"/>
                </a:ext>
              </a:extLst>
            </p:cNvPr>
            <p:cNvPicPr>
              <a:picLocks noChangeAspect="1"/>
            </p:cNvPicPr>
            <p:nvPr/>
          </p:nvPicPr>
          <p:blipFill>
            <a:blip r:embed="rId23"/>
            <a:stretch>
              <a:fillRect/>
            </a:stretch>
          </p:blipFill>
          <p:spPr>
            <a:xfrm>
              <a:off x="3987382" y="4041474"/>
              <a:ext cx="210343" cy="514532"/>
            </a:xfrm>
            <a:prstGeom prst="rect">
              <a:avLst/>
            </a:prstGeom>
          </p:spPr>
        </p:pic>
      </p:grpSp>
      <p:grpSp>
        <p:nvGrpSpPr>
          <p:cNvPr id="30" name="Gruppieren 29">
            <a:extLst>
              <a:ext uri="{FF2B5EF4-FFF2-40B4-BE49-F238E27FC236}">
                <a16:creationId xmlns:a16="http://schemas.microsoft.com/office/drawing/2014/main" id="{C624A88D-199B-FF91-551C-C35DA7EAAE80}"/>
              </a:ext>
            </a:extLst>
          </p:cNvPr>
          <p:cNvGrpSpPr/>
          <p:nvPr/>
        </p:nvGrpSpPr>
        <p:grpSpPr>
          <a:xfrm>
            <a:off x="2417370" y="4702646"/>
            <a:ext cx="676368" cy="224844"/>
            <a:chOff x="5193325" y="3140015"/>
            <a:chExt cx="676368" cy="224844"/>
          </a:xfrm>
        </p:grpSpPr>
        <p:sp>
          <p:nvSpPr>
            <p:cNvPr id="31" name="Textfeld 30">
              <a:extLst>
                <a:ext uri="{FF2B5EF4-FFF2-40B4-BE49-F238E27FC236}">
                  <a16:creationId xmlns:a16="http://schemas.microsoft.com/office/drawing/2014/main" id="{6800BA78-1788-DC95-8F5D-210761B3771D}"/>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224" name="Ellipse 223">
              <a:extLst>
                <a:ext uri="{FF2B5EF4-FFF2-40B4-BE49-F238E27FC236}">
                  <a16:creationId xmlns:a16="http://schemas.microsoft.com/office/drawing/2014/main" id="{587DE385-BDDA-DACD-CA34-EA0846D11530}"/>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cxnSp>
        <p:nvCxnSpPr>
          <p:cNvPr id="225" name="Gerade Verbindung 37">
            <a:extLst>
              <a:ext uri="{FF2B5EF4-FFF2-40B4-BE49-F238E27FC236}">
                <a16:creationId xmlns:a16="http://schemas.microsoft.com/office/drawing/2014/main" id="{AA5B5D2A-63E2-B462-4445-6A40BEAE99FC}"/>
              </a:ext>
            </a:extLst>
          </p:cNvPr>
          <p:cNvCxnSpPr>
            <a:cxnSpLocks/>
            <a:stCxn id="227" idx="2"/>
            <a:endCxn id="21" idx="0"/>
          </p:cNvCxnSpPr>
          <p:nvPr/>
        </p:nvCxnSpPr>
        <p:spPr bwMode="auto">
          <a:xfrm flipH="1">
            <a:off x="2551180" y="3239418"/>
            <a:ext cx="999" cy="8188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7" name="Rechteck 226">
            <a:extLst>
              <a:ext uri="{FF2B5EF4-FFF2-40B4-BE49-F238E27FC236}">
                <a16:creationId xmlns:a16="http://schemas.microsoft.com/office/drawing/2014/main" id="{9BB1267B-744A-97BC-40A5-F68B8AD5C106}"/>
              </a:ext>
            </a:extLst>
          </p:cNvPr>
          <p:cNvSpPr/>
          <p:nvPr/>
        </p:nvSpPr>
        <p:spPr bwMode="auto">
          <a:xfrm>
            <a:off x="2489212" y="3113484"/>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solidFill>
                <a:schemeClr val="bg1"/>
              </a:solidFill>
            </a:endParaRPr>
          </a:p>
        </p:txBody>
      </p:sp>
      <p:cxnSp>
        <p:nvCxnSpPr>
          <p:cNvPr id="231" name="Gerade Verbindung 37">
            <a:extLst>
              <a:ext uri="{FF2B5EF4-FFF2-40B4-BE49-F238E27FC236}">
                <a16:creationId xmlns:a16="http://schemas.microsoft.com/office/drawing/2014/main" id="{10B10998-1985-F7F6-67C7-BBB6109DB73F}"/>
              </a:ext>
            </a:extLst>
          </p:cNvPr>
          <p:cNvCxnSpPr>
            <a:cxnSpLocks/>
            <a:stCxn id="232" idx="2"/>
          </p:cNvCxnSpPr>
          <p:nvPr/>
        </p:nvCxnSpPr>
        <p:spPr bwMode="auto">
          <a:xfrm flipH="1">
            <a:off x="2950621" y="3243371"/>
            <a:ext cx="999" cy="8188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2" name="Rechteck 231">
            <a:extLst>
              <a:ext uri="{FF2B5EF4-FFF2-40B4-BE49-F238E27FC236}">
                <a16:creationId xmlns:a16="http://schemas.microsoft.com/office/drawing/2014/main" id="{93B848FC-4949-A04C-8097-FC711DB9435E}"/>
              </a:ext>
            </a:extLst>
          </p:cNvPr>
          <p:cNvSpPr/>
          <p:nvPr/>
        </p:nvSpPr>
        <p:spPr bwMode="auto">
          <a:xfrm>
            <a:off x="2888653" y="311743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solidFill>
                <a:schemeClr val="bg1"/>
              </a:solidFill>
            </a:endParaRPr>
          </a:p>
        </p:txBody>
      </p:sp>
      <p:pic>
        <p:nvPicPr>
          <p:cNvPr id="233" name="product_distributed-io.png">
            <a:extLst>
              <a:ext uri="{FF2B5EF4-FFF2-40B4-BE49-F238E27FC236}">
                <a16:creationId xmlns:a16="http://schemas.microsoft.com/office/drawing/2014/main" id="{3A814065-2768-094E-63F7-188770E62D7E}"/>
              </a:ext>
            </a:extLst>
          </p:cNvPr>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3698804" y="4524102"/>
            <a:ext cx="474986" cy="474986"/>
          </a:xfrm>
          <a:prstGeom prst="rect">
            <a:avLst/>
          </a:prstGeom>
          <a:solidFill>
            <a:schemeClr val="tx1"/>
          </a:solidFill>
        </p:spPr>
      </p:pic>
      <p:pic>
        <p:nvPicPr>
          <p:cNvPr id="235" name="product_distributed-io.png">
            <a:extLst>
              <a:ext uri="{FF2B5EF4-FFF2-40B4-BE49-F238E27FC236}">
                <a16:creationId xmlns:a16="http://schemas.microsoft.com/office/drawing/2014/main" id="{09605EED-02F2-7BD8-CB69-6D39280F68AB}"/>
              </a:ext>
            </a:extLst>
          </p:cNvPr>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1625952" y="4529045"/>
            <a:ext cx="474986" cy="474986"/>
          </a:xfrm>
          <a:prstGeom prst="rect">
            <a:avLst/>
          </a:prstGeom>
          <a:solidFill>
            <a:schemeClr val="tx1"/>
          </a:solidFill>
        </p:spPr>
      </p:pic>
      <p:sp>
        <p:nvSpPr>
          <p:cNvPr id="15" name="Legende: Linie 14">
            <a:extLst>
              <a:ext uri="{FF2B5EF4-FFF2-40B4-BE49-F238E27FC236}">
                <a16:creationId xmlns:a16="http://schemas.microsoft.com/office/drawing/2014/main" id="{457C9FB6-8854-A100-1D6B-DE84D9FE8746}"/>
              </a:ext>
            </a:extLst>
          </p:cNvPr>
          <p:cNvSpPr/>
          <p:nvPr/>
        </p:nvSpPr>
        <p:spPr>
          <a:xfrm>
            <a:off x="2782277" y="5297992"/>
            <a:ext cx="1675541" cy="591512"/>
          </a:xfrm>
          <a:prstGeom prst="borderCallout1">
            <a:avLst>
              <a:gd name="adj1" fmla="val 18750"/>
              <a:gd name="adj2" fmla="val -8333"/>
              <a:gd name="adj3" fmla="val -15218"/>
              <a:gd name="adj4" fmla="val -24898"/>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altLang="de-DE" sz="1050" dirty="0">
                <a:solidFill>
                  <a:srgbClr val="F3F3F0"/>
                </a:solidFill>
              </a:rPr>
              <a:t>No requirement for "H-sync forwarding" in coupled rings</a:t>
            </a:r>
          </a:p>
          <a:p>
            <a:pPr algn="ctr"/>
            <a:endParaRPr lang="en-US" sz="1050" dirty="0">
              <a:solidFill>
                <a:srgbClr val="F3F3F0"/>
              </a:solidFill>
            </a:endParaRPr>
          </a:p>
        </p:txBody>
      </p:sp>
    </p:spTree>
    <p:custDataLst>
      <p:tags r:id="rId1"/>
    </p:custDataLst>
    <p:extLst>
      <p:ext uri="{BB962C8B-B14F-4D97-AF65-F5344CB8AC3E}">
        <p14:creationId xmlns:p14="http://schemas.microsoft.com/office/powerpoint/2010/main" val="295468681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578400" cy="1846659"/>
          </a:xfrm>
        </p:spPr>
        <p:txBody>
          <a:bodyPr vert="horz"/>
          <a:lstStyle/>
          <a:p>
            <a:r>
              <a:rPr lang="en-US" dirty="0"/>
              <a:t>Configuration Examples</a:t>
            </a:r>
            <a:br>
              <a:rPr lang="en-US" dirty="0"/>
            </a:br>
            <a:r>
              <a:rPr lang="en-US" dirty="0"/>
              <a:t>S7-1500H with S2 Redundancy</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578210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00687BE4-1B75-7EC7-FB20-16F399F8A8CD}"/>
              </a:ext>
            </a:extLst>
          </p:cNvPr>
          <p:cNvSpPr/>
          <p:nvPr/>
        </p:nvSpPr>
        <p:spPr>
          <a:xfrm>
            <a:off x="6223128" y="3807639"/>
            <a:ext cx="3554129" cy="23117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100" dirty="0">
              <a:solidFill>
                <a:schemeClr val="bg1"/>
              </a:solidFill>
            </a:endParaRPr>
          </a:p>
        </p:txBody>
      </p:sp>
      <p:sp>
        <p:nvSpPr>
          <p:cNvPr id="11" name="Rechteck 10">
            <a:extLst>
              <a:ext uri="{FF2B5EF4-FFF2-40B4-BE49-F238E27FC236}">
                <a16:creationId xmlns:a16="http://schemas.microsoft.com/office/drawing/2014/main" id="{50538284-0E59-7DAB-9179-8F0D020C3AF3}"/>
              </a:ext>
            </a:extLst>
          </p:cNvPr>
          <p:cNvSpPr/>
          <p:nvPr/>
        </p:nvSpPr>
        <p:spPr>
          <a:xfrm>
            <a:off x="1059160" y="1365953"/>
            <a:ext cx="3554129"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7" imgW="532" imgH="533" progId="TCLayout.ActiveDocument.1">
                  <p:embed/>
                </p:oleObj>
              </mc:Choice>
              <mc:Fallback>
                <p:oleObj name="think-cell Folie" r:id="rId27"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 S7-1500H with S2 Redundancy</a:t>
            </a:r>
            <a:br>
              <a:rPr lang="en-US" altLang="de-DE" dirty="0"/>
            </a:br>
            <a:r>
              <a:rPr lang="en-US" altLang="de-DE" b="0" dirty="0"/>
              <a:t>Example with ring topology</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47" name="Freihandform: Form 246">
            <a:extLst>
              <a:ext uri="{FF2B5EF4-FFF2-40B4-BE49-F238E27FC236}">
                <a16:creationId xmlns:a16="http://schemas.microsoft.com/office/drawing/2014/main" id="{4058F77D-F556-64D3-0D9B-3C046D333A1D}"/>
              </a:ext>
            </a:extLst>
          </p:cNvPr>
          <p:cNvSpPr/>
          <p:nvPr/>
        </p:nvSpPr>
        <p:spPr bwMode="auto">
          <a:xfrm>
            <a:off x="1692025" y="2662434"/>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48" name="Freihandform: Form 247">
            <a:extLst>
              <a:ext uri="{FF2B5EF4-FFF2-40B4-BE49-F238E27FC236}">
                <a16:creationId xmlns:a16="http://schemas.microsoft.com/office/drawing/2014/main" id="{862C1800-3D72-4632-EA5A-BF2C8BA5E706}"/>
              </a:ext>
            </a:extLst>
          </p:cNvPr>
          <p:cNvSpPr/>
          <p:nvPr/>
        </p:nvSpPr>
        <p:spPr bwMode="auto">
          <a:xfrm flipH="1">
            <a:off x="3440056" y="2658894"/>
            <a:ext cx="3081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49" name="Gruppieren 248">
            <a:extLst>
              <a:ext uri="{FF2B5EF4-FFF2-40B4-BE49-F238E27FC236}">
                <a16:creationId xmlns:a16="http://schemas.microsoft.com/office/drawing/2014/main" id="{CED7F32F-1344-778F-E1D1-BB175311AC5C}"/>
              </a:ext>
            </a:extLst>
          </p:cNvPr>
          <p:cNvGrpSpPr/>
          <p:nvPr/>
        </p:nvGrpSpPr>
        <p:grpSpPr>
          <a:xfrm>
            <a:off x="1422291" y="2010182"/>
            <a:ext cx="2842603" cy="640310"/>
            <a:chOff x="4310893" y="2280729"/>
            <a:chExt cx="2842603" cy="640310"/>
          </a:xfrm>
          <a:solidFill>
            <a:schemeClr val="tx1"/>
          </a:solidFill>
        </p:grpSpPr>
        <p:grpSp>
          <p:nvGrpSpPr>
            <p:cNvPr id="252" name="Gruppieren 251">
              <a:extLst>
                <a:ext uri="{FF2B5EF4-FFF2-40B4-BE49-F238E27FC236}">
                  <a16:creationId xmlns:a16="http://schemas.microsoft.com/office/drawing/2014/main" id="{54CE4811-6A01-FA74-D3DB-3115E8BC382C}"/>
                </a:ext>
              </a:extLst>
            </p:cNvPr>
            <p:cNvGrpSpPr/>
            <p:nvPr/>
          </p:nvGrpSpPr>
          <p:grpSpPr>
            <a:xfrm>
              <a:off x="4310893" y="2280729"/>
              <a:ext cx="774298" cy="640310"/>
              <a:chOff x="5633257" y="2448326"/>
              <a:chExt cx="3891741" cy="2958295"/>
            </a:xfrm>
            <a:grpFill/>
          </p:grpSpPr>
          <p:pic>
            <p:nvPicPr>
              <p:cNvPr id="260" name="product_simatic-s7-1500.png">
                <a:extLst>
                  <a:ext uri="{FF2B5EF4-FFF2-40B4-BE49-F238E27FC236}">
                    <a16:creationId xmlns:a16="http://schemas.microsoft.com/office/drawing/2014/main" id="{C107BD0C-3DCA-5BF8-D1C6-8894BB5C6110}"/>
                  </a:ext>
                </a:extLst>
              </p:cNvPr>
              <p:cNvPicPr>
                <a:picLocks noChangeAspect="1"/>
              </p:cNvPicPr>
              <p:nvPr>
                <p:custDataLst>
                  <p:tags r:id="rId22"/>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61" name="product_simatic-s7-1500.png">
                <a:extLst>
                  <a:ext uri="{FF2B5EF4-FFF2-40B4-BE49-F238E27FC236}">
                    <a16:creationId xmlns:a16="http://schemas.microsoft.com/office/drawing/2014/main" id="{296AD9A2-1303-BFEF-A464-4E8185E0D5F5}"/>
                  </a:ext>
                </a:extLst>
              </p:cNvPr>
              <p:cNvPicPr>
                <a:picLocks noChangeAspect="1"/>
              </p:cNvPicPr>
              <p:nvPr>
                <p:custDataLst>
                  <p:tags r:id="rId23"/>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62" name="product_simatic-s7-1500.png">
                <a:extLst>
                  <a:ext uri="{FF2B5EF4-FFF2-40B4-BE49-F238E27FC236}">
                    <a16:creationId xmlns:a16="http://schemas.microsoft.com/office/drawing/2014/main" id="{18FBBBC6-2A70-8DA4-3435-0121965FD333}"/>
                  </a:ext>
                </a:extLst>
              </p:cNvPr>
              <p:cNvPicPr>
                <a:picLocks noChangeAspect="1"/>
              </p:cNvPicPr>
              <p:nvPr>
                <p:custDataLst>
                  <p:tags r:id="rId24"/>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53" name="Gruppieren 252">
              <a:extLst>
                <a:ext uri="{FF2B5EF4-FFF2-40B4-BE49-F238E27FC236}">
                  <a16:creationId xmlns:a16="http://schemas.microsoft.com/office/drawing/2014/main" id="{14F55F1B-B627-CF71-5A94-06B976CD0984}"/>
                </a:ext>
              </a:extLst>
            </p:cNvPr>
            <p:cNvGrpSpPr/>
            <p:nvPr/>
          </p:nvGrpSpPr>
          <p:grpSpPr>
            <a:xfrm>
              <a:off x="6379198" y="2280729"/>
              <a:ext cx="774298" cy="640310"/>
              <a:chOff x="5633257" y="2448326"/>
              <a:chExt cx="3891741" cy="2958295"/>
            </a:xfrm>
            <a:grpFill/>
          </p:grpSpPr>
          <p:pic>
            <p:nvPicPr>
              <p:cNvPr id="257" name="product_simatic-s7-1500.png">
                <a:extLst>
                  <a:ext uri="{FF2B5EF4-FFF2-40B4-BE49-F238E27FC236}">
                    <a16:creationId xmlns:a16="http://schemas.microsoft.com/office/drawing/2014/main" id="{23ECA13F-BEA2-B92A-A87C-1E175E062215}"/>
                  </a:ext>
                </a:extLst>
              </p:cNvPr>
              <p:cNvPicPr>
                <a:picLocks noChangeAspect="1"/>
              </p:cNvPicPr>
              <p:nvPr>
                <p:custDataLst>
                  <p:tags r:id="rId19"/>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58" name="product_simatic-s7-1500.png">
                <a:extLst>
                  <a:ext uri="{FF2B5EF4-FFF2-40B4-BE49-F238E27FC236}">
                    <a16:creationId xmlns:a16="http://schemas.microsoft.com/office/drawing/2014/main" id="{CAF8257F-B446-5717-478F-1BD82FD2F64F}"/>
                  </a:ext>
                </a:extLst>
              </p:cNvPr>
              <p:cNvPicPr>
                <a:picLocks noChangeAspect="1"/>
              </p:cNvPicPr>
              <p:nvPr>
                <p:custDataLst>
                  <p:tags r:id="rId20"/>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59" name="product_simatic-s7-1500.png">
                <a:extLst>
                  <a:ext uri="{FF2B5EF4-FFF2-40B4-BE49-F238E27FC236}">
                    <a16:creationId xmlns:a16="http://schemas.microsoft.com/office/drawing/2014/main" id="{650BB2CB-8252-8549-4B35-4CD84B87E6E7}"/>
                  </a:ext>
                </a:extLst>
              </p:cNvPr>
              <p:cNvPicPr>
                <a:picLocks noChangeAspect="1"/>
              </p:cNvPicPr>
              <p:nvPr>
                <p:custDataLst>
                  <p:tags r:id="rId21"/>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54" name="Line 29">
              <a:extLst>
                <a:ext uri="{FF2B5EF4-FFF2-40B4-BE49-F238E27FC236}">
                  <a16:creationId xmlns:a16="http://schemas.microsoft.com/office/drawing/2014/main" id="{B215A96E-1115-B502-FE53-4D6516B5E8C3}"/>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255" name="Line 30">
              <a:extLst>
                <a:ext uri="{FF2B5EF4-FFF2-40B4-BE49-F238E27FC236}">
                  <a16:creationId xmlns:a16="http://schemas.microsoft.com/office/drawing/2014/main" id="{36DE6FED-3446-0068-03D6-9FD0B6B84782}"/>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63" name="Freihandform: Form 262">
            <a:extLst>
              <a:ext uri="{FF2B5EF4-FFF2-40B4-BE49-F238E27FC236}">
                <a16:creationId xmlns:a16="http://schemas.microsoft.com/office/drawing/2014/main" id="{26D9C2DF-5679-B805-7DD2-04CFD3040A9B}"/>
              </a:ext>
            </a:extLst>
          </p:cNvPr>
          <p:cNvSpPr/>
          <p:nvPr/>
        </p:nvSpPr>
        <p:spPr bwMode="auto">
          <a:xfrm>
            <a:off x="1954861" y="3175121"/>
            <a:ext cx="1407144"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67" name="product_distributed-io.png">
            <a:extLst>
              <a:ext uri="{FF2B5EF4-FFF2-40B4-BE49-F238E27FC236}">
                <a16:creationId xmlns:a16="http://schemas.microsoft.com/office/drawing/2014/main" id="{0D915113-0986-15BC-F0AA-B515757F13E7}"/>
              </a:ext>
            </a:extLst>
          </p:cNvPr>
          <p:cNvPicPr>
            <a:picLocks noChangeAspect="1"/>
          </p:cNvPicPr>
          <p:nvPr>
            <p:custDataLst>
              <p:tags r:id="rId3"/>
            </p:custDataLst>
          </p:nvPr>
        </p:nvPicPr>
        <p:blipFill>
          <a:blip r:embed="rId31" cstate="print">
            <a:extLst>
              <a:ext uri="{28A0092B-C50C-407E-A947-70E740481C1C}">
                <a14:useLocalDpi xmlns:a14="http://schemas.microsoft.com/office/drawing/2010/main" val="0"/>
              </a:ext>
            </a:extLst>
          </a:blip>
          <a:stretch>
            <a:fillRect/>
          </a:stretch>
        </p:blipFill>
        <p:spPr>
          <a:xfrm>
            <a:off x="1829737" y="3323128"/>
            <a:ext cx="474986" cy="474986"/>
          </a:xfrm>
          <a:prstGeom prst="rect">
            <a:avLst/>
          </a:prstGeom>
        </p:spPr>
      </p:pic>
      <p:sp>
        <p:nvSpPr>
          <p:cNvPr id="270" name="Freihandform: Form 269">
            <a:extLst>
              <a:ext uri="{FF2B5EF4-FFF2-40B4-BE49-F238E27FC236}">
                <a16:creationId xmlns:a16="http://schemas.microsoft.com/office/drawing/2014/main" id="{C7D56EBE-D5D9-FBAE-8796-9C821465260B}"/>
              </a:ext>
            </a:extLst>
          </p:cNvPr>
          <p:cNvSpPr/>
          <p:nvPr/>
        </p:nvSpPr>
        <p:spPr bwMode="auto">
          <a:xfrm>
            <a:off x="1769662" y="2653808"/>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71" name="Gruppieren 270">
            <a:extLst>
              <a:ext uri="{FF2B5EF4-FFF2-40B4-BE49-F238E27FC236}">
                <a16:creationId xmlns:a16="http://schemas.microsoft.com/office/drawing/2014/main" id="{E7B480D3-1E93-A0F0-1CEE-9153737A3CFF}"/>
              </a:ext>
            </a:extLst>
          </p:cNvPr>
          <p:cNvGrpSpPr/>
          <p:nvPr/>
        </p:nvGrpSpPr>
        <p:grpSpPr>
          <a:xfrm>
            <a:off x="2304723" y="2869468"/>
            <a:ext cx="676368" cy="224844"/>
            <a:chOff x="5193325" y="3140015"/>
            <a:chExt cx="676368" cy="224844"/>
          </a:xfrm>
        </p:grpSpPr>
        <p:sp>
          <p:nvSpPr>
            <p:cNvPr id="272" name="Textfeld 271">
              <a:extLst>
                <a:ext uri="{FF2B5EF4-FFF2-40B4-BE49-F238E27FC236}">
                  <a16:creationId xmlns:a16="http://schemas.microsoft.com/office/drawing/2014/main" id="{811EEB8E-3762-F0D7-70BB-E5C1242A585B}"/>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273" name="Ellipse 272">
              <a:extLst>
                <a:ext uri="{FF2B5EF4-FFF2-40B4-BE49-F238E27FC236}">
                  <a16:creationId xmlns:a16="http://schemas.microsoft.com/office/drawing/2014/main" id="{FCB7B8E6-B4CD-F9CA-1B61-618474442902}"/>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grpSp>
        <p:nvGrpSpPr>
          <p:cNvPr id="116" name="Gruppieren 115">
            <a:extLst>
              <a:ext uri="{FF2B5EF4-FFF2-40B4-BE49-F238E27FC236}">
                <a16:creationId xmlns:a16="http://schemas.microsoft.com/office/drawing/2014/main" id="{BB6E87A8-C12D-521A-13C6-BCDD87C6F8D9}"/>
              </a:ext>
            </a:extLst>
          </p:cNvPr>
          <p:cNvGrpSpPr>
            <a:grpSpLocks noChangeAspect="1"/>
          </p:cNvGrpSpPr>
          <p:nvPr/>
        </p:nvGrpSpPr>
        <p:grpSpPr>
          <a:xfrm>
            <a:off x="3307036" y="3239962"/>
            <a:ext cx="802459" cy="640310"/>
            <a:chOff x="4105359" y="1822075"/>
            <a:chExt cx="4583448" cy="3657299"/>
          </a:xfrm>
        </p:grpSpPr>
        <p:pic>
          <p:nvPicPr>
            <p:cNvPr id="117" name="product_simatic-s7-1500.png">
              <a:extLst>
                <a:ext uri="{FF2B5EF4-FFF2-40B4-BE49-F238E27FC236}">
                  <a16:creationId xmlns:a16="http://schemas.microsoft.com/office/drawing/2014/main" id="{F1888F07-6F10-1091-6210-E378193BC7FF}"/>
                </a:ext>
              </a:extLst>
            </p:cNvPr>
            <p:cNvPicPr>
              <a:picLocks noChangeAspect="1"/>
            </p:cNvPicPr>
            <p:nvPr>
              <p:custDataLst>
                <p:tags r:id="rId15"/>
              </p:custDataLst>
            </p:nvPr>
          </p:nvPicPr>
          <p:blipFill rotWithShape="1">
            <a:blip r:embed="rId32"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18" name="product_simatic-s7-1500.png">
              <a:extLst>
                <a:ext uri="{FF2B5EF4-FFF2-40B4-BE49-F238E27FC236}">
                  <a16:creationId xmlns:a16="http://schemas.microsoft.com/office/drawing/2014/main" id="{50DA40C0-FCFC-11F1-1CFB-BB6156D3E90A}"/>
                </a:ext>
              </a:extLst>
            </p:cNvPr>
            <p:cNvPicPr>
              <a:picLocks noChangeAspect="1"/>
            </p:cNvPicPr>
            <p:nvPr>
              <p:custDataLst>
                <p:tags r:id="rId16"/>
              </p:custDataLst>
            </p:nvPr>
          </p:nvPicPr>
          <p:blipFill rotWithShape="1">
            <a:blip r:embed="rId33"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19" name="product_simatic-s7-1500.png">
              <a:extLst>
                <a:ext uri="{FF2B5EF4-FFF2-40B4-BE49-F238E27FC236}">
                  <a16:creationId xmlns:a16="http://schemas.microsoft.com/office/drawing/2014/main" id="{F48609CB-1A05-A7D4-5AF6-903DFF121AD8}"/>
                </a:ext>
              </a:extLst>
            </p:cNvPr>
            <p:cNvPicPr>
              <a:picLocks noChangeAspect="1"/>
            </p:cNvPicPr>
            <p:nvPr>
              <p:custDataLst>
                <p:tags r:id="rId17"/>
              </p:custDataLst>
            </p:nvPr>
          </p:nvPicPr>
          <p:blipFill rotWithShape="1">
            <a:blip r:embed="rId34"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20" name="product_simatic-s7-1500.png">
              <a:extLst>
                <a:ext uri="{FF2B5EF4-FFF2-40B4-BE49-F238E27FC236}">
                  <a16:creationId xmlns:a16="http://schemas.microsoft.com/office/drawing/2014/main" id="{146438D4-7A26-59C2-9E81-680BBFBF82C4}"/>
                </a:ext>
              </a:extLst>
            </p:cNvPr>
            <p:cNvPicPr>
              <a:picLocks noChangeAspect="1"/>
            </p:cNvPicPr>
            <p:nvPr>
              <p:custDataLst>
                <p:tags r:id="rId18"/>
              </p:custDataLst>
            </p:nvPr>
          </p:nvPicPr>
          <p:blipFill rotWithShape="1">
            <a:blip r:embed="rId35"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14" name="Rechteck 13">
            <a:extLst>
              <a:ext uri="{FF2B5EF4-FFF2-40B4-BE49-F238E27FC236}">
                <a16:creationId xmlns:a16="http://schemas.microsoft.com/office/drawing/2014/main" id="{E74EDA2A-8E1E-08A0-1074-BE2D94A6ABD3}"/>
              </a:ext>
            </a:extLst>
          </p:cNvPr>
          <p:cNvSpPr/>
          <p:nvPr/>
        </p:nvSpPr>
        <p:spPr>
          <a:xfrm>
            <a:off x="1469779" y="2048593"/>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5" name="Rechteck 14">
            <a:extLst>
              <a:ext uri="{FF2B5EF4-FFF2-40B4-BE49-F238E27FC236}">
                <a16:creationId xmlns:a16="http://schemas.microsoft.com/office/drawing/2014/main" id="{231B9F21-7785-8E2D-D9F4-9D6E43752C44}"/>
              </a:ext>
            </a:extLst>
          </p:cNvPr>
          <p:cNvSpPr/>
          <p:nvPr/>
        </p:nvSpPr>
        <p:spPr>
          <a:xfrm>
            <a:off x="3532316" y="2058636"/>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98" name="Textfeld 97">
            <a:extLst>
              <a:ext uri="{FF2B5EF4-FFF2-40B4-BE49-F238E27FC236}">
                <a16:creationId xmlns:a16="http://schemas.microsoft.com/office/drawing/2014/main" id="{581FB178-1B87-BA0E-4E31-F96CE6132266}"/>
              </a:ext>
            </a:extLst>
          </p:cNvPr>
          <p:cNvSpPr txBox="1"/>
          <p:nvPr/>
        </p:nvSpPr>
        <p:spPr>
          <a:xfrm>
            <a:off x="2633788" y="2350177"/>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99" name="Textfeld 98">
            <a:extLst>
              <a:ext uri="{FF2B5EF4-FFF2-40B4-BE49-F238E27FC236}">
                <a16:creationId xmlns:a16="http://schemas.microsoft.com/office/drawing/2014/main" id="{53B79C5F-BF56-ED54-7615-E0E73B02DA14}"/>
              </a:ext>
            </a:extLst>
          </p:cNvPr>
          <p:cNvSpPr txBox="1"/>
          <p:nvPr/>
        </p:nvSpPr>
        <p:spPr>
          <a:xfrm>
            <a:off x="4802224" y="1374281"/>
            <a:ext cx="6958093" cy="1191022"/>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Ring topology with S2 Redundancy</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H-CPUs must be set as "MRP </a:t>
            </a:r>
            <a:r>
              <a:rPr lang="en-US" sz="1599" dirty="0" err="1">
                <a:latin typeface="Arial"/>
                <a:ea typeface="Arial Unicode MS" panose="020B0604020202020204" pitchFamily="34" charset="-128"/>
                <a:cs typeface="Arial Unicode MS" panose="020B0604020202020204" pitchFamily="34" charset="-128"/>
              </a:rPr>
              <a:t>Automanager</a:t>
            </a:r>
            <a:r>
              <a:rPr lang="en-US" sz="1599" dirty="0">
                <a:latin typeface="Arial"/>
                <a:ea typeface="Arial Unicode MS" panose="020B0604020202020204" pitchFamily="34" charset="-128"/>
                <a:cs typeface="Arial Unicode MS" panose="020B0604020202020204" pitchFamily="34" charset="-128"/>
              </a:rPr>
              <a:t>"</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If the ring is interrupted, MRP reconfiguration is triggered</a:t>
            </a:r>
          </a:p>
        </p:txBody>
      </p:sp>
      <p:sp>
        <p:nvSpPr>
          <p:cNvPr id="102" name="Freihandform: Form 101">
            <a:extLst>
              <a:ext uri="{FF2B5EF4-FFF2-40B4-BE49-F238E27FC236}">
                <a16:creationId xmlns:a16="http://schemas.microsoft.com/office/drawing/2014/main" id="{98A2C848-DD1D-1671-E97C-9A37CDE27AA9}"/>
              </a:ext>
            </a:extLst>
          </p:cNvPr>
          <p:cNvSpPr/>
          <p:nvPr/>
        </p:nvSpPr>
        <p:spPr bwMode="auto">
          <a:xfrm>
            <a:off x="6888052" y="4736816"/>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03" name="Freihandform: Form 102">
            <a:extLst>
              <a:ext uri="{FF2B5EF4-FFF2-40B4-BE49-F238E27FC236}">
                <a16:creationId xmlns:a16="http://schemas.microsoft.com/office/drawing/2014/main" id="{948D7EA1-A5B0-86C1-72CE-AA055B6394F6}"/>
              </a:ext>
            </a:extLst>
          </p:cNvPr>
          <p:cNvSpPr/>
          <p:nvPr/>
        </p:nvSpPr>
        <p:spPr bwMode="auto">
          <a:xfrm flipH="1">
            <a:off x="8636083" y="4733276"/>
            <a:ext cx="3081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104" name="Gruppieren 103">
            <a:extLst>
              <a:ext uri="{FF2B5EF4-FFF2-40B4-BE49-F238E27FC236}">
                <a16:creationId xmlns:a16="http://schemas.microsoft.com/office/drawing/2014/main" id="{63621D50-5204-DE44-61CD-43DD5B1C87C0}"/>
              </a:ext>
            </a:extLst>
          </p:cNvPr>
          <p:cNvGrpSpPr/>
          <p:nvPr/>
        </p:nvGrpSpPr>
        <p:grpSpPr>
          <a:xfrm>
            <a:off x="6618318" y="4084564"/>
            <a:ext cx="2842603" cy="640310"/>
            <a:chOff x="4310893" y="2280729"/>
            <a:chExt cx="2842603" cy="640310"/>
          </a:xfrm>
          <a:solidFill>
            <a:schemeClr val="tx1"/>
          </a:solidFill>
        </p:grpSpPr>
        <p:grpSp>
          <p:nvGrpSpPr>
            <p:cNvPr id="105" name="Gruppieren 104">
              <a:extLst>
                <a:ext uri="{FF2B5EF4-FFF2-40B4-BE49-F238E27FC236}">
                  <a16:creationId xmlns:a16="http://schemas.microsoft.com/office/drawing/2014/main" id="{B37E771D-5CAC-6093-5EE9-63C85609F1DF}"/>
                </a:ext>
              </a:extLst>
            </p:cNvPr>
            <p:cNvGrpSpPr/>
            <p:nvPr/>
          </p:nvGrpSpPr>
          <p:grpSpPr>
            <a:xfrm>
              <a:off x="4310893" y="2280729"/>
              <a:ext cx="774298" cy="640310"/>
              <a:chOff x="5633257" y="2448326"/>
              <a:chExt cx="3891741" cy="2958295"/>
            </a:xfrm>
            <a:grpFill/>
          </p:grpSpPr>
          <p:pic>
            <p:nvPicPr>
              <p:cNvPr id="112" name="product_simatic-s7-1500.png">
                <a:extLst>
                  <a:ext uri="{FF2B5EF4-FFF2-40B4-BE49-F238E27FC236}">
                    <a16:creationId xmlns:a16="http://schemas.microsoft.com/office/drawing/2014/main" id="{38BA3831-BCBF-A2CE-D46D-9584AC53C8C9}"/>
                  </a:ext>
                </a:extLst>
              </p:cNvPr>
              <p:cNvPicPr>
                <a:picLocks noChangeAspect="1"/>
              </p:cNvPicPr>
              <p:nvPr>
                <p:custDataLst>
                  <p:tags r:id="rId12"/>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3" name="product_simatic-s7-1500.png">
                <a:extLst>
                  <a:ext uri="{FF2B5EF4-FFF2-40B4-BE49-F238E27FC236}">
                    <a16:creationId xmlns:a16="http://schemas.microsoft.com/office/drawing/2014/main" id="{369D0656-B9A1-CC81-E83C-3E3A4B8CAE2B}"/>
                  </a:ext>
                </a:extLst>
              </p:cNvPr>
              <p:cNvPicPr>
                <a:picLocks noChangeAspect="1"/>
              </p:cNvPicPr>
              <p:nvPr>
                <p:custDataLst>
                  <p:tags r:id="rId13"/>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4" name="product_simatic-s7-1500.png">
                <a:extLst>
                  <a:ext uri="{FF2B5EF4-FFF2-40B4-BE49-F238E27FC236}">
                    <a16:creationId xmlns:a16="http://schemas.microsoft.com/office/drawing/2014/main" id="{6D4622B8-1D32-3461-6DE7-20FAB5123DBC}"/>
                  </a:ext>
                </a:extLst>
              </p:cNvPr>
              <p:cNvPicPr>
                <a:picLocks noChangeAspect="1"/>
              </p:cNvPicPr>
              <p:nvPr>
                <p:custDataLst>
                  <p:tags r:id="rId14"/>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06" name="Gruppieren 105">
              <a:extLst>
                <a:ext uri="{FF2B5EF4-FFF2-40B4-BE49-F238E27FC236}">
                  <a16:creationId xmlns:a16="http://schemas.microsoft.com/office/drawing/2014/main" id="{9CE841C1-58EB-6A9A-F0C7-ABEF80E72865}"/>
                </a:ext>
              </a:extLst>
            </p:cNvPr>
            <p:cNvGrpSpPr/>
            <p:nvPr/>
          </p:nvGrpSpPr>
          <p:grpSpPr>
            <a:xfrm>
              <a:off x="6379198" y="2280729"/>
              <a:ext cx="774298" cy="640310"/>
              <a:chOff x="5633257" y="2448326"/>
              <a:chExt cx="3891741" cy="2958295"/>
            </a:xfrm>
            <a:grpFill/>
          </p:grpSpPr>
          <p:pic>
            <p:nvPicPr>
              <p:cNvPr id="109" name="product_simatic-s7-1500.png">
                <a:extLst>
                  <a:ext uri="{FF2B5EF4-FFF2-40B4-BE49-F238E27FC236}">
                    <a16:creationId xmlns:a16="http://schemas.microsoft.com/office/drawing/2014/main" id="{84FB2C9D-434B-5A9C-0D05-8880BF18B2A7}"/>
                  </a:ext>
                </a:extLst>
              </p:cNvPr>
              <p:cNvPicPr>
                <a:picLocks noChangeAspect="1"/>
              </p:cNvPicPr>
              <p:nvPr>
                <p:custDataLst>
                  <p:tags r:id="rId9"/>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0" name="product_simatic-s7-1500.png">
                <a:extLst>
                  <a:ext uri="{FF2B5EF4-FFF2-40B4-BE49-F238E27FC236}">
                    <a16:creationId xmlns:a16="http://schemas.microsoft.com/office/drawing/2014/main" id="{9B78B0C3-07A6-68A0-F701-6F0294BB64E0}"/>
                  </a:ext>
                </a:extLst>
              </p:cNvPr>
              <p:cNvPicPr>
                <a:picLocks noChangeAspect="1"/>
              </p:cNvPicPr>
              <p:nvPr>
                <p:custDataLst>
                  <p:tags r:id="rId10"/>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1" name="product_simatic-s7-1500.png">
                <a:extLst>
                  <a:ext uri="{FF2B5EF4-FFF2-40B4-BE49-F238E27FC236}">
                    <a16:creationId xmlns:a16="http://schemas.microsoft.com/office/drawing/2014/main" id="{0EB73B08-493D-CC7F-5AA9-89986F5D5E02}"/>
                  </a:ext>
                </a:extLst>
              </p:cNvPr>
              <p:cNvPicPr>
                <a:picLocks noChangeAspect="1"/>
              </p:cNvPicPr>
              <p:nvPr>
                <p:custDataLst>
                  <p:tags r:id="rId11"/>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07" name="Line 29">
              <a:extLst>
                <a:ext uri="{FF2B5EF4-FFF2-40B4-BE49-F238E27FC236}">
                  <a16:creationId xmlns:a16="http://schemas.microsoft.com/office/drawing/2014/main" id="{BBBAA1A4-5677-0AE2-6DD8-A84F3C0BBEE7}"/>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08" name="Line 30">
              <a:extLst>
                <a:ext uri="{FF2B5EF4-FFF2-40B4-BE49-F238E27FC236}">
                  <a16:creationId xmlns:a16="http://schemas.microsoft.com/office/drawing/2014/main" id="{5A925E12-265A-3E22-E1B7-CE26451A7909}"/>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115" name="Freihandform: Form 114">
            <a:extLst>
              <a:ext uri="{FF2B5EF4-FFF2-40B4-BE49-F238E27FC236}">
                <a16:creationId xmlns:a16="http://schemas.microsoft.com/office/drawing/2014/main" id="{6BCD7357-EC45-8B02-0CE6-6A9169B29F36}"/>
              </a:ext>
            </a:extLst>
          </p:cNvPr>
          <p:cNvSpPr/>
          <p:nvPr/>
        </p:nvSpPr>
        <p:spPr bwMode="auto">
          <a:xfrm>
            <a:off x="7150888" y="5249503"/>
            <a:ext cx="1407144"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121" name="product_distributed-io.png">
            <a:extLst>
              <a:ext uri="{FF2B5EF4-FFF2-40B4-BE49-F238E27FC236}">
                <a16:creationId xmlns:a16="http://schemas.microsoft.com/office/drawing/2014/main" id="{042E8613-E0F9-8ECC-DDD2-3C2914605194}"/>
              </a:ext>
            </a:extLst>
          </p:cNvPr>
          <p:cNvPicPr>
            <a:picLocks noChangeAspect="1"/>
          </p:cNvPicPr>
          <p:nvPr>
            <p:custDataLst>
              <p:tags r:id="rId4"/>
            </p:custDataLst>
          </p:nvPr>
        </p:nvPicPr>
        <p:blipFill>
          <a:blip r:embed="rId31" cstate="print">
            <a:extLst>
              <a:ext uri="{28A0092B-C50C-407E-A947-70E740481C1C}">
                <a14:useLocalDpi xmlns:a14="http://schemas.microsoft.com/office/drawing/2010/main" val="0"/>
              </a:ext>
            </a:extLst>
          </a:blip>
          <a:stretch>
            <a:fillRect/>
          </a:stretch>
        </p:blipFill>
        <p:spPr>
          <a:xfrm>
            <a:off x="7025764" y="5397510"/>
            <a:ext cx="474986" cy="474986"/>
          </a:xfrm>
          <a:prstGeom prst="rect">
            <a:avLst/>
          </a:prstGeom>
        </p:spPr>
      </p:pic>
      <p:grpSp>
        <p:nvGrpSpPr>
          <p:cNvPr id="135" name="Gruppieren 134">
            <a:extLst>
              <a:ext uri="{FF2B5EF4-FFF2-40B4-BE49-F238E27FC236}">
                <a16:creationId xmlns:a16="http://schemas.microsoft.com/office/drawing/2014/main" id="{C8FD1661-4ED7-41C7-7110-7E59A086C123}"/>
              </a:ext>
            </a:extLst>
          </p:cNvPr>
          <p:cNvGrpSpPr>
            <a:grpSpLocks noChangeAspect="1"/>
          </p:cNvGrpSpPr>
          <p:nvPr/>
        </p:nvGrpSpPr>
        <p:grpSpPr>
          <a:xfrm>
            <a:off x="8503063" y="5314344"/>
            <a:ext cx="802459" cy="640310"/>
            <a:chOff x="4105359" y="1822075"/>
            <a:chExt cx="4583448" cy="3657299"/>
          </a:xfrm>
        </p:grpSpPr>
        <p:pic>
          <p:nvPicPr>
            <p:cNvPr id="136" name="product_simatic-s7-1500.png">
              <a:extLst>
                <a:ext uri="{FF2B5EF4-FFF2-40B4-BE49-F238E27FC236}">
                  <a16:creationId xmlns:a16="http://schemas.microsoft.com/office/drawing/2014/main" id="{5C3A12A3-607A-60E3-BDC2-C60CAC172B37}"/>
                </a:ext>
              </a:extLst>
            </p:cNvPr>
            <p:cNvPicPr>
              <a:picLocks noChangeAspect="1"/>
            </p:cNvPicPr>
            <p:nvPr>
              <p:custDataLst>
                <p:tags r:id="rId5"/>
              </p:custDataLst>
            </p:nvPr>
          </p:nvPicPr>
          <p:blipFill rotWithShape="1">
            <a:blip r:embed="rId32"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37" name="product_simatic-s7-1500.png">
              <a:extLst>
                <a:ext uri="{FF2B5EF4-FFF2-40B4-BE49-F238E27FC236}">
                  <a16:creationId xmlns:a16="http://schemas.microsoft.com/office/drawing/2014/main" id="{FA98E556-8C16-6688-9FE4-3E6E5097B2F6}"/>
                </a:ext>
              </a:extLst>
            </p:cNvPr>
            <p:cNvPicPr>
              <a:picLocks noChangeAspect="1"/>
            </p:cNvPicPr>
            <p:nvPr>
              <p:custDataLst>
                <p:tags r:id="rId6"/>
              </p:custDataLst>
            </p:nvPr>
          </p:nvPicPr>
          <p:blipFill rotWithShape="1">
            <a:blip r:embed="rId33"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38" name="product_simatic-s7-1500.png">
              <a:extLst>
                <a:ext uri="{FF2B5EF4-FFF2-40B4-BE49-F238E27FC236}">
                  <a16:creationId xmlns:a16="http://schemas.microsoft.com/office/drawing/2014/main" id="{24E5B06B-77DC-E01D-4CB6-57DB4735C69C}"/>
                </a:ext>
              </a:extLst>
            </p:cNvPr>
            <p:cNvPicPr>
              <a:picLocks noChangeAspect="1"/>
            </p:cNvPicPr>
            <p:nvPr>
              <p:custDataLst>
                <p:tags r:id="rId7"/>
              </p:custDataLst>
            </p:nvPr>
          </p:nvPicPr>
          <p:blipFill rotWithShape="1">
            <a:blip r:embed="rId34"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39" name="product_simatic-s7-1500.png">
              <a:extLst>
                <a:ext uri="{FF2B5EF4-FFF2-40B4-BE49-F238E27FC236}">
                  <a16:creationId xmlns:a16="http://schemas.microsoft.com/office/drawing/2014/main" id="{750CB0CB-CF49-6B1D-A550-DA11DF5753DC}"/>
                </a:ext>
              </a:extLst>
            </p:cNvPr>
            <p:cNvPicPr>
              <a:picLocks noChangeAspect="1"/>
            </p:cNvPicPr>
            <p:nvPr>
              <p:custDataLst>
                <p:tags r:id="rId8"/>
              </p:custDataLst>
            </p:nvPr>
          </p:nvPicPr>
          <p:blipFill rotWithShape="1">
            <a:blip r:embed="rId35"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140" name="Rechteck 139">
            <a:extLst>
              <a:ext uri="{FF2B5EF4-FFF2-40B4-BE49-F238E27FC236}">
                <a16:creationId xmlns:a16="http://schemas.microsoft.com/office/drawing/2014/main" id="{08CB804F-6D4F-0164-F95F-C60A38B1BC75}"/>
              </a:ext>
            </a:extLst>
          </p:cNvPr>
          <p:cNvSpPr/>
          <p:nvPr/>
        </p:nvSpPr>
        <p:spPr>
          <a:xfrm>
            <a:off x="6665806" y="412297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4" name="Rechteck 143">
            <a:extLst>
              <a:ext uri="{FF2B5EF4-FFF2-40B4-BE49-F238E27FC236}">
                <a16:creationId xmlns:a16="http://schemas.microsoft.com/office/drawing/2014/main" id="{B5E110E9-6BDC-25E2-7D34-8C94B897184B}"/>
              </a:ext>
            </a:extLst>
          </p:cNvPr>
          <p:cNvSpPr/>
          <p:nvPr/>
        </p:nvSpPr>
        <p:spPr>
          <a:xfrm>
            <a:off x="8728343" y="413301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5" name="Textfeld 144">
            <a:extLst>
              <a:ext uri="{FF2B5EF4-FFF2-40B4-BE49-F238E27FC236}">
                <a16:creationId xmlns:a16="http://schemas.microsoft.com/office/drawing/2014/main" id="{1A42577E-E82C-3C85-A184-2836008C4C56}"/>
              </a:ext>
            </a:extLst>
          </p:cNvPr>
          <p:cNvSpPr txBox="1"/>
          <p:nvPr/>
        </p:nvSpPr>
        <p:spPr>
          <a:xfrm>
            <a:off x="7771310" y="4438292"/>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146" name="Textfeld 145">
            <a:extLst>
              <a:ext uri="{FF2B5EF4-FFF2-40B4-BE49-F238E27FC236}">
                <a16:creationId xmlns:a16="http://schemas.microsoft.com/office/drawing/2014/main" id="{050537E5-3DFE-CB16-FFB5-016723309920}"/>
              </a:ext>
            </a:extLst>
          </p:cNvPr>
          <p:cNvSpPr txBox="1"/>
          <p:nvPr/>
        </p:nvSpPr>
        <p:spPr>
          <a:xfrm>
            <a:off x="6618318" y="3875863"/>
            <a:ext cx="755403" cy="169277"/>
          </a:xfrm>
          <a:prstGeom prst="rect">
            <a:avLst/>
          </a:prstGeom>
          <a:noFill/>
        </p:spPr>
        <p:txBody>
          <a:bodyPr wrap="square" lIns="0" tIns="0" rIns="0" bIns="0" rtlCol="0">
            <a:spAutoFit/>
          </a:bodyPr>
          <a:lstStyle/>
          <a:p>
            <a:pPr algn="ctr"/>
            <a:r>
              <a:rPr lang="en-US" sz="1100" dirty="0">
                <a:solidFill>
                  <a:schemeClr val="bg1"/>
                </a:solidFill>
              </a:rPr>
              <a:t>Primary</a:t>
            </a:r>
          </a:p>
        </p:txBody>
      </p:sp>
      <p:sp>
        <p:nvSpPr>
          <p:cNvPr id="147" name="Textfeld 146">
            <a:extLst>
              <a:ext uri="{FF2B5EF4-FFF2-40B4-BE49-F238E27FC236}">
                <a16:creationId xmlns:a16="http://schemas.microsoft.com/office/drawing/2014/main" id="{1B5B0191-041D-649E-5339-E9A36280C9B6}"/>
              </a:ext>
            </a:extLst>
          </p:cNvPr>
          <p:cNvSpPr txBox="1"/>
          <p:nvPr/>
        </p:nvSpPr>
        <p:spPr>
          <a:xfrm>
            <a:off x="8665967" y="3895529"/>
            <a:ext cx="755403" cy="169277"/>
          </a:xfrm>
          <a:prstGeom prst="rect">
            <a:avLst/>
          </a:prstGeom>
          <a:noFill/>
        </p:spPr>
        <p:txBody>
          <a:bodyPr wrap="square" lIns="0" tIns="0" rIns="0" bIns="0" rtlCol="0">
            <a:spAutoFit/>
          </a:bodyPr>
          <a:lstStyle/>
          <a:p>
            <a:pPr algn="ctr"/>
            <a:r>
              <a:rPr lang="en-US" sz="1100" dirty="0">
                <a:solidFill>
                  <a:schemeClr val="bg1"/>
                </a:solidFill>
              </a:rPr>
              <a:t>Backup</a:t>
            </a:r>
          </a:p>
        </p:txBody>
      </p:sp>
      <p:sp>
        <p:nvSpPr>
          <p:cNvPr id="148" name="Gewitterblitz 147">
            <a:extLst>
              <a:ext uri="{FF2B5EF4-FFF2-40B4-BE49-F238E27FC236}">
                <a16:creationId xmlns:a16="http://schemas.microsoft.com/office/drawing/2014/main" id="{295B6060-8977-27C9-BEDD-96F1939B0486}"/>
              </a:ext>
            </a:extLst>
          </p:cNvPr>
          <p:cNvSpPr/>
          <p:nvPr/>
        </p:nvSpPr>
        <p:spPr bwMode="auto">
          <a:xfrm>
            <a:off x="7745705" y="5044454"/>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155" name="Freihandform: Form 154">
            <a:extLst>
              <a:ext uri="{FF2B5EF4-FFF2-40B4-BE49-F238E27FC236}">
                <a16:creationId xmlns:a16="http://schemas.microsoft.com/office/drawing/2014/main" id="{1D36F0A8-E4EE-8D27-FA78-ACDA852A2CB8}"/>
              </a:ext>
            </a:extLst>
          </p:cNvPr>
          <p:cNvSpPr/>
          <p:nvPr/>
        </p:nvSpPr>
        <p:spPr bwMode="auto">
          <a:xfrm>
            <a:off x="6979343" y="4720704"/>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156" name="Gruppieren 155">
            <a:extLst>
              <a:ext uri="{FF2B5EF4-FFF2-40B4-BE49-F238E27FC236}">
                <a16:creationId xmlns:a16="http://schemas.microsoft.com/office/drawing/2014/main" id="{F42825C2-104C-7FBC-260E-AE4D9C15FDA6}"/>
              </a:ext>
            </a:extLst>
          </p:cNvPr>
          <p:cNvGrpSpPr/>
          <p:nvPr/>
        </p:nvGrpSpPr>
        <p:grpSpPr>
          <a:xfrm>
            <a:off x="7514404" y="4936364"/>
            <a:ext cx="676368" cy="224844"/>
            <a:chOff x="5193325" y="3140015"/>
            <a:chExt cx="676368" cy="224844"/>
          </a:xfrm>
        </p:grpSpPr>
        <p:sp>
          <p:nvSpPr>
            <p:cNvPr id="160" name="Textfeld 159">
              <a:extLst>
                <a:ext uri="{FF2B5EF4-FFF2-40B4-BE49-F238E27FC236}">
                  <a16:creationId xmlns:a16="http://schemas.microsoft.com/office/drawing/2014/main" id="{FE837F90-E87C-60FF-A526-4605C11B6567}"/>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61" name="Ellipse 160">
              <a:extLst>
                <a:ext uri="{FF2B5EF4-FFF2-40B4-BE49-F238E27FC236}">
                  <a16:creationId xmlns:a16="http://schemas.microsoft.com/office/drawing/2014/main" id="{E1C22243-D593-B5DF-BED8-CB15E52F4B59}"/>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cxnSp>
        <p:nvCxnSpPr>
          <p:cNvPr id="162" name="Gerade Verbindung mit Pfeil 161">
            <a:extLst>
              <a:ext uri="{FF2B5EF4-FFF2-40B4-BE49-F238E27FC236}">
                <a16:creationId xmlns:a16="http://schemas.microsoft.com/office/drawing/2014/main" id="{EC6DEA5F-1FCF-24F3-B805-B9F1819E91BF}"/>
              </a:ext>
            </a:extLst>
          </p:cNvPr>
          <p:cNvCxnSpPr/>
          <p:nvPr/>
        </p:nvCxnSpPr>
        <p:spPr>
          <a:xfrm>
            <a:off x="6778114" y="4777431"/>
            <a:ext cx="0" cy="438799"/>
          </a:xfrm>
          <a:prstGeom prst="straightConnector1">
            <a:avLst/>
          </a:pr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163" name="Gerade Verbindung mit Pfeil 162">
            <a:extLst>
              <a:ext uri="{FF2B5EF4-FFF2-40B4-BE49-F238E27FC236}">
                <a16:creationId xmlns:a16="http://schemas.microsoft.com/office/drawing/2014/main" id="{EF9C3C85-B48B-C0EB-AD6D-3419E92A89BA}"/>
              </a:ext>
            </a:extLst>
          </p:cNvPr>
          <p:cNvCxnSpPr>
            <a:cxnSpLocks/>
          </p:cNvCxnSpPr>
          <p:nvPr/>
        </p:nvCxnSpPr>
        <p:spPr>
          <a:xfrm flipH="1">
            <a:off x="7640887" y="4783486"/>
            <a:ext cx="583890" cy="0"/>
          </a:xfrm>
          <a:prstGeom prst="straightConnector1">
            <a:avLst/>
          </a:pr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cxnSp>
        <p:nvCxnSpPr>
          <p:cNvPr id="165" name="Gerade Verbindung mit Pfeil 164">
            <a:extLst>
              <a:ext uri="{FF2B5EF4-FFF2-40B4-BE49-F238E27FC236}">
                <a16:creationId xmlns:a16="http://schemas.microsoft.com/office/drawing/2014/main" id="{76547873-1FD7-DF75-3E8E-48062602EBD1}"/>
              </a:ext>
            </a:extLst>
          </p:cNvPr>
          <p:cNvCxnSpPr/>
          <p:nvPr/>
        </p:nvCxnSpPr>
        <p:spPr>
          <a:xfrm>
            <a:off x="9035539" y="4777431"/>
            <a:ext cx="0" cy="438799"/>
          </a:xfrm>
          <a:prstGeom prst="straightConnector1">
            <a:avLst/>
          </a:pr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sp>
        <p:nvSpPr>
          <p:cNvPr id="4" name="Textfeld 3">
            <a:extLst>
              <a:ext uri="{FF2B5EF4-FFF2-40B4-BE49-F238E27FC236}">
                <a16:creationId xmlns:a16="http://schemas.microsoft.com/office/drawing/2014/main" id="{8CFED354-24C4-4327-2719-7E0E4B1ED599}"/>
              </a:ext>
            </a:extLst>
          </p:cNvPr>
          <p:cNvSpPr txBox="1"/>
          <p:nvPr/>
        </p:nvSpPr>
        <p:spPr>
          <a:xfrm>
            <a:off x="6546538" y="3468496"/>
            <a:ext cx="2914259" cy="215444"/>
          </a:xfrm>
          <a:prstGeom prst="rect">
            <a:avLst/>
          </a:prstGeom>
          <a:noFill/>
        </p:spPr>
        <p:txBody>
          <a:bodyPr wrap="none" lIns="0" tIns="0" rIns="0" bIns="0" rtlCol="0">
            <a:spAutoFit/>
          </a:bodyPr>
          <a:lstStyle/>
          <a:p>
            <a:pPr algn="l"/>
            <a:r>
              <a:rPr lang="en-US" sz="1400" dirty="0"/>
              <a:t>Behavior in case of ring interruption</a:t>
            </a:r>
          </a:p>
        </p:txBody>
      </p:sp>
    </p:spTree>
    <p:custDataLst>
      <p:tags r:id="rId1"/>
    </p:custDataLst>
    <p:extLst>
      <p:ext uri="{BB962C8B-B14F-4D97-AF65-F5344CB8AC3E}">
        <p14:creationId xmlns:p14="http://schemas.microsoft.com/office/powerpoint/2010/main" val="1527329658"/>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02AE1CC5-148D-5671-371A-2FB290DD233D}"/>
              </a:ext>
            </a:extLst>
          </p:cNvPr>
          <p:cNvSpPr/>
          <p:nvPr/>
        </p:nvSpPr>
        <p:spPr>
          <a:xfrm>
            <a:off x="1058100" y="1365953"/>
            <a:ext cx="6129310" cy="48079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sp>
        <p:nvSpPr>
          <p:cNvPr id="140" name="Ellipse 139">
            <a:extLst>
              <a:ext uri="{FF2B5EF4-FFF2-40B4-BE49-F238E27FC236}">
                <a16:creationId xmlns:a16="http://schemas.microsoft.com/office/drawing/2014/main" id="{61FE9DE0-2BB2-438F-8752-D3B501A907FD}"/>
              </a:ext>
            </a:extLst>
          </p:cNvPr>
          <p:cNvSpPr/>
          <p:nvPr/>
        </p:nvSpPr>
        <p:spPr bwMode="auto">
          <a:xfrm>
            <a:off x="4467746" y="4227455"/>
            <a:ext cx="2298663" cy="1264592"/>
          </a:xfrm>
          <a:prstGeom prst="ellipse">
            <a:avLst/>
          </a:prstGeom>
          <a:noFill/>
          <a:ln w="28575">
            <a:solidFill>
              <a:srgbClr val="00B050"/>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34" imgW="353" imgH="353" progId="TCLayout.ActiveDocument.1">
                  <p:embed/>
                </p:oleObj>
              </mc:Choice>
              <mc:Fallback>
                <p:oleObj name="think-cell Folie" r:id="rId34"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35"/>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err="1">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lstStyle/>
          <a:p>
            <a:r>
              <a:rPr lang="en-US" altLang="de-DE" dirty="0"/>
              <a:t>Configuration example S7-1500H with S2 Redundancy</a:t>
            </a:r>
            <a:br>
              <a:rPr lang="en-US" altLang="de-DE" dirty="0"/>
            </a:br>
            <a:r>
              <a:rPr lang="en-US" altLang="de-DE" b="0" dirty="0"/>
              <a:t>Coupling of multiple MRP rings</a:t>
            </a:r>
            <a:endParaRPr lang="en-US" b="0" dirty="0"/>
          </a:p>
        </p:txBody>
      </p:sp>
      <p:sp>
        <p:nvSpPr>
          <p:cNvPr id="4" name="Fußzeilenplatzhalter 3">
            <a:extLst>
              <a:ext uri="{FF2B5EF4-FFF2-40B4-BE49-F238E27FC236}">
                <a16:creationId xmlns:a16="http://schemas.microsoft.com/office/drawing/2014/main" id="{27605680-6566-43CE-94E2-FDAB77787E1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8" name="Ellipse 7">
            <a:extLst>
              <a:ext uri="{FF2B5EF4-FFF2-40B4-BE49-F238E27FC236}">
                <a16:creationId xmlns:a16="http://schemas.microsoft.com/office/drawing/2014/main" id="{569351E7-3967-41B8-9505-8E000B556A4B}"/>
              </a:ext>
            </a:extLst>
          </p:cNvPr>
          <p:cNvSpPr/>
          <p:nvPr/>
        </p:nvSpPr>
        <p:spPr bwMode="auto">
          <a:xfrm>
            <a:off x="1560251" y="2592125"/>
            <a:ext cx="5073921" cy="1223124"/>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grpSp>
        <p:nvGrpSpPr>
          <p:cNvPr id="9" name="Gruppieren 8">
            <a:extLst>
              <a:ext uri="{FF2B5EF4-FFF2-40B4-BE49-F238E27FC236}">
                <a16:creationId xmlns:a16="http://schemas.microsoft.com/office/drawing/2014/main" id="{F048C5DB-2F5E-4997-BA3E-7E6193DE1FE1}"/>
              </a:ext>
            </a:extLst>
          </p:cNvPr>
          <p:cNvGrpSpPr/>
          <p:nvPr/>
        </p:nvGrpSpPr>
        <p:grpSpPr>
          <a:xfrm>
            <a:off x="4236840" y="2512631"/>
            <a:ext cx="125934" cy="499425"/>
            <a:chOff x="8617772" y="3244539"/>
            <a:chExt cx="126000" cy="499685"/>
          </a:xfrm>
        </p:grpSpPr>
        <p:cxnSp>
          <p:nvCxnSpPr>
            <p:cNvPr id="10" name="Gerade Verbindung 95">
              <a:extLst>
                <a:ext uri="{FF2B5EF4-FFF2-40B4-BE49-F238E27FC236}">
                  <a16:creationId xmlns:a16="http://schemas.microsoft.com/office/drawing/2014/main" id="{E219112F-DDBA-4418-B5F8-4F6C584AE878}"/>
                </a:ext>
              </a:extLst>
            </p:cNvPr>
            <p:cNvCxnSpPr/>
            <p:nvPr/>
          </p:nvCxnSpPr>
          <p:spPr bwMode="auto">
            <a:xfrm flipH="1">
              <a:off x="8680772" y="3312310"/>
              <a:ext cx="1" cy="43191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hteck 10">
              <a:extLst>
                <a:ext uri="{FF2B5EF4-FFF2-40B4-BE49-F238E27FC236}">
                  <a16:creationId xmlns:a16="http://schemas.microsoft.com/office/drawing/2014/main" id="{E336B074-0870-472A-B5BC-2E74DF656B9D}"/>
                </a:ext>
              </a:extLst>
            </p:cNvPr>
            <p:cNvSpPr/>
            <p:nvPr/>
          </p:nvSpPr>
          <p:spPr bwMode="auto">
            <a:xfrm>
              <a:off x="8617772" y="3244539"/>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2" name="Gruppieren 11">
            <a:extLst>
              <a:ext uri="{FF2B5EF4-FFF2-40B4-BE49-F238E27FC236}">
                <a16:creationId xmlns:a16="http://schemas.microsoft.com/office/drawing/2014/main" id="{A9371190-329E-454A-A5AF-2430B905F1A9}"/>
              </a:ext>
            </a:extLst>
          </p:cNvPr>
          <p:cNvGrpSpPr/>
          <p:nvPr/>
        </p:nvGrpSpPr>
        <p:grpSpPr>
          <a:xfrm>
            <a:off x="3259045" y="2570082"/>
            <a:ext cx="125934" cy="447756"/>
            <a:chOff x="7887113" y="3302020"/>
            <a:chExt cx="126000" cy="447989"/>
          </a:xfrm>
        </p:grpSpPr>
        <p:cxnSp>
          <p:nvCxnSpPr>
            <p:cNvPr id="13" name="Gerade Verbindung 94">
              <a:extLst>
                <a:ext uri="{FF2B5EF4-FFF2-40B4-BE49-F238E27FC236}">
                  <a16:creationId xmlns:a16="http://schemas.microsoft.com/office/drawing/2014/main" id="{23704A3B-FF5A-4C54-B351-2A802B4D6D00}"/>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hteck 13">
              <a:extLst>
                <a:ext uri="{FF2B5EF4-FFF2-40B4-BE49-F238E27FC236}">
                  <a16:creationId xmlns:a16="http://schemas.microsoft.com/office/drawing/2014/main" id="{66BBC939-D46F-4D71-BFE0-69B7E8D892F0}"/>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18" name="Rechteck 17">
            <a:extLst>
              <a:ext uri="{FF2B5EF4-FFF2-40B4-BE49-F238E27FC236}">
                <a16:creationId xmlns:a16="http://schemas.microsoft.com/office/drawing/2014/main" id="{7A4CDBDD-F664-4EB7-96F7-D89F271851C0}"/>
              </a:ext>
            </a:extLst>
          </p:cNvPr>
          <p:cNvSpPr/>
          <p:nvPr/>
        </p:nvSpPr>
        <p:spPr bwMode="auto">
          <a:xfrm>
            <a:off x="3650312" y="2534365"/>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9" name="Gerade Verbindung 109">
            <a:extLst>
              <a:ext uri="{FF2B5EF4-FFF2-40B4-BE49-F238E27FC236}">
                <a16:creationId xmlns:a16="http://schemas.microsoft.com/office/drawing/2014/main" id="{B00E66F9-5B43-40AD-A282-A7A877178517}"/>
              </a:ext>
            </a:extLst>
          </p:cNvPr>
          <p:cNvCxnSpPr/>
          <p:nvPr/>
        </p:nvCxnSpPr>
        <p:spPr bwMode="auto">
          <a:xfrm>
            <a:off x="3636407" y="2134248"/>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 name="product_distributed-io.png">
            <a:extLst>
              <a:ext uri="{FF2B5EF4-FFF2-40B4-BE49-F238E27FC236}">
                <a16:creationId xmlns:a16="http://schemas.microsoft.com/office/drawing/2014/main" id="{52567376-C202-48F4-9743-15D29A682F0C}"/>
              </a:ext>
            </a:extLst>
          </p:cNvPr>
          <p:cNvPicPr>
            <a:picLocks noChangeAspect="1"/>
          </p:cNvPicPr>
          <p:nvPr>
            <p:custDataLst>
              <p:tags r:id="rId3"/>
            </p:custDataLst>
          </p:nvPr>
        </p:nvPicPr>
        <p:blipFill>
          <a:blip r:embed="rId36" cstate="print">
            <a:extLst>
              <a:ext uri="{28A0092B-C50C-407E-A947-70E740481C1C}">
                <a14:useLocalDpi xmlns:a14="http://schemas.microsoft.com/office/drawing/2010/main" val="0"/>
              </a:ext>
            </a:extLst>
          </a:blip>
          <a:stretch>
            <a:fillRect/>
          </a:stretch>
        </p:blipFill>
        <p:spPr>
          <a:xfrm>
            <a:off x="3254110" y="2822494"/>
            <a:ext cx="455031" cy="455031"/>
          </a:xfrm>
          <a:prstGeom prst="rect">
            <a:avLst/>
          </a:prstGeom>
          <a:solidFill>
            <a:schemeClr val="tx1"/>
          </a:solidFill>
        </p:spPr>
      </p:pic>
      <p:grpSp>
        <p:nvGrpSpPr>
          <p:cNvPr id="21" name="Gruppieren 20">
            <a:extLst>
              <a:ext uri="{FF2B5EF4-FFF2-40B4-BE49-F238E27FC236}">
                <a16:creationId xmlns:a16="http://schemas.microsoft.com/office/drawing/2014/main" id="{1B39DFBB-818F-43A1-9689-1B384BE64341}"/>
              </a:ext>
            </a:extLst>
          </p:cNvPr>
          <p:cNvGrpSpPr>
            <a:grpSpLocks noChangeAspect="1"/>
          </p:cNvGrpSpPr>
          <p:nvPr/>
        </p:nvGrpSpPr>
        <p:grpSpPr>
          <a:xfrm>
            <a:off x="4212814" y="2698549"/>
            <a:ext cx="622097" cy="496391"/>
            <a:chOff x="4105359" y="1822075"/>
            <a:chExt cx="4583448" cy="3657299"/>
          </a:xfrm>
          <a:solidFill>
            <a:schemeClr val="tx1"/>
          </a:solidFill>
        </p:grpSpPr>
        <p:pic>
          <p:nvPicPr>
            <p:cNvPr id="22" name="product_simatic-s7-1500.png">
              <a:extLst>
                <a:ext uri="{FF2B5EF4-FFF2-40B4-BE49-F238E27FC236}">
                  <a16:creationId xmlns:a16="http://schemas.microsoft.com/office/drawing/2014/main" id="{6C39452B-6690-4D27-9F14-ACCC4EB889A4}"/>
                </a:ext>
              </a:extLst>
            </p:cNvPr>
            <p:cNvPicPr>
              <a:picLocks noChangeAspect="1"/>
            </p:cNvPicPr>
            <p:nvPr>
              <p:custDataLst>
                <p:tags r:id="rId28"/>
              </p:custDataLst>
            </p:nvPr>
          </p:nvPicPr>
          <p:blipFill rotWithShape="1">
            <a:blip r:embed="rId37"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23" name="product_simatic-s7-1500.png">
              <a:extLst>
                <a:ext uri="{FF2B5EF4-FFF2-40B4-BE49-F238E27FC236}">
                  <a16:creationId xmlns:a16="http://schemas.microsoft.com/office/drawing/2014/main" id="{B8BF9FFD-8C91-4224-9004-6FA7F9804E5B}"/>
                </a:ext>
              </a:extLst>
            </p:cNvPr>
            <p:cNvPicPr>
              <a:picLocks noChangeAspect="1"/>
            </p:cNvPicPr>
            <p:nvPr>
              <p:custDataLst>
                <p:tags r:id="rId29"/>
              </p:custDataLst>
            </p:nvPr>
          </p:nvPicPr>
          <p:blipFill rotWithShape="1">
            <a:blip r:embed="rId38"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a:grpFill/>
          </p:spPr>
        </p:pic>
        <p:pic>
          <p:nvPicPr>
            <p:cNvPr id="24" name="product_simatic-s7-1500.png">
              <a:extLst>
                <a:ext uri="{FF2B5EF4-FFF2-40B4-BE49-F238E27FC236}">
                  <a16:creationId xmlns:a16="http://schemas.microsoft.com/office/drawing/2014/main" id="{76ACCD83-11E3-4621-B1D8-7C0746F5F2BD}"/>
                </a:ext>
              </a:extLst>
            </p:cNvPr>
            <p:cNvPicPr>
              <a:picLocks noChangeAspect="1"/>
            </p:cNvPicPr>
            <p:nvPr>
              <p:custDataLst>
                <p:tags r:id="rId30"/>
              </p:custDataLst>
            </p:nvPr>
          </p:nvPicPr>
          <p:blipFill rotWithShape="1">
            <a:blip r:embed="rId39"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grpFill/>
          </p:spPr>
        </p:pic>
        <p:pic>
          <p:nvPicPr>
            <p:cNvPr id="25" name="product_simatic-s7-1500.png">
              <a:extLst>
                <a:ext uri="{FF2B5EF4-FFF2-40B4-BE49-F238E27FC236}">
                  <a16:creationId xmlns:a16="http://schemas.microsoft.com/office/drawing/2014/main" id="{DD9AFBB6-3013-4D5E-8B6B-EA4A0F026ADF}"/>
                </a:ext>
              </a:extLst>
            </p:cNvPr>
            <p:cNvPicPr>
              <a:picLocks noChangeAspect="1"/>
            </p:cNvPicPr>
            <p:nvPr>
              <p:custDataLst>
                <p:tags r:id="rId31"/>
              </p:custDataLst>
            </p:nvPr>
          </p:nvPicPr>
          <p:blipFill rotWithShape="1">
            <a:blip r:embed="rId40"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a:grpFill/>
          </p:spPr>
        </p:pic>
      </p:grpSp>
      <p:cxnSp>
        <p:nvCxnSpPr>
          <p:cNvPr id="26" name="Gerade Verbindung 122">
            <a:extLst>
              <a:ext uri="{FF2B5EF4-FFF2-40B4-BE49-F238E27FC236}">
                <a16:creationId xmlns:a16="http://schemas.microsoft.com/office/drawing/2014/main" id="{01102D1F-3AFC-48AA-9573-320CE5339D17}"/>
              </a:ext>
            </a:extLst>
          </p:cNvPr>
          <p:cNvCxnSpPr/>
          <p:nvPr/>
        </p:nvCxnSpPr>
        <p:spPr bwMode="auto">
          <a:xfrm>
            <a:off x="3738711" y="2249632"/>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Ellipse 1">
            <a:extLst>
              <a:ext uri="{FF2B5EF4-FFF2-40B4-BE49-F238E27FC236}">
                <a16:creationId xmlns:a16="http://schemas.microsoft.com/office/drawing/2014/main" id="{5441944D-AEED-47BF-80A6-5C11704CD717}"/>
              </a:ext>
            </a:extLst>
          </p:cNvPr>
          <p:cNvSpPr/>
          <p:nvPr/>
        </p:nvSpPr>
        <p:spPr bwMode="auto">
          <a:xfrm>
            <a:off x="1486113" y="4213113"/>
            <a:ext cx="2614560" cy="1264592"/>
          </a:xfrm>
          <a:prstGeom prst="ellipse">
            <a:avLst/>
          </a:prstGeom>
          <a:noFill/>
          <a:ln w="28575">
            <a:solidFill>
              <a:srgbClr val="00B050"/>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nvGrpSpPr>
          <p:cNvPr id="63" name="Gruppieren 62">
            <a:extLst>
              <a:ext uri="{FF2B5EF4-FFF2-40B4-BE49-F238E27FC236}">
                <a16:creationId xmlns:a16="http://schemas.microsoft.com/office/drawing/2014/main" id="{30A7665E-FB89-4200-8F3E-C73F31317DB9}"/>
              </a:ext>
            </a:extLst>
          </p:cNvPr>
          <p:cNvGrpSpPr/>
          <p:nvPr/>
        </p:nvGrpSpPr>
        <p:grpSpPr>
          <a:xfrm>
            <a:off x="3751380" y="5168126"/>
            <a:ext cx="126000" cy="447756"/>
            <a:chOff x="7887113" y="3302020"/>
            <a:chExt cx="126000" cy="447989"/>
          </a:xfrm>
        </p:grpSpPr>
        <p:cxnSp>
          <p:nvCxnSpPr>
            <p:cNvPr id="64" name="Gerade Verbindung 94">
              <a:extLst>
                <a:ext uri="{FF2B5EF4-FFF2-40B4-BE49-F238E27FC236}">
                  <a16:creationId xmlns:a16="http://schemas.microsoft.com/office/drawing/2014/main" id="{F2D69305-02BE-43E2-AE99-EEE37B321B0E}"/>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Rechteck 64">
              <a:extLst>
                <a:ext uri="{FF2B5EF4-FFF2-40B4-BE49-F238E27FC236}">
                  <a16:creationId xmlns:a16="http://schemas.microsoft.com/office/drawing/2014/main" id="{21C5303A-ECD5-4C60-A2E0-DA65B9962256}"/>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67" name="product_distributed-io.png">
            <a:extLst>
              <a:ext uri="{FF2B5EF4-FFF2-40B4-BE49-F238E27FC236}">
                <a16:creationId xmlns:a16="http://schemas.microsoft.com/office/drawing/2014/main" id="{4F6E59EF-B20B-40A8-ADE2-BA2E0A1B5410}"/>
              </a:ext>
            </a:extLst>
          </p:cNvPr>
          <p:cNvPicPr>
            <a:picLocks noChangeAspect="1"/>
          </p:cNvPicPr>
          <p:nvPr>
            <p:custDataLst>
              <p:tags r:id="rId4"/>
            </p:custDataLst>
          </p:nvPr>
        </p:nvPicPr>
        <p:blipFill>
          <a:blip r:embed="rId36" cstate="print">
            <a:extLst>
              <a:ext uri="{28A0092B-C50C-407E-A947-70E740481C1C}">
                <a14:useLocalDpi xmlns:a14="http://schemas.microsoft.com/office/drawing/2010/main" val="0"/>
              </a:ext>
            </a:extLst>
          </a:blip>
          <a:stretch>
            <a:fillRect/>
          </a:stretch>
        </p:blipFill>
        <p:spPr>
          <a:xfrm>
            <a:off x="3742314" y="5420538"/>
            <a:ext cx="455031" cy="455031"/>
          </a:xfrm>
          <a:prstGeom prst="rect">
            <a:avLst/>
          </a:prstGeom>
          <a:solidFill>
            <a:schemeClr val="tx1"/>
          </a:solidFill>
        </p:spPr>
      </p:pic>
      <p:grpSp>
        <p:nvGrpSpPr>
          <p:cNvPr id="68" name="Gruppieren 67">
            <a:extLst>
              <a:ext uri="{FF2B5EF4-FFF2-40B4-BE49-F238E27FC236}">
                <a16:creationId xmlns:a16="http://schemas.microsoft.com/office/drawing/2014/main" id="{53FDE122-2E88-4815-92F7-A9FA8010BF0B}"/>
              </a:ext>
            </a:extLst>
          </p:cNvPr>
          <p:cNvGrpSpPr/>
          <p:nvPr/>
        </p:nvGrpSpPr>
        <p:grpSpPr>
          <a:xfrm>
            <a:off x="2655159" y="5395641"/>
            <a:ext cx="126000" cy="447756"/>
            <a:chOff x="7887113" y="3302020"/>
            <a:chExt cx="126000" cy="447989"/>
          </a:xfrm>
        </p:grpSpPr>
        <p:cxnSp>
          <p:nvCxnSpPr>
            <p:cNvPr id="69" name="Gerade Verbindung 94">
              <a:extLst>
                <a:ext uri="{FF2B5EF4-FFF2-40B4-BE49-F238E27FC236}">
                  <a16:creationId xmlns:a16="http://schemas.microsoft.com/office/drawing/2014/main" id="{545A2B7E-D754-428B-879A-C20C782E14DF}"/>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Rechteck 69">
              <a:extLst>
                <a:ext uri="{FF2B5EF4-FFF2-40B4-BE49-F238E27FC236}">
                  <a16:creationId xmlns:a16="http://schemas.microsoft.com/office/drawing/2014/main" id="{CB8E8B74-B68D-4CBF-872D-AD1AC59664B5}"/>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71" name="product_distributed-io.png">
            <a:extLst>
              <a:ext uri="{FF2B5EF4-FFF2-40B4-BE49-F238E27FC236}">
                <a16:creationId xmlns:a16="http://schemas.microsoft.com/office/drawing/2014/main" id="{F906CC0A-3C85-4BC9-84EB-8E9BF4399538}"/>
              </a:ext>
            </a:extLst>
          </p:cNvPr>
          <p:cNvPicPr>
            <a:picLocks noChangeAspect="1"/>
          </p:cNvPicPr>
          <p:nvPr>
            <p:custDataLst>
              <p:tags r:id="rId5"/>
            </p:custDataLst>
          </p:nvPr>
        </p:nvPicPr>
        <p:blipFill>
          <a:blip r:embed="rId36" cstate="print">
            <a:extLst>
              <a:ext uri="{28A0092B-C50C-407E-A947-70E740481C1C}">
                <a14:useLocalDpi xmlns:a14="http://schemas.microsoft.com/office/drawing/2010/main" val="0"/>
              </a:ext>
            </a:extLst>
          </a:blip>
          <a:stretch>
            <a:fillRect/>
          </a:stretch>
        </p:blipFill>
        <p:spPr>
          <a:xfrm>
            <a:off x="2646093" y="5648053"/>
            <a:ext cx="455031" cy="455031"/>
          </a:xfrm>
          <a:prstGeom prst="rect">
            <a:avLst/>
          </a:prstGeom>
          <a:solidFill>
            <a:schemeClr val="tx1"/>
          </a:solidFill>
        </p:spPr>
      </p:pic>
      <p:grpSp>
        <p:nvGrpSpPr>
          <p:cNvPr id="72" name="Gruppieren 71">
            <a:extLst>
              <a:ext uri="{FF2B5EF4-FFF2-40B4-BE49-F238E27FC236}">
                <a16:creationId xmlns:a16="http://schemas.microsoft.com/office/drawing/2014/main" id="{1E4F0EEE-5358-4B6A-B45A-22AD409CD9FD}"/>
              </a:ext>
            </a:extLst>
          </p:cNvPr>
          <p:cNvGrpSpPr/>
          <p:nvPr/>
        </p:nvGrpSpPr>
        <p:grpSpPr>
          <a:xfrm>
            <a:off x="1959003" y="4270669"/>
            <a:ext cx="126000" cy="447756"/>
            <a:chOff x="7887113" y="3302020"/>
            <a:chExt cx="126000" cy="447989"/>
          </a:xfrm>
        </p:grpSpPr>
        <p:cxnSp>
          <p:nvCxnSpPr>
            <p:cNvPr id="73" name="Gerade Verbindung 94">
              <a:extLst>
                <a:ext uri="{FF2B5EF4-FFF2-40B4-BE49-F238E27FC236}">
                  <a16:creationId xmlns:a16="http://schemas.microsoft.com/office/drawing/2014/main" id="{042318CD-056A-4F2E-83DD-A91A5CCB1186}"/>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Rechteck 73">
              <a:extLst>
                <a:ext uri="{FF2B5EF4-FFF2-40B4-BE49-F238E27FC236}">
                  <a16:creationId xmlns:a16="http://schemas.microsoft.com/office/drawing/2014/main" id="{00FE5D32-2BEB-4F8A-8020-663627A8DD82}"/>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75" name="product_distributed-io.png">
            <a:extLst>
              <a:ext uri="{FF2B5EF4-FFF2-40B4-BE49-F238E27FC236}">
                <a16:creationId xmlns:a16="http://schemas.microsoft.com/office/drawing/2014/main" id="{BA1A7B66-1A0B-4D66-813D-48461C6810CB}"/>
              </a:ext>
            </a:extLst>
          </p:cNvPr>
          <p:cNvPicPr>
            <a:picLocks noChangeAspect="1"/>
          </p:cNvPicPr>
          <p:nvPr>
            <p:custDataLst>
              <p:tags r:id="rId6"/>
            </p:custDataLst>
          </p:nvPr>
        </p:nvPicPr>
        <p:blipFill>
          <a:blip r:embed="rId36" cstate="print">
            <a:extLst>
              <a:ext uri="{28A0092B-C50C-407E-A947-70E740481C1C}">
                <a14:useLocalDpi xmlns:a14="http://schemas.microsoft.com/office/drawing/2010/main" val="0"/>
              </a:ext>
            </a:extLst>
          </a:blip>
          <a:stretch>
            <a:fillRect/>
          </a:stretch>
        </p:blipFill>
        <p:spPr>
          <a:xfrm>
            <a:off x="1949938" y="4523081"/>
            <a:ext cx="455031" cy="455031"/>
          </a:xfrm>
          <a:prstGeom prst="rect">
            <a:avLst/>
          </a:prstGeom>
          <a:solidFill>
            <a:schemeClr val="tx1"/>
          </a:solidFill>
        </p:spPr>
      </p:pic>
      <p:grpSp>
        <p:nvGrpSpPr>
          <p:cNvPr id="76" name="Gruppieren 75">
            <a:extLst>
              <a:ext uri="{FF2B5EF4-FFF2-40B4-BE49-F238E27FC236}">
                <a16:creationId xmlns:a16="http://schemas.microsoft.com/office/drawing/2014/main" id="{5625FD9B-E5F6-4A39-9B06-91640504C0EA}"/>
              </a:ext>
            </a:extLst>
          </p:cNvPr>
          <p:cNvGrpSpPr/>
          <p:nvPr/>
        </p:nvGrpSpPr>
        <p:grpSpPr>
          <a:xfrm>
            <a:off x="6045463" y="5365424"/>
            <a:ext cx="126000" cy="499425"/>
            <a:chOff x="8617772" y="3244539"/>
            <a:chExt cx="126000" cy="499685"/>
          </a:xfrm>
        </p:grpSpPr>
        <p:cxnSp>
          <p:nvCxnSpPr>
            <p:cNvPr id="77" name="Gerade Verbindung 95">
              <a:extLst>
                <a:ext uri="{FF2B5EF4-FFF2-40B4-BE49-F238E27FC236}">
                  <a16:creationId xmlns:a16="http://schemas.microsoft.com/office/drawing/2014/main" id="{96E1DA11-C550-4454-B7CE-6C783B99615E}"/>
                </a:ext>
              </a:extLst>
            </p:cNvPr>
            <p:cNvCxnSpPr/>
            <p:nvPr/>
          </p:nvCxnSpPr>
          <p:spPr bwMode="auto">
            <a:xfrm flipH="1">
              <a:off x="8680772" y="3312310"/>
              <a:ext cx="1" cy="43191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Rechteck 77">
              <a:extLst>
                <a:ext uri="{FF2B5EF4-FFF2-40B4-BE49-F238E27FC236}">
                  <a16:creationId xmlns:a16="http://schemas.microsoft.com/office/drawing/2014/main" id="{DB38FFAF-159F-4BBF-ADD4-2E2DCF3E27C3}"/>
                </a:ext>
              </a:extLst>
            </p:cNvPr>
            <p:cNvSpPr/>
            <p:nvPr/>
          </p:nvSpPr>
          <p:spPr bwMode="auto">
            <a:xfrm>
              <a:off x="8617772" y="3244539"/>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79" name="Gruppieren 78">
            <a:extLst>
              <a:ext uri="{FF2B5EF4-FFF2-40B4-BE49-F238E27FC236}">
                <a16:creationId xmlns:a16="http://schemas.microsoft.com/office/drawing/2014/main" id="{C25255A6-4445-4F29-AAA1-E724879F3B08}"/>
              </a:ext>
            </a:extLst>
          </p:cNvPr>
          <p:cNvGrpSpPr>
            <a:grpSpLocks noChangeAspect="1"/>
          </p:cNvGrpSpPr>
          <p:nvPr/>
        </p:nvGrpSpPr>
        <p:grpSpPr>
          <a:xfrm>
            <a:off x="6016923" y="5551342"/>
            <a:ext cx="622097" cy="496391"/>
            <a:chOff x="4105359" y="1822075"/>
            <a:chExt cx="4583448" cy="3657299"/>
          </a:xfrm>
          <a:solidFill>
            <a:schemeClr val="tx1"/>
          </a:solidFill>
        </p:grpSpPr>
        <p:pic>
          <p:nvPicPr>
            <p:cNvPr id="80" name="product_simatic-s7-1500.png">
              <a:extLst>
                <a:ext uri="{FF2B5EF4-FFF2-40B4-BE49-F238E27FC236}">
                  <a16:creationId xmlns:a16="http://schemas.microsoft.com/office/drawing/2014/main" id="{5EFB5D40-EEB2-4D11-943A-A7FE18B2041E}"/>
                </a:ext>
              </a:extLst>
            </p:cNvPr>
            <p:cNvPicPr>
              <a:picLocks noChangeAspect="1"/>
            </p:cNvPicPr>
            <p:nvPr>
              <p:custDataLst>
                <p:tags r:id="rId24"/>
              </p:custDataLst>
            </p:nvPr>
          </p:nvPicPr>
          <p:blipFill rotWithShape="1">
            <a:blip r:embed="rId37"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81" name="product_simatic-s7-1500.png">
              <a:extLst>
                <a:ext uri="{FF2B5EF4-FFF2-40B4-BE49-F238E27FC236}">
                  <a16:creationId xmlns:a16="http://schemas.microsoft.com/office/drawing/2014/main" id="{F24F7420-0EC9-4FE9-8441-500861F83E37}"/>
                </a:ext>
              </a:extLst>
            </p:cNvPr>
            <p:cNvPicPr>
              <a:picLocks noChangeAspect="1"/>
            </p:cNvPicPr>
            <p:nvPr>
              <p:custDataLst>
                <p:tags r:id="rId25"/>
              </p:custDataLst>
            </p:nvPr>
          </p:nvPicPr>
          <p:blipFill rotWithShape="1">
            <a:blip r:embed="rId38"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a:grpFill/>
          </p:spPr>
        </p:pic>
        <p:pic>
          <p:nvPicPr>
            <p:cNvPr id="82" name="product_simatic-s7-1500.png">
              <a:extLst>
                <a:ext uri="{FF2B5EF4-FFF2-40B4-BE49-F238E27FC236}">
                  <a16:creationId xmlns:a16="http://schemas.microsoft.com/office/drawing/2014/main" id="{D6A2A968-35F2-471F-9BB7-3E607A5EB043}"/>
                </a:ext>
              </a:extLst>
            </p:cNvPr>
            <p:cNvPicPr>
              <a:picLocks noChangeAspect="1"/>
            </p:cNvPicPr>
            <p:nvPr>
              <p:custDataLst>
                <p:tags r:id="rId26"/>
              </p:custDataLst>
            </p:nvPr>
          </p:nvPicPr>
          <p:blipFill rotWithShape="1">
            <a:blip r:embed="rId39"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grpFill/>
          </p:spPr>
        </p:pic>
        <p:pic>
          <p:nvPicPr>
            <p:cNvPr id="83" name="product_simatic-s7-1500.png">
              <a:extLst>
                <a:ext uri="{FF2B5EF4-FFF2-40B4-BE49-F238E27FC236}">
                  <a16:creationId xmlns:a16="http://schemas.microsoft.com/office/drawing/2014/main" id="{379A3DDE-F8FE-4F06-9EC8-E19FCB5C5F28}"/>
                </a:ext>
              </a:extLst>
            </p:cNvPr>
            <p:cNvPicPr>
              <a:picLocks noChangeAspect="1"/>
            </p:cNvPicPr>
            <p:nvPr>
              <p:custDataLst>
                <p:tags r:id="rId27"/>
              </p:custDataLst>
            </p:nvPr>
          </p:nvPicPr>
          <p:blipFill rotWithShape="1">
            <a:blip r:embed="rId40"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a:grpFill/>
          </p:spPr>
        </p:pic>
      </p:grpSp>
      <p:grpSp>
        <p:nvGrpSpPr>
          <p:cNvPr id="84" name="Gruppieren 83">
            <a:extLst>
              <a:ext uri="{FF2B5EF4-FFF2-40B4-BE49-F238E27FC236}">
                <a16:creationId xmlns:a16="http://schemas.microsoft.com/office/drawing/2014/main" id="{8627F95B-0064-4D64-8581-BAF2E7BAD5F0}"/>
              </a:ext>
            </a:extLst>
          </p:cNvPr>
          <p:cNvGrpSpPr/>
          <p:nvPr/>
        </p:nvGrpSpPr>
        <p:grpSpPr>
          <a:xfrm>
            <a:off x="5830891" y="4178236"/>
            <a:ext cx="126000" cy="499425"/>
            <a:chOff x="8617772" y="3244539"/>
            <a:chExt cx="126000" cy="499685"/>
          </a:xfrm>
        </p:grpSpPr>
        <p:cxnSp>
          <p:nvCxnSpPr>
            <p:cNvPr id="85" name="Gerade Verbindung 95">
              <a:extLst>
                <a:ext uri="{FF2B5EF4-FFF2-40B4-BE49-F238E27FC236}">
                  <a16:creationId xmlns:a16="http://schemas.microsoft.com/office/drawing/2014/main" id="{7432DFC4-FA52-49BC-B577-7030652FAB2C}"/>
                </a:ext>
              </a:extLst>
            </p:cNvPr>
            <p:cNvCxnSpPr/>
            <p:nvPr/>
          </p:nvCxnSpPr>
          <p:spPr bwMode="auto">
            <a:xfrm flipH="1">
              <a:off x="8680772" y="3312310"/>
              <a:ext cx="1" cy="43191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Rechteck 85">
              <a:extLst>
                <a:ext uri="{FF2B5EF4-FFF2-40B4-BE49-F238E27FC236}">
                  <a16:creationId xmlns:a16="http://schemas.microsoft.com/office/drawing/2014/main" id="{229B13EE-1DEA-44B1-867C-8F053EC3D9AD}"/>
                </a:ext>
              </a:extLst>
            </p:cNvPr>
            <p:cNvSpPr/>
            <p:nvPr/>
          </p:nvSpPr>
          <p:spPr bwMode="auto">
            <a:xfrm>
              <a:off x="8617772" y="3244539"/>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87" name="Gruppieren 86">
            <a:extLst>
              <a:ext uri="{FF2B5EF4-FFF2-40B4-BE49-F238E27FC236}">
                <a16:creationId xmlns:a16="http://schemas.microsoft.com/office/drawing/2014/main" id="{CAF45EE3-7327-49B9-9F33-3E92375C8B83}"/>
              </a:ext>
            </a:extLst>
          </p:cNvPr>
          <p:cNvGrpSpPr>
            <a:grpSpLocks noChangeAspect="1"/>
          </p:cNvGrpSpPr>
          <p:nvPr/>
        </p:nvGrpSpPr>
        <p:grpSpPr>
          <a:xfrm>
            <a:off x="5802351" y="4364154"/>
            <a:ext cx="622097" cy="496391"/>
            <a:chOff x="4105359" y="1822075"/>
            <a:chExt cx="4583448" cy="3657299"/>
          </a:xfrm>
          <a:solidFill>
            <a:schemeClr val="tx1"/>
          </a:solidFill>
        </p:grpSpPr>
        <p:pic>
          <p:nvPicPr>
            <p:cNvPr id="88" name="product_simatic-s7-1500.png">
              <a:extLst>
                <a:ext uri="{FF2B5EF4-FFF2-40B4-BE49-F238E27FC236}">
                  <a16:creationId xmlns:a16="http://schemas.microsoft.com/office/drawing/2014/main" id="{32852390-C461-48DF-81E9-AC9D4C47D0E6}"/>
                </a:ext>
              </a:extLst>
            </p:cNvPr>
            <p:cNvPicPr>
              <a:picLocks noChangeAspect="1"/>
            </p:cNvPicPr>
            <p:nvPr>
              <p:custDataLst>
                <p:tags r:id="rId20"/>
              </p:custDataLst>
            </p:nvPr>
          </p:nvPicPr>
          <p:blipFill rotWithShape="1">
            <a:blip r:embed="rId37"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89" name="product_simatic-s7-1500.png">
              <a:extLst>
                <a:ext uri="{FF2B5EF4-FFF2-40B4-BE49-F238E27FC236}">
                  <a16:creationId xmlns:a16="http://schemas.microsoft.com/office/drawing/2014/main" id="{E9393207-B6B7-431E-BE8C-D12B0D2C89A7}"/>
                </a:ext>
              </a:extLst>
            </p:cNvPr>
            <p:cNvPicPr>
              <a:picLocks noChangeAspect="1"/>
            </p:cNvPicPr>
            <p:nvPr>
              <p:custDataLst>
                <p:tags r:id="rId21"/>
              </p:custDataLst>
            </p:nvPr>
          </p:nvPicPr>
          <p:blipFill rotWithShape="1">
            <a:blip r:embed="rId38"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a:grpFill/>
          </p:spPr>
        </p:pic>
        <p:pic>
          <p:nvPicPr>
            <p:cNvPr id="90" name="product_simatic-s7-1500.png">
              <a:extLst>
                <a:ext uri="{FF2B5EF4-FFF2-40B4-BE49-F238E27FC236}">
                  <a16:creationId xmlns:a16="http://schemas.microsoft.com/office/drawing/2014/main" id="{9315596F-B4DD-4017-BE5B-5B546156F073}"/>
                </a:ext>
              </a:extLst>
            </p:cNvPr>
            <p:cNvPicPr>
              <a:picLocks noChangeAspect="1"/>
            </p:cNvPicPr>
            <p:nvPr>
              <p:custDataLst>
                <p:tags r:id="rId22"/>
              </p:custDataLst>
            </p:nvPr>
          </p:nvPicPr>
          <p:blipFill rotWithShape="1">
            <a:blip r:embed="rId39"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grpFill/>
          </p:spPr>
        </p:pic>
        <p:pic>
          <p:nvPicPr>
            <p:cNvPr id="91" name="product_simatic-s7-1500.png">
              <a:extLst>
                <a:ext uri="{FF2B5EF4-FFF2-40B4-BE49-F238E27FC236}">
                  <a16:creationId xmlns:a16="http://schemas.microsoft.com/office/drawing/2014/main" id="{A41628E1-9942-4339-865A-F84530A932E1}"/>
                </a:ext>
              </a:extLst>
            </p:cNvPr>
            <p:cNvPicPr>
              <a:picLocks noChangeAspect="1"/>
            </p:cNvPicPr>
            <p:nvPr>
              <p:custDataLst>
                <p:tags r:id="rId23"/>
              </p:custDataLst>
            </p:nvPr>
          </p:nvPicPr>
          <p:blipFill rotWithShape="1">
            <a:blip r:embed="rId40"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a:grpFill/>
          </p:spPr>
        </p:pic>
      </p:grpSp>
      <p:grpSp>
        <p:nvGrpSpPr>
          <p:cNvPr id="92" name="Gruppieren 91">
            <a:extLst>
              <a:ext uri="{FF2B5EF4-FFF2-40B4-BE49-F238E27FC236}">
                <a16:creationId xmlns:a16="http://schemas.microsoft.com/office/drawing/2014/main" id="{7E84ADB5-EF30-4AA0-8D58-D2358409CB96}"/>
              </a:ext>
            </a:extLst>
          </p:cNvPr>
          <p:cNvGrpSpPr/>
          <p:nvPr/>
        </p:nvGrpSpPr>
        <p:grpSpPr>
          <a:xfrm>
            <a:off x="1545271" y="5089741"/>
            <a:ext cx="126000" cy="499425"/>
            <a:chOff x="8617772" y="3244539"/>
            <a:chExt cx="126000" cy="499685"/>
          </a:xfrm>
        </p:grpSpPr>
        <p:cxnSp>
          <p:nvCxnSpPr>
            <p:cNvPr id="93" name="Gerade Verbindung 95">
              <a:extLst>
                <a:ext uri="{FF2B5EF4-FFF2-40B4-BE49-F238E27FC236}">
                  <a16:creationId xmlns:a16="http://schemas.microsoft.com/office/drawing/2014/main" id="{8062681F-0351-41E5-B462-64573EA4388F}"/>
                </a:ext>
              </a:extLst>
            </p:cNvPr>
            <p:cNvCxnSpPr/>
            <p:nvPr/>
          </p:nvCxnSpPr>
          <p:spPr bwMode="auto">
            <a:xfrm flipH="1">
              <a:off x="8680772" y="3312310"/>
              <a:ext cx="1" cy="43191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Rechteck 93">
              <a:extLst>
                <a:ext uri="{FF2B5EF4-FFF2-40B4-BE49-F238E27FC236}">
                  <a16:creationId xmlns:a16="http://schemas.microsoft.com/office/drawing/2014/main" id="{919B9FAA-BD4A-44C9-93BC-92FA12DA37D5}"/>
                </a:ext>
              </a:extLst>
            </p:cNvPr>
            <p:cNvSpPr/>
            <p:nvPr/>
          </p:nvSpPr>
          <p:spPr bwMode="auto">
            <a:xfrm>
              <a:off x="8617772" y="3244539"/>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95" name="Gruppieren 94">
            <a:extLst>
              <a:ext uri="{FF2B5EF4-FFF2-40B4-BE49-F238E27FC236}">
                <a16:creationId xmlns:a16="http://schemas.microsoft.com/office/drawing/2014/main" id="{682D9045-CDA6-4AD8-AC25-68A21AFF1F9D}"/>
              </a:ext>
            </a:extLst>
          </p:cNvPr>
          <p:cNvGrpSpPr>
            <a:grpSpLocks noChangeAspect="1"/>
          </p:cNvGrpSpPr>
          <p:nvPr/>
        </p:nvGrpSpPr>
        <p:grpSpPr>
          <a:xfrm>
            <a:off x="1516731" y="5275660"/>
            <a:ext cx="622097" cy="496391"/>
            <a:chOff x="4105359" y="1822075"/>
            <a:chExt cx="4583448" cy="3657299"/>
          </a:xfrm>
          <a:solidFill>
            <a:schemeClr val="tx1"/>
          </a:solidFill>
        </p:grpSpPr>
        <p:pic>
          <p:nvPicPr>
            <p:cNvPr id="96" name="product_simatic-s7-1500.png">
              <a:extLst>
                <a:ext uri="{FF2B5EF4-FFF2-40B4-BE49-F238E27FC236}">
                  <a16:creationId xmlns:a16="http://schemas.microsoft.com/office/drawing/2014/main" id="{E23F59C1-643E-4727-B488-A8008D4BBE48}"/>
                </a:ext>
              </a:extLst>
            </p:cNvPr>
            <p:cNvPicPr>
              <a:picLocks noChangeAspect="1"/>
            </p:cNvPicPr>
            <p:nvPr>
              <p:custDataLst>
                <p:tags r:id="rId16"/>
              </p:custDataLst>
            </p:nvPr>
          </p:nvPicPr>
          <p:blipFill rotWithShape="1">
            <a:blip r:embed="rId37"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97" name="product_simatic-s7-1500.png">
              <a:extLst>
                <a:ext uri="{FF2B5EF4-FFF2-40B4-BE49-F238E27FC236}">
                  <a16:creationId xmlns:a16="http://schemas.microsoft.com/office/drawing/2014/main" id="{2E27B68E-B145-4F32-8326-89F62014A3F6}"/>
                </a:ext>
              </a:extLst>
            </p:cNvPr>
            <p:cNvPicPr>
              <a:picLocks noChangeAspect="1"/>
            </p:cNvPicPr>
            <p:nvPr>
              <p:custDataLst>
                <p:tags r:id="rId17"/>
              </p:custDataLst>
            </p:nvPr>
          </p:nvPicPr>
          <p:blipFill rotWithShape="1">
            <a:blip r:embed="rId38"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a:grpFill/>
          </p:spPr>
        </p:pic>
        <p:pic>
          <p:nvPicPr>
            <p:cNvPr id="98" name="product_simatic-s7-1500.png">
              <a:extLst>
                <a:ext uri="{FF2B5EF4-FFF2-40B4-BE49-F238E27FC236}">
                  <a16:creationId xmlns:a16="http://schemas.microsoft.com/office/drawing/2014/main" id="{E1514888-8473-47AF-B9CA-4658C460AA34}"/>
                </a:ext>
              </a:extLst>
            </p:cNvPr>
            <p:cNvPicPr>
              <a:picLocks noChangeAspect="1"/>
            </p:cNvPicPr>
            <p:nvPr>
              <p:custDataLst>
                <p:tags r:id="rId18"/>
              </p:custDataLst>
            </p:nvPr>
          </p:nvPicPr>
          <p:blipFill rotWithShape="1">
            <a:blip r:embed="rId39"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grpFill/>
          </p:spPr>
        </p:pic>
        <p:pic>
          <p:nvPicPr>
            <p:cNvPr id="99" name="product_simatic-s7-1500.png">
              <a:extLst>
                <a:ext uri="{FF2B5EF4-FFF2-40B4-BE49-F238E27FC236}">
                  <a16:creationId xmlns:a16="http://schemas.microsoft.com/office/drawing/2014/main" id="{056AE3BF-0FBB-4F35-B429-9D515A8206B0}"/>
                </a:ext>
              </a:extLst>
            </p:cNvPr>
            <p:cNvPicPr>
              <a:picLocks noChangeAspect="1"/>
            </p:cNvPicPr>
            <p:nvPr>
              <p:custDataLst>
                <p:tags r:id="rId19"/>
              </p:custDataLst>
            </p:nvPr>
          </p:nvPicPr>
          <p:blipFill rotWithShape="1">
            <a:blip r:embed="rId40"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a:grpFill/>
          </p:spPr>
        </p:pic>
      </p:grpSp>
      <p:grpSp>
        <p:nvGrpSpPr>
          <p:cNvPr id="100" name="Gruppieren 99">
            <a:extLst>
              <a:ext uri="{FF2B5EF4-FFF2-40B4-BE49-F238E27FC236}">
                <a16:creationId xmlns:a16="http://schemas.microsoft.com/office/drawing/2014/main" id="{3E90C45C-C47B-45E6-B5FE-B4E1371F85EC}"/>
              </a:ext>
            </a:extLst>
          </p:cNvPr>
          <p:cNvGrpSpPr/>
          <p:nvPr/>
        </p:nvGrpSpPr>
        <p:grpSpPr>
          <a:xfrm>
            <a:off x="4878318" y="5314716"/>
            <a:ext cx="126000" cy="447756"/>
            <a:chOff x="7887113" y="3302020"/>
            <a:chExt cx="126000" cy="447989"/>
          </a:xfrm>
        </p:grpSpPr>
        <p:cxnSp>
          <p:nvCxnSpPr>
            <p:cNvPr id="101" name="Gerade Verbindung 94">
              <a:extLst>
                <a:ext uri="{FF2B5EF4-FFF2-40B4-BE49-F238E27FC236}">
                  <a16:creationId xmlns:a16="http://schemas.microsoft.com/office/drawing/2014/main" id="{DC42FC3F-33D8-49A3-B670-EE1EE8D935ED}"/>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Rechteck 101">
              <a:extLst>
                <a:ext uri="{FF2B5EF4-FFF2-40B4-BE49-F238E27FC236}">
                  <a16:creationId xmlns:a16="http://schemas.microsoft.com/office/drawing/2014/main" id="{E8BFC465-2E63-4FFC-9D41-114A101478B3}"/>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103" name="product_distributed-io.png">
            <a:extLst>
              <a:ext uri="{FF2B5EF4-FFF2-40B4-BE49-F238E27FC236}">
                <a16:creationId xmlns:a16="http://schemas.microsoft.com/office/drawing/2014/main" id="{8B812B1A-3DEA-4A7E-9305-84240BAAA7AF}"/>
              </a:ext>
            </a:extLst>
          </p:cNvPr>
          <p:cNvPicPr>
            <a:picLocks noChangeAspect="1"/>
          </p:cNvPicPr>
          <p:nvPr>
            <p:custDataLst>
              <p:tags r:id="rId7"/>
            </p:custDataLst>
          </p:nvPr>
        </p:nvPicPr>
        <p:blipFill>
          <a:blip r:embed="rId36" cstate="print">
            <a:extLst>
              <a:ext uri="{28A0092B-C50C-407E-A947-70E740481C1C}">
                <a14:useLocalDpi xmlns:a14="http://schemas.microsoft.com/office/drawing/2010/main" val="0"/>
              </a:ext>
            </a:extLst>
          </a:blip>
          <a:stretch>
            <a:fillRect/>
          </a:stretch>
        </p:blipFill>
        <p:spPr>
          <a:xfrm>
            <a:off x="4869253" y="5567129"/>
            <a:ext cx="455031" cy="455031"/>
          </a:xfrm>
          <a:prstGeom prst="rect">
            <a:avLst/>
          </a:prstGeom>
          <a:solidFill>
            <a:schemeClr val="tx1"/>
          </a:solidFill>
        </p:spPr>
      </p:pic>
      <p:sp>
        <p:nvSpPr>
          <p:cNvPr id="3" name="Textfeld 2">
            <a:extLst>
              <a:ext uri="{FF2B5EF4-FFF2-40B4-BE49-F238E27FC236}">
                <a16:creationId xmlns:a16="http://schemas.microsoft.com/office/drawing/2014/main" id="{0F134093-4B26-4EE0-8024-38B0AF640618}"/>
              </a:ext>
            </a:extLst>
          </p:cNvPr>
          <p:cNvSpPr txBox="1"/>
          <p:nvPr/>
        </p:nvSpPr>
        <p:spPr>
          <a:xfrm>
            <a:off x="7420368" y="1363558"/>
            <a:ext cx="4328972" cy="4252324"/>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Ring coupling via MRP interconnection</a:t>
            </a:r>
            <a:endParaRPr lang="en-US" sz="1599" dirty="0">
              <a:latin typeface="Arial"/>
              <a:ea typeface="Arial Unicode MS" panose="020B0604020202020204" pitchFamily="34" charset="-128"/>
              <a:cs typeface="Arial Unicode MS" panose="020B0604020202020204" pitchFamily="34" charset="-128"/>
            </a:endParaRP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MRP interconnection switches allow the coupling of multiple MRP rings:</a:t>
            </a:r>
            <a:br>
              <a:rPr lang="en-US" sz="1599" dirty="0">
                <a:latin typeface="Arial"/>
                <a:ea typeface="Arial Unicode MS" panose="020B0604020202020204" pitchFamily="34" charset="-128"/>
                <a:cs typeface="Arial Unicode MS" panose="020B0604020202020204" pitchFamily="34" charset="-128"/>
              </a:rPr>
            </a:br>
            <a:r>
              <a:rPr lang="en-US" sz="1599" dirty="0">
                <a:latin typeface="Arial"/>
                <a:ea typeface="Arial Unicode MS" panose="020B0604020202020204" pitchFamily="34" charset="-128"/>
                <a:cs typeface="Arial Unicode MS" panose="020B0604020202020204" pitchFamily="34" charset="-128"/>
              </a:rPr>
              <a:t>Ring on S7-1500H + up to 10 additional MRP rings</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Thanks to redundant switch architecture, the coupled network remains functional even if one switch fails.</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Up to 50 devices can be connected per ring </a:t>
            </a: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 The total number of participants of an R/H CPU can also be achieved without spur lines.</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Can be used with the following SCALANCE switches:</a:t>
            </a:r>
            <a:b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b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XR500, XM400, XC200, XF204-2BA, XP200</a:t>
            </a:r>
            <a:endParaRPr lang="en-US" sz="1599" dirty="0">
              <a:latin typeface="Arial"/>
              <a:ea typeface="Arial Unicode MS" panose="020B0604020202020204" pitchFamily="34" charset="-128"/>
              <a:cs typeface="Arial Unicode MS" panose="020B0604020202020204" pitchFamily="34" charset="-128"/>
            </a:endParaRPr>
          </a:p>
        </p:txBody>
      </p:sp>
      <p:grpSp>
        <p:nvGrpSpPr>
          <p:cNvPr id="33" name="Gruppieren 32">
            <a:extLst>
              <a:ext uri="{FF2B5EF4-FFF2-40B4-BE49-F238E27FC236}">
                <a16:creationId xmlns:a16="http://schemas.microsoft.com/office/drawing/2014/main" id="{113507D4-A708-413E-8879-3D0F46E3772A}"/>
              </a:ext>
            </a:extLst>
          </p:cNvPr>
          <p:cNvGrpSpPr/>
          <p:nvPr/>
        </p:nvGrpSpPr>
        <p:grpSpPr>
          <a:xfrm>
            <a:off x="2466723" y="3378477"/>
            <a:ext cx="619303" cy="1176942"/>
            <a:chOff x="3578422" y="3378451"/>
            <a:chExt cx="619303" cy="1177555"/>
          </a:xfrm>
        </p:grpSpPr>
        <p:cxnSp>
          <p:nvCxnSpPr>
            <p:cNvPr id="132" name="Gerade Verbindung 106">
              <a:extLst>
                <a:ext uri="{FF2B5EF4-FFF2-40B4-BE49-F238E27FC236}">
                  <a16:creationId xmlns:a16="http://schemas.microsoft.com/office/drawing/2014/main" id="{6DBB6732-063A-44C6-B31F-EEBDAEC61A1D}"/>
                </a:ext>
              </a:extLst>
            </p:cNvPr>
            <p:cNvCxnSpPr>
              <a:cxnSpLocks/>
            </p:cNvCxnSpPr>
            <p:nvPr/>
          </p:nvCxnSpPr>
          <p:spPr bwMode="auto">
            <a:xfrm>
              <a:off x="4082951" y="3783099"/>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Gerade Verbindung 106">
              <a:extLst>
                <a:ext uri="{FF2B5EF4-FFF2-40B4-BE49-F238E27FC236}">
                  <a16:creationId xmlns:a16="http://schemas.microsoft.com/office/drawing/2014/main" id="{58CC301A-8B0F-4D6F-820D-A325E99B9A84}"/>
                </a:ext>
              </a:extLst>
            </p:cNvPr>
            <p:cNvCxnSpPr>
              <a:cxnSpLocks/>
            </p:cNvCxnSpPr>
            <p:nvPr/>
          </p:nvCxnSpPr>
          <p:spPr bwMode="auto">
            <a:xfrm>
              <a:off x="3686907" y="3790785"/>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2" name="Grafik 31">
              <a:extLst>
                <a:ext uri="{FF2B5EF4-FFF2-40B4-BE49-F238E27FC236}">
                  <a16:creationId xmlns:a16="http://schemas.microsoft.com/office/drawing/2014/main" id="{DA1764A2-C136-42DD-8FF0-B500CB476532}"/>
                </a:ext>
              </a:extLst>
            </p:cNvPr>
            <p:cNvPicPr>
              <a:picLocks noChangeAspect="1"/>
            </p:cNvPicPr>
            <p:nvPr/>
          </p:nvPicPr>
          <p:blipFill>
            <a:blip r:embed="rId41"/>
            <a:stretch>
              <a:fillRect/>
            </a:stretch>
          </p:blipFill>
          <p:spPr>
            <a:xfrm>
              <a:off x="3578422" y="3378451"/>
              <a:ext cx="210343" cy="514532"/>
            </a:xfrm>
            <a:prstGeom prst="rect">
              <a:avLst/>
            </a:prstGeom>
          </p:spPr>
        </p:pic>
        <p:pic>
          <p:nvPicPr>
            <p:cNvPr id="129" name="Grafik 128">
              <a:extLst>
                <a:ext uri="{FF2B5EF4-FFF2-40B4-BE49-F238E27FC236}">
                  <a16:creationId xmlns:a16="http://schemas.microsoft.com/office/drawing/2014/main" id="{D8A95253-BA38-4D3C-AE6F-6E68496D4225}"/>
                </a:ext>
              </a:extLst>
            </p:cNvPr>
            <p:cNvPicPr>
              <a:picLocks noChangeAspect="1"/>
            </p:cNvPicPr>
            <p:nvPr/>
          </p:nvPicPr>
          <p:blipFill>
            <a:blip r:embed="rId41"/>
            <a:stretch>
              <a:fillRect/>
            </a:stretch>
          </p:blipFill>
          <p:spPr>
            <a:xfrm>
              <a:off x="3987382" y="3386137"/>
              <a:ext cx="210343" cy="514532"/>
            </a:xfrm>
            <a:prstGeom prst="rect">
              <a:avLst/>
            </a:prstGeom>
          </p:spPr>
        </p:pic>
        <p:pic>
          <p:nvPicPr>
            <p:cNvPr id="130" name="Grafik 129">
              <a:extLst>
                <a:ext uri="{FF2B5EF4-FFF2-40B4-BE49-F238E27FC236}">
                  <a16:creationId xmlns:a16="http://schemas.microsoft.com/office/drawing/2014/main" id="{530630D4-2C64-40D1-ACA6-270369F8FC44}"/>
                </a:ext>
              </a:extLst>
            </p:cNvPr>
            <p:cNvPicPr>
              <a:picLocks noChangeAspect="1"/>
            </p:cNvPicPr>
            <p:nvPr/>
          </p:nvPicPr>
          <p:blipFill>
            <a:blip r:embed="rId41"/>
            <a:stretch>
              <a:fillRect/>
            </a:stretch>
          </p:blipFill>
          <p:spPr>
            <a:xfrm>
              <a:off x="3578422" y="4033788"/>
              <a:ext cx="210343" cy="514532"/>
            </a:xfrm>
            <a:prstGeom prst="rect">
              <a:avLst/>
            </a:prstGeom>
          </p:spPr>
        </p:pic>
        <p:pic>
          <p:nvPicPr>
            <p:cNvPr id="131" name="Grafik 130">
              <a:extLst>
                <a:ext uri="{FF2B5EF4-FFF2-40B4-BE49-F238E27FC236}">
                  <a16:creationId xmlns:a16="http://schemas.microsoft.com/office/drawing/2014/main" id="{9D801EBE-4C1B-46B6-852A-C939C9DA2021}"/>
                </a:ext>
              </a:extLst>
            </p:cNvPr>
            <p:cNvPicPr>
              <a:picLocks noChangeAspect="1"/>
            </p:cNvPicPr>
            <p:nvPr/>
          </p:nvPicPr>
          <p:blipFill>
            <a:blip r:embed="rId41"/>
            <a:stretch>
              <a:fillRect/>
            </a:stretch>
          </p:blipFill>
          <p:spPr>
            <a:xfrm>
              <a:off x="3987382" y="4041474"/>
              <a:ext cx="210343" cy="514532"/>
            </a:xfrm>
            <a:prstGeom prst="rect">
              <a:avLst/>
            </a:prstGeom>
          </p:spPr>
        </p:pic>
      </p:grpSp>
      <p:grpSp>
        <p:nvGrpSpPr>
          <p:cNvPr id="133" name="Gruppieren 132">
            <a:extLst>
              <a:ext uri="{FF2B5EF4-FFF2-40B4-BE49-F238E27FC236}">
                <a16:creationId xmlns:a16="http://schemas.microsoft.com/office/drawing/2014/main" id="{50B0632A-6BA2-4635-B226-20E31A4B0714}"/>
              </a:ext>
            </a:extLst>
          </p:cNvPr>
          <p:cNvGrpSpPr/>
          <p:nvPr/>
        </p:nvGrpSpPr>
        <p:grpSpPr>
          <a:xfrm>
            <a:off x="4700704" y="3404448"/>
            <a:ext cx="619303" cy="1176942"/>
            <a:chOff x="3578422" y="3378451"/>
            <a:chExt cx="619303" cy="1177555"/>
          </a:xfrm>
        </p:grpSpPr>
        <p:cxnSp>
          <p:nvCxnSpPr>
            <p:cNvPr id="134" name="Gerade Verbindung 106">
              <a:extLst>
                <a:ext uri="{FF2B5EF4-FFF2-40B4-BE49-F238E27FC236}">
                  <a16:creationId xmlns:a16="http://schemas.microsoft.com/office/drawing/2014/main" id="{D84E7F88-71F4-429A-AE9A-C05671713FE2}"/>
                </a:ext>
              </a:extLst>
            </p:cNvPr>
            <p:cNvCxnSpPr>
              <a:cxnSpLocks/>
            </p:cNvCxnSpPr>
            <p:nvPr/>
          </p:nvCxnSpPr>
          <p:spPr bwMode="auto">
            <a:xfrm>
              <a:off x="4082951" y="3783099"/>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Gerade Verbindung 106">
              <a:extLst>
                <a:ext uri="{FF2B5EF4-FFF2-40B4-BE49-F238E27FC236}">
                  <a16:creationId xmlns:a16="http://schemas.microsoft.com/office/drawing/2014/main" id="{68DA57BC-9102-49C7-B4BF-BED638357191}"/>
                </a:ext>
              </a:extLst>
            </p:cNvPr>
            <p:cNvCxnSpPr>
              <a:cxnSpLocks/>
            </p:cNvCxnSpPr>
            <p:nvPr/>
          </p:nvCxnSpPr>
          <p:spPr bwMode="auto">
            <a:xfrm>
              <a:off x="3686907" y="3790785"/>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6" name="Grafik 135">
              <a:extLst>
                <a:ext uri="{FF2B5EF4-FFF2-40B4-BE49-F238E27FC236}">
                  <a16:creationId xmlns:a16="http://schemas.microsoft.com/office/drawing/2014/main" id="{AD3F3CD8-DB13-45FF-9A42-DFA4D8125226}"/>
                </a:ext>
              </a:extLst>
            </p:cNvPr>
            <p:cNvPicPr>
              <a:picLocks noChangeAspect="1"/>
            </p:cNvPicPr>
            <p:nvPr/>
          </p:nvPicPr>
          <p:blipFill>
            <a:blip r:embed="rId41"/>
            <a:stretch>
              <a:fillRect/>
            </a:stretch>
          </p:blipFill>
          <p:spPr>
            <a:xfrm>
              <a:off x="3578422" y="3378451"/>
              <a:ext cx="210343" cy="514532"/>
            </a:xfrm>
            <a:prstGeom prst="rect">
              <a:avLst/>
            </a:prstGeom>
          </p:spPr>
        </p:pic>
        <p:pic>
          <p:nvPicPr>
            <p:cNvPr id="137" name="Grafik 136">
              <a:extLst>
                <a:ext uri="{FF2B5EF4-FFF2-40B4-BE49-F238E27FC236}">
                  <a16:creationId xmlns:a16="http://schemas.microsoft.com/office/drawing/2014/main" id="{29937207-1B49-4276-910B-40221350BBC4}"/>
                </a:ext>
              </a:extLst>
            </p:cNvPr>
            <p:cNvPicPr>
              <a:picLocks noChangeAspect="1"/>
            </p:cNvPicPr>
            <p:nvPr/>
          </p:nvPicPr>
          <p:blipFill>
            <a:blip r:embed="rId41"/>
            <a:stretch>
              <a:fillRect/>
            </a:stretch>
          </p:blipFill>
          <p:spPr>
            <a:xfrm>
              <a:off x="3987382" y="3386137"/>
              <a:ext cx="210343" cy="514532"/>
            </a:xfrm>
            <a:prstGeom prst="rect">
              <a:avLst/>
            </a:prstGeom>
          </p:spPr>
        </p:pic>
        <p:pic>
          <p:nvPicPr>
            <p:cNvPr id="138" name="Grafik 137">
              <a:extLst>
                <a:ext uri="{FF2B5EF4-FFF2-40B4-BE49-F238E27FC236}">
                  <a16:creationId xmlns:a16="http://schemas.microsoft.com/office/drawing/2014/main" id="{0B9B0DEF-F73F-4125-8511-76B65A401BBD}"/>
                </a:ext>
              </a:extLst>
            </p:cNvPr>
            <p:cNvPicPr>
              <a:picLocks noChangeAspect="1"/>
            </p:cNvPicPr>
            <p:nvPr/>
          </p:nvPicPr>
          <p:blipFill>
            <a:blip r:embed="rId41"/>
            <a:stretch>
              <a:fillRect/>
            </a:stretch>
          </p:blipFill>
          <p:spPr>
            <a:xfrm>
              <a:off x="3578422" y="4033788"/>
              <a:ext cx="210343" cy="514532"/>
            </a:xfrm>
            <a:prstGeom prst="rect">
              <a:avLst/>
            </a:prstGeom>
          </p:spPr>
        </p:pic>
        <p:pic>
          <p:nvPicPr>
            <p:cNvPr id="139" name="Grafik 138">
              <a:extLst>
                <a:ext uri="{FF2B5EF4-FFF2-40B4-BE49-F238E27FC236}">
                  <a16:creationId xmlns:a16="http://schemas.microsoft.com/office/drawing/2014/main" id="{E099DB5F-0616-47EB-BF04-0838CAE82530}"/>
                </a:ext>
              </a:extLst>
            </p:cNvPr>
            <p:cNvPicPr>
              <a:picLocks noChangeAspect="1"/>
            </p:cNvPicPr>
            <p:nvPr/>
          </p:nvPicPr>
          <p:blipFill>
            <a:blip r:embed="rId41"/>
            <a:stretch>
              <a:fillRect/>
            </a:stretch>
          </p:blipFill>
          <p:spPr>
            <a:xfrm>
              <a:off x="3987382" y="4041474"/>
              <a:ext cx="210343" cy="514532"/>
            </a:xfrm>
            <a:prstGeom prst="rect">
              <a:avLst/>
            </a:prstGeom>
          </p:spPr>
        </p:pic>
      </p:grpSp>
      <p:sp>
        <p:nvSpPr>
          <p:cNvPr id="34" name="Textfeld 33">
            <a:extLst>
              <a:ext uri="{FF2B5EF4-FFF2-40B4-BE49-F238E27FC236}">
                <a16:creationId xmlns:a16="http://schemas.microsoft.com/office/drawing/2014/main" id="{4DE59519-B8D1-4F12-9D1F-7027733719C1}"/>
              </a:ext>
            </a:extLst>
          </p:cNvPr>
          <p:cNvSpPr txBox="1"/>
          <p:nvPr/>
        </p:nvSpPr>
        <p:spPr>
          <a:xfrm>
            <a:off x="3607688" y="3471114"/>
            <a:ext cx="913924" cy="242308"/>
          </a:xfrm>
          <a:prstGeom prst="rect">
            <a:avLst/>
          </a:prstGeom>
          <a:noFill/>
        </p:spPr>
        <p:txBody>
          <a:bodyPr vert="horz" wrap="none" lIns="0" tIns="0" rIns="0" bIns="0" rtlCol="0">
            <a:noAutofit/>
          </a:bodyPr>
          <a:lstStyle/>
          <a:p>
            <a:pP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MRP Ring 1</a:t>
            </a:r>
          </a:p>
        </p:txBody>
      </p:sp>
      <p:sp>
        <p:nvSpPr>
          <p:cNvPr id="141" name="Textfeld 140">
            <a:extLst>
              <a:ext uri="{FF2B5EF4-FFF2-40B4-BE49-F238E27FC236}">
                <a16:creationId xmlns:a16="http://schemas.microsoft.com/office/drawing/2014/main" id="{F960C7A4-9519-4C11-AD76-E4C6C46621F1}"/>
              </a:ext>
            </a:extLst>
          </p:cNvPr>
          <p:cNvSpPr txBox="1"/>
          <p:nvPr/>
        </p:nvSpPr>
        <p:spPr>
          <a:xfrm>
            <a:off x="2730102" y="4808419"/>
            <a:ext cx="913924" cy="242308"/>
          </a:xfrm>
          <a:prstGeom prst="rect">
            <a:avLst/>
          </a:prstGeom>
          <a:noFill/>
        </p:spPr>
        <p:txBody>
          <a:bodyPr vert="horz" wrap="none" lIns="0" tIns="0" rIns="0" bIns="0" rtlCol="0">
            <a:noAutofit/>
          </a:bodyPr>
          <a:lstStyle/>
          <a:p>
            <a:pP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MRP Ring 2</a:t>
            </a:r>
          </a:p>
        </p:txBody>
      </p:sp>
      <p:sp>
        <p:nvSpPr>
          <p:cNvPr id="142" name="Textfeld 141">
            <a:extLst>
              <a:ext uri="{FF2B5EF4-FFF2-40B4-BE49-F238E27FC236}">
                <a16:creationId xmlns:a16="http://schemas.microsoft.com/office/drawing/2014/main" id="{62D9F5FE-A523-4173-B613-9D29217180F0}"/>
              </a:ext>
            </a:extLst>
          </p:cNvPr>
          <p:cNvSpPr txBox="1"/>
          <p:nvPr/>
        </p:nvSpPr>
        <p:spPr>
          <a:xfrm>
            <a:off x="4694075" y="4883416"/>
            <a:ext cx="913924" cy="305570"/>
          </a:xfrm>
          <a:prstGeom prst="rect">
            <a:avLst/>
          </a:prstGeom>
          <a:noFill/>
        </p:spPr>
        <p:txBody>
          <a:bodyPr vert="horz" wrap="none" lIns="0" tIns="0" rIns="0" bIns="0" rtlCol="0">
            <a:noAutofit/>
          </a:bodyPr>
          <a:lstStyle/>
          <a:p>
            <a:pP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MRP Ring 3</a:t>
            </a:r>
          </a:p>
        </p:txBody>
      </p:sp>
      <p:sp>
        <p:nvSpPr>
          <p:cNvPr id="35" name="Textfeld 34">
            <a:extLst>
              <a:ext uri="{FF2B5EF4-FFF2-40B4-BE49-F238E27FC236}">
                <a16:creationId xmlns:a16="http://schemas.microsoft.com/office/drawing/2014/main" id="{861DDED8-6BED-43D2-87AA-F48C75FEDB2D}"/>
              </a:ext>
            </a:extLst>
          </p:cNvPr>
          <p:cNvSpPr txBox="1"/>
          <p:nvPr/>
        </p:nvSpPr>
        <p:spPr>
          <a:xfrm>
            <a:off x="2830004" y="3930958"/>
            <a:ext cx="2253686" cy="254604"/>
          </a:xfrm>
          <a:prstGeom prst="rect">
            <a:avLst/>
          </a:prstGeom>
          <a:noFill/>
        </p:spPr>
        <p:txBody>
          <a:bodyPr vert="horz" wrap="none" lIns="0" tIns="0" rIns="0" bIns="0" rtlCol="0">
            <a:noAutofit/>
          </a:bodyPr>
          <a:lstStyle/>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MRP-i Switches. </a:t>
            </a:r>
          </a:p>
        </p:txBody>
      </p:sp>
      <p:cxnSp>
        <p:nvCxnSpPr>
          <p:cNvPr id="37" name="Gerade Verbindung mit Pfeil 36">
            <a:extLst>
              <a:ext uri="{FF2B5EF4-FFF2-40B4-BE49-F238E27FC236}">
                <a16:creationId xmlns:a16="http://schemas.microsoft.com/office/drawing/2014/main" id="{F86FE78F-6748-491D-B7AC-2B41C578E7AF}"/>
              </a:ext>
            </a:extLst>
          </p:cNvPr>
          <p:cNvCxnSpPr/>
          <p:nvPr/>
        </p:nvCxnSpPr>
        <p:spPr bwMode="auto">
          <a:xfrm>
            <a:off x="4446616" y="4127698"/>
            <a:ext cx="220494" cy="1"/>
          </a:xfrm>
          <a:prstGeom prst="straightConnector1">
            <a:avLst/>
          </a:prstGeom>
          <a:solidFill>
            <a:schemeClr val="tx2"/>
          </a:solidFill>
          <a:ln w="952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 Verbindung mit Pfeil 42">
            <a:extLst>
              <a:ext uri="{FF2B5EF4-FFF2-40B4-BE49-F238E27FC236}">
                <a16:creationId xmlns:a16="http://schemas.microsoft.com/office/drawing/2014/main" id="{B6770122-159E-4E21-BDDA-077EB67132B4}"/>
              </a:ext>
            </a:extLst>
          </p:cNvPr>
          <p:cNvCxnSpPr>
            <a:cxnSpLocks/>
          </p:cNvCxnSpPr>
          <p:nvPr/>
        </p:nvCxnSpPr>
        <p:spPr bwMode="auto">
          <a:xfrm flipH="1" flipV="1">
            <a:off x="3159007" y="4101727"/>
            <a:ext cx="313303" cy="1"/>
          </a:xfrm>
          <a:prstGeom prst="straightConnector1">
            <a:avLst/>
          </a:prstGeom>
          <a:solidFill>
            <a:schemeClr val="tx2"/>
          </a:solidFill>
          <a:ln w="952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4" name="Rechteck 103">
            <a:extLst>
              <a:ext uri="{FF2B5EF4-FFF2-40B4-BE49-F238E27FC236}">
                <a16:creationId xmlns:a16="http://schemas.microsoft.com/office/drawing/2014/main" id="{E5FA00F9-C7A9-48C0-94FE-D89AD31D75FE}"/>
              </a:ext>
            </a:extLst>
          </p:cNvPr>
          <p:cNvSpPr/>
          <p:nvPr/>
        </p:nvSpPr>
        <p:spPr bwMode="auto">
          <a:xfrm>
            <a:off x="4957835" y="2575380"/>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05" name="Gerade Verbindung 109">
            <a:extLst>
              <a:ext uri="{FF2B5EF4-FFF2-40B4-BE49-F238E27FC236}">
                <a16:creationId xmlns:a16="http://schemas.microsoft.com/office/drawing/2014/main" id="{C4F81416-FB22-4986-8BD8-85FDA7F5E1F2}"/>
              </a:ext>
            </a:extLst>
          </p:cNvPr>
          <p:cNvCxnSpPr/>
          <p:nvPr/>
        </p:nvCxnSpPr>
        <p:spPr bwMode="auto">
          <a:xfrm>
            <a:off x="4943930" y="2175263"/>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Gerade Verbindung 122">
            <a:extLst>
              <a:ext uri="{FF2B5EF4-FFF2-40B4-BE49-F238E27FC236}">
                <a16:creationId xmlns:a16="http://schemas.microsoft.com/office/drawing/2014/main" id="{A366D0FB-08A4-44A5-BAFD-D36E1B9E026B}"/>
              </a:ext>
            </a:extLst>
          </p:cNvPr>
          <p:cNvCxnSpPr/>
          <p:nvPr/>
        </p:nvCxnSpPr>
        <p:spPr bwMode="auto">
          <a:xfrm>
            <a:off x="5046234" y="2290646"/>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Text Box 16">
            <a:extLst>
              <a:ext uri="{FF2B5EF4-FFF2-40B4-BE49-F238E27FC236}">
                <a16:creationId xmlns:a16="http://schemas.microsoft.com/office/drawing/2014/main" id="{854737BB-8272-4E33-AC8D-8F4164B211F0}"/>
              </a:ext>
            </a:extLst>
          </p:cNvPr>
          <p:cNvSpPr txBox="1">
            <a:spLocks noChangeArrowheads="1"/>
          </p:cNvSpPr>
          <p:nvPr>
            <p:custDataLst>
              <p:tags r:id="rId8"/>
            </p:custDataLst>
          </p:nvPr>
        </p:nvSpPr>
        <p:spPr bwMode="auto">
          <a:xfrm>
            <a:off x="3616434" y="1464455"/>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49" name="Text Box 21">
            <a:extLst>
              <a:ext uri="{FF2B5EF4-FFF2-40B4-BE49-F238E27FC236}">
                <a16:creationId xmlns:a16="http://schemas.microsoft.com/office/drawing/2014/main" id="{914749D4-C6B5-4598-94C6-B72BBADFC875}"/>
              </a:ext>
            </a:extLst>
          </p:cNvPr>
          <p:cNvSpPr txBox="1">
            <a:spLocks noChangeArrowheads="1"/>
          </p:cNvSpPr>
          <p:nvPr>
            <p:custDataLst>
              <p:tags r:id="rId9"/>
            </p:custDataLst>
          </p:nvPr>
        </p:nvSpPr>
        <p:spPr bwMode="auto">
          <a:xfrm>
            <a:off x="5081030" y="1464455"/>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grpSp>
        <p:nvGrpSpPr>
          <p:cNvPr id="50" name="Gruppieren 49">
            <a:extLst>
              <a:ext uri="{FF2B5EF4-FFF2-40B4-BE49-F238E27FC236}">
                <a16:creationId xmlns:a16="http://schemas.microsoft.com/office/drawing/2014/main" id="{974248A4-C4EB-4684-84D3-80B9F07EF892}"/>
              </a:ext>
            </a:extLst>
          </p:cNvPr>
          <p:cNvGrpSpPr/>
          <p:nvPr/>
        </p:nvGrpSpPr>
        <p:grpSpPr>
          <a:xfrm>
            <a:off x="3446072" y="1626660"/>
            <a:ext cx="773894" cy="639977"/>
            <a:chOff x="5633257" y="2448326"/>
            <a:chExt cx="3891741" cy="2958295"/>
          </a:xfrm>
          <a:solidFill>
            <a:schemeClr val="tx1"/>
          </a:solidFill>
        </p:grpSpPr>
        <p:pic>
          <p:nvPicPr>
            <p:cNvPr id="58" name="product_simatic-s7-1500.png">
              <a:extLst>
                <a:ext uri="{FF2B5EF4-FFF2-40B4-BE49-F238E27FC236}">
                  <a16:creationId xmlns:a16="http://schemas.microsoft.com/office/drawing/2014/main" id="{433D42BD-0571-4923-B9DE-E7F1A199FAB1}"/>
                </a:ext>
              </a:extLst>
            </p:cNvPr>
            <p:cNvPicPr>
              <a:picLocks noChangeAspect="1"/>
            </p:cNvPicPr>
            <p:nvPr>
              <p:custDataLst>
                <p:tags r:id="rId13"/>
              </p:custDataLst>
            </p:nvPr>
          </p:nvPicPr>
          <p:blipFill rotWithShape="1">
            <a:blip r:embed="rId42"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9" name="product_simatic-s7-1500.png">
              <a:extLst>
                <a:ext uri="{FF2B5EF4-FFF2-40B4-BE49-F238E27FC236}">
                  <a16:creationId xmlns:a16="http://schemas.microsoft.com/office/drawing/2014/main" id="{2B298B75-D8C5-4F79-9AF7-43ED00E806B2}"/>
                </a:ext>
              </a:extLst>
            </p:cNvPr>
            <p:cNvPicPr>
              <a:picLocks noChangeAspect="1"/>
            </p:cNvPicPr>
            <p:nvPr>
              <p:custDataLst>
                <p:tags r:id="rId14"/>
              </p:custDataLst>
            </p:nvPr>
          </p:nvPicPr>
          <p:blipFill rotWithShape="1">
            <a:blip r:embed="rId43"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60" name="product_simatic-s7-1500.png">
              <a:extLst>
                <a:ext uri="{FF2B5EF4-FFF2-40B4-BE49-F238E27FC236}">
                  <a16:creationId xmlns:a16="http://schemas.microsoft.com/office/drawing/2014/main" id="{80C02CD6-6BEB-4483-AEA7-879D608662CD}"/>
                </a:ext>
              </a:extLst>
            </p:cNvPr>
            <p:cNvPicPr>
              <a:picLocks noChangeAspect="1"/>
            </p:cNvPicPr>
            <p:nvPr>
              <p:custDataLst>
                <p:tags r:id="rId15"/>
              </p:custDataLst>
            </p:nvPr>
          </p:nvPicPr>
          <p:blipFill rotWithShape="1">
            <a:blip r:embed="rId4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51" name="Gruppieren 50">
            <a:extLst>
              <a:ext uri="{FF2B5EF4-FFF2-40B4-BE49-F238E27FC236}">
                <a16:creationId xmlns:a16="http://schemas.microsoft.com/office/drawing/2014/main" id="{B4591678-3801-49B3-8E6A-51828F34A7BC}"/>
              </a:ext>
            </a:extLst>
          </p:cNvPr>
          <p:cNvGrpSpPr/>
          <p:nvPr/>
        </p:nvGrpSpPr>
        <p:grpSpPr>
          <a:xfrm>
            <a:off x="4883903" y="1626660"/>
            <a:ext cx="773894" cy="639977"/>
            <a:chOff x="5633257" y="2448326"/>
            <a:chExt cx="3891741" cy="2958295"/>
          </a:xfrm>
          <a:solidFill>
            <a:schemeClr val="tx1"/>
          </a:solidFill>
        </p:grpSpPr>
        <p:pic>
          <p:nvPicPr>
            <p:cNvPr id="55" name="product_simatic-s7-1500.png">
              <a:extLst>
                <a:ext uri="{FF2B5EF4-FFF2-40B4-BE49-F238E27FC236}">
                  <a16:creationId xmlns:a16="http://schemas.microsoft.com/office/drawing/2014/main" id="{DBAF29AE-C500-4799-BBCA-37936E05423B}"/>
                </a:ext>
              </a:extLst>
            </p:cNvPr>
            <p:cNvPicPr>
              <a:picLocks noChangeAspect="1"/>
            </p:cNvPicPr>
            <p:nvPr>
              <p:custDataLst>
                <p:tags r:id="rId10"/>
              </p:custDataLst>
            </p:nvPr>
          </p:nvPicPr>
          <p:blipFill rotWithShape="1">
            <a:blip r:embed="rId42"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6" name="product_simatic-s7-1500.png">
              <a:extLst>
                <a:ext uri="{FF2B5EF4-FFF2-40B4-BE49-F238E27FC236}">
                  <a16:creationId xmlns:a16="http://schemas.microsoft.com/office/drawing/2014/main" id="{E5DE3A16-037A-43B9-8B15-A285E3C42010}"/>
                </a:ext>
              </a:extLst>
            </p:cNvPr>
            <p:cNvPicPr>
              <a:picLocks noChangeAspect="1"/>
            </p:cNvPicPr>
            <p:nvPr>
              <p:custDataLst>
                <p:tags r:id="rId11"/>
              </p:custDataLst>
            </p:nvPr>
          </p:nvPicPr>
          <p:blipFill rotWithShape="1">
            <a:blip r:embed="rId43"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7" name="product_simatic-s7-1500.png">
              <a:extLst>
                <a:ext uri="{FF2B5EF4-FFF2-40B4-BE49-F238E27FC236}">
                  <a16:creationId xmlns:a16="http://schemas.microsoft.com/office/drawing/2014/main" id="{F6D7C16A-7E3F-4FCA-8B71-43A63A516D2A}"/>
                </a:ext>
              </a:extLst>
            </p:cNvPr>
            <p:cNvPicPr>
              <a:picLocks noChangeAspect="1"/>
            </p:cNvPicPr>
            <p:nvPr>
              <p:custDataLst>
                <p:tags r:id="rId12"/>
              </p:custDataLst>
            </p:nvPr>
          </p:nvPicPr>
          <p:blipFill rotWithShape="1">
            <a:blip r:embed="rId4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52" name="Line 29">
            <a:extLst>
              <a:ext uri="{FF2B5EF4-FFF2-40B4-BE49-F238E27FC236}">
                <a16:creationId xmlns:a16="http://schemas.microsoft.com/office/drawing/2014/main" id="{0C429859-43CA-4081-BBD1-17AD2531E63F}"/>
              </a:ext>
            </a:extLst>
          </p:cNvPr>
          <p:cNvSpPr>
            <a:spLocks noChangeShapeType="1"/>
          </p:cNvSpPr>
          <p:nvPr/>
        </p:nvSpPr>
        <p:spPr bwMode="auto">
          <a:xfrm>
            <a:off x="4219968" y="2142626"/>
            <a:ext cx="663936"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53" name="Line 30">
            <a:extLst>
              <a:ext uri="{FF2B5EF4-FFF2-40B4-BE49-F238E27FC236}">
                <a16:creationId xmlns:a16="http://schemas.microsoft.com/office/drawing/2014/main" id="{5F08FBCD-BE0D-4A7C-B0AD-28D0E719F503}"/>
              </a:ext>
            </a:extLst>
          </p:cNvPr>
          <p:cNvSpPr>
            <a:spLocks noChangeShapeType="1"/>
          </p:cNvSpPr>
          <p:nvPr/>
        </p:nvSpPr>
        <p:spPr bwMode="auto">
          <a:xfrm>
            <a:off x="4219967" y="2194260"/>
            <a:ext cx="66393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54" name="Textfeld 53">
            <a:extLst>
              <a:ext uri="{FF2B5EF4-FFF2-40B4-BE49-F238E27FC236}">
                <a16:creationId xmlns:a16="http://schemas.microsoft.com/office/drawing/2014/main" id="{4BB7E461-5533-459B-B967-D200C41A4AA0}"/>
              </a:ext>
            </a:extLst>
          </p:cNvPr>
          <p:cNvSpPr txBox="1"/>
          <p:nvPr/>
        </p:nvSpPr>
        <p:spPr>
          <a:xfrm>
            <a:off x="4369119" y="1996779"/>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16" name="Rechteck 15">
            <a:extLst>
              <a:ext uri="{FF2B5EF4-FFF2-40B4-BE49-F238E27FC236}">
                <a16:creationId xmlns:a16="http://schemas.microsoft.com/office/drawing/2014/main" id="{0A1C4A70-D1F4-B772-7FD4-1F28E2673230}"/>
              </a:ext>
            </a:extLst>
          </p:cNvPr>
          <p:cNvSpPr/>
          <p:nvPr/>
        </p:nvSpPr>
        <p:spPr>
          <a:xfrm>
            <a:off x="3490673" y="1669519"/>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16">
            <a:extLst>
              <a:ext uri="{FF2B5EF4-FFF2-40B4-BE49-F238E27FC236}">
                <a16:creationId xmlns:a16="http://schemas.microsoft.com/office/drawing/2014/main" id="{44A792E9-FD85-FB94-3104-1CE27DBAAA11}"/>
              </a:ext>
            </a:extLst>
          </p:cNvPr>
          <p:cNvSpPr/>
          <p:nvPr/>
        </p:nvSpPr>
        <p:spPr>
          <a:xfrm>
            <a:off x="4919472" y="1679562"/>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extLst>
      <p:ext uri="{BB962C8B-B14F-4D97-AF65-F5344CB8AC3E}">
        <p14:creationId xmlns:p14="http://schemas.microsoft.com/office/powerpoint/2010/main" val="222359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0538284-0E59-7DAB-9179-8F0D020C3AF3}"/>
              </a:ext>
            </a:extLst>
          </p:cNvPr>
          <p:cNvSpPr/>
          <p:nvPr/>
        </p:nvSpPr>
        <p:spPr>
          <a:xfrm>
            <a:off x="1059160" y="1365953"/>
            <a:ext cx="3554129"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sp>
        <p:nvSpPr>
          <p:cNvPr id="13" name="Rechteck: abgerundete Ecken 12">
            <a:extLst>
              <a:ext uri="{FF2B5EF4-FFF2-40B4-BE49-F238E27FC236}">
                <a16:creationId xmlns:a16="http://schemas.microsoft.com/office/drawing/2014/main" id="{0D2A3379-F9BE-DCB6-07AA-15EB94C17822}"/>
              </a:ext>
            </a:extLst>
          </p:cNvPr>
          <p:cNvSpPr/>
          <p:nvPr/>
        </p:nvSpPr>
        <p:spPr>
          <a:xfrm>
            <a:off x="1422292" y="3201677"/>
            <a:ext cx="2547924" cy="809628"/>
          </a:xfrm>
          <a:prstGeom prst="roundRect">
            <a:avLst/>
          </a:prstGeom>
          <a:noFill/>
          <a:ln w="57150"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6" imgW="532" imgH="533" progId="TCLayout.ActiveDocument.1">
                  <p:embed/>
                </p:oleObj>
              </mc:Choice>
              <mc:Fallback>
                <p:oleObj name="think-cell Folie" r:id="rId16"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 S7-1500H with S2 Redundancy</a:t>
            </a:r>
            <a:br>
              <a:rPr lang="en-US" altLang="de-DE" dirty="0"/>
            </a:br>
            <a:r>
              <a:rPr lang="en-US" altLang="de-DE" b="0" dirty="0"/>
              <a:t>Example for </a:t>
            </a:r>
            <a:r>
              <a:rPr lang="en-US" b="0" dirty="0"/>
              <a:t>Combined Topology </a:t>
            </a:r>
            <a:r>
              <a:rPr lang="en-US" altLang="de-DE" b="0" dirty="0"/>
              <a:t>– For example: </a:t>
            </a:r>
            <a:r>
              <a:rPr lang="en-US" b="0" dirty="0"/>
              <a:t>Backbone-</a:t>
            </a:r>
            <a:r>
              <a:rPr lang="en-US" altLang="de-DE" b="0" dirty="0"/>
              <a:t>Ring</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249" name="Gruppieren 248">
            <a:extLst>
              <a:ext uri="{FF2B5EF4-FFF2-40B4-BE49-F238E27FC236}">
                <a16:creationId xmlns:a16="http://schemas.microsoft.com/office/drawing/2014/main" id="{CED7F32F-1344-778F-E1D1-BB175311AC5C}"/>
              </a:ext>
            </a:extLst>
          </p:cNvPr>
          <p:cNvGrpSpPr/>
          <p:nvPr/>
        </p:nvGrpSpPr>
        <p:grpSpPr>
          <a:xfrm>
            <a:off x="1437531" y="2010182"/>
            <a:ext cx="2842603" cy="640310"/>
            <a:chOff x="4310893" y="2280729"/>
            <a:chExt cx="2842603" cy="640310"/>
          </a:xfrm>
          <a:solidFill>
            <a:schemeClr val="tx1"/>
          </a:solidFill>
        </p:grpSpPr>
        <p:grpSp>
          <p:nvGrpSpPr>
            <p:cNvPr id="252" name="Gruppieren 251">
              <a:extLst>
                <a:ext uri="{FF2B5EF4-FFF2-40B4-BE49-F238E27FC236}">
                  <a16:creationId xmlns:a16="http://schemas.microsoft.com/office/drawing/2014/main" id="{54CE4811-6A01-FA74-D3DB-3115E8BC382C}"/>
                </a:ext>
              </a:extLst>
            </p:cNvPr>
            <p:cNvGrpSpPr/>
            <p:nvPr/>
          </p:nvGrpSpPr>
          <p:grpSpPr>
            <a:xfrm>
              <a:off x="4310893" y="2280729"/>
              <a:ext cx="774298" cy="640310"/>
              <a:chOff x="5633257" y="2448326"/>
              <a:chExt cx="3891741" cy="2958295"/>
            </a:xfrm>
            <a:grpFill/>
          </p:grpSpPr>
          <p:pic>
            <p:nvPicPr>
              <p:cNvPr id="260" name="product_simatic-s7-1500.png">
                <a:extLst>
                  <a:ext uri="{FF2B5EF4-FFF2-40B4-BE49-F238E27FC236}">
                    <a16:creationId xmlns:a16="http://schemas.microsoft.com/office/drawing/2014/main" id="{C107BD0C-3DCA-5BF8-D1C6-8894BB5C6110}"/>
                  </a:ext>
                </a:extLst>
              </p:cNvPr>
              <p:cNvPicPr>
                <a:picLocks noChangeAspect="1"/>
              </p:cNvPicPr>
              <p:nvPr>
                <p:custDataLst>
                  <p:tags r:id="rId11"/>
                </p:custDataLst>
              </p:nvPr>
            </p:nvPicPr>
            <p:blipFill rotWithShape="1">
              <a:blip r:embed="rId1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61" name="product_simatic-s7-1500.png">
                <a:extLst>
                  <a:ext uri="{FF2B5EF4-FFF2-40B4-BE49-F238E27FC236}">
                    <a16:creationId xmlns:a16="http://schemas.microsoft.com/office/drawing/2014/main" id="{296AD9A2-1303-BFEF-A464-4E8185E0D5F5}"/>
                  </a:ext>
                </a:extLst>
              </p:cNvPr>
              <p:cNvPicPr>
                <a:picLocks noChangeAspect="1"/>
              </p:cNvPicPr>
              <p:nvPr>
                <p:custDataLst>
                  <p:tags r:id="rId12"/>
                </p:custDataLst>
              </p:nvPr>
            </p:nvPicPr>
            <p:blipFill rotWithShape="1">
              <a:blip r:embed="rId1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62" name="product_simatic-s7-1500.png">
                <a:extLst>
                  <a:ext uri="{FF2B5EF4-FFF2-40B4-BE49-F238E27FC236}">
                    <a16:creationId xmlns:a16="http://schemas.microsoft.com/office/drawing/2014/main" id="{18FBBBC6-2A70-8DA4-3435-0121965FD333}"/>
                  </a:ext>
                </a:extLst>
              </p:cNvPr>
              <p:cNvPicPr>
                <a:picLocks noChangeAspect="1"/>
              </p:cNvPicPr>
              <p:nvPr>
                <p:custDataLst>
                  <p:tags r:id="rId13"/>
                </p:custDataLst>
              </p:nvPr>
            </p:nvPicPr>
            <p:blipFill rotWithShape="1">
              <a:blip r:embed="rId1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53" name="Gruppieren 252">
              <a:extLst>
                <a:ext uri="{FF2B5EF4-FFF2-40B4-BE49-F238E27FC236}">
                  <a16:creationId xmlns:a16="http://schemas.microsoft.com/office/drawing/2014/main" id="{14F55F1B-B627-CF71-5A94-06B976CD0984}"/>
                </a:ext>
              </a:extLst>
            </p:cNvPr>
            <p:cNvGrpSpPr/>
            <p:nvPr/>
          </p:nvGrpSpPr>
          <p:grpSpPr>
            <a:xfrm>
              <a:off x="6379198" y="2280729"/>
              <a:ext cx="774298" cy="640310"/>
              <a:chOff x="5633257" y="2448326"/>
              <a:chExt cx="3891741" cy="2958295"/>
            </a:xfrm>
            <a:grpFill/>
          </p:grpSpPr>
          <p:pic>
            <p:nvPicPr>
              <p:cNvPr id="257" name="product_simatic-s7-1500.png">
                <a:extLst>
                  <a:ext uri="{FF2B5EF4-FFF2-40B4-BE49-F238E27FC236}">
                    <a16:creationId xmlns:a16="http://schemas.microsoft.com/office/drawing/2014/main" id="{23ECA13F-BEA2-B92A-A87C-1E175E062215}"/>
                  </a:ext>
                </a:extLst>
              </p:cNvPr>
              <p:cNvPicPr>
                <a:picLocks noChangeAspect="1"/>
              </p:cNvPicPr>
              <p:nvPr>
                <p:custDataLst>
                  <p:tags r:id="rId8"/>
                </p:custDataLst>
              </p:nvPr>
            </p:nvPicPr>
            <p:blipFill rotWithShape="1">
              <a:blip r:embed="rId1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58" name="product_simatic-s7-1500.png">
                <a:extLst>
                  <a:ext uri="{FF2B5EF4-FFF2-40B4-BE49-F238E27FC236}">
                    <a16:creationId xmlns:a16="http://schemas.microsoft.com/office/drawing/2014/main" id="{CAF8257F-B446-5717-478F-1BD82FD2F64F}"/>
                  </a:ext>
                </a:extLst>
              </p:cNvPr>
              <p:cNvPicPr>
                <a:picLocks noChangeAspect="1"/>
              </p:cNvPicPr>
              <p:nvPr>
                <p:custDataLst>
                  <p:tags r:id="rId9"/>
                </p:custDataLst>
              </p:nvPr>
            </p:nvPicPr>
            <p:blipFill rotWithShape="1">
              <a:blip r:embed="rId1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59" name="product_simatic-s7-1500.png">
                <a:extLst>
                  <a:ext uri="{FF2B5EF4-FFF2-40B4-BE49-F238E27FC236}">
                    <a16:creationId xmlns:a16="http://schemas.microsoft.com/office/drawing/2014/main" id="{650BB2CB-8252-8549-4B35-4CD84B87E6E7}"/>
                  </a:ext>
                </a:extLst>
              </p:cNvPr>
              <p:cNvPicPr>
                <a:picLocks noChangeAspect="1"/>
              </p:cNvPicPr>
              <p:nvPr>
                <p:custDataLst>
                  <p:tags r:id="rId10"/>
                </p:custDataLst>
              </p:nvPr>
            </p:nvPicPr>
            <p:blipFill rotWithShape="1">
              <a:blip r:embed="rId1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54" name="Line 29">
              <a:extLst>
                <a:ext uri="{FF2B5EF4-FFF2-40B4-BE49-F238E27FC236}">
                  <a16:creationId xmlns:a16="http://schemas.microsoft.com/office/drawing/2014/main" id="{B215A96E-1115-B502-FE53-4D6516B5E8C3}"/>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255" name="Line 30">
              <a:extLst>
                <a:ext uri="{FF2B5EF4-FFF2-40B4-BE49-F238E27FC236}">
                  <a16:creationId xmlns:a16="http://schemas.microsoft.com/office/drawing/2014/main" id="{36DE6FED-3446-0068-03D6-9FD0B6B84782}"/>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pic>
        <p:nvPicPr>
          <p:cNvPr id="267" name="product_distributed-io.png">
            <a:extLst>
              <a:ext uri="{FF2B5EF4-FFF2-40B4-BE49-F238E27FC236}">
                <a16:creationId xmlns:a16="http://schemas.microsoft.com/office/drawing/2014/main" id="{0D915113-0986-15BC-F0AA-B515757F13E7}"/>
              </a:ext>
            </a:extLst>
          </p:cNvPr>
          <p:cNvPicPr>
            <a:picLocks noChangeAspect="1"/>
          </p:cNvPicPr>
          <p:nvPr>
            <p:custDataLst>
              <p:tags r:id="rId3"/>
            </p:custDataLst>
          </p:nvPr>
        </p:nvPicPr>
        <p:blipFill>
          <a:blip r:embed="rId20" cstate="print">
            <a:extLst>
              <a:ext uri="{28A0092B-C50C-407E-A947-70E740481C1C}">
                <a14:useLocalDpi xmlns:a14="http://schemas.microsoft.com/office/drawing/2010/main" val="0"/>
              </a:ext>
            </a:extLst>
          </a:blip>
          <a:stretch>
            <a:fillRect/>
          </a:stretch>
        </p:blipFill>
        <p:spPr>
          <a:xfrm>
            <a:off x="1745791" y="4496432"/>
            <a:ext cx="474986" cy="474986"/>
          </a:xfrm>
          <a:prstGeom prst="rect">
            <a:avLst/>
          </a:prstGeom>
        </p:spPr>
      </p:pic>
      <p:grpSp>
        <p:nvGrpSpPr>
          <p:cNvPr id="116" name="Gruppieren 115">
            <a:extLst>
              <a:ext uri="{FF2B5EF4-FFF2-40B4-BE49-F238E27FC236}">
                <a16:creationId xmlns:a16="http://schemas.microsoft.com/office/drawing/2014/main" id="{BB6E87A8-C12D-521A-13C6-BCDD87C6F8D9}"/>
              </a:ext>
            </a:extLst>
          </p:cNvPr>
          <p:cNvGrpSpPr>
            <a:grpSpLocks noChangeAspect="1"/>
          </p:cNvGrpSpPr>
          <p:nvPr/>
        </p:nvGrpSpPr>
        <p:grpSpPr>
          <a:xfrm>
            <a:off x="3223090" y="4488944"/>
            <a:ext cx="802459" cy="640310"/>
            <a:chOff x="4105359" y="1822075"/>
            <a:chExt cx="4583448" cy="3657299"/>
          </a:xfrm>
        </p:grpSpPr>
        <p:pic>
          <p:nvPicPr>
            <p:cNvPr id="117" name="product_simatic-s7-1500.png">
              <a:extLst>
                <a:ext uri="{FF2B5EF4-FFF2-40B4-BE49-F238E27FC236}">
                  <a16:creationId xmlns:a16="http://schemas.microsoft.com/office/drawing/2014/main" id="{F1888F07-6F10-1091-6210-E378193BC7FF}"/>
                </a:ext>
              </a:extLst>
            </p:cNvPr>
            <p:cNvPicPr>
              <a:picLocks noChangeAspect="1"/>
            </p:cNvPicPr>
            <p:nvPr>
              <p:custDataLst>
                <p:tags r:id="rId4"/>
              </p:custDataLst>
            </p:nvPr>
          </p:nvPicPr>
          <p:blipFill rotWithShape="1">
            <a:blip r:embed="rId21"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18" name="product_simatic-s7-1500.png">
              <a:extLst>
                <a:ext uri="{FF2B5EF4-FFF2-40B4-BE49-F238E27FC236}">
                  <a16:creationId xmlns:a16="http://schemas.microsoft.com/office/drawing/2014/main" id="{50DA40C0-FCFC-11F1-1CFB-BB6156D3E90A}"/>
                </a:ext>
              </a:extLst>
            </p:cNvPr>
            <p:cNvPicPr>
              <a:picLocks noChangeAspect="1"/>
            </p:cNvPicPr>
            <p:nvPr>
              <p:custDataLst>
                <p:tags r:id="rId5"/>
              </p:custDataLst>
            </p:nvPr>
          </p:nvPicPr>
          <p:blipFill rotWithShape="1">
            <a:blip r:embed="rId22"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19" name="product_simatic-s7-1500.png">
              <a:extLst>
                <a:ext uri="{FF2B5EF4-FFF2-40B4-BE49-F238E27FC236}">
                  <a16:creationId xmlns:a16="http://schemas.microsoft.com/office/drawing/2014/main" id="{F48609CB-1A05-A7D4-5AF6-903DFF121AD8}"/>
                </a:ext>
              </a:extLst>
            </p:cNvPr>
            <p:cNvPicPr>
              <a:picLocks noChangeAspect="1"/>
            </p:cNvPicPr>
            <p:nvPr>
              <p:custDataLst>
                <p:tags r:id="rId6"/>
              </p:custDataLst>
            </p:nvPr>
          </p:nvPicPr>
          <p:blipFill rotWithShape="1">
            <a:blip r:embed="rId23"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20" name="product_simatic-s7-1500.png">
              <a:extLst>
                <a:ext uri="{FF2B5EF4-FFF2-40B4-BE49-F238E27FC236}">
                  <a16:creationId xmlns:a16="http://schemas.microsoft.com/office/drawing/2014/main" id="{146438D4-7A26-59C2-9E81-680BBFBF82C4}"/>
                </a:ext>
              </a:extLst>
            </p:cNvPr>
            <p:cNvPicPr>
              <a:picLocks noChangeAspect="1"/>
            </p:cNvPicPr>
            <p:nvPr>
              <p:custDataLst>
                <p:tags r:id="rId7"/>
              </p:custDataLst>
            </p:nvPr>
          </p:nvPicPr>
          <p:blipFill rotWithShape="1">
            <a:blip r:embed="rId24"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14" name="Rechteck 13">
            <a:extLst>
              <a:ext uri="{FF2B5EF4-FFF2-40B4-BE49-F238E27FC236}">
                <a16:creationId xmlns:a16="http://schemas.microsoft.com/office/drawing/2014/main" id="{E74EDA2A-8E1E-08A0-1074-BE2D94A6ABD3}"/>
              </a:ext>
            </a:extLst>
          </p:cNvPr>
          <p:cNvSpPr/>
          <p:nvPr/>
        </p:nvSpPr>
        <p:spPr>
          <a:xfrm>
            <a:off x="1485019" y="2048593"/>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5" name="Rechteck 14">
            <a:extLst>
              <a:ext uri="{FF2B5EF4-FFF2-40B4-BE49-F238E27FC236}">
                <a16:creationId xmlns:a16="http://schemas.microsoft.com/office/drawing/2014/main" id="{231B9F21-7785-8E2D-D9F4-9D6E43752C44}"/>
              </a:ext>
            </a:extLst>
          </p:cNvPr>
          <p:cNvSpPr/>
          <p:nvPr/>
        </p:nvSpPr>
        <p:spPr>
          <a:xfrm>
            <a:off x="3547556" y="2058636"/>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98" name="Textfeld 97">
            <a:extLst>
              <a:ext uri="{FF2B5EF4-FFF2-40B4-BE49-F238E27FC236}">
                <a16:creationId xmlns:a16="http://schemas.microsoft.com/office/drawing/2014/main" id="{581FB178-1B87-BA0E-4E31-F96CE6132266}"/>
              </a:ext>
            </a:extLst>
          </p:cNvPr>
          <p:cNvSpPr txBox="1"/>
          <p:nvPr/>
        </p:nvSpPr>
        <p:spPr>
          <a:xfrm>
            <a:off x="2633788" y="2350177"/>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99" name="Textfeld 98">
            <a:extLst>
              <a:ext uri="{FF2B5EF4-FFF2-40B4-BE49-F238E27FC236}">
                <a16:creationId xmlns:a16="http://schemas.microsoft.com/office/drawing/2014/main" id="{53B79C5F-BF56-ED54-7615-E0E73B02DA14}"/>
              </a:ext>
            </a:extLst>
          </p:cNvPr>
          <p:cNvSpPr txBox="1"/>
          <p:nvPr/>
        </p:nvSpPr>
        <p:spPr>
          <a:xfrm>
            <a:off x="4802224" y="1374281"/>
            <a:ext cx="6958093" cy="4322874"/>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Connection to backbone ring</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As of firmware V3.0, the ring no longer has to be routed through the CPUs</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This allows connection to existing infrastructure</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In the ring there is no restriction to 100MBit/s transmission speed </a:t>
            </a:r>
          </a:p>
        </p:txBody>
      </p:sp>
      <p:sp>
        <p:nvSpPr>
          <p:cNvPr id="3" name="Rechteck 2">
            <a:extLst>
              <a:ext uri="{FF2B5EF4-FFF2-40B4-BE49-F238E27FC236}">
                <a16:creationId xmlns:a16="http://schemas.microsoft.com/office/drawing/2014/main" id="{8B6C0F5C-796F-FF04-FC4A-C2D94A53481E}"/>
              </a:ext>
            </a:extLst>
          </p:cNvPr>
          <p:cNvSpPr/>
          <p:nvPr/>
        </p:nvSpPr>
        <p:spPr>
          <a:xfrm>
            <a:off x="1303299" y="5770442"/>
            <a:ext cx="1447716" cy="254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dirty="0"/>
              <a:t>From FW V3.0 / V18</a:t>
            </a:r>
          </a:p>
        </p:txBody>
      </p:sp>
      <p:cxnSp>
        <p:nvCxnSpPr>
          <p:cNvPr id="8" name="Gerade Verbindung 106">
            <a:extLst>
              <a:ext uri="{FF2B5EF4-FFF2-40B4-BE49-F238E27FC236}">
                <a16:creationId xmlns:a16="http://schemas.microsoft.com/office/drawing/2014/main" id="{0E961614-A474-C49A-04D6-7AD2F166C770}"/>
              </a:ext>
            </a:extLst>
          </p:cNvPr>
          <p:cNvCxnSpPr>
            <a:cxnSpLocks/>
          </p:cNvCxnSpPr>
          <p:nvPr/>
        </p:nvCxnSpPr>
        <p:spPr bwMode="auto">
          <a:xfrm>
            <a:off x="1660603" y="2653628"/>
            <a:ext cx="1" cy="23489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 Verbindung 106">
            <a:extLst>
              <a:ext uri="{FF2B5EF4-FFF2-40B4-BE49-F238E27FC236}">
                <a16:creationId xmlns:a16="http://schemas.microsoft.com/office/drawing/2014/main" id="{8F4BBE3B-9146-C456-274F-E83716846A5C}"/>
              </a:ext>
            </a:extLst>
          </p:cNvPr>
          <p:cNvCxnSpPr>
            <a:cxnSpLocks/>
          </p:cNvCxnSpPr>
          <p:nvPr/>
        </p:nvCxnSpPr>
        <p:spPr bwMode="auto">
          <a:xfrm>
            <a:off x="3644522" y="2652874"/>
            <a:ext cx="1" cy="23489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 name="Grafik 4">
            <a:extLst>
              <a:ext uri="{FF2B5EF4-FFF2-40B4-BE49-F238E27FC236}">
                <a16:creationId xmlns:a16="http://schemas.microsoft.com/office/drawing/2014/main" id="{5C6038CF-5B0A-65E7-C292-E67D68DC75CD}"/>
              </a:ext>
            </a:extLst>
          </p:cNvPr>
          <p:cNvPicPr>
            <a:picLocks noChangeAspect="1"/>
          </p:cNvPicPr>
          <p:nvPr/>
        </p:nvPicPr>
        <p:blipFill>
          <a:blip r:embed="rId25"/>
          <a:stretch>
            <a:fillRect/>
          </a:stretch>
        </p:blipFill>
        <p:spPr>
          <a:xfrm>
            <a:off x="1574365" y="2884698"/>
            <a:ext cx="210343" cy="514264"/>
          </a:xfrm>
          <a:prstGeom prst="rect">
            <a:avLst/>
          </a:prstGeom>
        </p:spPr>
      </p:pic>
      <p:pic>
        <p:nvPicPr>
          <p:cNvPr id="7" name="Grafik 6">
            <a:extLst>
              <a:ext uri="{FF2B5EF4-FFF2-40B4-BE49-F238E27FC236}">
                <a16:creationId xmlns:a16="http://schemas.microsoft.com/office/drawing/2014/main" id="{0F36BB99-DB8D-3645-1F5F-5FF8AB7604E4}"/>
              </a:ext>
            </a:extLst>
          </p:cNvPr>
          <p:cNvPicPr>
            <a:picLocks noChangeAspect="1"/>
          </p:cNvPicPr>
          <p:nvPr/>
        </p:nvPicPr>
        <p:blipFill>
          <a:blip r:embed="rId25"/>
          <a:stretch>
            <a:fillRect/>
          </a:stretch>
        </p:blipFill>
        <p:spPr>
          <a:xfrm>
            <a:off x="3557056" y="2872381"/>
            <a:ext cx="210343" cy="514264"/>
          </a:xfrm>
          <a:prstGeom prst="rect">
            <a:avLst/>
          </a:prstGeom>
        </p:spPr>
      </p:pic>
      <p:pic>
        <p:nvPicPr>
          <p:cNvPr id="16" name="Grafik 15">
            <a:extLst>
              <a:ext uri="{FF2B5EF4-FFF2-40B4-BE49-F238E27FC236}">
                <a16:creationId xmlns:a16="http://schemas.microsoft.com/office/drawing/2014/main" id="{3993BC8C-70EC-AEEB-7A2B-5EC11B9E13D1}"/>
              </a:ext>
            </a:extLst>
          </p:cNvPr>
          <p:cNvPicPr>
            <a:picLocks noChangeAspect="1"/>
          </p:cNvPicPr>
          <p:nvPr/>
        </p:nvPicPr>
        <p:blipFill>
          <a:blip r:embed="rId25"/>
          <a:stretch>
            <a:fillRect/>
          </a:stretch>
        </p:blipFill>
        <p:spPr>
          <a:xfrm>
            <a:off x="1784708" y="3755475"/>
            <a:ext cx="210343" cy="514264"/>
          </a:xfrm>
          <a:prstGeom prst="rect">
            <a:avLst/>
          </a:prstGeom>
        </p:spPr>
      </p:pic>
      <p:pic>
        <p:nvPicPr>
          <p:cNvPr id="17" name="Grafik 16">
            <a:extLst>
              <a:ext uri="{FF2B5EF4-FFF2-40B4-BE49-F238E27FC236}">
                <a16:creationId xmlns:a16="http://schemas.microsoft.com/office/drawing/2014/main" id="{DCD6578C-7C02-D35D-83D8-A7EC61DF03B0}"/>
              </a:ext>
            </a:extLst>
          </p:cNvPr>
          <p:cNvPicPr>
            <a:picLocks noChangeAspect="1"/>
          </p:cNvPicPr>
          <p:nvPr/>
        </p:nvPicPr>
        <p:blipFill>
          <a:blip r:embed="rId25"/>
          <a:stretch>
            <a:fillRect/>
          </a:stretch>
        </p:blipFill>
        <p:spPr>
          <a:xfrm>
            <a:off x="3251309" y="3741929"/>
            <a:ext cx="210343" cy="514264"/>
          </a:xfrm>
          <a:prstGeom prst="rect">
            <a:avLst/>
          </a:prstGeom>
        </p:spPr>
      </p:pic>
      <p:cxnSp>
        <p:nvCxnSpPr>
          <p:cNvPr id="18" name="Gerade Verbindung 106">
            <a:extLst>
              <a:ext uri="{FF2B5EF4-FFF2-40B4-BE49-F238E27FC236}">
                <a16:creationId xmlns:a16="http://schemas.microsoft.com/office/drawing/2014/main" id="{C71A89AE-D47F-FD94-EAD1-899EBDDC7B5B}"/>
              </a:ext>
            </a:extLst>
          </p:cNvPr>
          <p:cNvCxnSpPr>
            <a:cxnSpLocks/>
          </p:cNvCxnSpPr>
          <p:nvPr/>
        </p:nvCxnSpPr>
        <p:spPr bwMode="auto">
          <a:xfrm>
            <a:off x="1885794" y="4252819"/>
            <a:ext cx="1" cy="23489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Gerade Verbindung 106">
            <a:extLst>
              <a:ext uri="{FF2B5EF4-FFF2-40B4-BE49-F238E27FC236}">
                <a16:creationId xmlns:a16="http://schemas.microsoft.com/office/drawing/2014/main" id="{29A49856-7F7B-2DD3-A64E-4C860942218D}"/>
              </a:ext>
            </a:extLst>
          </p:cNvPr>
          <p:cNvCxnSpPr>
            <a:cxnSpLocks/>
          </p:cNvCxnSpPr>
          <p:nvPr/>
        </p:nvCxnSpPr>
        <p:spPr bwMode="auto">
          <a:xfrm>
            <a:off x="3335162" y="4253405"/>
            <a:ext cx="1" cy="23489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feld 19">
            <a:extLst>
              <a:ext uri="{FF2B5EF4-FFF2-40B4-BE49-F238E27FC236}">
                <a16:creationId xmlns:a16="http://schemas.microsoft.com/office/drawing/2014/main" id="{763377CC-2A8D-483A-942D-3E495FA39E55}"/>
              </a:ext>
            </a:extLst>
          </p:cNvPr>
          <p:cNvSpPr txBox="1"/>
          <p:nvPr/>
        </p:nvSpPr>
        <p:spPr>
          <a:xfrm>
            <a:off x="1421416" y="3355692"/>
            <a:ext cx="2547924" cy="523220"/>
          </a:xfrm>
          <a:prstGeom prst="rect">
            <a:avLst/>
          </a:prstGeom>
          <a:noFill/>
        </p:spPr>
        <p:txBody>
          <a:bodyPr wrap="square">
            <a:spAutoFit/>
          </a:bodyPr>
          <a:lstStyle/>
          <a:p>
            <a:pPr algn="ctr"/>
            <a:r>
              <a:rPr lang="en-US" sz="1400" b="1" dirty="0">
                <a:solidFill>
                  <a:schemeClr val="bg1"/>
                </a:solidFill>
              </a:rPr>
              <a:t>Backbone-Ring</a:t>
            </a:r>
          </a:p>
          <a:p>
            <a:pPr algn="ctr"/>
            <a:r>
              <a:rPr lang="en-US" sz="1400" b="1" dirty="0">
                <a:solidFill>
                  <a:schemeClr val="bg1"/>
                </a:solidFill>
              </a:rPr>
              <a:t>1..10 Git/s</a:t>
            </a:r>
            <a:endParaRPr lang="en-US" sz="1400" dirty="0">
              <a:solidFill>
                <a:schemeClr val="bg1"/>
              </a:solidFill>
            </a:endParaRPr>
          </a:p>
        </p:txBody>
      </p:sp>
    </p:spTree>
    <p:custDataLst>
      <p:tags r:id="rId1"/>
    </p:custDataLst>
    <p:extLst>
      <p:ext uri="{BB962C8B-B14F-4D97-AF65-F5344CB8AC3E}">
        <p14:creationId xmlns:p14="http://schemas.microsoft.com/office/powerpoint/2010/main" val="3910385073"/>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0538284-0E59-7DAB-9179-8F0D020C3AF3}"/>
              </a:ext>
            </a:extLst>
          </p:cNvPr>
          <p:cNvSpPr/>
          <p:nvPr/>
        </p:nvSpPr>
        <p:spPr>
          <a:xfrm>
            <a:off x="1059160" y="1365953"/>
            <a:ext cx="3554129"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7" imgW="532" imgH="533" progId="TCLayout.ActiveDocument.1">
                  <p:embed/>
                </p:oleObj>
              </mc:Choice>
              <mc:Fallback>
                <p:oleObj name="think-cell Folie" r:id="rId27"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S2 Redundancy</a:t>
            </a:r>
            <a:br>
              <a:rPr lang="en-US" altLang="de-DE" dirty="0"/>
            </a:br>
            <a:r>
              <a:rPr lang="en-US" altLang="de-DE" b="0" dirty="0"/>
              <a:t>Example with line topology</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 name="Rechteck 2">
            <a:extLst>
              <a:ext uri="{FF2B5EF4-FFF2-40B4-BE49-F238E27FC236}">
                <a16:creationId xmlns:a16="http://schemas.microsoft.com/office/drawing/2014/main" id="{2098B6BC-6639-DF77-20F7-2464D57CA68D}"/>
              </a:ext>
            </a:extLst>
          </p:cNvPr>
          <p:cNvSpPr/>
          <p:nvPr/>
        </p:nvSpPr>
        <p:spPr>
          <a:xfrm>
            <a:off x="1303299" y="5770442"/>
            <a:ext cx="1407144" cy="254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dirty="0"/>
              <a:t>From FW V3.0 / V18</a:t>
            </a:r>
          </a:p>
        </p:txBody>
      </p:sp>
      <p:sp>
        <p:nvSpPr>
          <p:cNvPr id="5" name="Freihandform: Form 4">
            <a:extLst>
              <a:ext uri="{FF2B5EF4-FFF2-40B4-BE49-F238E27FC236}">
                <a16:creationId xmlns:a16="http://schemas.microsoft.com/office/drawing/2014/main" id="{12F755DB-DE73-A0BC-EB8E-D94C175E2BD9}"/>
              </a:ext>
            </a:extLst>
          </p:cNvPr>
          <p:cNvSpPr/>
          <p:nvPr/>
        </p:nvSpPr>
        <p:spPr bwMode="auto">
          <a:xfrm>
            <a:off x="1668352" y="2671959"/>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7" name="Freihandform: Form 6">
            <a:extLst>
              <a:ext uri="{FF2B5EF4-FFF2-40B4-BE49-F238E27FC236}">
                <a16:creationId xmlns:a16="http://schemas.microsoft.com/office/drawing/2014/main" id="{448C620B-C3FB-D48A-21FF-06EA14134BDE}"/>
              </a:ext>
            </a:extLst>
          </p:cNvPr>
          <p:cNvSpPr/>
          <p:nvPr/>
        </p:nvSpPr>
        <p:spPr bwMode="auto">
          <a:xfrm flipH="1">
            <a:off x="3416383" y="2668419"/>
            <a:ext cx="3081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8" name="Gruppieren 7">
            <a:extLst>
              <a:ext uri="{FF2B5EF4-FFF2-40B4-BE49-F238E27FC236}">
                <a16:creationId xmlns:a16="http://schemas.microsoft.com/office/drawing/2014/main" id="{B11F6D92-A477-149D-59B8-1265A939D3A1}"/>
              </a:ext>
            </a:extLst>
          </p:cNvPr>
          <p:cNvGrpSpPr/>
          <p:nvPr/>
        </p:nvGrpSpPr>
        <p:grpSpPr>
          <a:xfrm>
            <a:off x="1398618" y="2019707"/>
            <a:ext cx="2842603" cy="640310"/>
            <a:chOff x="4310893" y="2280729"/>
            <a:chExt cx="2842603" cy="640310"/>
          </a:xfrm>
          <a:solidFill>
            <a:schemeClr val="tx1"/>
          </a:solidFill>
        </p:grpSpPr>
        <p:grpSp>
          <p:nvGrpSpPr>
            <p:cNvPr id="10" name="Gruppieren 9">
              <a:extLst>
                <a:ext uri="{FF2B5EF4-FFF2-40B4-BE49-F238E27FC236}">
                  <a16:creationId xmlns:a16="http://schemas.microsoft.com/office/drawing/2014/main" id="{78386E5A-1392-97F2-79AC-6F1E5D00150F}"/>
                </a:ext>
              </a:extLst>
            </p:cNvPr>
            <p:cNvGrpSpPr/>
            <p:nvPr/>
          </p:nvGrpSpPr>
          <p:grpSpPr>
            <a:xfrm>
              <a:off x="4310893" y="2280729"/>
              <a:ext cx="774298" cy="640310"/>
              <a:chOff x="5633257" y="2448326"/>
              <a:chExt cx="3891741" cy="2958295"/>
            </a:xfrm>
            <a:grpFill/>
          </p:grpSpPr>
          <p:pic>
            <p:nvPicPr>
              <p:cNvPr id="21" name="product_simatic-s7-1500.png">
                <a:extLst>
                  <a:ext uri="{FF2B5EF4-FFF2-40B4-BE49-F238E27FC236}">
                    <a16:creationId xmlns:a16="http://schemas.microsoft.com/office/drawing/2014/main" id="{2E09609C-9D62-E437-91A6-E56CC4449CC6}"/>
                  </a:ext>
                </a:extLst>
              </p:cNvPr>
              <p:cNvPicPr>
                <a:picLocks noChangeAspect="1"/>
              </p:cNvPicPr>
              <p:nvPr>
                <p:custDataLst>
                  <p:tags r:id="rId22"/>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2" name="product_simatic-s7-1500.png">
                <a:extLst>
                  <a:ext uri="{FF2B5EF4-FFF2-40B4-BE49-F238E27FC236}">
                    <a16:creationId xmlns:a16="http://schemas.microsoft.com/office/drawing/2014/main" id="{905C85E8-304B-3ABB-CB06-EB237D7A5404}"/>
                  </a:ext>
                </a:extLst>
              </p:cNvPr>
              <p:cNvPicPr>
                <a:picLocks noChangeAspect="1"/>
              </p:cNvPicPr>
              <p:nvPr>
                <p:custDataLst>
                  <p:tags r:id="rId23"/>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3" name="product_simatic-s7-1500.png">
                <a:extLst>
                  <a:ext uri="{FF2B5EF4-FFF2-40B4-BE49-F238E27FC236}">
                    <a16:creationId xmlns:a16="http://schemas.microsoft.com/office/drawing/2014/main" id="{F423F002-26B6-E041-DD01-79599C117BD9}"/>
                  </a:ext>
                </a:extLst>
              </p:cNvPr>
              <p:cNvPicPr>
                <a:picLocks noChangeAspect="1"/>
              </p:cNvPicPr>
              <p:nvPr>
                <p:custDataLst>
                  <p:tags r:id="rId24"/>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3" name="Gruppieren 12">
              <a:extLst>
                <a:ext uri="{FF2B5EF4-FFF2-40B4-BE49-F238E27FC236}">
                  <a16:creationId xmlns:a16="http://schemas.microsoft.com/office/drawing/2014/main" id="{6FBADAEC-5009-9D71-ECD5-A21E362B5BB9}"/>
                </a:ext>
              </a:extLst>
            </p:cNvPr>
            <p:cNvGrpSpPr/>
            <p:nvPr/>
          </p:nvGrpSpPr>
          <p:grpSpPr>
            <a:xfrm>
              <a:off x="6379198" y="2280729"/>
              <a:ext cx="774298" cy="640310"/>
              <a:chOff x="5633257" y="2448326"/>
              <a:chExt cx="3891741" cy="2958295"/>
            </a:xfrm>
            <a:grpFill/>
          </p:grpSpPr>
          <p:pic>
            <p:nvPicPr>
              <p:cNvPr id="18" name="product_simatic-s7-1500.png">
                <a:extLst>
                  <a:ext uri="{FF2B5EF4-FFF2-40B4-BE49-F238E27FC236}">
                    <a16:creationId xmlns:a16="http://schemas.microsoft.com/office/drawing/2014/main" id="{12CD2096-F72B-5246-D2C1-098C2BB45F0E}"/>
                  </a:ext>
                </a:extLst>
              </p:cNvPr>
              <p:cNvPicPr>
                <a:picLocks noChangeAspect="1"/>
              </p:cNvPicPr>
              <p:nvPr>
                <p:custDataLst>
                  <p:tags r:id="rId19"/>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9" name="product_simatic-s7-1500.png">
                <a:extLst>
                  <a:ext uri="{FF2B5EF4-FFF2-40B4-BE49-F238E27FC236}">
                    <a16:creationId xmlns:a16="http://schemas.microsoft.com/office/drawing/2014/main" id="{2B191B3F-935C-B1CC-0AD4-11C58ADC2081}"/>
                  </a:ext>
                </a:extLst>
              </p:cNvPr>
              <p:cNvPicPr>
                <a:picLocks noChangeAspect="1"/>
              </p:cNvPicPr>
              <p:nvPr>
                <p:custDataLst>
                  <p:tags r:id="rId20"/>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0" name="product_simatic-s7-1500.png">
                <a:extLst>
                  <a:ext uri="{FF2B5EF4-FFF2-40B4-BE49-F238E27FC236}">
                    <a16:creationId xmlns:a16="http://schemas.microsoft.com/office/drawing/2014/main" id="{921A38AE-331F-2062-B8FF-63CA79CCD44B}"/>
                  </a:ext>
                </a:extLst>
              </p:cNvPr>
              <p:cNvPicPr>
                <a:picLocks noChangeAspect="1"/>
              </p:cNvPicPr>
              <p:nvPr>
                <p:custDataLst>
                  <p:tags r:id="rId21"/>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6" name="Line 29">
              <a:extLst>
                <a:ext uri="{FF2B5EF4-FFF2-40B4-BE49-F238E27FC236}">
                  <a16:creationId xmlns:a16="http://schemas.microsoft.com/office/drawing/2014/main" id="{A38520D7-EEF2-EACF-EF0C-0DD9A4CE5B77}"/>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7" name="Line 30">
              <a:extLst>
                <a:ext uri="{FF2B5EF4-FFF2-40B4-BE49-F238E27FC236}">
                  <a16:creationId xmlns:a16="http://schemas.microsoft.com/office/drawing/2014/main" id="{8C85E1BB-0984-1186-A53A-AA0EEDA31996}"/>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4" name="Freihandform: Form 23">
            <a:extLst>
              <a:ext uri="{FF2B5EF4-FFF2-40B4-BE49-F238E27FC236}">
                <a16:creationId xmlns:a16="http://schemas.microsoft.com/office/drawing/2014/main" id="{B02B44C0-AC8B-4A87-AC35-7FAC49286568}"/>
              </a:ext>
            </a:extLst>
          </p:cNvPr>
          <p:cNvSpPr/>
          <p:nvPr/>
        </p:nvSpPr>
        <p:spPr bwMode="auto">
          <a:xfrm>
            <a:off x="1931188" y="3184646"/>
            <a:ext cx="1407144"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5" name="product_distributed-io.png">
            <a:extLst>
              <a:ext uri="{FF2B5EF4-FFF2-40B4-BE49-F238E27FC236}">
                <a16:creationId xmlns:a16="http://schemas.microsoft.com/office/drawing/2014/main" id="{CDD6CE35-5311-9973-CABD-E0D3DA51BE3F}"/>
              </a:ext>
            </a:extLst>
          </p:cNvPr>
          <p:cNvPicPr>
            <a:picLocks noChangeAspect="1"/>
          </p:cNvPicPr>
          <p:nvPr>
            <p:custDataLst>
              <p:tags r:id="rId3"/>
            </p:custDataLst>
          </p:nvPr>
        </p:nvPicPr>
        <p:blipFill>
          <a:blip r:embed="rId31" cstate="print">
            <a:extLst>
              <a:ext uri="{28A0092B-C50C-407E-A947-70E740481C1C}">
                <a14:useLocalDpi xmlns:a14="http://schemas.microsoft.com/office/drawing/2010/main" val="0"/>
              </a:ext>
            </a:extLst>
          </a:blip>
          <a:stretch>
            <a:fillRect/>
          </a:stretch>
        </p:blipFill>
        <p:spPr>
          <a:xfrm>
            <a:off x="1806064" y="3332653"/>
            <a:ext cx="474986" cy="474986"/>
          </a:xfrm>
          <a:prstGeom prst="rect">
            <a:avLst/>
          </a:prstGeom>
        </p:spPr>
      </p:pic>
      <p:grpSp>
        <p:nvGrpSpPr>
          <p:cNvPr id="26" name="Gruppieren 25">
            <a:extLst>
              <a:ext uri="{FF2B5EF4-FFF2-40B4-BE49-F238E27FC236}">
                <a16:creationId xmlns:a16="http://schemas.microsoft.com/office/drawing/2014/main" id="{CDDE2903-124F-88D5-AFEA-582242FDBDBA}"/>
              </a:ext>
            </a:extLst>
          </p:cNvPr>
          <p:cNvGrpSpPr>
            <a:grpSpLocks noChangeAspect="1"/>
          </p:cNvGrpSpPr>
          <p:nvPr/>
        </p:nvGrpSpPr>
        <p:grpSpPr>
          <a:xfrm>
            <a:off x="3283363" y="3249487"/>
            <a:ext cx="802459" cy="640310"/>
            <a:chOff x="4105359" y="1822075"/>
            <a:chExt cx="4583448" cy="3657299"/>
          </a:xfrm>
        </p:grpSpPr>
        <p:pic>
          <p:nvPicPr>
            <p:cNvPr id="27" name="product_simatic-s7-1500.png">
              <a:extLst>
                <a:ext uri="{FF2B5EF4-FFF2-40B4-BE49-F238E27FC236}">
                  <a16:creationId xmlns:a16="http://schemas.microsoft.com/office/drawing/2014/main" id="{1548392A-907F-BC87-9159-2DD757F00030}"/>
                </a:ext>
              </a:extLst>
            </p:cNvPr>
            <p:cNvPicPr>
              <a:picLocks noChangeAspect="1"/>
            </p:cNvPicPr>
            <p:nvPr>
              <p:custDataLst>
                <p:tags r:id="rId15"/>
              </p:custDataLst>
            </p:nvPr>
          </p:nvPicPr>
          <p:blipFill rotWithShape="1">
            <a:blip r:embed="rId32"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8" name="product_simatic-s7-1500.png">
              <a:extLst>
                <a:ext uri="{FF2B5EF4-FFF2-40B4-BE49-F238E27FC236}">
                  <a16:creationId xmlns:a16="http://schemas.microsoft.com/office/drawing/2014/main" id="{AE52F7FA-8538-C282-F2D7-631A2CD0A700}"/>
                </a:ext>
              </a:extLst>
            </p:cNvPr>
            <p:cNvPicPr>
              <a:picLocks noChangeAspect="1"/>
            </p:cNvPicPr>
            <p:nvPr>
              <p:custDataLst>
                <p:tags r:id="rId16"/>
              </p:custDataLst>
            </p:nvPr>
          </p:nvPicPr>
          <p:blipFill rotWithShape="1">
            <a:blip r:embed="rId33"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29" name="product_simatic-s7-1500.png">
              <a:extLst>
                <a:ext uri="{FF2B5EF4-FFF2-40B4-BE49-F238E27FC236}">
                  <a16:creationId xmlns:a16="http://schemas.microsoft.com/office/drawing/2014/main" id="{5812E765-02DB-0702-D714-DA12F04DD133}"/>
                </a:ext>
              </a:extLst>
            </p:cNvPr>
            <p:cNvPicPr>
              <a:picLocks noChangeAspect="1"/>
            </p:cNvPicPr>
            <p:nvPr>
              <p:custDataLst>
                <p:tags r:id="rId17"/>
              </p:custDataLst>
            </p:nvPr>
          </p:nvPicPr>
          <p:blipFill rotWithShape="1">
            <a:blip r:embed="rId34"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30" name="product_simatic-s7-1500.png">
              <a:extLst>
                <a:ext uri="{FF2B5EF4-FFF2-40B4-BE49-F238E27FC236}">
                  <a16:creationId xmlns:a16="http://schemas.microsoft.com/office/drawing/2014/main" id="{D8483721-FEF5-AD2A-0D6C-54B96A10F7FA}"/>
                </a:ext>
              </a:extLst>
            </p:cNvPr>
            <p:cNvPicPr>
              <a:picLocks noChangeAspect="1"/>
            </p:cNvPicPr>
            <p:nvPr>
              <p:custDataLst>
                <p:tags r:id="rId18"/>
              </p:custDataLst>
            </p:nvPr>
          </p:nvPicPr>
          <p:blipFill rotWithShape="1">
            <a:blip r:embed="rId35"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225" name="Rechteck 224">
            <a:extLst>
              <a:ext uri="{FF2B5EF4-FFF2-40B4-BE49-F238E27FC236}">
                <a16:creationId xmlns:a16="http://schemas.microsoft.com/office/drawing/2014/main" id="{9D1FBF0A-3339-E027-0FB0-B4410A39CDDD}"/>
              </a:ext>
            </a:extLst>
          </p:cNvPr>
          <p:cNvSpPr/>
          <p:nvPr/>
        </p:nvSpPr>
        <p:spPr>
          <a:xfrm>
            <a:off x="1446106" y="205811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26" name="Rechteck 225">
            <a:extLst>
              <a:ext uri="{FF2B5EF4-FFF2-40B4-BE49-F238E27FC236}">
                <a16:creationId xmlns:a16="http://schemas.microsoft.com/office/drawing/2014/main" id="{D713A724-0245-6FF9-5DBE-AFD1892500B7}"/>
              </a:ext>
            </a:extLst>
          </p:cNvPr>
          <p:cNvSpPr/>
          <p:nvPr/>
        </p:nvSpPr>
        <p:spPr>
          <a:xfrm>
            <a:off x="3508643" y="2068161"/>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28" name="Textfeld 227">
            <a:extLst>
              <a:ext uri="{FF2B5EF4-FFF2-40B4-BE49-F238E27FC236}">
                <a16:creationId xmlns:a16="http://schemas.microsoft.com/office/drawing/2014/main" id="{6616904D-F1F7-81E5-22DF-BA7A8FA5A553}"/>
              </a:ext>
            </a:extLst>
          </p:cNvPr>
          <p:cNvSpPr txBox="1"/>
          <p:nvPr/>
        </p:nvSpPr>
        <p:spPr>
          <a:xfrm>
            <a:off x="2551610" y="2373435"/>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230" name="Textfeld 229">
            <a:extLst>
              <a:ext uri="{FF2B5EF4-FFF2-40B4-BE49-F238E27FC236}">
                <a16:creationId xmlns:a16="http://schemas.microsoft.com/office/drawing/2014/main" id="{821565C2-FC3D-7D35-EC2E-175AB41BE910}"/>
              </a:ext>
            </a:extLst>
          </p:cNvPr>
          <p:cNvSpPr txBox="1"/>
          <p:nvPr/>
        </p:nvSpPr>
        <p:spPr>
          <a:xfrm>
            <a:off x="4802224" y="1374281"/>
            <a:ext cx="6958093" cy="1446052"/>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Line topology with S2 Redundancy</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MRP protocol is not used</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If a distance in the ring is interrupted, IO data transmission takes place via the H-Sync line</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Requires firmware version from V3.0 and TIA Portal from V18</a:t>
            </a:r>
          </a:p>
        </p:txBody>
      </p:sp>
      <p:sp>
        <p:nvSpPr>
          <p:cNvPr id="231" name="Rechteck 230">
            <a:extLst>
              <a:ext uri="{FF2B5EF4-FFF2-40B4-BE49-F238E27FC236}">
                <a16:creationId xmlns:a16="http://schemas.microsoft.com/office/drawing/2014/main" id="{4B4A2BEF-59FD-0881-1A33-3025B871E3D8}"/>
              </a:ext>
            </a:extLst>
          </p:cNvPr>
          <p:cNvSpPr/>
          <p:nvPr/>
        </p:nvSpPr>
        <p:spPr>
          <a:xfrm>
            <a:off x="6223128" y="3807639"/>
            <a:ext cx="3554129" cy="23117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100" dirty="0">
              <a:solidFill>
                <a:schemeClr val="bg1"/>
              </a:solidFill>
            </a:endParaRPr>
          </a:p>
        </p:txBody>
      </p:sp>
      <p:sp>
        <p:nvSpPr>
          <p:cNvPr id="232" name="Freihandform: Form 231">
            <a:extLst>
              <a:ext uri="{FF2B5EF4-FFF2-40B4-BE49-F238E27FC236}">
                <a16:creationId xmlns:a16="http://schemas.microsoft.com/office/drawing/2014/main" id="{C8DAA235-3BBA-D374-67E0-B72D0BC5FC2F}"/>
              </a:ext>
            </a:extLst>
          </p:cNvPr>
          <p:cNvSpPr/>
          <p:nvPr/>
        </p:nvSpPr>
        <p:spPr bwMode="auto">
          <a:xfrm>
            <a:off x="6888052" y="4736816"/>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33" name="Freihandform: Form 232">
            <a:extLst>
              <a:ext uri="{FF2B5EF4-FFF2-40B4-BE49-F238E27FC236}">
                <a16:creationId xmlns:a16="http://schemas.microsoft.com/office/drawing/2014/main" id="{37D04D3B-47D7-27E1-54C6-2D57F8D2159D}"/>
              </a:ext>
            </a:extLst>
          </p:cNvPr>
          <p:cNvSpPr/>
          <p:nvPr/>
        </p:nvSpPr>
        <p:spPr bwMode="auto">
          <a:xfrm flipH="1">
            <a:off x="8636083" y="4733276"/>
            <a:ext cx="3081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34" name="Gruppieren 233">
            <a:extLst>
              <a:ext uri="{FF2B5EF4-FFF2-40B4-BE49-F238E27FC236}">
                <a16:creationId xmlns:a16="http://schemas.microsoft.com/office/drawing/2014/main" id="{2173BBD9-409F-3E41-C68B-D1F81B8835A6}"/>
              </a:ext>
            </a:extLst>
          </p:cNvPr>
          <p:cNvGrpSpPr/>
          <p:nvPr/>
        </p:nvGrpSpPr>
        <p:grpSpPr>
          <a:xfrm>
            <a:off x="6618318" y="4084564"/>
            <a:ext cx="2842603" cy="640310"/>
            <a:chOff x="4310893" y="2280729"/>
            <a:chExt cx="2842603" cy="640310"/>
          </a:xfrm>
          <a:solidFill>
            <a:schemeClr val="tx1"/>
          </a:solidFill>
        </p:grpSpPr>
        <p:grpSp>
          <p:nvGrpSpPr>
            <p:cNvPr id="235" name="Gruppieren 234">
              <a:extLst>
                <a:ext uri="{FF2B5EF4-FFF2-40B4-BE49-F238E27FC236}">
                  <a16:creationId xmlns:a16="http://schemas.microsoft.com/office/drawing/2014/main" id="{9AF6329B-D743-1454-9B88-0C09DF57D98A}"/>
                </a:ext>
              </a:extLst>
            </p:cNvPr>
            <p:cNvGrpSpPr/>
            <p:nvPr/>
          </p:nvGrpSpPr>
          <p:grpSpPr>
            <a:xfrm>
              <a:off x="4310893" y="2280729"/>
              <a:ext cx="774298" cy="640310"/>
              <a:chOff x="5633257" y="2448326"/>
              <a:chExt cx="3891741" cy="2958295"/>
            </a:xfrm>
            <a:grpFill/>
          </p:grpSpPr>
          <p:pic>
            <p:nvPicPr>
              <p:cNvPr id="242" name="product_simatic-s7-1500.png">
                <a:extLst>
                  <a:ext uri="{FF2B5EF4-FFF2-40B4-BE49-F238E27FC236}">
                    <a16:creationId xmlns:a16="http://schemas.microsoft.com/office/drawing/2014/main" id="{DB626E9D-CFA2-EB64-0D68-88260B4091E8}"/>
                  </a:ext>
                </a:extLst>
              </p:cNvPr>
              <p:cNvPicPr>
                <a:picLocks noChangeAspect="1"/>
              </p:cNvPicPr>
              <p:nvPr>
                <p:custDataLst>
                  <p:tags r:id="rId12"/>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3" name="product_simatic-s7-1500.png">
                <a:extLst>
                  <a:ext uri="{FF2B5EF4-FFF2-40B4-BE49-F238E27FC236}">
                    <a16:creationId xmlns:a16="http://schemas.microsoft.com/office/drawing/2014/main" id="{3B09CEB7-B02C-A26F-7776-A0B2E7ECE573}"/>
                  </a:ext>
                </a:extLst>
              </p:cNvPr>
              <p:cNvPicPr>
                <a:picLocks noChangeAspect="1"/>
              </p:cNvPicPr>
              <p:nvPr>
                <p:custDataLst>
                  <p:tags r:id="rId13"/>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44" name="product_simatic-s7-1500.png">
                <a:extLst>
                  <a:ext uri="{FF2B5EF4-FFF2-40B4-BE49-F238E27FC236}">
                    <a16:creationId xmlns:a16="http://schemas.microsoft.com/office/drawing/2014/main" id="{7747936A-990A-133E-DF9A-2F6D6FF5289E}"/>
                  </a:ext>
                </a:extLst>
              </p:cNvPr>
              <p:cNvPicPr>
                <a:picLocks noChangeAspect="1"/>
              </p:cNvPicPr>
              <p:nvPr>
                <p:custDataLst>
                  <p:tags r:id="rId14"/>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36" name="Gruppieren 235">
              <a:extLst>
                <a:ext uri="{FF2B5EF4-FFF2-40B4-BE49-F238E27FC236}">
                  <a16:creationId xmlns:a16="http://schemas.microsoft.com/office/drawing/2014/main" id="{C039C6FA-A161-D094-6C67-C7F7F3D22801}"/>
                </a:ext>
              </a:extLst>
            </p:cNvPr>
            <p:cNvGrpSpPr/>
            <p:nvPr/>
          </p:nvGrpSpPr>
          <p:grpSpPr>
            <a:xfrm>
              <a:off x="6379198" y="2280729"/>
              <a:ext cx="774298" cy="640310"/>
              <a:chOff x="5633257" y="2448326"/>
              <a:chExt cx="3891741" cy="2958295"/>
            </a:xfrm>
            <a:grpFill/>
          </p:grpSpPr>
          <p:pic>
            <p:nvPicPr>
              <p:cNvPr id="239" name="product_simatic-s7-1500.png">
                <a:extLst>
                  <a:ext uri="{FF2B5EF4-FFF2-40B4-BE49-F238E27FC236}">
                    <a16:creationId xmlns:a16="http://schemas.microsoft.com/office/drawing/2014/main" id="{3C6BB8BB-4BF3-35A7-1E00-37DAF3F90BFF}"/>
                  </a:ext>
                </a:extLst>
              </p:cNvPr>
              <p:cNvPicPr>
                <a:picLocks noChangeAspect="1"/>
              </p:cNvPicPr>
              <p:nvPr>
                <p:custDataLst>
                  <p:tags r:id="rId9"/>
                </p:custDataLst>
              </p:nvPr>
            </p:nvPicPr>
            <p:blipFill rotWithShape="1">
              <a:blip r:embed="rId2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0" name="product_simatic-s7-1500.png">
                <a:extLst>
                  <a:ext uri="{FF2B5EF4-FFF2-40B4-BE49-F238E27FC236}">
                    <a16:creationId xmlns:a16="http://schemas.microsoft.com/office/drawing/2014/main" id="{3BF65363-8B23-8C72-D12C-E498B09E79F4}"/>
                  </a:ext>
                </a:extLst>
              </p:cNvPr>
              <p:cNvPicPr>
                <a:picLocks noChangeAspect="1"/>
              </p:cNvPicPr>
              <p:nvPr>
                <p:custDataLst>
                  <p:tags r:id="rId10"/>
                </p:custDataLst>
              </p:nvPr>
            </p:nvPicPr>
            <p:blipFill rotWithShape="1">
              <a:blip r:embed="rId3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41" name="product_simatic-s7-1500.png">
                <a:extLst>
                  <a:ext uri="{FF2B5EF4-FFF2-40B4-BE49-F238E27FC236}">
                    <a16:creationId xmlns:a16="http://schemas.microsoft.com/office/drawing/2014/main" id="{9482FFE3-E997-22A6-DFD0-2F59369616B8}"/>
                  </a:ext>
                </a:extLst>
              </p:cNvPr>
              <p:cNvPicPr>
                <a:picLocks noChangeAspect="1"/>
              </p:cNvPicPr>
              <p:nvPr>
                <p:custDataLst>
                  <p:tags r:id="rId11"/>
                </p:custDataLst>
              </p:nvPr>
            </p:nvPicPr>
            <p:blipFill rotWithShape="1">
              <a:blip r:embed="rId3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37" name="Line 29">
              <a:extLst>
                <a:ext uri="{FF2B5EF4-FFF2-40B4-BE49-F238E27FC236}">
                  <a16:creationId xmlns:a16="http://schemas.microsoft.com/office/drawing/2014/main" id="{A4084482-360B-4CBE-D982-5ACFE138D2A1}"/>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238" name="Line 30">
              <a:extLst>
                <a:ext uri="{FF2B5EF4-FFF2-40B4-BE49-F238E27FC236}">
                  <a16:creationId xmlns:a16="http://schemas.microsoft.com/office/drawing/2014/main" id="{D9B0C8AB-4817-48E0-1A87-97CD095A8A29}"/>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45" name="Freihandform: Form 244">
            <a:extLst>
              <a:ext uri="{FF2B5EF4-FFF2-40B4-BE49-F238E27FC236}">
                <a16:creationId xmlns:a16="http://schemas.microsoft.com/office/drawing/2014/main" id="{0E04C8EB-562A-6E20-D6D9-F4A0C84981F6}"/>
              </a:ext>
            </a:extLst>
          </p:cNvPr>
          <p:cNvSpPr/>
          <p:nvPr/>
        </p:nvSpPr>
        <p:spPr bwMode="auto">
          <a:xfrm>
            <a:off x="7150888" y="5249503"/>
            <a:ext cx="1407144"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46" name="product_distributed-io.png">
            <a:extLst>
              <a:ext uri="{FF2B5EF4-FFF2-40B4-BE49-F238E27FC236}">
                <a16:creationId xmlns:a16="http://schemas.microsoft.com/office/drawing/2014/main" id="{AEA2A1CC-F7B1-B423-72FB-3491321EBE57}"/>
              </a:ext>
            </a:extLst>
          </p:cNvPr>
          <p:cNvPicPr>
            <a:picLocks noChangeAspect="1"/>
          </p:cNvPicPr>
          <p:nvPr>
            <p:custDataLst>
              <p:tags r:id="rId4"/>
            </p:custDataLst>
          </p:nvPr>
        </p:nvPicPr>
        <p:blipFill>
          <a:blip r:embed="rId31" cstate="print">
            <a:extLst>
              <a:ext uri="{28A0092B-C50C-407E-A947-70E740481C1C}">
                <a14:useLocalDpi xmlns:a14="http://schemas.microsoft.com/office/drawing/2010/main" val="0"/>
              </a:ext>
            </a:extLst>
          </a:blip>
          <a:stretch>
            <a:fillRect/>
          </a:stretch>
        </p:blipFill>
        <p:spPr>
          <a:xfrm>
            <a:off x="7025764" y="5397510"/>
            <a:ext cx="474986" cy="474986"/>
          </a:xfrm>
          <a:prstGeom prst="rect">
            <a:avLst/>
          </a:prstGeom>
        </p:spPr>
      </p:pic>
      <p:grpSp>
        <p:nvGrpSpPr>
          <p:cNvPr id="250" name="Gruppieren 249">
            <a:extLst>
              <a:ext uri="{FF2B5EF4-FFF2-40B4-BE49-F238E27FC236}">
                <a16:creationId xmlns:a16="http://schemas.microsoft.com/office/drawing/2014/main" id="{E798C612-5645-DD52-D6FD-B58045D212CA}"/>
              </a:ext>
            </a:extLst>
          </p:cNvPr>
          <p:cNvGrpSpPr>
            <a:grpSpLocks noChangeAspect="1"/>
          </p:cNvGrpSpPr>
          <p:nvPr/>
        </p:nvGrpSpPr>
        <p:grpSpPr>
          <a:xfrm>
            <a:off x="8503063" y="5314344"/>
            <a:ext cx="802459" cy="640310"/>
            <a:chOff x="4105359" y="1822075"/>
            <a:chExt cx="4583448" cy="3657299"/>
          </a:xfrm>
        </p:grpSpPr>
        <p:pic>
          <p:nvPicPr>
            <p:cNvPr id="251" name="product_simatic-s7-1500.png">
              <a:extLst>
                <a:ext uri="{FF2B5EF4-FFF2-40B4-BE49-F238E27FC236}">
                  <a16:creationId xmlns:a16="http://schemas.microsoft.com/office/drawing/2014/main" id="{D8960284-73A4-62AC-03A3-2BE945A4F60E}"/>
                </a:ext>
              </a:extLst>
            </p:cNvPr>
            <p:cNvPicPr>
              <a:picLocks noChangeAspect="1"/>
            </p:cNvPicPr>
            <p:nvPr>
              <p:custDataLst>
                <p:tags r:id="rId5"/>
              </p:custDataLst>
            </p:nvPr>
          </p:nvPicPr>
          <p:blipFill rotWithShape="1">
            <a:blip r:embed="rId32"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56" name="product_simatic-s7-1500.png">
              <a:extLst>
                <a:ext uri="{FF2B5EF4-FFF2-40B4-BE49-F238E27FC236}">
                  <a16:creationId xmlns:a16="http://schemas.microsoft.com/office/drawing/2014/main" id="{DB0E37E0-F89B-82DB-F9A8-F0922389092D}"/>
                </a:ext>
              </a:extLst>
            </p:cNvPr>
            <p:cNvPicPr>
              <a:picLocks noChangeAspect="1"/>
            </p:cNvPicPr>
            <p:nvPr>
              <p:custDataLst>
                <p:tags r:id="rId6"/>
              </p:custDataLst>
            </p:nvPr>
          </p:nvPicPr>
          <p:blipFill rotWithShape="1">
            <a:blip r:embed="rId33"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264" name="product_simatic-s7-1500.png">
              <a:extLst>
                <a:ext uri="{FF2B5EF4-FFF2-40B4-BE49-F238E27FC236}">
                  <a16:creationId xmlns:a16="http://schemas.microsoft.com/office/drawing/2014/main" id="{6CBFA22A-D367-9BC6-46CB-94E350EFF0C6}"/>
                </a:ext>
              </a:extLst>
            </p:cNvPr>
            <p:cNvPicPr>
              <a:picLocks noChangeAspect="1"/>
            </p:cNvPicPr>
            <p:nvPr>
              <p:custDataLst>
                <p:tags r:id="rId7"/>
              </p:custDataLst>
            </p:nvPr>
          </p:nvPicPr>
          <p:blipFill rotWithShape="1">
            <a:blip r:embed="rId34"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65" name="product_simatic-s7-1500.png">
              <a:extLst>
                <a:ext uri="{FF2B5EF4-FFF2-40B4-BE49-F238E27FC236}">
                  <a16:creationId xmlns:a16="http://schemas.microsoft.com/office/drawing/2014/main" id="{1ED96396-89E4-1A4B-2491-D899C36C826D}"/>
                </a:ext>
              </a:extLst>
            </p:cNvPr>
            <p:cNvPicPr>
              <a:picLocks noChangeAspect="1"/>
            </p:cNvPicPr>
            <p:nvPr>
              <p:custDataLst>
                <p:tags r:id="rId8"/>
              </p:custDataLst>
            </p:nvPr>
          </p:nvPicPr>
          <p:blipFill rotWithShape="1">
            <a:blip r:embed="rId35"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
        <p:nvSpPr>
          <p:cNvPr id="266" name="Rechteck 265">
            <a:extLst>
              <a:ext uri="{FF2B5EF4-FFF2-40B4-BE49-F238E27FC236}">
                <a16:creationId xmlns:a16="http://schemas.microsoft.com/office/drawing/2014/main" id="{B139BE73-005A-E931-31AE-68ADDDC71681}"/>
              </a:ext>
            </a:extLst>
          </p:cNvPr>
          <p:cNvSpPr/>
          <p:nvPr/>
        </p:nvSpPr>
        <p:spPr>
          <a:xfrm>
            <a:off x="6665806" y="412297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8" name="Rechteck 267">
            <a:extLst>
              <a:ext uri="{FF2B5EF4-FFF2-40B4-BE49-F238E27FC236}">
                <a16:creationId xmlns:a16="http://schemas.microsoft.com/office/drawing/2014/main" id="{80BF56CF-CA71-C150-0847-FF77E1F7144C}"/>
              </a:ext>
            </a:extLst>
          </p:cNvPr>
          <p:cNvSpPr/>
          <p:nvPr/>
        </p:nvSpPr>
        <p:spPr>
          <a:xfrm>
            <a:off x="8728343" y="413301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9" name="Textfeld 268">
            <a:extLst>
              <a:ext uri="{FF2B5EF4-FFF2-40B4-BE49-F238E27FC236}">
                <a16:creationId xmlns:a16="http://schemas.microsoft.com/office/drawing/2014/main" id="{C9E5D21F-C4EC-92AB-A69E-071FF0CDAA4F}"/>
              </a:ext>
            </a:extLst>
          </p:cNvPr>
          <p:cNvSpPr txBox="1"/>
          <p:nvPr/>
        </p:nvSpPr>
        <p:spPr>
          <a:xfrm>
            <a:off x="7771310" y="4438292"/>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274" name="Textfeld 273">
            <a:extLst>
              <a:ext uri="{FF2B5EF4-FFF2-40B4-BE49-F238E27FC236}">
                <a16:creationId xmlns:a16="http://schemas.microsoft.com/office/drawing/2014/main" id="{7CDD6F49-980C-BE23-9CE3-A7B912EFB276}"/>
              </a:ext>
            </a:extLst>
          </p:cNvPr>
          <p:cNvSpPr txBox="1"/>
          <p:nvPr/>
        </p:nvSpPr>
        <p:spPr>
          <a:xfrm>
            <a:off x="6618318" y="3875863"/>
            <a:ext cx="755403" cy="169277"/>
          </a:xfrm>
          <a:prstGeom prst="rect">
            <a:avLst/>
          </a:prstGeom>
          <a:noFill/>
        </p:spPr>
        <p:txBody>
          <a:bodyPr wrap="square" lIns="0" tIns="0" rIns="0" bIns="0" rtlCol="0">
            <a:spAutoFit/>
          </a:bodyPr>
          <a:lstStyle/>
          <a:p>
            <a:pPr algn="ctr"/>
            <a:r>
              <a:rPr lang="en-US" sz="1100" dirty="0">
                <a:solidFill>
                  <a:schemeClr val="bg1"/>
                </a:solidFill>
              </a:rPr>
              <a:t>Primary</a:t>
            </a:r>
          </a:p>
        </p:txBody>
      </p:sp>
      <p:sp>
        <p:nvSpPr>
          <p:cNvPr id="275" name="Textfeld 274">
            <a:extLst>
              <a:ext uri="{FF2B5EF4-FFF2-40B4-BE49-F238E27FC236}">
                <a16:creationId xmlns:a16="http://schemas.microsoft.com/office/drawing/2014/main" id="{A5666F01-5624-A830-9285-C61C683CBE70}"/>
              </a:ext>
            </a:extLst>
          </p:cNvPr>
          <p:cNvSpPr txBox="1"/>
          <p:nvPr/>
        </p:nvSpPr>
        <p:spPr>
          <a:xfrm>
            <a:off x="8665967" y="3895529"/>
            <a:ext cx="755403" cy="169277"/>
          </a:xfrm>
          <a:prstGeom prst="rect">
            <a:avLst/>
          </a:prstGeom>
          <a:noFill/>
        </p:spPr>
        <p:txBody>
          <a:bodyPr wrap="square" lIns="0" tIns="0" rIns="0" bIns="0" rtlCol="0">
            <a:spAutoFit/>
          </a:bodyPr>
          <a:lstStyle/>
          <a:p>
            <a:pPr algn="ctr"/>
            <a:r>
              <a:rPr lang="en-US" sz="1100" dirty="0">
                <a:solidFill>
                  <a:schemeClr val="bg1"/>
                </a:solidFill>
              </a:rPr>
              <a:t>Backup</a:t>
            </a:r>
          </a:p>
        </p:txBody>
      </p:sp>
      <p:sp>
        <p:nvSpPr>
          <p:cNvPr id="276" name="Gewitterblitz 275">
            <a:extLst>
              <a:ext uri="{FF2B5EF4-FFF2-40B4-BE49-F238E27FC236}">
                <a16:creationId xmlns:a16="http://schemas.microsoft.com/office/drawing/2014/main" id="{49DC3EDF-5EB3-B0E6-FD5D-7DE24A9237F1}"/>
              </a:ext>
            </a:extLst>
          </p:cNvPr>
          <p:cNvSpPr/>
          <p:nvPr/>
        </p:nvSpPr>
        <p:spPr bwMode="auto">
          <a:xfrm>
            <a:off x="7745705" y="5044454"/>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277" name="Freihandform: Form 276">
            <a:extLst>
              <a:ext uri="{FF2B5EF4-FFF2-40B4-BE49-F238E27FC236}">
                <a16:creationId xmlns:a16="http://schemas.microsoft.com/office/drawing/2014/main" id="{F458133F-B2BD-BBAC-523A-C174FE1F2897}"/>
              </a:ext>
            </a:extLst>
          </p:cNvPr>
          <p:cNvSpPr/>
          <p:nvPr/>
        </p:nvSpPr>
        <p:spPr>
          <a:xfrm>
            <a:off x="7448550" y="4762126"/>
            <a:ext cx="1407143" cy="429935"/>
          </a:xfrm>
          <a:custGeom>
            <a:avLst/>
            <a:gdLst>
              <a:gd name="connsiteX0" fmla="*/ 1362075 w 1362075"/>
              <a:gd name="connsiteY0" fmla="*/ 762000 h 762000"/>
              <a:gd name="connsiteX1" fmla="*/ 1362075 w 1362075"/>
              <a:gd name="connsiteY1" fmla="*/ 0 h 762000"/>
              <a:gd name="connsiteX2" fmla="*/ 0 w 1362075"/>
              <a:gd name="connsiteY2" fmla="*/ 0 h 762000"/>
            </a:gdLst>
            <a:ahLst/>
            <a:cxnLst>
              <a:cxn ang="0">
                <a:pos x="connsiteX0" y="connsiteY0"/>
              </a:cxn>
              <a:cxn ang="0">
                <a:pos x="connsiteX1" y="connsiteY1"/>
              </a:cxn>
              <a:cxn ang="0">
                <a:pos x="connsiteX2" y="connsiteY2"/>
              </a:cxn>
            </a:cxnLst>
            <a:rect l="l" t="t" r="r" b="b"/>
            <a:pathLst>
              <a:path w="1362075" h="762000">
                <a:moveTo>
                  <a:pt x="1362075" y="762000"/>
                </a:moveTo>
                <a:lnTo>
                  <a:pt x="1362075" y="0"/>
                </a:lnTo>
                <a:lnTo>
                  <a:pt x="0" y="0"/>
                </a:lnTo>
              </a:path>
            </a:pathLst>
          </a:cu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p>
        </p:txBody>
      </p:sp>
      <p:cxnSp>
        <p:nvCxnSpPr>
          <p:cNvPr id="279" name="Gerade Verbindung mit Pfeil 278">
            <a:extLst>
              <a:ext uri="{FF2B5EF4-FFF2-40B4-BE49-F238E27FC236}">
                <a16:creationId xmlns:a16="http://schemas.microsoft.com/office/drawing/2014/main" id="{5BD753C8-8A6D-49CE-461A-FC871F435D3C}"/>
              </a:ext>
            </a:extLst>
          </p:cNvPr>
          <p:cNvCxnSpPr/>
          <p:nvPr/>
        </p:nvCxnSpPr>
        <p:spPr>
          <a:xfrm>
            <a:off x="7025764" y="4733276"/>
            <a:ext cx="0" cy="438799"/>
          </a:xfrm>
          <a:prstGeom prst="straightConnector1">
            <a:avLst/>
          </a:pr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cxnSp>
      <p:sp>
        <p:nvSpPr>
          <p:cNvPr id="14" name="Textfeld 13">
            <a:extLst>
              <a:ext uri="{FF2B5EF4-FFF2-40B4-BE49-F238E27FC236}">
                <a16:creationId xmlns:a16="http://schemas.microsoft.com/office/drawing/2014/main" id="{7D260E66-EB8E-BE61-EC64-EB52B7D9D6CF}"/>
              </a:ext>
            </a:extLst>
          </p:cNvPr>
          <p:cNvSpPr txBox="1"/>
          <p:nvPr/>
        </p:nvSpPr>
        <p:spPr>
          <a:xfrm>
            <a:off x="6731695" y="3524271"/>
            <a:ext cx="2914259" cy="215444"/>
          </a:xfrm>
          <a:prstGeom prst="rect">
            <a:avLst/>
          </a:prstGeom>
          <a:noFill/>
        </p:spPr>
        <p:txBody>
          <a:bodyPr wrap="none" lIns="0" tIns="0" rIns="0" bIns="0" rtlCol="0">
            <a:spAutoFit/>
          </a:bodyPr>
          <a:lstStyle/>
          <a:p>
            <a:pPr algn="l"/>
            <a:r>
              <a:rPr lang="en-US" sz="1400" dirty="0"/>
              <a:t>Behavior in case of ring interruption</a:t>
            </a:r>
          </a:p>
        </p:txBody>
      </p:sp>
    </p:spTree>
    <p:custDataLst>
      <p:tags r:id="rId1"/>
    </p:custDataLst>
    <p:extLst>
      <p:ext uri="{BB962C8B-B14F-4D97-AF65-F5344CB8AC3E}">
        <p14:creationId xmlns:p14="http://schemas.microsoft.com/office/powerpoint/2010/main" val="320092441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C21168AB-8FB4-7511-9173-87FC43098D6E}"/>
              </a:ext>
            </a:extLst>
          </p:cNvPr>
          <p:cNvSpPr/>
          <p:nvPr/>
        </p:nvSpPr>
        <p:spPr>
          <a:xfrm>
            <a:off x="6223128" y="3807639"/>
            <a:ext cx="3554129" cy="23117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100" dirty="0">
              <a:solidFill>
                <a:schemeClr val="bg1"/>
              </a:solidFill>
            </a:endParaRPr>
          </a:p>
        </p:txBody>
      </p:sp>
      <p:sp>
        <p:nvSpPr>
          <p:cNvPr id="7" name="Textfeld 6">
            <a:extLst>
              <a:ext uri="{FF2B5EF4-FFF2-40B4-BE49-F238E27FC236}">
                <a16:creationId xmlns:a16="http://schemas.microsoft.com/office/drawing/2014/main" id="{677FE9B6-9AD2-E329-74C0-C3D3029A808D}"/>
              </a:ext>
            </a:extLst>
          </p:cNvPr>
          <p:cNvSpPr txBox="1"/>
          <p:nvPr/>
        </p:nvSpPr>
        <p:spPr>
          <a:xfrm>
            <a:off x="6371019" y="3524135"/>
            <a:ext cx="2890215" cy="215444"/>
          </a:xfrm>
          <a:prstGeom prst="rect">
            <a:avLst/>
          </a:prstGeom>
          <a:noFill/>
        </p:spPr>
        <p:txBody>
          <a:bodyPr wrap="none" lIns="0" tIns="0" rIns="0" bIns="0" rtlCol="0">
            <a:spAutoFit/>
          </a:bodyPr>
          <a:lstStyle/>
          <a:p>
            <a:pPr algn="l"/>
            <a:r>
              <a:rPr lang="en-US" sz="1400" dirty="0"/>
              <a:t>Required setup with firmware &lt; V3.0</a:t>
            </a:r>
          </a:p>
        </p:txBody>
      </p:sp>
      <p:sp>
        <p:nvSpPr>
          <p:cNvPr id="11" name="Rechteck 10">
            <a:extLst>
              <a:ext uri="{FF2B5EF4-FFF2-40B4-BE49-F238E27FC236}">
                <a16:creationId xmlns:a16="http://schemas.microsoft.com/office/drawing/2014/main" id="{50538284-0E59-7DAB-9179-8F0D020C3AF3}"/>
              </a:ext>
            </a:extLst>
          </p:cNvPr>
          <p:cNvSpPr/>
          <p:nvPr/>
        </p:nvSpPr>
        <p:spPr>
          <a:xfrm>
            <a:off x="1059160" y="1365953"/>
            <a:ext cx="3554129"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7" imgW="532" imgH="533" progId="TCLayout.ActiveDocument.1">
                  <p:embed/>
                </p:oleObj>
              </mc:Choice>
              <mc:Fallback>
                <p:oleObj name="think-cell Folie" r:id="rId17"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 S7-1500H without PN devices</a:t>
            </a:r>
            <a:br>
              <a:rPr lang="en-US" altLang="de-DE" dirty="0"/>
            </a:br>
            <a:r>
              <a:rPr lang="en-US" altLang="de-DE" b="0" dirty="0"/>
              <a:t>Special case for operation without PROFINET devices</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 name="Rechteck 2">
            <a:extLst>
              <a:ext uri="{FF2B5EF4-FFF2-40B4-BE49-F238E27FC236}">
                <a16:creationId xmlns:a16="http://schemas.microsoft.com/office/drawing/2014/main" id="{2098B6BC-6639-DF77-20F7-2464D57CA68D}"/>
              </a:ext>
            </a:extLst>
          </p:cNvPr>
          <p:cNvSpPr/>
          <p:nvPr/>
        </p:nvSpPr>
        <p:spPr>
          <a:xfrm>
            <a:off x="1303299" y="5770442"/>
            <a:ext cx="1408639" cy="254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dirty="0"/>
              <a:t>From FW V3.0 / V18</a:t>
            </a:r>
          </a:p>
        </p:txBody>
      </p:sp>
      <p:grpSp>
        <p:nvGrpSpPr>
          <p:cNvPr id="8" name="Gruppieren 7">
            <a:extLst>
              <a:ext uri="{FF2B5EF4-FFF2-40B4-BE49-F238E27FC236}">
                <a16:creationId xmlns:a16="http://schemas.microsoft.com/office/drawing/2014/main" id="{B11F6D92-A477-149D-59B8-1265A939D3A1}"/>
              </a:ext>
            </a:extLst>
          </p:cNvPr>
          <p:cNvGrpSpPr/>
          <p:nvPr/>
        </p:nvGrpSpPr>
        <p:grpSpPr>
          <a:xfrm>
            <a:off x="1398618" y="2019707"/>
            <a:ext cx="2842603" cy="640310"/>
            <a:chOff x="4310893" y="2280729"/>
            <a:chExt cx="2842603" cy="640310"/>
          </a:xfrm>
          <a:solidFill>
            <a:schemeClr val="tx1"/>
          </a:solidFill>
        </p:grpSpPr>
        <p:grpSp>
          <p:nvGrpSpPr>
            <p:cNvPr id="10" name="Gruppieren 9">
              <a:extLst>
                <a:ext uri="{FF2B5EF4-FFF2-40B4-BE49-F238E27FC236}">
                  <a16:creationId xmlns:a16="http://schemas.microsoft.com/office/drawing/2014/main" id="{78386E5A-1392-97F2-79AC-6F1E5D00150F}"/>
                </a:ext>
              </a:extLst>
            </p:cNvPr>
            <p:cNvGrpSpPr/>
            <p:nvPr/>
          </p:nvGrpSpPr>
          <p:grpSpPr>
            <a:xfrm>
              <a:off x="4310893" y="2280729"/>
              <a:ext cx="774298" cy="640310"/>
              <a:chOff x="5633257" y="2448326"/>
              <a:chExt cx="3891741" cy="2958295"/>
            </a:xfrm>
            <a:grpFill/>
          </p:grpSpPr>
          <p:pic>
            <p:nvPicPr>
              <p:cNvPr id="21" name="product_simatic-s7-1500.png">
                <a:extLst>
                  <a:ext uri="{FF2B5EF4-FFF2-40B4-BE49-F238E27FC236}">
                    <a16:creationId xmlns:a16="http://schemas.microsoft.com/office/drawing/2014/main" id="{2E09609C-9D62-E437-91A6-E56CC4449CC6}"/>
                  </a:ext>
                </a:extLst>
              </p:cNvPr>
              <p:cNvPicPr>
                <a:picLocks noChangeAspect="1"/>
              </p:cNvPicPr>
              <p:nvPr>
                <p:custDataLst>
                  <p:tags r:id="rId12"/>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2" name="product_simatic-s7-1500.png">
                <a:extLst>
                  <a:ext uri="{FF2B5EF4-FFF2-40B4-BE49-F238E27FC236}">
                    <a16:creationId xmlns:a16="http://schemas.microsoft.com/office/drawing/2014/main" id="{905C85E8-304B-3ABB-CB06-EB237D7A5404}"/>
                  </a:ext>
                </a:extLst>
              </p:cNvPr>
              <p:cNvPicPr>
                <a:picLocks noChangeAspect="1"/>
              </p:cNvPicPr>
              <p:nvPr>
                <p:custDataLst>
                  <p:tags r:id="rId13"/>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3" name="product_simatic-s7-1500.png">
                <a:extLst>
                  <a:ext uri="{FF2B5EF4-FFF2-40B4-BE49-F238E27FC236}">
                    <a16:creationId xmlns:a16="http://schemas.microsoft.com/office/drawing/2014/main" id="{F423F002-26B6-E041-DD01-79599C117BD9}"/>
                  </a:ext>
                </a:extLst>
              </p:cNvPr>
              <p:cNvPicPr>
                <a:picLocks noChangeAspect="1"/>
              </p:cNvPicPr>
              <p:nvPr>
                <p:custDataLst>
                  <p:tags r:id="rId14"/>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3" name="Gruppieren 12">
              <a:extLst>
                <a:ext uri="{FF2B5EF4-FFF2-40B4-BE49-F238E27FC236}">
                  <a16:creationId xmlns:a16="http://schemas.microsoft.com/office/drawing/2014/main" id="{6FBADAEC-5009-9D71-ECD5-A21E362B5BB9}"/>
                </a:ext>
              </a:extLst>
            </p:cNvPr>
            <p:cNvGrpSpPr/>
            <p:nvPr/>
          </p:nvGrpSpPr>
          <p:grpSpPr>
            <a:xfrm>
              <a:off x="6379198" y="2280729"/>
              <a:ext cx="774298" cy="640310"/>
              <a:chOff x="5633257" y="2448326"/>
              <a:chExt cx="3891741" cy="2958295"/>
            </a:xfrm>
            <a:grpFill/>
          </p:grpSpPr>
          <p:pic>
            <p:nvPicPr>
              <p:cNvPr id="18" name="product_simatic-s7-1500.png">
                <a:extLst>
                  <a:ext uri="{FF2B5EF4-FFF2-40B4-BE49-F238E27FC236}">
                    <a16:creationId xmlns:a16="http://schemas.microsoft.com/office/drawing/2014/main" id="{12CD2096-F72B-5246-D2C1-098C2BB45F0E}"/>
                  </a:ext>
                </a:extLst>
              </p:cNvPr>
              <p:cNvPicPr>
                <a:picLocks noChangeAspect="1"/>
              </p:cNvPicPr>
              <p:nvPr>
                <p:custDataLst>
                  <p:tags r:id="rId9"/>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9" name="product_simatic-s7-1500.png">
                <a:extLst>
                  <a:ext uri="{FF2B5EF4-FFF2-40B4-BE49-F238E27FC236}">
                    <a16:creationId xmlns:a16="http://schemas.microsoft.com/office/drawing/2014/main" id="{2B191B3F-935C-B1CC-0AD4-11C58ADC2081}"/>
                  </a:ext>
                </a:extLst>
              </p:cNvPr>
              <p:cNvPicPr>
                <a:picLocks noChangeAspect="1"/>
              </p:cNvPicPr>
              <p:nvPr>
                <p:custDataLst>
                  <p:tags r:id="rId10"/>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0" name="product_simatic-s7-1500.png">
                <a:extLst>
                  <a:ext uri="{FF2B5EF4-FFF2-40B4-BE49-F238E27FC236}">
                    <a16:creationId xmlns:a16="http://schemas.microsoft.com/office/drawing/2014/main" id="{921A38AE-331F-2062-B8FF-63CA79CCD44B}"/>
                  </a:ext>
                </a:extLst>
              </p:cNvPr>
              <p:cNvPicPr>
                <a:picLocks noChangeAspect="1"/>
              </p:cNvPicPr>
              <p:nvPr>
                <p:custDataLst>
                  <p:tags r:id="rId11"/>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6" name="Line 29">
              <a:extLst>
                <a:ext uri="{FF2B5EF4-FFF2-40B4-BE49-F238E27FC236}">
                  <a16:creationId xmlns:a16="http://schemas.microsoft.com/office/drawing/2014/main" id="{A38520D7-EEF2-EACF-EF0C-0DD9A4CE5B77}"/>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7" name="Line 30">
              <a:extLst>
                <a:ext uri="{FF2B5EF4-FFF2-40B4-BE49-F238E27FC236}">
                  <a16:creationId xmlns:a16="http://schemas.microsoft.com/office/drawing/2014/main" id="{8C85E1BB-0984-1186-A53A-AA0EEDA31996}"/>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25" name="Rechteck 224">
            <a:extLst>
              <a:ext uri="{FF2B5EF4-FFF2-40B4-BE49-F238E27FC236}">
                <a16:creationId xmlns:a16="http://schemas.microsoft.com/office/drawing/2014/main" id="{9D1FBF0A-3339-E027-0FB0-B4410A39CDDD}"/>
              </a:ext>
            </a:extLst>
          </p:cNvPr>
          <p:cNvSpPr/>
          <p:nvPr/>
        </p:nvSpPr>
        <p:spPr>
          <a:xfrm>
            <a:off x="1446106" y="205811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26" name="Rechteck 225">
            <a:extLst>
              <a:ext uri="{FF2B5EF4-FFF2-40B4-BE49-F238E27FC236}">
                <a16:creationId xmlns:a16="http://schemas.microsoft.com/office/drawing/2014/main" id="{D713A724-0245-6FF9-5DBE-AFD1892500B7}"/>
              </a:ext>
            </a:extLst>
          </p:cNvPr>
          <p:cNvSpPr/>
          <p:nvPr/>
        </p:nvSpPr>
        <p:spPr>
          <a:xfrm>
            <a:off x="3508643" y="2068161"/>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28" name="Textfeld 227">
            <a:extLst>
              <a:ext uri="{FF2B5EF4-FFF2-40B4-BE49-F238E27FC236}">
                <a16:creationId xmlns:a16="http://schemas.microsoft.com/office/drawing/2014/main" id="{6616904D-F1F7-81E5-22DF-BA7A8FA5A553}"/>
              </a:ext>
            </a:extLst>
          </p:cNvPr>
          <p:cNvSpPr txBox="1"/>
          <p:nvPr/>
        </p:nvSpPr>
        <p:spPr>
          <a:xfrm>
            <a:off x="2551610" y="2373435"/>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230" name="Textfeld 229">
            <a:extLst>
              <a:ext uri="{FF2B5EF4-FFF2-40B4-BE49-F238E27FC236}">
                <a16:creationId xmlns:a16="http://schemas.microsoft.com/office/drawing/2014/main" id="{821565C2-FC3D-7D35-EC2E-175AB41BE910}"/>
              </a:ext>
            </a:extLst>
          </p:cNvPr>
          <p:cNvSpPr txBox="1"/>
          <p:nvPr/>
        </p:nvSpPr>
        <p:spPr>
          <a:xfrm>
            <a:off x="4802224" y="1374281"/>
            <a:ext cx="6958093" cy="1642509"/>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Operation without PROFINET devices</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If no PROFINET devices (S1, S2, R1) are connected, the X1 interfaces of the CPUs from V3.0 no longer need to be connected</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Examples: Exclusive communication via Open User Communication or Modbus/TCP </a:t>
            </a:r>
            <a:r>
              <a:rPr lang="en-US" sz="1599" dirty="0">
                <a:ea typeface="Arial Unicode MS" panose="020B0604020202020204" pitchFamily="34" charset="-128"/>
                <a:cs typeface="Arial Unicode MS" panose="020B0604020202020204" pitchFamily="34" charset="-128"/>
              </a:rPr>
              <a:t>(e.g. communication concentrator")</a:t>
            </a:r>
            <a:endParaRPr lang="en-US" sz="1599" dirty="0">
              <a:latin typeface="Arial"/>
              <a:ea typeface="Arial Unicode MS" panose="020B0604020202020204" pitchFamily="34" charset="-128"/>
              <a:cs typeface="Arial Unicode MS" panose="020B0604020202020204" pitchFamily="34" charset="-128"/>
            </a:endParaRPr>
          </a:p>
        </p:txBody>
      </p:sp>
      <p:sp>
        <p:nvSpPr>
          <p:cNvPr id="266" name="Rechteck 265">
            <a:extLst>
              <a:ext uri="{FF2B5EF4-FFF2-40B4-BE49-F238E27FC236}">
                <a16:creationId xmlns:a16="http://schemas.microsoft.com/office/drawing/2014/main" id="{B139BE73-005A-E931-31AE-68ADDDC71681}"/>
              </a:ext>
            </a:extLst>
          </p:cNvPr>
          <p:cNvSpPr/>
          <p:nvPr/>
        </p:nvSpPr>
        <p:spPr>
          <a:xfrm>
            <a:off x="6665806" y="4380880"/>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8" name="Rechteck 267">
            <a:extLst>
              <a:ext uri="{FF2B5EF4-FFF2-40B4-BE49-F238E27FC236}">
                <a16:creationId xmlns:a16="http://schemas.microsoft.com/office/drawing/2014/main" id="{80BF56CF-CA71-C150-0847-FF77E1F7144C}"/>
              </a:ext>
            </a:extLst>
          </p:cNvPr>
          <p:cNvSpPr/>
          <p:nvPr/>
        </p:nvSpPr>
        <p:spPr>
          <a:xfrm>
            <a:off x="8728343" y="4390923"/>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9" name="Textfeld 268">
            <a:extLst>
              <a:ext uri="{FF2B5EF4-FFF2-40B4-BE49-F238E27FC236}">
                <a16:creationId xmlns:a16="http://schemas.microsoft.com/office/drawing/2014/main" id="{C9E5D21F-C4EC-92AB-A69E-071FF0CDAA4F}"/>
              </a:ext>
            </a:extLst>
          </p:cNvPr>
          <p:cNvSpPr txBox="1"/>
          <p:nvPr/>
        </p:nvSpPr>
        <p:spPr>
          <a:xfrm>
            <a:off x="7771310" y="4696197"/>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274" name="Textfeld 273">
            <a:extLst>
              <a:ext uri="{FF2B5EF4-FFF2-40B4-BE49-F238E27FC236}">
                <a16:creationId xmlns:a16="http://schemas.microsoft.com/office/drawing/2014/main" id="{7CDD6F49-980C-BE23-9CE3-A7B912EFB276}"/>
              </a:ext>
            </a:extLst>
          </p:cNvPr>
          <p:cNvSpPr txBox="1"/>
          <p:nvPr/>
        </p:nvSpPr>
        <p:spPr>
          <a:xfrm>
            <a:off x="6618318" y="4133768"/>
            <a:ext cx="755403" cy="169277"/>
          </a:xfrm>
          <a:prstGeom prst="rect">
            <a:avLst/>
          </a:prstGeom>
          <a:noFill/>
        </p:spPr>
        <p:txBody>
          <a:bodyPr wrap="square" lIns="0" tIns="0" rIns="0" bIns="0" rtlCol="0">
            <a:spAutoFit/>
          </a:bodyPr>
          <a:lstStyle/>
          <a:p>
            <a:pPr algn="ctr"/>
            <a:r>
              <a:rPr lang="en-US" sz="1100" dirty="0">
                <a:solidFill>
                  <a:schemeClr val="bg1"/>
                </a:solidFill>
              </a:rPr>
              <a:t>Primary</a:t>
            </a:r>
          </a:p>
        </p:txBody>
      </p:sp>
      <p:sp>
        <p:nvSpPr>
          <p:cNvPr id="275" name="Textfeld 274">
            <a:extLst>
              <a:ext uri="{FF2B5EF4-FFF2-40B4-BE49-F238E27FC236}">
                <a16:creationId xmlns:a16="http://schemas.microsoft.com/office/drawing/2014/main" id="{A5666F01-5624-A830-9285-C61C683CBE70}"/>
              </a:ext>
            </a:extLst>
          </p:cNvPr>
          <p:cNvSpPr txBox="1"/>
          <p:nvPr/>
        </p:nvSpPr>
        <p:spPr>
          <a:xfrm>
            <a:off x="8665967" y="4153434"/>
            <a:ext cx="755403" cy="169277"/>
          </a:xfrm>
          <a:prstGeom prst="rect">
            <a:avLst/>
          </a:prstGeom>
          <a:noFill/>
        </p:spPr>
        <p:txBody>
          <a:bodyPr wrap="square" lIns="0" tIns="0" rIns="0" bIns="0" rtlCol="0">
            <a:spAutoFit/>
          </a:bodyPr>
          <a:lstStyle/>
          <a:p>
            <a:pPr algn="ctr"/>
            <a:r>
              <a:rPr lang="en-US" sz="1100" dirty="0">
                <a:solidFill>
                  <a:schemeClr val="bg1"/>
                </a:solidFill>
              </a:rPr>
              <a:t>Backup</a:t>
            </a:r>
          </a:p>
        </p:txBody>
      </p:sp>
      <p:sp>
        <p:nvSpPr>
          <p:cNvPr id="4" name="Freihandform: Form 3">
            <a:extLst>
              <a:ext uri="{FF2B5EF4-FFF2-40B4-BE49-F238E27FC236}">
                <a16:creationId xmlns:a16="http://schemas.microsoft.com/office/drawing/2014/main" id="{4608F11A-B469-2368-61B7-A589B76BC3E6}"/>
              </a:ext>
            </a:extLst>
          </p:cNvPr>
          <p:cNvSpPr/>
          <p:nvPr/>
        </p:nvSpPr>
        <p:spPr>
          <a:xfrm>
            <a:off x="6846277" y="4962026"/>
            <a:ext cx="2055446" cy="227388"/>
          </a:xfrm>
          <a:custGeom>
            <a:avLst/>
            <a:gdLst>
              <a:gd name="connsiteX0" fmla="*/ 0 w 2055446"/>
              <a:gd name="connsiteY0" fmla="*/ 0 h 195385"/>
              <a:gd name="connsiteX1" fmla="*/ 0 w 2055446"/>
              <a:gd name="connsiteY1" fmla="*/ 195385 h 195385"/>
              <a:gd name="connsiteX2" fmla="*/ 2055446 w 2055446"/>
              <a:gd name="connsiteY2" fmla="*/ 195385 h 195385"/>
              <a:gd name="connsiteX3" fmla="*/ 2055446 w 2055446"/>
              <a:gd name="connsiteY3" fmla="*/ 0 h 195385"/>
            </a:gdLst>
            <a:ahLst/>
            <a:cxnLst>
              <a:cxn ang="0">
                <a:pos x="connsiteX0" y="connsiteY0"/>
              </a:cxn>
              <a:cxn ang="0">
                <a:pos x="connsiteX1" y="connsiteY1"/>
              </a:cxn>
              <a:cxn ang="0">
                <a:pos x="connsiteX2" y="connsiteY2"/>
              </a:cxn>
              <a:cxn ang="0">
                <a:pos x="connsiteX3" y="connsiteY3"/>
              </a:cxn>
            </a:cxnLst>
            <a:rect l="l" t="t" r="r" b="b"/>
            <a:pathLst>
              <a:path w="2055446" h="195385">
                <a:moveTo>
                  <a:pt x="0" y="0"/>
                </a:moveTo>
                <a:lnTo>
                  <a:pt x="0" y="195385"/>
                </a:lnTo>
                <a:lnTo>
                  <a:pt x="2055446" y="195385"/>
                </a:lnTo>
                <a:lnTo>
                  <a:pt x="2055446"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2" name="Freihandform: Form 11">
            <a:extLst>
              <a:ext uri="{FF2B5EF4-FFF2-40B4-BE49-F238E27FC236}">
                <a16:creationId xmlns:a16="http://schemas.microsoft.com/office/drawing/2014/main" id="{07085563-3AED-1FC8-49CC-0F84A73F5208}"/>
              </a:ext>
            </a:extLst>
          </p:cNvPr>
          <p:cNvSpPr/>
          <p:nvPr/>
        </p:nvSpPr>
        <p:spPr>
          <a:xfrm>
            <a:off x="6752492" y="4974363"/>
            <a:ext cx="2242238" cy="318826"/>
          </a:xfrm>
          <a:custGeom>
            <a:avLst/>
            <a:gdLst>
              <a:gd name="connsiteX0" fmla="*/ 0 w 2055446"/>
              <a:gd name="connsiteY0" fmla="*/ 0 h 195385"/>
              <a:gd name="connsiteX1" fmla="*/ 0 w 2055446"/>
              <a:gd name="connsiteY1" fmla="*/ 195385 h 195385"/>
              <a:gd name="connsiteX2" fmla="*/ 2055446 w 2055446"/>
              <a:gd name="connsiteY2" fmla="*/ 195385 h 195385"/>
              <a:gd name="connsiteX3" fmla="*/ 2055446 w 2055446"/>
              <a:gd name="connsiteY3" fmla="*/ 0 h 195385"/>
            </a:gdLst>
            <a:ahLst/>
            <a:cxnLst>
              <a:cxn ang="0">
                <a:pos x="connsiteX0" y="connsiteY0"/>
              </a:cxn>
              <a:cxn ang="0">
                <a:pos x="connsiteX1" y="connsiteY1"/>
              </a:cxn>
              <a:cxn ang="0">
                <a:pos x="connsiteX2" y="connsiteY2"/>
              </a:cxn>
              <a:cxn ang="0">
                <a:pos x="connsiteX3" y="connsiteY3"/>
              </a:cxn>
            </a:cxnLst>
            <a:rect l="l" t="t" r="r" b="b"/>
            <a:pathLst>
              <a:path w="2055446" h="195385">
                <a:moveTo>
                  <a:pt x="0" y="0"/>
                </a:moveTo>
                <a:lnTo>
                  <a:pt x="0" y="195385"/>
                </a:lnTo>
                <a:lnTo>
                  <a:pt x="2055446" y="195385"/>
                </a:lnTo>
                <a:lnTo>
                  <a:pt x="2055446"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34" name="Gruppieren 233">
            <a:extLst>
              <a:ext uri="{FF2B5EF4-FFF2-40B4-BE49-F238E27FC236}">
                <a16:creationId xmlns:a16="http://schemas.microsoft.com/office/drawing/2014/main" id="{2173BBD9-409F-3E41-C68B-D1F81B8835A6}"/>
              </a:ext>
            </a:extLst>
          </p:cNvPr>
          <p:cNvGrpSpPr/>
          <p:nvPr/>
        </p:nvGrpSpPr>
        <p:grpSpPr>
          <a:xfrm>
            <a:off x="6618318" y="4342469"/>
            <a:ext cx="2842603" cy="640310"/>
            <a:chOff x="4310893" y="2280729"/>
            <a:chExt cx="2842603" cy="640310"/>
          </a:xfrm>
          <a:solidFill>
            <a:schemeClr val="tx1"/>
          </a:solidFill>
        </p:grpSpPr>
        <p:grpSp>
          <p:nvGrpSpPr>
            <p:cNvPr id="235" name="Gruppieren 234">
              <a:extLst>
                <a:ext uri="{FF2B5EF4-FFF2-40B4-BE49-F238E27FC236}">
                  <a16:creationId xmlns:a16="http://schemas.microsoft.com/office/drawing/2014/main" id="{9AF6329B-D743-1454-9B88-0C09DF57D98A}"/>
                </a:ext>
              </a:extLst>
            </p:cNvPr>
            <p:cNvGrpSpPr/>
            <p:nvPr/>
          </p:nvGrpSpPr>
          <p:grpSpPr>
            <a:xfrm>
              <a:off x="4310893" y="2280729"/>
              <a:ext cx="774298" cy="640310"/>
              <a:chOff x="5633257" y="2448326"/>
              <a:chExt cx="3891741" cy="2958295"/>
            </a:xfrm>
            <a:grpFill/>
          </p:grpSpPr>
          <p:pic>
            <p:nvPicPr>
              <p:cNvPr id="242" name="product_simatic-s7-1500.png">
                <a:extLst>
                  <a:ext uri="{FF2B5EF4-FFF2-40B4-BE49-F238E27FC236}">
                    <a16:creationId xmlns:a16="http://schemas.microsoft.com/office/drawing/2014/main" id="{DB626E9D-CFA2-EB64-0D68-88260B4091E8}"/>
                  </a:ext>
                </a:extLst>
              </p:cNvPr>
              <p:cNvPicPr>
                <a:picLocks noChangeAspect="1"/>
              </p:cNvPicPr>
              <p:nvPr>
                <p:custDataLst>
                  <p:tags r:id="rId6"/>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3" name="product_simatic-s7-1500.png">
                <a:extLst>
                  <a:ext uri="{FF2B5EF4-FFF2-40B4-BE49-F238E27FC236}">
                    <a16:creationId xmlns:a16="http://schemas.microsoft.com/office/drawing/2014/main" id="{3B09CEB7-B02C-A26F-7776-A0B2E7ECE573}"/>
                  </a:ext>
                </a:extLst>
              </p:cNvPr>
              <p:cNvPicPr>
                <a:picLocks noChangeAspect="1"/>
              </p:cNvPicPr>
              <p:nvPr>
                <p:custDataLst>
                  <p:tags r:id="rId7"/>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44" name="product_simatic-s7-1500.png">
                <a:extLst>
                  <a:ext uri="{FF2B5EF4-FFF2-40B4-BE49-F238E27FC236}">
                    <a16:creationId xmlns:a16="http://schemas.microsoft.com/office/drawing/2014/main" id="{7747936A-990A-133E-DF9A-2F6D6FF5289E}"/>
                  </a:ext>
                </a:extLst>
              </p:cNvPr>
              <p:cNvPicPr>
                <a:picLocks noChangeAspect="1"/>
              </p:cNvPicPr>
              <p:nvPr>
                <p:custDataLst>
                  <p:tags r:id="rId8"/>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36" name="Gruppieren 235">
              <a:extLst>
                <a:ext uri="{FF2B5EF4-FFF2-40B4-BE49-F238E27FC236}">
                  <a16:creationId xmlns:a16="http://schemas.microsoft.com/office/drawing/2014/main" id="{C039C6FA-A161-D094-6C67-C7F7F3D22801}"/>
                </a:ext>
              </a:extLst>
            </p:cNvPr>
            <p:cNvGrpSpPr/>
            <p:nvPr/>
          </p:nvGrpSpPr>
          <p:grpSpPr>
            <a:xfrm>
              <a:off x="6379198" y="2280729"/>
              <a:ext cx="774298" cy="640310"/>
              <a:chOff x="5633257" y="2448326"/>
              <a:chExt cx="3891741" cy="2958295"/>
            </a:xfrm>
            <a:grpFill/>
          </p:grpSpPr>
          <p:pic>
            <p:nvPicPr>
              <p:cNvPr id="239" name="product_simatic-s7-1500.png">
                <a:extLst>
                  <a:ext uri="{FF2B5EF4-FFF2-40B4-BE49-F238E27FC236}">
                    <a16:creationId xmlns:a16="http://schemas.microsoft.com/office/drawing/2014/main" id="{3C6BB8BB-4BF3-35A7-1E00-37DAF3F90BFF}"/>
                  </a:ext>
                </a:extLst>
              </p:cNvPr>
              <p:cNvPicPr>
                <a:picLocks noChangeAspect="1"/>
              </p:cNvPicPr>
              <p:nvPr>
                <p:custDataLst>
                  <p:tags r:id="rId3"/>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0" name="product_simatic-s7-1500.png">
                <a:extLst>
                  <a:ext uri="{FF2B5EF4-FFF2-40B4-BE49-F238E27FC236}">
                    <a16:creationId xmlns:a16="http://schemas.microsoft.com/office/drawing/2014/main" id="{3BF65363-8B23-8C72-D12C-E498B09E79F4}"/>
                  </a:ext>
                </a:extLst>
              </p:cNvPr>
              <p:cNvPicPr>
                <a:picLocks noChangeAspect="1"/>
              </p:cNvPicPr>
              <p:nvPr>
                <p:custDataLst>
                  <p:tags r:id="rId4"/>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41" name="product_simatic-s7-1500.png">
                <a:extLst>
                  <a:ext uri="{FF2B5EF4-FFF2-40B4-BE49-F238E27FC236}">
                    <a16:creationId xmlns:a16="http://schemas.microsoft.com/office/drawing/2014/main" id="{9482FFE3-E997-22A6-DFD0-2F59369616B8}"/>
                  </a:ext>
                </a:extLst>
              </p:cNvPr>
              <p:cNvPicPr>
                <a:picLocks noChangeAspect="1"/>
              </p:cNvPicPr>
              <p:nvPr>
                <p:custDataLst>
                  <p:tags r:id="rId5"/>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37" name="Line 29">
              <a:extLst>
                <a:ext uri="{FF2B5EF4-FFF2-40B4-BE49-F238E27FC236}">
                  <a16:creationId xmlns:a16="http://schemas.microsoft.com/office/drawing/2014/main" id="{A4084482-360B-4CBE-D982-5ACFE138D2A1}"/>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238" name="Line 30">
              <a:extLst>
                <a:ext uri="{FF2B5EF4-FFF2-40B4-BE49-F238E27FC236}">
                  <a16:creationId xmlns:a16="http://schemas.microsoft.com/office/drawing/2014/main" id="{D9B0C8AB-4817-48E0-1A87-97CD095A8A29}"/>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15" name="Textfeld 14">
            <a:extLst>
              <a:ext uri="{FF2B5EF4-FFF2-40B4-BE49-F238E27FC236}">
                <a16:creationId xmlns:a16="http://schemas.microsoft.com/office/drawing/2014/main" id="{43E0F555-3916-D125-9DE6-662AA73B1D5E}"/>
              </a:ext>
            </a:extLst>
          </p:cNvPr>
          <p:cNvSpPr txBox="1"/>
          <p:nvPr/>
        </p:nvSpPr>
        <p:spPr>
          <a:xfrm>
            <a:off x="6871595" y="4991043"/>
            <a:ext cx="155706" cy="138499"/>
          </a:xfrm>
          <a:prstGeom prst="rect">
            <a:avLst/>
          </a:prstGeom>
          <a:noFill/>
        </p:spPr>
        <p:txBody>
          <a:bodyPr wrap="square" lIns="0" tIns="0" rIns="0" bIns="0" rtlCol="0">
            <a:spAutoFit/>
          </a:bodyPr>
          <a:lstStyle/>
          <a:p>
            <a:pPr algn="ctr"/>
            <a:r>
              <a:rPr lang="en-US" sz="900" dirty="0">
                <a:solidFill>
                  <a:schemeClr val="bg1"/>
                </a:solidFill>
              </a:rPr>
              <a:t>X1</a:t>
            </a:r>
          </a:p>
        </p:txBody>
      </p:sp>
      <p:sp>
        <p:nvSpPr>
          <p:cNvPr id="224" name="Textfeld 223">
            <a:extLst>
              <a:ext uri="{FF2B5EF4-FFF2-40B4-BE49-F238E27FC236}">
                <a16:creationId xmlns:a16="http://schemas.microsoft.com/office/drawing/2014/main" id="{D5AF5FAC-8438-928D-C876-F1F6BF859411}"/>
              </a:ext>
            </a:extLst>
          </p:cNvPr>
          <p:cNvSpPr txBox="1"/>
          <p:nvPr/>
        </p:nvSpPr>
        <p:spPr>
          <a:xfrm>
            <a:off x="9043668" y="5009218"/>
            <a:ext cx="155706" cy="138499"/>
          </a:xfrm>
          <a:prstGeom prst="rect">
            <a:avLst/>
          </a:prstGeom>
          <a:noFill/>
        </p:spPr>
        <p:txBody>
          <a:bodyPr wrap="square" lIns="0" tIns="0" rIns="0" bIns="0" rtlCol="0">
            <a:spAutoFit/>
          </a:bodyPr>
          <a:lstStyle/>
          <a:p>
            <a:pPr algn="ctr"/>
            <a:r>
              <a:rPr lang="en-US" sz="900" dirty="0">
                <a:solidFill>
                  <a:schemeClr val="bg1"/>
                </a:solidFill>
              </a:rPr>
              <a:t>X1</a:t>
            </a:r>
          </a:p>
        </p:txBody>
      </p:sp>
    </p:spTree>
    <p:custDataLst>
      <p:tags r:id="rId1"/>
    </p:custDataLst>
    <p:extLst>
      <p:ext uri="{BB962C8B-B14F-4D97-AF65-F5344CB8AC3E}">
        <p14:creationId xmlns:p14="http://schemas.microsoft.com/office/powerpoint/2010/main" val="103885906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2769989"/>
          </a:xfrm>
        </p:spPr>
        <p:txBody>
          <a:bodyPr vert="horz"/>
          <a:lstStyle/>
          <a:p>
            <a:r>
              <a:rPr lang="en-US" dirty="0"/>
              <a:t>Configuration Examples</a:t>
            </a:r>
            <a:br>
              <a:rPr lang="en-US" dirty="0"/>
            </a:br>
            <a:r>
              <a:rPr lang="en-US" dirty="0"/>
              <a:t>S7-1500H with R1 Redundancy</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a:t>From firmware V3.0 and TIA Portal V18</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839891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A4F1B28-3D85-8242-0542-B88FCD1E9715}"/>
              </a:ext>
            </a:extLst>
          </p:cNvPr>
          <p:cNvSpPr/>
          <p:nvPr/>
        </p:nvSpPr>
        <p:spPr>
          <a:xfrm>
            <a:off x="1059160" y="1374281"/>
            <a:ext cx="3577464"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1" imgW="532" imgH="533" progId="TCLayout.ActiveDocument.1">
                  <p:embed/>
                </p:oleObj>
              </mc:Choice>
              <mc:Fallback>
                <p:oleObj name="think-cell Folie" r:id="rId11"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Example with ring topology</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22" name="Freihandform: Form 121">
            <a:extLst>
              <a:ext uri="{FF2B5EF4-FFF2-40B4-BE49-F238E27FC236}">
                <a16:creationId xmlns:a16="http://schemas.microsoft.com/office/drawing/2014/main" id="{232F4B8C-AD91-11A9-0D4D-02088C050C88}"/>
              </a:ext>
            </a:extLst>
          </p:cNvPr>
          <p:cNvSpPr/>
          <p:nvPr/>
        </p:nvSpPr>
        <p:spPr bwMode="auto">
          <a:xfrm>
            <a:off x="1673077" y="2692922"/>
            <a:ext cx="882819"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23" name="Freihandform: Form 122">
            <a:extLst>
              <a:ext uri="{FF2B5EF4-FFF2-40B4-BE49-F238E27FC236}">
                <a16:creationId xmlns:a16="http://schemas.microsoft.com/office/drawing/2014/main" id="{D0E67438-1981-AB10-F6DD-937CE3484ED3}"/>
              </a:ext>
            </a:extLst>
          </p:cNvPr>
          <p:cNvSpPr/>
          <p:nvPr/>
        </p:nvSpPr>
        <p:spPr bwMode="auto">
          <a:xfrm flipH="1">
            <a:off x="2750062" y="2689382"/>
            <a:ext cx="979155"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124" name="Gruppieren 123">
            <a:extLst>
              <a:ext uri="{FF2B5EF4-FFF2-40B4-BE49-F238E27FC236}">
                <a16:creationId xmlns:a16="http://schemas.microsoft.com/office/drawing/2014/main" id="{2ED7BC09-865A-A3E1-9EB3-8836C0020923}"/>
              </a:ext>
            </a:extLst>
          </p:cNvPr>
          <p:cNvGrpSpPr/>
          <p:nvPr/>
        </p:nvGrpSpPr>
        <p:grpSpPr>
          <a:xfrm>
            <a:off x="1403344" y="2040670"/>
            <a:ext cx="2842603" cy="640310"/>
            <a:chOff x="4310893" y="2280729"/>
            <a:chExt cx="2842603" cy="640310"/>
          </a:xfrm>
          <a:solidFill>
            <a:schemeClr val="tx1"/>
          </a:solidFill>
        </p:grpSpPr>
        <p:grpSp>
          <p:nvGrpSpPr>
            <p:cNvPr id="125" name="Gruppieren 124">
              <a:extLst>
                <a:ext uri="{FF2B5EF4-FFF2-40B4-BE49-F238E27FC236}">
                  <a16:creationId xmlns:a16="http://schemas.microsoft.com/office/drawing/2014/main" id="{22D9417E-22E8-C14E-CD5F-5019301672F1}"/>
                </a:ext>
              </a:extLst>
            </p:cNvPr>
            <p:cNvGrpSpPr/>
            <p:nvPr/>
          </p:nvGrpSpPr>
          <p:grpSpPr>
            <a:xfrm>
              <a:off x="4310893" y="2280729"/>
              <a:ext cx="774298" cy="640310"/>
              <a:chOff x="5633257" y="2448326"/>
              <a:chExt cx="3891741" cy="2958295"/>
            </a:xfrm>
            <a:grpFill/>
          </p:grpSpPr>
          <p:pic>
            <p:nvPicPr>
              <p:cNvPr id="132" name="product_simatic-s7-1500.png">
                <a:extLst>
                  <a:ext uri="{FF2B5EF4-FFF2-40B4-BE49-F238E27FC236}">
                    <a16:creationId xmlns:a16="http://schemas.microsoft.com/office/drawing/2014/main" id="{85343F59-72E9-506F-61B6-3F654E1671CC}"/>
                  </a:ext>
                </a:extLst>
              </p:cNvPr>
              <p:cNvPicPr>
                <a:picLocks noChangeAspect="1"/>
              </p:cNvPicPr>
              <p:nvPr>
                <p:custDataLst>
                  <p:tags r:id="rId6"/>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3" name="product_simatic-s7-1500.png">
                <a:extLst>
                  <a:ext uri="{FF2B5EF4-FFF2-40B4-BE49-F238E27FC236}">
                    <a16:creationId xmlns:a16="http://schemas.microsoft.com/office/drawing/2014/main" id="{92F5548C-69AD-11DF-B68F-3252A624E2EC}"/>
                  </a:ext>
                </a:extLst>
              </p:cNvPr>
              <p:cNvPicPr>
                <a:picLocks noChangeAspect="1"/>
              </p:cNvPicPr>
              <p:nvPr>
                <p:custDataLst>
                  <p:tags r:id="rId7"/>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4" name="product_simatic-s7-1500.png">
                <a:extLst>
                  <a:ext uri="{FF2B5EF4-FFF2-40B4-BE49-F238E27FC236}">
                    <a16:creationId xmlns:a16="http://schemas.microsoft.com/office/drawing/2014/main" id="{3360F2A9-E391-3DCF-826C-E8403F2E41EE}"/>
                  </a:ext>
                </a:extLst>
              </p:cNvPr>
              <p:cNvPicPr>
                <a:picLocks noChangeAspect="1"/>
              </p:cNvPicPr>
              <p:nvPr>
                <p:custDataLst>
                  <p:tags r:id="rId8"/>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6" name="Gruppieren 125">
              <a:extLst>
                <a:ext uri="{FF2B5EF4-FFF2-40B4-BE49-F238E27FC236}">
                  <a16:creationId xmlns:a16="http://schemas.microsoft.com/office/drawing/2014/main" id="{EE3AB5FB-7BA1-501A-AFCD-46893A666750}"/>
                </a:ext>
              </a:extLst>
            </p:cNvPr>
            <p:cNvGrpSpPr/>
            <p:nvPr/>
          </p:nvGrpSpPr>
          <p:grpSpPr>
            <a:xfrm>
              <a:off x="6379198" y="2280729"/>
              <a:ext cx="774298" cy="640310"/>
              <a:chOff x="5633257" y="2448326"/>
              <a:chExt cx="3891741" cy="2958295"/>
            </a:xfrm>
            <a:grpFill/>
          </p:grpSpPr>
          <p:pic>
            <p:nvPicPr>
              <p:cNvPr id="129" name="product_simatic-s7-1500.png">
                <a:extLst>
                  <a:ext uri="{FF2B5EF4-FFF2-40B4-BE49-F238E27FC236}">
                    <a16:creationId xmlns:a16="http://schemas.microsoft.com/office/drawing/2014/main" id="{BAB059E2-CB47-8F4C-446E-3F6CF73C2847}"/>
                  </a:ext>
                </a:extLst>
              </p:cNvPr>
              <p:cNvPicPr>
                <a:picLocks noChangeAspect="1"/>
              </p:cNvPicPr>
              <p:nvPr>
                <p:custDataLst>
                  <p:tags r:id="rId3"/>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0" name="product_simatic-s7-1500.png">
                <a:extLst>
                  <a:ext uri="{FF2B5EF4-FFF2-40B4-BE49-F238E27FC236}">
                    <a16:creationId xmlns:a16="http://schemas.microsoft.com/office/drawing/2014/main" id="{75017966-DB5D-3339-4603-92A6897B7C69}"/>
                  </a:ext>
                </a:extLst>
              </p:cNvPr>
              <p:cNvPicPr>
                <a:picLocks noChangeAspect="1"/>
              </p:cNvPicPr>
              <p:nvPr>
                <p:custDataLst>
                  <p:tags r:id="rId4"/>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1" name="product_simatic-s7-1500.png">
                <a:extLst>
                  <a:ext uri="{FF2B5EF4-FFF2-40B4-BE49-F238E27FC236}">
                    <a16:creationId xmlns:a16="http://schemas.microsoft.com/office/drawing/2014/main" id="{77C0FBD8-54C3-7657-D449-DB12D6508EA9}"/>
                  </a:ext>
                </a:extLst>
              </p:cNvPr>
              <p:cNvPicPr>
                <a:picLocks noChangeAspect="1"/>
              </p:cNvPicPr>
              <p:nvPr>
                <p:custDataLst>
                  <p:tags r:id="rId5"/>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27" name="Line 29">
              <a:extLst>
                <a:ext uri="{FF2B5EF4-FFF2-40B4-BE49-F238E27FC236}">
                  <a16:creationId xmlns:a16="http://schemas.microsoft.com/office/drawing/2014/main" id="{9A604E30-BCC2-D054-3080-20A6F32857C9}"/>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28" name="Line 30">
              <a:extLst>
                <a:ext uri="{FF2B5EF4-FFF2-40B4-BE49-F238E27FC236}">
                  <a16:creationId xmlns:a16="http://schemas.microsoft.com/office/drawing/2014/main" id="{46A491FB-C49F-F5CB-2A8A-BD614AA6D684}"/>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grpSp>
        <p:nvGrpSpPr>
          <p:cNvPr id="141" name="Gruppieren 140">
            <a:extLst>
              <a:ext uri="{FF2B5EF4-FFF2-40B4-BE49-F238E27FC236}">
                <a16:creationId xmlns:a16="http://schemas.microsoft.com/office/drawing/2014/main" id="{27F4565A-045F-AD43-B095-945BD062F8AF}"/>
              </a:ext>
            </a:extLst>
          </p:cNvPr>
          <p:cNvGrpSpPr/>
          <p:nvPr/>
        </p:nvGrpSpPr>
        <p:grpSpPr>
          <a:xfrm>
            <a:off x="1684059" y="3750258"/>
            <a:ext cx="676368" cy="224844"/>
            <a:chOff x="5193325" y="3140015"/>
            <a:chExt cx="676368" cy="224844"/>
          </a:xfrm>
        </p:grpSpPr>
        <p:sp>
          <p:nvSpPr>
            <p:cNvPr id="142" name="Textfeld 141">
              <a:extLst>
                <a:ext uri="{FF2B5EF4-FFF2-40B4-BE49-F238E27FC236}">
                  <a16:creationId xmlns:a16="http://schemas.microsoft.com/office/drawing/2014/main" id="{1B6764AE-925F-A4C1-9ACD-7DA0F609B11F}"/>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43" name="Ellipse 142">
              <a:extLst>
                <a:ext uri="{FF2B5EF4-FFF2-40B4-BE49-F238E27FC236}">
                  <a16:creationId xmlns:a16="http://schemas.microsoft.com/office/drawing/2014/main" id="{0007F270-1BA0-E9C2-DE13-103DE1D0FD45}"/>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sp>
        <p:nvSpPr>
          <p:cNvPr id="3" name="Freihandform: Form 2">
            <a:extLst>
              <a:ext uri="{FF2B5EF4-FFF2-40B4-BE49-F238E27FC236}">
                <a16:creationId xmlns:a16="http://schemas.microsoft.com/office/drawing/2014/main" id="{FF3F7F0A-0A9C-B15C-2B85-7A6BDD577926}"/>
              </a:ext>
            </a:extLst>
          </p:cNvPr>
          <p:cNvSpPr/>
          <p:nvPr/>
        </p:nvSpPr>
        <p:spPr>
          <a:xfrm>
            <a:off x="1599442" y="2674896"/>
            <a:ext cx="975360"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53" name="Freihandform: Form 152">
            <a:extLst>
              <a:ext uri="{FF2B5EF4-FFF2-40B4-BE49-F238E27FC236}">
                <a16:creationId xmlns:a16="http://schemas.microsoft.com/office/drawing/2014/main" id="{170FD330-ED6F-528E-7219-21CE0DA23994}"/>
              </a:ext>
            </a:extLst>
          </p:cNvPr>
          <p:cNvSpPr/>
          <p:nvPr/>
        </p:nvSpPr>
        <p:spPr>
          <a:xfrm flipH="1">
            <a:off x="2750061" y="2667693"/>
            <a:ext cx="1073081"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151" name="Grafik 150">
            <a:extLst>
              <a:ext uri="{FF2B5EF4-FFF2-40B4-BE49-F238E27FC236}">
                <a16:creationId xmlns:a16="http://schemas.microsoft.com/office/drawing/2014/main" id="{2B178381-A1C4-AD04-5B8B-6F3EA1A909F7}"/>
              </a:ext>
            </a:extLst>
          </p:cNvPr>
          <p:cNvPicPr>
            <a:picLocks noChangeAspect="1"/>
          </p:cNvPicPr>
          <p:nvPr/>
        </p:nvPicPr>
        <p:blipFill>
          <a:blip r:embed="rId15"/>
          <a:stretch>
            <a:fillRect/>
          </a:stretch>
        </p:blipFill>
        <p:spPr>
          <a:xfrm>
            <a:off x="2508143" y="3930570"/>
            <a:ext cx="645683" cy="474767"/>
          </a:xfrm>
          <a:prstGeom prst="rect">
            <a:avLst/>
          </a:prstGeom>
        </p:spPr>
      </p:pic>
      <p:grpSp>
        <p:nvGrpSpPr>
          <p:cNvPr id="154" name="Gruppieren 153">
            <a:extLst>
              <a:ext uri="{FF2B5EF4-FFF2-40B4-BE49-F238E27FC236}">
                <a16:creationId xmlns:a16="http://schemas.microsoft.com/office/drawing/2014/main" id="{F3A26EBC-CC4E-8145-4A89-4AD0005FD4AE}"/>
              </a:ext>
            </a:extLst>
          </p:cNvPr>
          <p:cNvGrpSpPr/>
          <p:nvPr/>
        </p:nvGrpSpPr>
        <p:grpSpPr>
          <a:xfrm>
            <a:off x="3099052" y="3750258"/>
            <a:ext cx="676368" cy="224844"/>
            <a:chOff x="5193325" y="3140015"/>
            <a:chExt cx="676368" cy="224844"/>
          </a:xfrm>
        </p:grpSpPr>
        <p:sp>
          <p:nvSpPr>
            <p:cNvPr id="157" name="Textfeld 156">
              <a:extLst>
                <a:ext uri="{FF2B5EF4-FFF2-40B4-BE49-F238E27FC236}">
                  <a16:creationId xmlns:a16="http://schemas.microsoft.com/office/drawing/2014/main" id="{39D28DED-9354-326B-E733-B21ED687B944}"/>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58" name="Ellipse 157">
              <a:extLst>
                <a:ext uri="{FF2B5EF4-FFF2-40B4-BE49-F238E27FC236}">
                  <a16:creationId xmlns:a16="http://schemas.microsoft.com/office/drawing/2014/main" id="{B46D628B-8D3A-6555-2DB5-578636130223}"/>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pic>
        <p:nvPicPr>
          <p:cNvPr id="150" name="Grafik 149">
            <a:extLst>
              <a:ext uri="{FF2B5EF4-FFF2-40B4-BE49-F238E27FC236}">
                <a16:creationId xmlns:a16="http://schemas.microsoft.com/office/drawing/2014/main" id="{292AE3D1-9766-D2EC-D30F-A67ECD2E301D}"/>
              </a:ext>
            </a:extLst>
          </p:cNvPr>
          <p:cNvPicPr>
            <a:picLocks noChangeAspect="1"/>
          </p:cNvPicPr>
          <p:nvPr/>
        </p:nvPicPr>
        <p:blipFill>
          <a:blip r:embed="rId15"/>
          <a:stretch>
            <a:fillRect/>
          </a:stretch>
        </p:blipFill>
        <p:spPr>
          <a:xfrm>
            <a:off x="2501801" y="3359653"/>
            <a:ext cx="645683" cy="474767"/>
          </a:xfrm>
          <a:prstGeom prst="rect">
            <a:avLst/>
          </a:prstGeom>
        </p:spPr>
      </p:pic>
      <p:sp>
        <p:nvSpPr>
          <p:cNvPr id="16" name="Rechteck 15">
            <a:extLst>
              <a:ext uri="{FF2B5EF4-FFF2-40B4-BE49-F238E27FC236}">
                <a16:creationId xmlns:a16="http://schemas.microsoft.com/office/drawing/2014/main" id="{217D58A4-98D4-AE95-A5BB-77BBEFA431E0}"/>
              </a:ext>
            </a:extLst>
          </p:cNvPr>
          <p:cNvSpPr/>
          <p:nvPr/>
        </p:nvSpPr>
        <p:spPr>
          <a:xfrm>
            <a:off x="1443210" y="208319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16">
            <a:extLst>
              <a:ext uri="{FF2B5EF4-FFF2-40B4-BE49-F238E27FC236}">
                <a16:creationId xmlns:a16="http://schemas.microsoft.com/office/drawing/2014/main" id="{0ED9C93A-D06D-1006-0998-1BB8A435D1F4}"/>
              </a:ext>
            </a:extLst>
          </p:cNvPr>
          <p:cNvSpPr/>
          <p:nvPr/>
        </p:nvSpPr>
        <p:spPr>
          <a:xfrm>
            <a:off x="3514625" y="209323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0" name="Rechteck 19">
            <a:extLst>
              <a:ext uri="{FF2B5EF4-FFF2-40B4-BE49-F238E27FC236}">
                <a16:creationId xmlns:a16="http://schemas.microsoft.com/office/drawing/2014/main" id="{8D24A08D-0CDF-19CA-399C-36ED7A3CB0E6}"/>
              </a:ext>
            </a:extLst>
          </p:cNvPr>
          <p:cNvSpPr/>
          <p:nvPr/>
        </p:nvSpPr>
        <p:spPr>
          <a:xfrm>
            <a:off x="1253490" y="5769245"/>
            <a:ext cx="1411556" cy="254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dirty="0"/>
              <a:t>From FW V3.0 / V18</a:t>
            </a:r>
          </a:p>
        </p:txBody>
      </p:sp>
      <p:sp>
        <p:nvSpPr>
          <p:cNvPr id="25" name="Textfeld 24">
            <a:extLst>
              <a:ext uri="{FF2B5EF4-FFF2-40B4-BE49-F238E27FC236}">
                <a16:creationId xmlns:a16="http://schemas.microsoft.com/office/drawing/2014/main" id="{DBC4553A-8B20-C8DD-455C-2D4E07BB289C}"/>
              </a:ext>
            </a:extLst>
          </p:cNvPr>
          <p:cNvSpPr txBox="1"/>
          <p:nvPr/>
        </p:nvSpPr>
        <p:spPr>
          <a:xfrm>
            <a:off x="4802224" y="1374281"/>
            <a:ext cx="6958093" cy="4322874"/>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Ring topology with R1 Redundancy</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A separate ring is set up for each H-CPU</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H-CPUs must be set as "MRP </a:t>
            </a:r>
            <a:r>
              <a:rPr lang="en-US" sz="1599" dirty="0" err="1">
                <a:latin typeface="Arial"/>
                <a:ea typeface="Arial Unicode MS" panose="020B0604020202020204" pitchFamily="34" charset="-128"/>
                <a:cs typeface="Arial Unicode MS" panose="020B0604020202020204" pitchFamily="34" charset="-128"/>
              </a:rPr>
              <a:t>Automanager</a:t>
            </a:r>
            <a:r>
              <a:rPr lang="en-US" sz="1599" dirty="0">
                <a:latin typeface="Arial"/>
                <a:ea typeface="Arial Unicode MS" panose="020B0604020202020204" pitchFamily="34" charset="-128"/>
                <a:cs typeface="Arial Unicode MS" panose="020B0604020202020204" pitchFamily="34" charset="-128"/>
              </a:rPr>
              <a:t>"</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If a track in the ring is interrupted, MRP reconfiguration takes place</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Separate networks – same (mirror-image) IP addresses can be used</a:t>
            </a:r>
          </a:p>
        </p:txBody>
      </p:sp>
    </p:spTree>
    <p:custDataLst>
      <p:tags r:id="rId1"/>
    </p:custDataLst>
    <p:extLst>
      <p:ext uri="{BB962C8B-B14F-4D97-AF65-F5344CB8AC3E}">
        <p14:creationId xmlns:p14="http://schemas.microsoft.com/office/powerpoint/2010/main" val="2759157738"/>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5198179F-FD01-0143-6E13-75405C8755D1}"/>
              </a:ext>
            </a:extLst>
          </p:cNvPr>
          <p:cNvSpPr/>
          <p:nvPr/>
        </p:nvSpPr>
        <p:spPr>
          <a:xfrm>
            <a:off x="1059160" y="1374281"/>
            <a:ext cx="3577464" cy="4751953"/>
          </a:xfrm>
          <a:prstGeom prst="rect">
            <a:avLst/>
          </a:prstGeom>
          <a:solidFill>
            <a:schemeClr val="tx1"/>
          </a:solidFill>
          <a:ln>
            <a:no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sp>
        <p:nvSpPr>
          <p:cNvPr id="104" name="Rechteck 103">
            <a:extLst>
              <a:ext uri="{FF2B5EF4-FFF2-40B4-BE49-F238E27FC236}">
                <a16:creationId xmlns:a16="http://schemas.microsoft.com/office/drawing/2014/main" id="{5ADEF9D8-E4FF-E31F-2625-DEFE92F61BFA}"/>
              </a:ext>
            </a:extLst>
          </p:cNvPr>
          <p:cNvSpPr/>
          <p:nvPr/>
        </p:nvSpPr>
        <p:spPr>
          <a:xfrm>
            <a:off x="2810189" y="5260656"/>
            <a:ext cx="1125567" cy="773890"/>
          </a:xfrm>
          <a:prstGeom prst="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03" name="Rechteck 102">
            <a:extLst>
              <a:ext uri="{FF2B5EF4-FFF2-40B4-BE49-F238E27FC236}">
                <a16:creationId xmlns:a16="http://schemas.microsoft.com/office/drawing/2014/main" id="{802A6FDB-265E-54C4-A2A3-1FA453F26583}"/>
              </a:ext>
            </a:extLst>
          </p:cNvPr>
          <p:cNvSpPr/>
          <p:nvPr/>
        </p:nvSpPr>
        <p:spPr>
          <a:xfrm>
            <a:off x="1600050" y="5260656"/>
            <a:ext cx="1033339" cy="773890"/>
          </a:xfrm>
          <a:prstGeom prst="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1" imgW="532" imgH="533" progId="TCLayout.ActiveDocument.1">
                  <p:embed/>
                </p:oleObj>
              </mc:Choice>
              <mc:Fallback>
                <p:oleObj name="think-cell Folie" r:id="rId11"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Ring topology for S7-1500H – extended with MRP Interconnection</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22" name="Freihandform: Form 121">
            <a:extLst>
              <a:ext uri="{FF2B5EF4-FFF2-40B4-BE49-F238E27FC236}">
                <a16:creationId xmlns:a16="http://schemas.microsoft.com/office/drawing/2014/main" id="{232F4B8C-AD91-11A9-0D4D-02088C050C88}"/>
              </a:ext>
            </a:extLst>
          </p:cNvPr>
          <p:cNvSpPr/>
          <p:nvPr/>
        </p:nvSpPr>
        <p:spPr bwMode="auto">
          <a:xfrm>
            <a:off x="1673685" y="2692922"/>
            <a:ext cx="882819"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23" name="Freihandform: Form 122">
            <a:extLst>
              <a:ext uri="{FF2B5EF4-FFF2-40B4-BE49-F238E27FC236}">
                <a16:creationId xmlns:a16="http://schemas.microsoft.com/office/drawing/2014/main" id="{D0E67438-1981-AB10-F6DD-937CE3484ED3}"/>
              </a:ext>
            </a:extLst>
          </p:cNvPr>
          <p:cNvSpPr/>
          <p:nvPr/>
        </p:nvSpPr>
        <p:spPr bwMode="auto">
          <a:xfrm flipH="1">
            <a:off x="2750670" y="2689382"/>
            <a:ext cx="979155"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124" name="Gruppieren 123">
            <a:extLst>
              <a:ext uri="{FF2B5EF4-FFF2-40B4-BE49-F238E27FC236}">
                <a16:creationId xmlns:a16="http://schemas.microsoft.com/office/drawing/2014/main" id="{2ED7BC09-865A-A3E1-9EB3-8836C0020923}"/>
              </a:ext>
            </a:extLst>
          </p:cNvPr>
          <p:cNvGrpSpPr/>
          <p:nvPr/>
        </p:nvGrpSpPr>
        <p:grpSpPr>
          <a:xfrm>
            <a:off x="1403952" y="2040670"/>
            <a:ext cx="2842603" cy="640310"/>
            <a:chOff x="4310893" y="2280729"/>
            <a:chExt cx="2842603" cy="640310"/>
          </a:xfrm>
          <a:solidFill>
            <a:schemeClr val="tx1"/>
          </a:solidFill>
        </p:grpSpPr>
        <p:grpSp>
          <p:nvGrpSpPr>
            <p:cNvPr id="125" name="Gruppieren 124">
              <a:extLst>
                <a:ext uri="{FF2B5EF4-FFF2-40B4-BE49-F238E27FC236}">
                  <a16:creationId xmlns:a16="http://schemas.microsoft.com/office/drawing/2014/main" id="{22D9417E-22E8-C14E-CD5F-5019301672F1}"/>
                </a:ext>
              </a:extLst>
            </p:cNvPr>
            <p:cNvGrpSpPr/>
            <p:nvPr/>
          </p:nvGrpSpPr>
          <p:grpSpPr>
            <a:xfrm>
              <a:off x="4310893" y="2280729"/>
              <a:ext cx="774298" cy="640310"/>
              <a:chOff x="5633257" y="2448326"/>
              <a:chExt cx="3891741" cy="2958295"/>
            </a:xfrm>
            <a:grpFill/>
          </p:grpSpPr>
          <p:pic>
            <p:nvPicPr>
              <p:cNvPr id="132" name="product_simatic-s7-1500.png">
                <a:extLst>
                  <a:ext uri="{FF2B5EF4-FFF2-40B4-BE49-F238E27FC236}">
                    <a16:creationId xmlns:a16="http://schemas.microsoft.com/office/drawing/2014/main" id="{85343F59-72E9-506F-61B6-3F654E1671CC}"/>
                  </a:ext>
                </a:extLst>
              </p:cNvPr>
              <p:cNvPicPr>
                <a:picLocks noChangeAspect="1"/>
              </p:cNvPicPr>
              <p:nvPr>
                <p:custDataLst>
                  <p:tags r:id="rId6"/>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3" name="product_simatic-s7-1500.png">
                <a:extLst>
                  <a:ext uri="{FF2B5EF4-FFF2-40B4-BE49-F238E27FC236}">
                    <a16:creationId xmlns:a16="http://schemas.microsoft.com/office/drawing/2014/main" id="{92F5548C-69AD-11DF-B68F-3252A624E2EC}"/>
                  </a:ext>
                </a:extLst>
              </p:cNvPr>
              <p:cNvPicPr>
                <a:picLocks noChangeAspect="1"/>
              </p:cNvPicPr>
              <p:nvPr>
                <p:custDataLst>
                  <p:tags r:id="rId7"/>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4" name="product_simatic-s7-1500.png">
                <a:extLst>
                  <a:ext uri="{FF2B5EF4-FFF2-40B4-BE49-F238E27FC236}">
                    <a16:creationId xmlns:a16="http://schemas.microsoft.com/office/drawing/2014/main" id="{3360F2A9-E391-3DCF-826C-E8403F2E41EE}"/>
                  </a:ext>
                </a:extLst>
              </p:cNvPr>
              <p:cNvPicPr>
                <a:picLocks noChangeAspect="1"/>
              </p:cNvPicPr>
              <p:nvPr>
                <p:custDataLst>
                  <p:tags r:id="rId8"/>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6" name="Gruppieren 125">
              <a:extLst>
                <a:ext uri="{FF2B5EF4-FFF2-40B4-BE49-F238E27FC236}">
                  <a16:creationId xmlns:a16="http://schemas.microsoft.com/office/drawing/2014/main" id="{EE3AB5FB-7BA1-501A-AFCD-46893A666750}"/>
                </a:ext>
              </a:extLst>
            </p:cNvPr>
            <p:cNvGrpSpPr/>
            <p:nvPr/>
          </p:nvGrpSpPr>
          <p:grpSpPr>
            <a:xfrm>
              <a:off x="6379198" y="2280729"/>
              <a:ext cx="774298" cy="640310"/>
              <a:chOff x="5633257" y="2448326"/>
              <a:chExt cx="3891741" cy="2958295"/>
            </a:xfrm>
            <a:grpFill/>
          </p:grpSpPr>
          <p:pic>
            <p:nvPicPr>
              <p:cNvPr id="129" name="product_simatic-s7-1500.png">
                <a:extLst>
                  <a:ext uri="{FF2B5EF4-FFF2-40B4-BE49-F238E27FC236}">
                    <a16:creationId xmlns:a16="http://schemas.microsoft.com/office/drawing/2014/main" id="{BAB059E2-CB47-8F4C-446E-3F6CF73C2847}"/>
                  </a:ext>
                </a:extLst>
              </p:cNvPr>
              <p:cNvPicPr>
                <a:picLocks noChangeAspect="1"/>
              </p:cNvPicPr>
              <p:nvPr>
                <p:custDataLst>
                  <p:tags r:id="rId3"/>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0" name="product_simatic-s7-1500.png">
                <a:extLst>
                  <a:ext uri="{FF2B5EF4-FFF2-40B4-BE49-F238E27FC236}">
                    <a16:creationId xmlns:a16="http://schemas.microsoft.com/office/drawing/2014/main" id="{75017966-DB5D-3339-4603-92A6897B7C69}"/>
                  </a:ext>
                </a:extLst>
              </p:cNvPr>
              <p:cNvPicPr>
                <a:picLocks noChangeAspect="1"/>
              </p:cNvPicPr>
              <p:nvPr>
                <p:custDataLst>
                  <p:tags r:id="rId4"/>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1" name="product_simatic-s7-1500.png">
                <a:extLst>
                  <a:ext uri="{FF2B5EF4-FFF2-40B4-BE49-F238E27FC236}">
                    <a16:creationId xmlns:a16="http://schemas.microsoft.com/office/drawing/2014/main" id="{77C0FBD8-54C3-7657-D449-DB12D6508EA9}"/>
                  </a:ext>
                </a:extLst>
              </p:cNvPr>
              <p:cNvPicPr>
                <a:picLocks noChangeAspect="1"/>
              </p:cNvPicPr>
              <p:nvPr>
                <p:custDataLst>
                  <p:tags r:id="rId5"/>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27" name="Line 29">
              <a:extLst>
                <a:ext uri="{FF2B5EF4-FFF2-40B4-BE49-F238E27FC236}">
                  <a16:creationId xmlns:a16="http://schemas.microsoft.com/office/drawing/2014/main" id="{9A604E30-BCC2-D054-3080-20A6F32857C9}"/>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28" name="Line 30">
              <a:extLst>
                <a:ext uri="{FF2B5EF4-FFF2-40B4-BE49-F238E27FC236}">
                  <a16:creationId xmlns:a16="http://schemas.microsoft.com/office/drawing/2014/main" id="{46A491FB-C49F-F5CB-2A8A-BD614AA6D684}"/>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grpSp>
        <p:nvGrpSpPr>
          <p:cNvPr id="141" name="Gruppieren 140">
            <a:extLst>
              <a:ext uri="{FF2B5EF4-FFF2-40B4-BE49-F238E27FC236}">
                <a16:creationId xmlns:a16="http://schemas.microsoft.com/office/drawing/2014/main" id="{27F4565A-045F-AD43-B095-945BD062F8AF}"/>
              </a:ext>
            </a:extLst>
          </p:cNvPr>
          <p:cNvGrpSpPr/>
          <p:nvPr/>
        </p:nvGrpSpPr>
        <p:grpSpPr>
          <a:xfrm>
            <a:off x="1684667" y="3750258"/>
            <a:ext cx="676368" cy="224844"/>
            <a:chOff x="5193325" y="3140015"/>
            <a:chExt cx="676368" cy="224844"/>
          </a:xfrm>
        </p:grpSpPr>
        <p:sp>
          <p:nvSpPr>
            <p:cNvPr id="142" name="Textfeld 141">
              <a:extLst>
                <a:ext uri="{FF2B5EF4-FFF2-40B4-BE49-F238E27FC236}">
                  <a16:creationId xmlns:a16="http://schemas.microsoft.com/office/drawing/2014/main" id="{1B6764AE-925F-A4C1-9ACD-7DA0F609B11F}"/>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43" name="Ellipse 142">
              <a:extLst>
                <a:ext uri="{FF2B5EF4-FFF2-40B4-BE49-F238E27FC236}">
                  <a16:creationId xmlns:a16="http://schemas.microsoft.com/office/drawing/2014/main" id="{0007F270-1BA0-E9C2-DE13-103DE1D0FD45}"/>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sp>
        <p:nvSpPr>
          <p:cNvPr id="3" name="Freihandform: Form 2">
            <a:extLst>
              <a:ext uri="{FF2B5EF4-FFF2-40B4-BE49-F238E27FC236}">
                <a16:creationId xmlns:a16="http://schemas.microsoft.com/office/drawing/2014/main" id="{FF3F7F0A-0A9C-B15C-2B85-7A6BDD577926}"/>
              </a:ext>
            </a:extLst>
          </p:cNvPr>
          <p:cNvSpPr/>
          <p:nvPr/>
        </p:nvSpPr>
        <p:spPr>
          <a:xfrm>
            <a:off x="1600050" y="2674896"/>
            <a:ext cx="975360"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53" name="Freihandform: Form 152">
            <a:extLst>
              <a:ext uri="{FF2B5EF4-FFF2-40B4-BE49-F238E27FC236}">
                <a16:creationId xmlns:a16="http://schemas.microsoft.com/office/drawing/2014/main" id="{170FD330-ED6F-528E-7219-21CE0DA23994}"/>
              </a:ext>
            </a:extLst>
          </p:cNvPr>
          <p:cNvSpPr/>
          <p:nvPr/>
        </p:nvSpPr>
        <p:spPr>
          <a:xfrm flipH="1">
            <a:off x="2750668" y="2667693"/>
            <a:ext cx="1185089"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151" name="Grafik 150">
            <a:extLst>
              <a:ext uri="{FF2B5EF4-FFF2-40B4-BE49-F238E27FC236}">
                <a16:creationId xmlns:a16="http://schemas.microsoft.com/office/drawing/2014/main" id="{2B178381-A1C4-AD04-5B8B-6F3EA1A909F7}"/>
              </a:ext>
            </a:extLst>
          </p:cNvPr>
          <p:cNvPicPr>
            <a:picLocks noChangeAspect="1"/>
          </p:cNvPicPr>
          <p:nvPr/>
        </p:nvPicPr>
        <p:blipFill>
          <a:blip r:embed="rId15"/>
          <a:stretch>
            <a:fillRect/>
          </a:stretch>
        </p:blipFill>
        <p:spPr>
          <a:xfrm>
            <a:off x="2508751" y="3930570"/>
            <a:ext cx="645683" cy="474767"/>
          </a:xfrm>
          <a:prstGeom prst="rect">
            <a:avLst/>
          </a:prstGeom>
        </p:spPr>
      </p:pic>
      <p:grpSp>
        <p:nvGrpSpPr>
          <p:cNvPr id="154" name="Gruppieren 153">
            <a:extLst>
              <a:ext uri="{FF2B5EF4-FFF2-40B4-BE49-F238E27FC236}">
                <a16:creationId xmlns:a16="http://schemas.microsoft.com/office/drawing/2014/main" id="{F3A26EBC-CC4E-8145-4A89-4AD0005FD4AE}"/>
              </a:ext>
            </a:extLst>
          </p:cNvPr>
          <p:cNvGrpSpPr/>
          <p:nvPr/>
        </p:nvGrpSpPr>
        <p:grpSpPr>
          <a:xfrm>
            <a:off x="3175860" y="3750258"/>
            <a:ext cx="676368" cy="224844"/>
            <a:chOff x="5193325" y="3140015"/>
            <a:chExt cx="676368" cy="224844"/>
          </a:xfrm>
        </p:grpSpPr>
        <p:sp>
          <p:nvSpPr>
            <p:cNvPr id="157" name="Textfeld 156">
              <a:extLst>
                <a:ext uri="{FF2B5EF4-FFF2-40B4-BE49-F238E27FC236}">
                  <a16:creationId xmlns:a16="http://schemas.microsoft.com/office/drawing/2014/main" id="{39D28DED-9354-326B-E733-B21ED687B944}"/>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58" name="Ellipse 157">
              <a:extLst>
                <a:ext uri="{FF2B5EF4-FFF2-40B4-BE49-F238E27FC236}">
                  <a16:creationId xmlns:a16="http://schemas.microsoft.com/office/drawing/2014/main" id="{B46D628B-8D3A-6555-2DB5-578636130223}"/>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pic>
        <p:nvPicPr>
          <p:cNvPr id="150" name="Grafik 149">
            <a:extLst>
              <a:ext uri="{FF2B5EF4-FFF2-40B4-BE49-F238E27FC236}">
                <a16:creationId xmlns:a16="http://schemas.microsoft.com/office/drawing/2014/main" id="{292AE3D1-9766-D2EC-D30F-A67ECD2E301D}"/>
              </a:ext>
            </a:extLst>
          </p:cNvPr>
          <p:cNvPicPr>
            <a:picLocks noChangeAspect="1"/>
          </p:cNvPicPr>
          <p:nvPr/>
        </p:nvPicPr>
        <p:blipFill>
          <a:blip r:embed="rId15"/>
          <a:stretch>
            <a:fillRect/>
          </a:stretch>
        </p:blipFill>
        <p:spPr>
          <a:xfrm>
            <a:off x="2502409" y="3359653"/>
            <a:ext cx="645683" cy="474767"/>
          </a:xfrm>
          <a:prstGeom prst="rect">
            <a:avLst/>
          </a:prstGeom>
        </p:spPr>
      </p:pic>
      <p:grpSp>
        <p:nvGrpSpPr>
          <p:cNvPr id="88" name="Gruppieren 87">
            <a:extLst>
              <a:ext uri="{FF2B5EF4-FFF2-40B4-BE49-F238E27FC236}">
                <a16:creationId xmlns:a16="http://schemas.microsoft.com/office/drawing/2014/main" id="{A4A9A1DF-B35B-ECE9-B7D4-B901EE4C518A}"/>
              </a:ext>
            </a:extLst>
          </p:cNvPr>
          <p:cNvGrpSpPr/>
          <p:nvPr/>
        </p:nvGrpSpPr>
        <p:grpSpPr>
          <a:xfrm>
            <a:off x="1778239" y="4168730"/>
            <a:ext cx="618981" cy="1176942"/>
            <a:chOff x="3578422" y="3378451"/>
            <a:chExt cx="619303" cy="1177555"/>
          </a:xfrm>
        </p:grpSpPr>
        <p:cxnSp>
          <p:nvCxnSpPr>
            <p:cNvPr id="89" name="Gerade Verbindung 106">
              <a:extLst>
                <a:ext uri="{FF2B5EF4-FFF2-40B4-BE49-F238E27FC236}">
                  <a16:creationId xmlns:a16="http://schemas.microsoft.com/office/drawing/2014/main" id="{A5227D47-71DE-1877-D004-2A5DB95025A6}"/>
                </a:ext>
              </a:extLst>
            </p:cNvPr>
            <p:cNvCxnSpPr>
              <a:cxnSpLocks/>
            </p:cNvCxnSpPr>
            <p:nvPr/>
          </p:nvCxnSpPr>
          <p:spPr bwMode="auto">
            <a:xfrm>
              <a:off x="4082951" y="3783099"/>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Gerade Verbindung 106">
              <a:extLst>
                <a:ext uri="{FF2B5EF4-FFF2-40B4-BE49-F238E27FC236}">
                  <a16:creationId xmlns:a16="http://schemas.microsoft.com/office/drawing/2014/main" id="{26AA277C-A2C8-E1A2-640F-B8A004EC7F02}"/>
                </a:ext>
              </a:extLst>
            </p:cNvPr>
            <p:cNvCxnSpPr>
              <a:cxnSpLocks/>
            </p:cNvCxnSpPr>
            <p:nvPr/>
          </p:nvCxnSpPr>
          <p:spPr bwMode="auto">
            <a:xfrm>
              <a:off x="3686907" y="3790785"/>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1" name="Grafik 90">
              <a:extLst>
                <a:ext uri="{FF2B5EF4-FFF2-40B4-BE49-F238E27FC236}">
                  <a16:creationId xmlns:a16="http://schemas.microsoft.com/office/drawing/2014/main" id="{C135A355-06A7-CF81-29C9-E50943FBFEB6}"/>
                </a:ext>
              </a:extLst>
            </p:cNvPr>
            <p:cNvPicPr>
              <a:picLocks noChangeAspect="1"/>
            </p:cNvPicPr>
            <p:nvPr/>
          </p:nvPicPr>
          <p:blipFill>
            <a:blip r:embed="rId16"/>
            <a:stretch>
              <a:fillRect/>
            </a:stretch>
          </p:blipFill>
          <p:spPr>
            <a:xfrm>
              <a:off x="3578422" y="3378451"/>
              <a:ext cx="210343" cy="514532"/>
            </a:xfrm>
            <a:prstGeom prst="rect">
              <a:avLst/>
            </a:prstGeom>
          </p:spPr>
        </p:pic>
        <p:pic>
          <p:nvPicPr>
            <p:cNvPr id="92" name="Grafik 91">
              <a:extLst>
                <a:ext uri="{FF2B5EF4-FFF2-40B4-BE49-F238E27FC236}">
                  <a16:creationId xmlns:a16="http://schemas.microsoft.com/office/drawing/2014/main" id="{E04E0329-8148-18D6-C420-3C3BA3DE8E93}"/>
                </a:ext>
              </a:extLst>
            </p:cNvPr>
            <p:cNvPicPr>
              <a:picLocks noChangeAspect="1"/>
            </p:cNvPicPr>
            <p:nvPr/>
          </p:nvPicPr>
          <p:blipFill>
            <a:blip r:embed="rId16"/>
            <a:stretch>
              <a:fillRect/>
            </a:stretch>
          </p:blipFill>
          <p:spPr>
            <a:xfrm>
              <a:off x="3987382" y="3386137"/>
              <a:ext cx="210343" cy="514532"/>
            </a:xfrm>
            <a:prstGeom prst="rect">
              <a:avLst/>
            </a:prstGeom>
          </p:spPr>
        </p:pic>
        <p:pic>
          <p:nvPicPr>
            <p:cNvPr id="93" name="Grafik 92">
              <a:extLst>
                <a:ext uri="{FF2B5EF4-FFF2-40B4-BE49-F238E27FC236}">
                  <a16:creationId xmlns:a16="http://schemas.microsoft.com/office/drawing/2014/main" id="{B4561099-A31B-C4AF-02D6-D89298D1E6FF}"/>
                </a:ext>
              </a:extLst>
            </p:cNvPr>
            <p:cNvPicPr>
              <a:picLocks noChangeAspect="1"/>
            </p:cNvPicPr>
            <p:nvPr/>
          </p:nvPicPr>
          <p:blipFill>
            <a:blip r:embed="rId16"/>
            <a:stretch>
              <a:fillRect/>
            </a:stretch>
          </p:blipFill>
          <p:spPr>
            <a:xfrm>
              <a:off x="3578422" y="4033788"/>
              <a:ext cx="210343" cy="514532"/>
            </a:xfrm>
            <a:prstGeom prst="rect">
              <a:avLst/>
            </a:prstGeom>
          </p:spPr>
        </p:pic>
        <p:pic>
          <p:nvPicPr>
            <p:cNvPr id="94" name="Grafik 93">
              <a:extLst>
                <a:ext uri="{FF2B5EF4-FFF2-40B4-BE49-F238E27FC236}">
                  <a16:creationId xmlns:a16="http://schemas.microsoft.com/office/drawing/2014/main" id="{7085670D-817B-E8B5-4E88-26F043E73904}"/>
                </a:ext>
              </a:extLst>
            </p:cNvPr>
            <p:cNvPicPr>
              <a:picLocks noChangeAspect="1"/>
            </p:cNvPicPr>
            <p:nvPr/>
          </p:nvPicPr>
          <p:blipFill>
            <a:blip r:embed="rId16"/>
            <a:stretch>
              <a:fillRect/>
            </a:stretch>
          </p:blipFill>
          <p:spPr>
            <a:xfrm>
              <a:off x="3987382" y="4041474"/>
              <a:ext cx="210343" cy="514532"/>
            </a:xfrm>
            <a:prstGeom prst="rect">
              <a:avLst/>
            </a:prstGeom>
          </p:spPr>
        </p:pic>
      </p:grpSp>
      <p:grpSp>
        <p:nvGrpSpPr>
          <p:cNvPr id="95" name="Gruppieren 94">
            <a:extLst>
              <a:ext uri="{FF2B5EF4-FFF2-40B4-BE49-F238E27FC236}">
                <a16:creationId xmlns:a16="http://schemas.microsoft.com/office/drawing/2014/main" id="{F0345C8A-D41A-9D5F-5C06-AA3939FFCBD3}"/>
              </a:ext>
            </a:extLst>
          </p:cNvPr>
          <p:cNvGrpSpPr/>
          <p:nvPr/>
        </p:nvGrpSpPr>
        <p:grpSpPr>
          <a:xfrm>
            <a:off x="3214733" y="4176412"/>
            <a:ext cx="618981" cy="1176942"/>
            <a:chOff x="3578422" y="3378451"/>
            <a:chExt cx="619303" cy="1177555"/>
          </a:xfrm>
        </p:grpSpPr>
        <p:cxnSp>
          <p:nvCxnSpPr>
            <p:cNvPr id="96" name="Gerade Verbindung 106">
              <a:extLst>
                <a:ext uri="{FF2B5EF4-FFF2-40B4-BE49-F238E27FC236}">
                  <a16:creationId xmlns:a16="http://schemas.microsoft.com/office/drawing/2014/main" id="{F1F5871B-3C11-A840-EFF0-24AEE076D624}"/>
                </a:ext>
              </a:extLst>
            </p:cNvPr>
            <p:cNvCxnSpPr>
              <a:cxnSpLocks/>
            </p:cNvCxnSpPr>
            <p:nvPr/>
          </p:nvCxnSpPr>
          <p:spPr bwMode="auto">
            <a:xfrm>
              <a:off x="4082951" y="3783099"/>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Gerade Verbindung 106">
              <a:extLst>
                <a:ext uri="{FF2B5EF4-FFF2-40B4-BE49-F238E27FC236}">
                  <a16:creationId xmlns:a16="http://schemas.microsoft.com/office/drawing/2014/main" id="{6ACBD49B-D509-F948-8C52-AA73DC4C6CA9}"/>
                </a:ext>
              </a:extLst>
            </p:cNvPr>
            <p:cNvCxnSpPr>
              <a:cxnSpLocks/>
            </p:cNvCxnSpPr>
            <p:nvPr/>
          </p:nvCxnSpPr>
          <p:spPr bwMode="auto">
            <a:xfrm>
              <a:off x="3686907" y="3790785"/>
              <a:ext cx="0" cy="501378"/>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8" name="Grafik 97">
              <a:extLst>
                <a:ext uri="{FF2B5EF4-FFF2-40B4-BE49-F238E27FC236}">
                  <a16:creationId xmlns:a16="http://schemas.microsoft.com/office/drawing/2014/main" id="{4FBD6A03-5F0F-EF7D-C3AE-8AF0C39E2A06}"/>
                </a:ext>
              </a:extLst>
            </p:cNvPr>
            <p:cNvPicPr>
              <a:picLocks noChangeAspect="1"/>
            </p:cNvPicPr>
            <p:nvPr/>
          </p:nvPicPr>
          <p:blipFill>
            <a:blip r:embed="rId16"/>
            <a:stretch>
              <a:fillRect/>
            </a:stretch>
          </p:blipFill>
          <p:spPr>
            <a:xfrm>
              <a:off x="3578422" y="3378451"/>
              <a:ext cx="210343" cy="514532"/>
            </a:xfrm>
            <a:prstGeom prst="rect">
              <a:avLst/>
            </a:prstGeom>
          </p:spPr>
        </p:pic>
        <p:pic>
          <p:nvPicPr>
            <p:cNvPr id="99" name="Grafik 98">
              <a:extLst>
                <a:ext uri="{FF2B5EF4-FFF2-40B4-BE49-F238E27FC236}">
                  <a16:creationId xmlns:a16="http://schemas.microsoft.com/office/drawing/2014/main" id="{BE8B6CD3-16A5-0725-50B2-7A31928E3412}"/>
                </a:ext>
              </a:extLst>
            </p:cNvPr>
            <p:cNvPicPr>
              <a:picLocks noChangeAspect="1"/>
            </p:cNvPicPr>
            <p:nvPr/>
          </p:nvPicPr>
          <p:blipFill>
            <a:blip r:embed="rId16"/>
            <a:stretch>
              <a:fillRect/>
            </a:stretch>
          </p:blipFill>
          <p:spPr>
            <a:xfrm>
              <a:off x="3987382" y="3386137"/>
              <a:ext cx="210343" cy="514532"/>
            </a:xfrm>
            <a:prstGeom prst="rect">
              <a:avLst/>
            </a:prstGeom>
          </p:spPr>
        </p:pic>
        <p:pic>
          <p:nvPicPr>
            <p:cNvPr id="100" name="Grafik 99">
              <a:extLst>
                <a:ext uri="{FF2B5EF4-FFF2-40B4-BE49-F238E27FC236}">
                  <a16:creationId xmlns:a16="http://schemas.microsoft.com/office/drawing/2014/main" id="{33CD391B-9024-653C-5E87-69EB2269B30B}"/>
                </a:ext>
              </a:extLst>
            </p:cNvPr>
            <p:cNvPicPr>
              <a:picLocks noChangeAspect="1"/>
            </p:cNvPicPr>
            <p:nvPr/>
          </p:nvPicPr>
          <p:blipFill>
            <a:blip r:embed="rId16"/>
            <a:stretch>
              <a:fillRect/>
            </a:stretch>
          </p:blipFill>
          <p:spPr>
            <a:xfrm>
              <a:off x="3578422" y="4033788"/>
              <a:ext cx="210343" cy="514532"/>
            </a:xfrm>
            <a:prstGeom prst="rect">
              <a:avLst/>
            </a:prstGeom>
          </p:spPr>
        </p:pic>
        <p:pic>
          <p:nvPicPr>
            <p:cNvPr id="101" name="Grafik 100">
              <a:extLst>
                <a:ext uri="{FF2B5EF4-FFF2-40B4-BE49-F238E27FC236}">
                  <a16:creationId xmlns:a16="http://schemas.microsoft.com/office/drawing/2014/main" id="{04CBF2BA-1E36-D1B9-0537-4C814D57CBDE}"/>
                </a:ext>
              </a:extLst>
            </p:cNvPr>
            <p:cNvPicPr>
              <a:picLocks noChangeAspect="1"/>
            </p:cNvPicPr>
            <p:nvPr/>
          </p:nvPicPr>
          <p:blipFill>
            <a:blip r:embed="rId16"/>
            <a:stretch>
              <a:fillRect/>
            </a:stretch>
          </p:blipFill>
          <p:spPr>
            <a:xfrm>
              <a:off x="3987382" y="4041474"/>
              <a:ext cx="210343" cy="514532"/>
            </a:xfrm>
            <a:prstGeom prst="rect">
              <a:avLst/>
            </a:prstGeom>
          </p:spPr>
        </p:pic>
      </p:grpSp>
      <p:pic>
        <p:nvPicPr>
          <p:cNvPr id="102" name="Grafik 101">
            <a:extLst>
              <a:ext uri="{FF2B5EF4-FFF2-40B4-BE49-F238E27FC236}">
                <a16:creationId xmlns:a16="http://schemas.microsoft.com/office/drawing/2014/main" id="{3D1D842D-1451-54EA-4134-9ACD6A8CE5C1}"/>
              </a:ext>
            </a:extLst>
          </p:cNvPr>
          <p:cNvPicPr>
            <a:picLocks noChangeAspect="1"/>
          </p:cNvPicPr>
          <p:nvPr/>
        </p:nvPicPr>
        <p:blipFill>
          <a:blip r:embed="rId15"/>
          <a:stretch>
            <a:fillRect/>
          </a:stretch>
        </p:blipFill>
        <p:spPr>
          <a:xfrm>
            <a:off x="2554237" y="5448388"/>
            <a:ext cx="645683" cy="474767"/>
          </a:xfrm>
          <a:prstGeom prst="rect">
            <a:avLst/>
          </a:prstGeom>
        </p:spPr>
      </p:pic>
      <p:grpSp>
        <p:nvGrpSpPr>
          <p:cNvPr id="105" name="Gruppieren 104">
            <a:extLst>
              <a:ext uri="{FF2B5EF4-FFF2-40B4-BE49-F238E27FC236}">
                <a16:creationId xmlns:a16="http://schemas.microsoft.com/office/drawing/2014/main" id="{93D1ABFB-FD38-F7E3-CDA7-11F2783A0350}"/>
              </a:ext>
            </a:extLst>
          </p:cNvPr>
          <p:cNvGrpSpPr/>
          <p:nvPr/>
        </p:nvGrpSpPr>
        <p:grpSpPr>
          <a:xfrm>
            <a:off x="1749546" y="5550076"/>
            <a:ext cx="676368" cy="224844"/>
            <a:chOff x="5193325" y="3140015"/>
            <a:chExt cx="676368" cy="224844"/>
          </a:xfrm>
        </p:grpSpPr>
        <p:sp>
          <p:nvSpPr>
            <p:cNvPr id="106" name="Textfeld 105">
              <a:extLst>
                <a:ext uri="{FF2B5EF4-FFF2-40B4-BE49-F238E27FC236}">
                  <a16:creationId xmlns:a16="http://schemas.microsoft.com/office/drawing/2014/main" id="{0972201A-7062-CAA8-BD3C-612733740866}"/>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07" name="Ellipse 106">
              <a:extLst>
                <a:ext uri="{FF2B5EF4-FFF2-40B4-BE49-F238E27FC236}">
                  <a16:creationId xmlns:a16="http://schemas.microsoft.com/office/drawing/2014/main" id="{6B47E5A1-7261-8947-9D36-57F2DF667E08}"/>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grpSp>
        <p:nvGrpSpPr>
          <p:cNvPr id="108" name="Gruppieren 107">
            <a:extLst>
              <a:ext uri="{FF2B5EF4-FFF2-40B4-BE49-F238E27FC236}">
                <a16:creationId xmlns:a16="http://schemas.microsoft.com/office/drawing/2014/main" id="{9D6C61E4-9F91-CC10-6C7C-2901AEC1FA61}"/>
              </a:ext>
            </a:extLst>
          </p:cNvPr>
          <p:cNvGrpSpPr/>
          <p:nvPr/>
        </p:nvGrpSpPr>
        <p:grpSpPr>
          <a:xfrm>
            <a:off x="3229654" y="5569754"/>
            <a:ext cx="676368" cy="224844"/>
            <a:chOff x="5193325" y="3140015"/>
            <a:chExt cx="676368" cy="224844"/>
          </a:xfrm>
        </p:grpSpPr>
        <p:sp>
          <p:nvSpPr>
            <p:cNvPr id="109" name="Textfeld 108">
              <a:extLst>
                <a:ext uri="{FF2B5EF4-FFF2-40B4-BE49-F238E27FC236}">
                  <a16:creationId xmlns:a16="http://schemas.microsoft.com/office/drawing/2014/main" id="{8DD40DBE-AC9D-AC54-F3DB-399EE7AFC2EE}"/>
                </a:ext>
              </a:extLst>
            </p:cNvPr>
            <p:cNvSpPr txBox="1"/>
            <p:nvPr/>
          </p:nvSpPr>
          <p:spPr>
            <a:xfrm>
              <a:off x="5319808" y="3200482"/>
              <a:ext cx="468077" cy="123111"/>
            </a:xfrm>
            <a:prstGeom prst="rect">
              <a:avLst/>
            </a:prstGeom>
            <a:noFill/>
          </p:spPr>
          <p:txBody>
            <a:bodyPr wrap="none" lIns="0" tIns="0" rIns="0" bIns="0" rtlCol="0">
              <a:spAutoFit/>
            </a:bodyPr>
            <a:lstStyle/>
            <a:p>
              <a:pPr>
                <a:spcBef>
                  <a:spcPts val="0"/>
                </a:spcBef>
              </a:pPr>
              <a:r>
                <a:rPr lang="en-US" sz="800" dirty="0">
                  <a:solidFill>
                    <a:schemeClr val="bg1"/>
                  </a:solidFill>
                </a:rPr>
                <a:t>MRP Ring</a:t>
              </a:r>
            </a:p>
          </p:txBody>
        </p:sp>
        <p:sp>
          <p:nvSpPr>
            <p:cNvPr id="110" name="Ellipse 109">
              <a:extLst>
                <a:ext uri="{FF2B5EF4-FFF2-40B4-BE49-F238E27FC236}">
                  <a16:creationId xmlns:a16="http://schemas.microsoft.com/office/drawing/2014/main" id="{0B509371-F4A7-6C67-102A-126D17B36837}"/>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sp>
        <p:nvSpPr>
          <p:cNvPr id="15" name="Rechteck 14">
            <a:extLst>
              <a:ext uri="{FF2B5EF4-FFF2-40B4-BE49-F238E27FC236}">
                <a16:creationId xmlns:a16="http://schemas.microsoft.com/office/drawing/2014/main" id="{3BEFE0BC-84AB-4F5F-C0FC-78E50502F6ED}"/>
              </a:ext>
            </a:extLst>
          </p:cNvPr>
          <p:cNvSpPr/>
          <p:nvPr/>
        </p:nvSpPr>
        <p:spPr>
          <a:xfrm>
            <a:off x="1446526" y="208319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 name="Rechteck 15">
            <a:extLst>
              <a:ext uri="{FF2B5EF4-FFF2-40B4-BE49-F238E27FC236}">
                <a16:creationId xmlns:a16="http://schemas.microsoft.com/office/drawing/2014/main" id="{85453691-35A4-F002-DFA1-696FEDE61F0F}"/>
              </a:ext>
            </a:extLst>
          </p:cNvPr>
          <p:cNvSpPr/>
          <p:nvPr/>
        </p:nvSpPr>
        <p:spPr>
          <a:xfrm>
            <a:off x="3509063" y="209323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0" name="Textfeld 19">
            <a:extLst>
              <a:ext uri="{FF2B5EF4-FFF2-40B4-BE49-F238E27FC236}">
                <a16:creationId xmlns:a16="http://schemas.microsoft.com/office/drawing/2014/main" id="{7D8AF7B3-C78A-2FAA-0E72-9F4DA18F3359}"/>
              </a:ext>
            </a:extLst>
          </p:cNvPr>
          <p:cNvSpPr txBox="1"/>
          <p:nvPr/>
        </p:nvSpPr>
        <p:spPr>
          <a:xfrm>
            <a:off x="4892883" y="1363558"/>
            <a:ext cx="6856457" cy="3354389"/>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Redundant ring coupling via MRP interconnection</a:t>
            </a:r>
            <a:endParaRPr lang="en-US" sz="1599" dirty="0">
              <a:latin typeface="Arial"/>
              <a:ea typeface="Arial Unicode MS" panose="020B0604020202020204" pitchFamily="34" charset="-128"/>
              <a:cs typeface="Arial Unicode MS" panose="020B0604020202020204" pitchFamily="34" charset="-128"/>
            </a:endParaRP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Redundant R1 rings can also be connected via MRP interconnection</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Thanks to redundant switch architecture, the coupled network remains functional even if one switch fails.</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Up to 50 devices can be connected per ring </a:t>
            </a: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 The total number of participants of an H CPU can also be achieved without spur lines.</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Can be used with the following SCALANCE switches:</a:t>
            </a:r>
            <a:b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br>
            <a:r>
              <a:rPr lang="en-US" sz="1599" dirty="0">
                <a:latin typeface="Arial"/>
                <a:ea typeface="Arial Unicode MS" panose="020B0604020202020204" pitchFamily="34" charset="-128"/>
                <a:cs typeface="Arial Unicode MS" panose="020B0604020202020204" pitchFamily="34" charset="-128"/>
                <a:sym typeface="Wingdings" panose="05000000000000000000" pitchFamily="2" charset="2"/>
              </a:rPr>
              <a:t>XR500, XM400, XC200, XF204-2BA, XP200</a:t>
            </a:r>
            <a:endParaRPr lang="en-US" sz="1599" dirty="0">
              <a:latin typeface="Arial"/>
              <a:ea typeface="Arial Unicode MS" panose="020B0604020202020204" pitchFamily="34" charset="-128"/>
              <a:cs typeface="Arial Unicode MS" panose="020B0604020202020204" pitchFamily="34" charset="-128"/>
            </a:endParaRPr>
          </a:p>
        </p:txBody>
      </p:sp>
    </p:spTree>
    <p:custDataLst>
      <p:tags r:id="rId1"/>
    </p:custDataLst>
    <p:extLst>
      <p:ext uri="{BB962C8B-B14F-4D97-AF65-F5344CB8AC3E}">
        <p14:creationId xmlns:p14="http://schemas.microsoft.com/office/powerpoint/2010/main" val="161628415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A4F1B28-3D85-8242-0542-B88FCD1E9715}"/>
              </a:ext>
            </a:extLst>
          </p:cNvPr>
          <p:cNvSpPr/>
          <p:nvPr/>
        </p:nvSpPr>
        <p:spPr>
          <a:xfrm>
            <a:off x="1059160" y="1374281"/>
            <a:ext cx="3577464"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1" imgW="532" imgH="533" progId="TCLayout.ActiveDocument.1">
                  <p:embed/>
                </p:oleObj>
              </mc:Choice>
              <mc:Fallback>
                <p:oleObj name="think-cell Folie" r:id="rId11"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Example for </a:t>
            </a:r>
            <a:r>
              <a:rPr lang="en-US" b="0" dirty="0"/>
              <a:t>Combined Topology </a:t>
            </a:r>
            <a:r>
              <a:rPr lang="en-US" altLang="de-DE" b="0" dirty="0"/>
              <a:t>–For example: </a:t>
            </a:r>
            <a:r>
              <a:rPr lang="en-US" b="0" dirty="0"/>
              <a:t>Backbone-</a:t>
            </a:r>
            <a:r>
              <a:rPr lang="en-US" altLang="de-DE" b="0" dirty="0"/>
              <a:t>Ring</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124" name="Gruppieren 123">
            <a:extLst>
              <a:ext uri="{FF2B5EF4-FFF2-40B4-BE49-F238E27FC236}">
                <a16:creationId xmlns:a16="http://schemas.microsoft.com/office/drawing/2014/main" id="{2ED7BC09-865A-A3E1-9EB3-8836C0020923}"/>
              </a:ext>
            </a:extLst>
          </p:cNvPr>
          <p:cNvGrpSpPr/>
          <p:nvPr/>
        </p:nvGrpSpPr>
        <p:grpSpPr>
          <a:xfrm>
            <a:off x="1403344" y="2040670"/>
            <a:ext cx="2842603" cy="640310"/>
            <a:chOff x="4310893" y="2280729"/>
            <a:chExt cx="2842603" cy="640310"/>
          </a:xfrm>
          <a:solidFill>
            <a:schemeClr val="tx1"/>
          </a:solidFill>
        </p:grpSpPr>
        <p:grpSp>
          <p:nvGrpSpPr>
            <p:cNvPr id="125" name="Gruppieren 124">
              <a:extLst>
                <a:ext uri="{FF2B5EF4-FFF2-40B4-BE49-F238E27FC236}">
                  <a16:creationId xmlns:a16="http://schemas.microsoft.com/office/drawing/2014/main" id="{22D9417E-22E8-C14E-CD5F-5019301672F1}"/>
                </a:ext>
              </a:extLst>
            </p:cNvPr>
            <p:cNvGrpSpPr/>
            <p:nvPr/>
          </p:nvGrpSpPr>
          <p:grpSpPr>
            <a:xfrm>
              <a:off x="4310893" y="2280729"/>
              <a:ext cx="774298" cy="640310"/>
              <a:chOff x="5633257" y="2448326"/>
              <a:chExt cx="3891741" cy="2958295"/>
            </a:xfrm>
            <a:grpFill/>
          </p:grpSpPr>
          <p:pic>
            <p:nvPicPr>
              <p:cNvPr id="132" name="product_simatic-s7-1500.png">
                <a:extLst>
                  <a:ext uri="{FF2B5EF4-FFF2-40B4-BE49-F238E27FC236}">
                    <a16:creationId xmlns:a16="http://schemas.microsoft.com/office/drawing/2014/main" id="{85343F59-72E9-506F-61B6-3F654E1671CC}"/>
                  </a:ext>
                </a:extLst>
              </p:cNvPr>
              <p:cNvPicPr>
                <a:picLocks noChangeAspect="1"/>
              </p:cNvPicPr>
              <p:nvPr>
                <p:custDataLst>
                  <p:tags r:id="rId6"/>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3" name="product_simatic-s7-1500.png">
                <a:extLst>
                  <a:ext uri="{FF2B5EF4-FFF2-40B4-BE49-F238E27FC236}">
                    <a16:creationId xmlns:a16="http://schemas.microsoft.com/office/drawing/2014/main" id="{92F5548C-69AD-11DF-B68F-3252A624E2EC}"/>
                  </a:ext>
                </a:extLst>
              </p:cNvPr>
              <p:cNvPicPr>
                <a:picLocks noChangeAspect="1"/>
              </p:cNvPicPr>
              <p:nvPr>
                <p:custDataLst>
                  <p:tags r:id="rId7"/>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4" name="product_simatic-s7-1500.png">
                <a:extLst>
                  <a:ext uri="{FF2B5EF4-FFF2-40B4-BE49-F238E27FC236}">
                    <a16:creationId xmlns:a16="http://schemas.microsoft.com/office/drawing/2014/main" id="{3360F2A9-E391-3DCF-826C-E8403F2E41EE}"/>
                  </a:ext>
                </a:extLst>
              </p:cNvPr>
              <p:cNvPicPr>
                <a:picLocks noChangeAspect="1"/>
              </p:cNvPicPr>
              <p:nvPr>
                <p:custDataLst>
                  <p:tags r:id="rId8"/>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6" name="Gruppieren 125">
              <a:extLst>
                <a:ext uri="{FF2B5EF4-FFF2-40B4-BE49-F238E27FC236}">
                  <a16:creationId xmlns:a16="http://schemas.microsoft.com/office/drawing/2014/main" id="{EE3AB5FB-7BA1-501A-AFCD-46893A666750}"/>
                </a:ext>
              </a:extLst>
            </p:cNvPr>
            <p:cNvGrpSpPr/>
            <p:nvPr/>
          </p:nvGrpSpPr>
          <p:grpSpPr>
            <a:xfrm>
              <a:off x="6379198" y="2280729"/>
              <a:ext cx="774298" cy="640310"/>
              <a:chOff x="5633257" y="2448326"/>
              <a:chExt cx="3891741" cy="2958295"/>
            </a:xfrm>
            <a:grpFill/>
          </p:grpSpPr>
          <p:pic>
            <p:nvPicPr>
              <p:cNvPr id="129" name="product_simatic-s7-1500.png">
                <a:extLst>
                  <a:ext uri="{FF2B5EF4-FFF2-40B4-BE49-F238E27FC236}">
                    <a16:creationId xmlns:a16="http://schemas.microsoft.com/office/drawing/2014/main" id="{BAB059E2-CB47-8F4C-446E-3F6CF73C2847}"/>
                  </a:ext>
                </a:extLst>
              </p:cNvPr>
              <p:cNvPicPr>
                <a:picLocks noChangeAspect="1"/>
              </p:cNvPicPr>
              <p:nvPr>
                <p:custDataLst>
                  <p:tags r:id="rId3"/>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0" name="product_simatic-s7-1500.png">
                <a:extLst>
                  <a:ext uri="{FF2B5EF4-FFF2-40B4-BE49-F238E27FC236}">
                    <a16:creationId xmlns:a16="http://schemas.microsoft.com/office/drawing/2014/main" id="{75017966-DB5D-3339-4603-92A6897B7C69}"/>
                  </a:ext>
                </a:extLst>
              </p:cNvPr>
              <p:cNvPicPr>
                <a:picLocks noChangeAspect="1"/>
              </p:cNvPicPr>
              <p:nvPr>
                <p:custDataLst>
                  <p:tags r:id="rId4"/>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1" name="product_simatic-s7-1500.png">
                <a:extLst>
                  <a:ext uri="{FF2B5EF4-FFF2-40B4-BE49-F238E27FC236}">
                    <a16:creationId xmlns:a16="http://schemas.microsoft.com/office/drawing/2014/main" id="{77C0FBD8-54C3-7657-D449-DB12D6508EA9}"/>
                  </a:ext>
                </a:extLst>
              </p:cNvPr>
              <p:cNvPicPr>
                <a:picLocks noChangeAspect="1"/>
              </p:cNvPicPr>
              <p:nvPr>
                <p:custDataLst>
                  <p:tags r:id="rId5"/>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27" name="Line 29">
              <a:extLst>
                <a:ext uri="{FF2B5EF4-FFF2-40B4-BE49-F238E27FC236}">
                  <a16:creationId xmlns:a16="http://schemas.microsoft.com/office/drawing/2014/main" id="{9A604E30-BCC2-D054-3080-20A6F32857C9}"/>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28" name="Line 30">
              <a:extLst>
                <a:ext uri="{FF2B5EF4-FFF2-40B4-BE49-F238E27FC236}">
                  <a16:creationId xmlns:a16="http://schemas.microsoft.com/office/drawing/2014/main" id="{46A491FB-C49F-F5CB-2A8A-BD614AA6D684}"/>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16" name="Rechteck 15">
            <a:extLst>
              <a:ext uri="{FF2B5EF4-FFF2-40B4-BE49-F238E27FC236}">
                <a16:creationId xmlns:a16="http://schemas.microsoft.com/office/drawing/2014/main" id="{217D58A4-98D4-AE95-A5BB-77BBEFA431E0}"/>
              </a:ext>
            </a:extLst>
          </p:cNvPr>
          <p:cNvSpPr/>
          <p:nvPr/>
        </p:nvSpPr>
        <p:spPr>
          <a:xfrm>
            <a:off x="1443210" y="208319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16">
            <a:extLst>
              <a:ext uri="{FF2B5EF4-FFF2-40B4-BE49-F238E27FC236}">
                <a16:creationId xmlns:a16="http://schemas.microsoft.com/office/drawing/2014/main" id="{0ED9C93A-D06D-1006-0998-1BB8A435D1F4}"/>
              </a:ext>
            </a:extLst>
          </p:cNvPr>
          <p:cNvSpPr/>
          <p:nvPr/>
        </p:nvSpPr>
        <p:spPr>
          <a:xfrm>
            <a:off x="3505747" y="209323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0" name="Rechteck 19">
            <a:extLst>
              <a:ext uri="{FF2B5EF4-FFF2-40B4-BE49-F238E27FC236}">
                <a16:creationId xmlns:a16="http://schemas.microsoft.com/office/drawing/2014/main" id="{8D24A08D-0CDF-19CA-399C-36ED7A3CB0E6}"/>
              </a:ext>
            </a:extLst>
          </p:cNvPr>
          <p:cNvSpPr/>
          <p:nvPr/>
        </p:nvSpPr>
        <p:spPr>
          <a:xfrm>
            <a:off x="1253490" y="5769245"/>
            <a:ext cx="1400384" cy="254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dirty="0"/>
              <a:t>From FW V3.0 / V18</a:t>
            </a:r>
          </a:p>
        </p:txBody>
      </p:sp>
      <p:sp>
        <p:nvSpPr>
          <p:cNvPr id="25" name="Textfeld 24">
            <a:extLst>
              <a:ext uri="{FF2B5EF4-FFF2-40B4-BE49-F238E27FC236}">
                <a16:creationId xmlns:a16="http://schemas.microsoft.com/office/drawing/2014/main" id="{DBC4553A-8B20-C8DD-455C-2D4E07BB289C}"/>
              </a:ext>
            </a:extLst>
          </p:cNvPr>
          <p:cNvSpPr txBox="1"/>
          <p:nvPr/>
        </p:nvSpPr>
        <p:spPr>
          <a:xfrm>
            <a:off x="4802224" y="1374281"/>
            <a:ext cx="6958093" cy="2206072"/>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Connection to separate ring</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R1 rings do not have to be passed through the CPU</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This enables connection to existing redundant network infrastructure</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In the rings there is no restriction to 100MBit/s transmission speed </a:t>
            </a:r>
          </a:p>
        </p:txBody>
      </p:sp>
      <p:cxnSp>
        <p:nvCxnSpPr>
          <p:cNvPr id="7" name="Gerade Verbindung 106">
            <a:extLst>
              <a:ext uri="{FF2B5EF4-FFF2-40B4-BE49-F238E27FC236}">
                <a16:creationId xmlns:a16="http://schemas.microsoft.com/office/drawing/2014/main" id="{37FA80F6-8A01-8E7E-35D5-AFDCF15AC219}"/>
              </a:ext>
            </a:extLst>
          </p:cNvPr>
          <p:cNvCxnSpPr>
            <a:cxnSpLocks/>
            <a:endCxn id="8" idx="0"/>
          </p:cNvCxnSpPr>
          <p:nvPr/>
        </p:nvCxnSpPr>
        <p:spPr bwMode="auto">
          <a:xfrm>
            <a:off x="1606279" y="2691116"/>
            <a:ext cx="1" cy="23489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 Verbindung 106">
            <a:extLst>
              <a:ext uri="{FF2B5EF4-FFF2-40B4-BE49-F238E27FC236}">
                <a16:creationId xmlns:a16="http://schemas.microsoft.com/office/drawing/2014/main" id="{97A9FDB2-9A20-C23B-F38D-613A6A6F7231}"/>
              </a:ext>
            </a:extLst>
          </p:cNvPr>
          <p:cNvCxnSpPr>
            <a:cxnSpLocks/>
            <a:endCxn id="18" idx="0"/>
          </p:cNvCxnSpPr>
          <p:nvPr/>
        </p:nvCxnSpPr>
        <p:spPr bwMode="auto">
          <a:xfrm>
            <a:off x="3824939" y="2691116"/>
            <a:ext cx="1" cy="374973"/>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hteck: abgerundete Ecken 2">
            <a:extLst>
              <a:ext uri="{FF2B5EF4-FFF2-40B4-BE49-F238E27FC236}">
                <a16:creationId xmlns:a16="http://schemas.microsoft.com/office/drawing/2014/main" id="{042854EA-096D-CA4E-44D4-9D312A9D93E7}"/>
              </a:ext>
            </a:extLst>
          </p:cNvPr>
          <p:cNvSpPr/>
          <p:nvPr/>
        </p:nvSpPr>
        <p:spPr>
          <a:xfrm>
            <a:off x="1328615" y="3201677"/>
            <a:ext cx="2024747" cy="809628"/>
          </a:xfrm>
          <a:prstGeom prst="roundRect">
            <a:avLst/>
          </a:prstGeom>
          <a:noFill/>
          <a:ln w="57150"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sp>
        <p:nvSpPr>
          <p:cNvPr id="4" name="Rechteck: abgerundete Ecken 3">
            <a:extLst>
              <a:ext uri="{FF2B5EF4-FFF2-40B4-BE49-F238E27FC236}">
                <a16:creationId xmlns:a16="http://schemas.microsoft.com/office/drawing/2014/main" id="{342D4C81-7B04-19FB-40D7-54E7BF2A11CF}"/>
              </a:ext>
            </a:extLst>
          </p:cNvPr>
          <p:cNvSpPr/>
          <p:nvPr/>
        </p:nvSpPr>
        <p:spPr>
          <a:xfrm>
            <a:off x="2022245" y="3354077"/>
            <a:ext cx="2149009" cy="809628"/>
          </a:xfrm>
          <a:prstGeom prst="roundRect">
            <a:avLst/>
          </a:prstGeom>
          <a:noFill/>
          <a:ln w="57150"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8" name="Grafik 7">
            <a:extLst>
              <a:ext uri="{FF2B5EF4-FFF2-40B4-BE49-F238E27FC236}">
                <a16:creationId xmlns:a16="http://schemas.microsoft.com/office/drawing/2014/main" id="{57211E8A-D002-9B6A-7500-F65E67912DDE}"/>
              </a:ext>
            </a:extLst>
          </p:cNvPr>
          <p:cNvPicPr>
            <a:picLocks noChangeAspect="1"/>
          </p:cNvPicPr>
          <p:nvPr/>
        </p:nvPicPr>
        <p:blipFill>
          <a:blip r:embed="rId15"/>
          <a:stretch>
            <a:fillRect/>
          </a:stretch>
        </p:blipFill>
        <p:spPr>
          <a:xfrm>
            <a:off x="1501108" y="2926015"/>
            <a:ext cx="210343" cy="514264"/>
          </a:xfrm>
          <a:prstGeom prst="rect">
            <a:avLst/>
          </a:prstGeom>
        </p:spPr>
      </p:pic>
      <p:pic>
        <p:nvPicPr>
          <p:cNvPr id="18" name="Grafik 17">
            <a:extLst>
              <a:ext uri="{FF2B5EF4-FFF2-40B4-BE49-F238E27FC236}">
                <a16:creationId xmlns:a16="http://schemas.microsoft.com/office/drawing/2014/main" id="{D2630C52-F955-FCBB-850D-D768E24A294C}"/>
              </a:ext>
            </a:extLst>
          </p:cNvPr>
          <p:cNvPicPr>
            <a:picLocks noChangeAspect="1"/>
          </p:cNvPicPr>
          <p:nvPr/>
        </p:nvPicPr>
        <p:blipFill>
          <a:blip r:embed="rId15"/>
          <a:stretch>
            <a:fillRect/>
          </a:stretch>
        </p:blipFill>
        <p:spPr>
          <a:xfrm>
            <a:off x="3719768" y="3066089"/>
            <a:ext cx="210343" cy="514264"/>
          </a:xfrm>
          <a:prstGeom prst="rect">
            <a:avLst/>
          </a:prstGeom>
        </p:spPr>
      </p:pic>
      <p:sp>
        <p:nvSpPr>
          <p:cNvPr id="21" name="Freihandform: Form 20">
            <a:extLst>
              <a:ext uri="{FF2B5EF4-FFF2-40B4-BE49-F238E27FC236}">
                <a16:creationId xmlns:a16="http://schemas.microsoft.com/office/drawing/2014/main" id="{4415F6DC-948B-7305-8346-6238821BC179}"/>
              </a:ext>
            </a:extLst>
          </p:cNvPr>
          <p:cNvSpPr/>
          <p:nvPr/>
        </p:nvSpPr>
        <p:spPr bwMode="auto">
          <a:xfrm>
            <a:off x="1606279" y="4276695"/>
            <a:ext cx="963175"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3" name="Freihandform: Form 22">
            <a:extLst>
              <a:ext uri="{FF2B5EF4-FFF2-40B4-BE49-F238E27FC236}">
                <a16:creationId xmlns:a16="http://schemas.microsoft.com/office/drawing/2014/main" id="{D2728B8D-3C02-EC89-4570-A5FC610DCDD6}"/>
              </a:ext>
            </a:extLst>
          </p:cNvPr>
          <p:cNvSpPr/>
          <p:nvPr/>
        </p:nvSpPr>
        <p:spPr bwMode="auto">
          <a:xfrm flipH="1">
            <a:off x="2735385" y="4273155"/>
            <a:ext cx="105207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12" name="Grafik 11">
            <a:extLst>
              <a:ext uri="{FF2B5EF4-FFF2-40B4-BE49-F238E27FC236}">
                <a16:creationId xmlns:a16="http://schemas.microsoft.com/office/drawing/2014/main" id="{D8AD9BF4-6EF2-2C2D-8377-F74B4DACEA30}"/>
              </a:ext>
            </a:extLst>
          </p:cNvPr>
          <p:cNvPicPr>
            <a:picLocks noChangeAspect="1"/>
          </p:cNvPicPr>
          <p:nvPr/>
        </p:nvPicPr>
        <p:blipFill>
          <a:blip r:embed="rId15"/>
          <a:stretch>
            <a:fillRect/>
          </a:stretch>
        </p:blipFill>
        <p:spPr>
          <a:xfrm>
            <a:off x="1497662" y="3758891"/>
            <a:ext cx="210343" cy="514264"/>
          </a:xfrm>
          <a:prstGeom prst="rect">
            <a:avLst/>
          </a:prstGeom>
        </p:spPr>
      </p:pic>
      <p:pic>
        <p:nvPicPr>
          <p:cNvPr id="13" name="Grafik 12">
            <a:extLst>
              <a:ext uri="{FF2B5EF4-FFF2-40B4-BE49-F238E27FC236}">
                <a16:creationId xmlns:a16="http://schemas.microsoft.com/office/drawing/2014/main" id="{27A45EF1-B697-F78E-3BDA-764147EF7622}"/>
              </a:ext>
            </a:extLst>
          </p:cNvPr>
          <p:cNvPicPr>
            <a:picLocks noChangeAspect="1"/>
          </p:cNvPicPr>
          <p:nvPr/>
        </p:nvPicPr>
        <p:blipFill>
          <a:blip r:embed="rId15"/>
          <a:stretch>
            <a:fillRect/>
          </a:stretch>
        </p:blipFill>
        <p:spPr>
          <a:xfrm>
            <a:off x="3722057" y="3868859"/>
            <a:ext cx="210343" cy="514264"/>
          </a:xfrm>
          <a:prstGeom prst="rect">
            <a:avLst/>
          </a:prstGeom>
        </p:spPr>
      </p:pic>
      <p:pic>
        <p:nvPicPr>
          <p:cNvPr id="19" name="Grafik 18">
            <a:extLst>
              <a:ext uri="{FF2B5EF4-FFF2-40B4-BE49-F238E27FC236}">
                <a16:creationId xmlns:a16="http://schemas.microsoft.com/office/drawing/2014/main" id="{A41B958C-E322-8227-BC06-864E34BAA6AC}"/>
              </a:ext>
            </a:extLst>
          </p:cNvPr>
          <p:cNvPicPr>
            <a:picLocks noChangeAspect="1"/>
          </p:cNvPicPr>
          <p:nvPr/>
        </p:nvPicPr>
        <p:blipFill>
          <a:blip r:embed="rId16"/>
          <a:stretch>
            <a:fillRect/>
          </a:stretch>
        </p:blipFill>
        <p:spPr>
          <a:xfrm>
            <a:off x="2485466" y="4889945"/>
            <a:ext cx="645683" cy="474767"/>
          </a:xfrm>
          <a:prstGeom prst="rect">
            <a:avLst/>
          </a:prstGeom>
        </p:spPr>
      </p:pic>
      <p:grpSp>
        <p:nvGrpSpPr>
          <p:cNvPr id="24" name="Gruppieren 23">
            <a:extLst>
              <a:ext uri="{FF2B5EF4-FFF2-40B4-BE49-F238E27FC236}">
                <a16:creationId xmlns:a16="http://schemas.microsoft.com/office/drawing/2014/main" id="{1A42B656-7CB4-B87A-0FF6-0462F03086BD}"/>
              </a:ext>
            </a:extLst>
          </p:cNvPr>
          <p:cNvGrpSpPr/>
          <p:nvPr/>
        </p:nvGrpSpPr>
        <p:grpSpPr>
          <a:xfrm>
            <a:off x="2171524" y="2926483"/>
            <a:ext cx="676368" cy="224844"/>
            <a:chOff x="5193325" y="3140015"/>
            <a:chExt cx="676368" cy="224844"/>
          </a:xfrm>
        </p:grpSpPr>
        <p:sp>
          <p:nvSpPr>
            <p:cNvPr id="26" name="Textfeld 25">
              <a:extLst>
                <a:ext uri="{FF2B5EF4-FFF2-40B4-BE49-F238E27FC236}">
                  <a16:creationId xmlns:a16="http://schemas.microsoft.com/office/drawing/2014/main" id="{F161C3B6-54AB-6C85-5877-18268D867A2A}"/>
                </a:ext>
              </a:extLst>
            </p:cNvPr>
            <p:cNvSpPr txBox="1"/>
            <p:nvPr/>
          </p:nvSpPr>
          <p:spPr>
            <a:xfrm>
              <a:off x="5319808" y="3200482"/>
              <a:ext cx="355867" cy="123111"/>
            </a:xfrm>
            <a:prstGeom prst="rect">
              <a:avLst/>
            </a:prstGeom>
            <a:noFill/>
          </p:spPr>
          <p:txBody>
            <a:bodyPr wrap="none" lIns="0" tIns="0" rIns="0" bIns="0" rtlCol="0">
              <a:spAutoFit/>
            </a:bodyPr>
            <a:lstStyle/>
            <a:p>
              <a:pPr>
                <a:spcBef>
                  <a:spcPts val="0"/>
                </a:spcBef>
              </a:pPr>
              <a:r>
                <a:rPr lang="en-US" sz="800" dirty="0">
                  <a:solidFill>
                    <a:schemeClr val="bg1"/>
                  </a:solidFill>
                </a:rPr>
                <a:t>  Ring 1</a:t>
              </a:r>
            </a:p>
          </p:txBody>
        </p:sp>
        <p:sp>
          <p:nvSpPr>
            <p:cNvPr id="27" name="Ellipse 26">
              <a:extLst>
                <a:ext uri="{FF2B5EF4-FFF2-40B4-BE49-F238E27FC236}">
                  <a16:creationId xmlns:a16="http://schemas.microsoft.com/office/drawing/2014/main" id="{455559E7-BE41-0458-004A-F3A986A33E74}"/>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grpSp>
        <p:nvGrpSpPr>
          <p:cNvPr id="28" name="Gruppieren 27">
            <a:extLst>
              <a:ext uri="{FF2B5EF4-FFF2-40B4-BE49-F238E27FC236}">
                <a16:creationId xmlns:a16="http://schemas.microsoft.com/office/drawing/2014/main" id="{57AA2112-6CFB-7676-84B6-58640DB5450B}"/>
              </a:ext>
            </a:extLst>
          </p:cNvPr>
          <p:cNvGrpSpPr/>
          <p:nvPr/>
        </p:nvGrpSpPr>
        <p:grpSpPr>
          <a:xfrm>
            <a:off x="2833797" y="4226849"/>
            <a:ext cx="676368" cy="224844"/>
            <a:chOff x="5193325" y="3140015"/>
            <a:chExt cx="676368" cy="224844"/>
          </a:xfrm>
        </p:grpSpPr>
        <p:sp>
          <p:nvSpPr>
            <p:cNvPr id="29" name="Textfeld 28">
              <a:extLst>
                <a:ext uri="{FF2B5EF4-FFF2-40B4-BE49-F238E27FC236}">
                  <a16:creationId xmlns:a16="http://schemas.microsoft.com/office/drawing/2014/main" id="{DA9E9181-8160-88CD-808E-2F17DE47AB9C}"/>
                </a:ext>
              </a:extLst>
            </p:cNvPr>
            <p:cNvSpPr txBox="1"/>
            <p:nvPr/>
          </p:nvSpPr>
          <p:spPr>
            <a:xfrm>
              <a:off x="5319808" y="3200482"/>
              <a:ext cx="355867" cy="123111"/>
            </a:xfrm>
            <a:prstGeom prst="rect">
              <a:avLst/>
            </a:prstGeom>
            <a:noFill/>
          </p:spPr>
          <p:txBody>
            <a:bodyPr wrap="none" lIns="0" tIns="0" rIns="0" bIns="0" rtlCol="0">
              <a:spAutoFit/>
            </a:bodyPr>
            <a:lstStyle/>
            <a:p>
              <a:pPr>
                <a:spcBef>
                  <a:spcPts val="0"/>
                </a:spcBef>
              </a:pPr>
              <a:r>
                <a:rPr lang="en-US" sz="800" dirty="0">
                  <a:solidFill>
                    <a:schemeClr val="bg1"/>
                  </a:solidFill>
                </a:rPr>
                <a:t>  Ring 2</a:t>
              </a:r>
            </a:p>
          </p:txBody>
        </p:sp>
        <p:sp>
          <p:nvSpPr>
            <p:cNvPr id="30" name="Ellipse 29">
              <a:extLst>
                <a:ext uri="{FF2B5EF4-FFF2-40B4-BE49-F238E27FC236}">
                  <a16:creationId xmlns:a16="http://schemas.microsoft.com/office/drawing/2014/main" id="{AFE99B8F-1F44-1B5C-CCBA-2AA5BB3E9813}"/>
                </a:ext>
              </a:extLst>
            </p:cNvPr>
            <p:cNvSpPr/>
            <p:nvPr/>
          </p:nvSpPr>
          <p:spPr bwMode="auto">
            <a:xfrm>
              <a:off x="5193325" y="3140015"/>
              <a:ext cx="676368" cy="224844"/>
            </a:xfrm>
            <a:prstGeom prst="ellipse">
              <a:avLst/>
            </a:prstGeom>
            <a:no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grpSp>
      <p:sp>
        <p:nvSpPr>
          <p:cNvPr id="11" name="Textfeld 10">
            <a:extLst>
              <a:ext uri="{FF2B5EF4-FFF2-40B4-BE49-F238E27FC236}">
                <a16:creationId xmlns:a16="http://schemas.microsoft.com/office/drawing/2014/main" id="{1848C14F-72E1-7928-BFF4-824691F513F3}"/>
              </a:ext>
            </a:extLst>
          </p:cNvPr>
          <p:cNvSpPr txBox="1"/>
          <p:nvPr/>
        </p:nvSpPr>
        <p:spPr>
          <a:xfrm>
            <a:off x="1827348" y="3459040"/>
            <a:ext cx="1742320" cy="461665"/>
          </a:xfrm>
          <a:prstGeom prst="rect">
            <a:avLst/>
          </a:prstGeom>
          <a:noFill/>
        </p:spPr>
        <p:txBody>
          <a:bodyPr wrap="square">
            <a:spAutoFit/>
          </a:bodyPr>
          <a:lstStyle/>
          <a:p>
            <a:pPr algn="ctr"/>
            <a:r>
              <a:rPr lang="en-US" sz="1200" b="1" dirty="0">
                <a:solidFill>
                  <a:schemeClr val="bg1"/>
                </a:solidFill>
              </a:rPr>
              <a:t>Backbone Rings</a:t>
            </a:r>
          </a:p>
          <a:p>
            <a:pPr algn="ctr"/>
            <a:r>
              <a:rPr lang="en-US" sz="1200" b="1" dirty="0">
                <a:solidFill>
                  <a:schemeClr val="bg1"/>
                </a:solidFill>
              </a:rPr>
              <a:t>1..10 Git/s</a:t>
            </a:r>
            <a:endParaRPr lang="en-US" sz="1200" dirty="0">
              <a:solidFill>
                <a:schemeClr val="bg1"/>
              </a:solidFill>
            </a:endParaRPr>
          </a:p>
        </p:txBody>
      </p:sp>
    </p:spTree>
    <p:custDataLst>
      <p:tags r:id="rId1"/>
    </p:custDataLst>
    <p:extLst>
      <p:ext uri="{BB962C8B-B14F-4D97-AF65-F5344CB8AC3E}">
        <p14:creationId xmlns:p14="http://schemas.microsoft.com/office/powerpoint/2010/main" val="3096522379"/>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A4F1B28-3D85-8242-0542-B88FCD1E9715}"/>
              </a:ext>
            </a:extLst>
          </p:cNvPr>
          <p:cNvSpPr/>
          <p:nvPr/>
        </p:nvSpPr>
        <p:spPr>
          <a:xfrm>
            <a:off x="1059160" y="1374281"/>
            <a:ext cx="3577464"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1" imgW="532" imgH="533" progId="TCLayout.ActiveDocument.1">
                  <p:embed/>
                </p:oleObj>
              </mc:Choice>
              <mc:Fallback>
                <p:oleObj name="think-cell Folie" r:id="rId11"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Unsupported Topology - Single R1 Ring</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168" name="Gruppieren 167">
            <a:extLst>
              <a:ext uri="{FF2B5EF4-FFF2-40B4-BE49-F238E27FC236}">
                <a16:creationId xmlns:a16="http://schemas.microsoft.com/office/drawing/2014/main" id="{CA3F1FA8-FE56-1F17-7540-54320543E01B}"/>
              </a:ext>
            </a:extLst>
          </p:cNvPr>
          <p:cNvGrpSpPr/>
          <p:nvPr/>
        </p:nvGrpSpPr>
        <p:grpSpPr>
          <a:xfrm>
            <a:off x="1411159" y="2040670"/>
            <a:ext cx="2842603" cy="640310"/>
            <a:chOff x="4310893" y="2280729"/>
            <a:chExt cx="2842603" cy="640310"/>
          </a:xfrm>
          <a:solidFill>
            <a:schemeClr val="tx1"/>
          </a:solidFill>
        </p:grpSpPr>
        <p:grpSp>
          <p:nvGrpSpPr>
            <p:cNvPr id="183" name="Gruppieren 182">
              <a:extLst>
                <a:ext uri="{FF2B5EF4-FFF2-40B4-BE49-F238E27FC236}">
                  <a16:creationId xmlns:a16="http://schemas.microsoft.com/office/drawing/2014/main" id="{3BE9BE44-3DC2-08E3-DF09-500F204C7567}"/>
                </a:ext>
              </a:extLst>
            </p:cNvPr>
            <p:cNvGrpSpPr/>
            <p:nvPr/>
          </p:nvGrpSpPr>
          <p:grpSpPr>
            <a:xfrm>
              <a:off x="4310893" y="2280729"/>
              <a:ext cx="774298" cy="640310"/>
              <a:chOff x="5633257" y="2448326"/>
              <a:chExt cx="3891741" cy="2958295"/>
            </a:xfrm>
            <a:grpFill/>
          </p:grpSpPr>
          <p:pic>
            <p:nvPicPr>
              <p:cNvPr id="192" name="product_simatic-s7-1500.png">
                <a:extLst>
                  <a:ext uri="{FF2B5EF4-FFF2-40B4-BE49-F238E27FC236}">
                    <a16:creationId xmlns:a16="http://schemas.microsoft.com/office/drawing/2014/main" id="{4A7A88BC-8726-4C45-6D38-A5867ED102FC}"/>
                  </a:ext>
                </a:extLst>
              </p:cNvPr>
              <p:cNvPicPr>
                <a:picLocks noChangeAspect="1"/>
              </p:cNvPicPr>
              <p:nvPr>
                <p:custDataLst>
                  <p:tags r:id="rId6"/>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93" name="product_simatic-s7-1500.png">
                <a:extLst>
                  <a:ext uri="{FF2B5EF4-FFF2-40B4-BE49-F238E27FC236}">
                    <a16:creationId xmlns:a16="http://schemas.microsoft.com/office/drawing/2014/main" id="{8F417D9A-A80A-1013-9F57-0141BE7B2847}"/>
                  </a:ext>
                </a:extLst>
              </p:cNvPr>
              <p:cNvPicPr>
                <a:picLocks noChangeAspect="1"/>
              </p:cNvPicPr>
              <p:nvPr>
                <p:custDataLst>
                  <p:tags r:id="rId7"/>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94" name="product_simatic-s7-1500.png">
                <a:extLst>
                  <a:ext uri="{FF2B5EF4-FFF2-40B4-BE49-F238E27FC236}">
                    <a16:creationId xmlns:a16="http://schemas.microsoft.com/office/drawing/2014/main" id="{8F799012-0D99-41FB-04E6-729498A9BEF0}"/>
                  </a:ext>
                </a:extLst>
              </p:cNvPr>
              <p:cNvPicPr>
                <a:picLocks noChangeAspect="1"/>
              </p:cNvPicPr>
              <p:nvPr>
                <p:custDataLst>
                  <p:tags r:id="rId8"/>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84" name="Gruppieren 183">
              <a:extLst>
                <a:ext uri="{FF2B5EF4-FFF2-40B4-BE49-F238E27FC236}">
                  <a16:creationId xmlns:a16="http://schemas.microsoft.com/office/drawing/2014/main" id="{4C8F9462-B24E-1A20-B886-815003E0E6A1}"/>
                </a:ext>
              </a:extLst>
            </p:cNvPr>
            <p:cNvGrpSpPr/>
            <p:nvPr/>
          </p:nvGrpSpPr>
          <p:grpSpPr>
            <a:xfrm>
              <a:off x="6379198" y="2280729"/>
              <a:ext cx="774298" cy="640310"/>
              <a:chOff x="5633257" y="2448326"/>
              <a:chExt cx="3891741" cy="2958295"/>
            </a:xfrm>
            <a:grpFill/>
          </p:grpSpPr>
          <p:pic>
            <p:nvPicPr>
              <p:cNvPr id="189" name="product_simatic-s7-1500.png">
                <a:extLst>
                  <a:ext uri="{FF2B5EF4-FFF2-40B4-BE49-F238E27FC236}">
                    <a16:creationId xmlns:a16="http://schemas.microsoft.com/office/drawing/2014/main" id="{717FB884-B157-7E1E-234E-BC8E07119888}"/>
                  </a:ext>
                </a:extLst>
              </p:cNvPr>
              <p:cNvPicPr>
                <a:picLocks noChangeAspect="1"/>
              </p:cNvPicPr>
              <p:nvPr>
                <p:custDataLst>
                  <p:tags r:id="rId3"/>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90" name="product_simatic-s7-1500.png">
                <a:extLst>
                  <a:ext uri="{FF2B5EF4-FFF2-40B4-BE49-F238E27FC236}">
                    <a16:creationId xmlns:a16="http://schemas.microsoft.com/office/drawing/2014/main" id="{B82DC44A-7E8E-5B7F-8DCB-649593862875}"/>
                  </a:ext>
                </a:extLst>
              </p:cNvPr>
              <p:cNvPicPr>
                <a:picLocks noChangeAspect="1"/>
              </p:cNvPicPr>
              <p:nvPr>
                <p:custDataLst>
                  <p:tags r:id="rId4"/>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91" name="product_simatic-s7-1500.png">
                <a:extLst>
                  <a:ext uri="{FF2B5EF4-FFF2-40B4-BE49-F238E27FC236}">
                    <a16:creationId xmlns:a16="http://schemas.microsoft.com/office/drawing/2014/main" id="{B01ADCFB-F629-B53B-BA36-305F0A9C7C8C}"/>
                  </a:ext>
                </a:extLst>
              </p:cNvPr>
              <p:cNvPicPr>
                <a:picLocks noChangeAspect="1"/>
              </p:cNvPicPr>
              <p:nvPr>
                <p:custDataLst>
                  <p:tags r:id="rId5"/>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85" name="Line 29">
              <a:extLst>
                <a:ext uri="{FF2B5EF4-FFF2-40B4-BE49-F238E27FC236}">
                  <a16:creationId xmlns:a16="http://schemas.microsoft.com/office/drawing/2014/main" id="{99C6E699-C572-DE49-D110-F3E028E48615}"/>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88" name="Line 30">
              <a:extLst>
                <a:ext uri="{FF2B5EF4-FFF2-40B4-BE49-F238E27FC236}">
                  <a16:creationId xmlns:a16="http://schemas.microsoft.com/office/drawing/2014/main" id="{3A92E14C-F860-B0AC-7AB4-8C389A534006}"/>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74" name="Freihandform: Form 273">
            <a:extLst>
              <a:ext uri="{FF2B5EF4-FFF2-40B4-BE49-F238E27FC236}">
                <a16:creationId xmlns:a16="http://schemas.microsoft.com/office/drawing/2014/main" id="{B17D21DC-1285-8B08-DAE6-CCEE18248143}"/>
              </a:ext>
            </a:extLst>
          </p:cNvPr>
          <p:cNvSpPr/>
          <p:nvPr/>
        </p:nvSpPr>
        <p:spPr>
          <a:xfrm>
            <a:off x="1607257" y="2674896"/>
            <a:ext cx="420115" cy="1322366"/>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75" name="Freihandform: Form 274">
            <a:extLst>
              <a:ext uri="{FF2B5EF4-FFF2-40B4-BE49-F238E27FC236}">
                <a16:creationId xmlns:a16="http://schemas.microsoft.com/office/drawing/2014/main" id="{4EF09A29-56A5-1D71-7C21-B2E26E57C3E2}"/>
              </a:ext>
            </a:extLst>
          </p:cNvPr>
          <p:cNvSpPr/>
          <p:nvPr/>
        </p:nvSpPr>
        <p:spPr>
          <a:xfrm flipH="1">
            <a:off x="3098816" y="2667693"/>
            <a:ext cx="732140" cy="1329569"/>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76" name="Grafik 275">
            <a:extLst>
              <a:ext uri="{FF2B5EF4-FFF2-40B4-BE49-F238E27FC236}">
                <a16:creationId xmlns:a16="http://schemas.microsoft.com/office/drawing/2014/main" id="{58478E98-02AA-1CE6-56FA-BDBB4AFFB2F4}"/>
              </a:ext>
            </a:extLst>
          </p:cNvPr>
          <p:cNvPicPr>
            <a:picLocks noChangeAspect="1"/>
          </p:cNvPicPr>
          <p:nvPr/>
        </p:nvPicPr>
        <p:blipFill>
          <a:blip r:embed="rId15"/>
          <a:stretch>
            <a:fillRect/>
          </a:stretch>
        </p:blipFill>
        <p:spPr>
          <a:xfrm>
            <a:off x="2851000" y="3345015"/>
            <a:ext cx="645683" cy="474767"/>
          </a:xfrm>
          <a:prstGeom prst="rect">
            <a:avLst/>
          </a:prstGeom>
        </p:spPr>
      </p:pic>
      <p:pic>
        <p:nvPicPr>
          <p:cNvPr id="280" name="Grafik 279">
            <a:extLst>
              <a:ext uri="{FF2B5EF4-FFF2-40B4-BE49-F238E27FC236}">
                <a16:creationId xmlns:a16="http://schemas.microsoft.com/office/drawing/2014/main" id="{39B5F509-8E8D-6DFD-9FF8-51764A5A0B5D}"/>
              </a:ext>
            </a:extLst>
          </p:cNvPr>
          <p:cNvPicPr>
            <a:picLocks noChangeAspect="1"/>
          </p:cNvPicPr>
          <p:nvPr/>
        </p:nvPicPr>
        <p:blipFill>
          <a:blip r:embed="rId15"/>
          <a:stretch>
            <a:fillRect/>
          </a:stretch>
        </p:blipFill>
        <p:spPr>
          <a:xfrm>
            <a:off x="1936934" y="3345015"/>
            <a:ext cx="645683" cy="474767"/>
          </a:xfrm>
          <a:prstGeom prst="rect">
            <a:avLst/>
          </a:prstGeom>
        </p:spPr>
      </p:pic>
      <p:sp>
        <p:nvSpPr>
          <p:cNvPr id="282" name="Freihandform: Form 281">
            <a:extLst>
              <a:ext uri="{FF2B5EF4-FFF2-40B4-BE49-F238E27FC236}">
                <a16:creationId xmlns:a16="http://schemas.microsoft.com/office/drawing/2014/main" id="{14808A14-DF35-9768-E28D-C9B4DD299FDA}"/>
              </a:ext>
            </a:extLst>
          </p:cNvPr>
          <p:cNvSpPr/>
          <p:nvPr/>
        </p:nvSpPr>
        <p:spPr bwMode="auto">
          <a:xfrm>
            <a:off x="1693230" y="2670266"/>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83" name="Freihandform: Form 282">
            <a:extLst>
              <a:ext uri="{FF2B5EF4-FFF2-40B4-BE49-F238E27FC236}">
                <a16:creationId xmlns:a16="http://schemas.microsoft.com/office/drawing/2014/main" id="{73FDA1B6-43E8-2766-102A-0540A688ED8D}"/>
              </a:ext>
            </a:extLst>
          </p:cNvPr>
          <p:cNvSpPr/>
          <p:nvPr/>
        </p:nvSpPr>
        <p:spPr bwMode="auto">
          <a:xfrm>
            <a:off x="2173328" y="3815111"/>
            <a:ext cx="767406" cy="182151"/>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cxnSp>
        <p:nvCxnSpPr>
          <p:cNvPr id="7" name="Gerader Verbinder 6">
            <a:extLst>
              <a:ext uri="{FF2B5EF4-FFF2-40B4-BE49-F238E27FC236}">
                <a16:creationId xmlns:a16="http://schemas.microsoft.com/office/drawing/2014/main" id="{156A6CB8-159E-9F29-9F07-7921F252B120}"/>
              </a:ext>
            </a:extLst>
          </p:cNvPr>
          <p:cNvCxnSpPr>
            <a:cxnSpLocks/>
          </p:cNvCxnSpPr>
          <p:nvPr/>
        </p:nvCxnSpPr>
        <p:spPr>
          <a:xfrm flipV="1">
            <a:off x="1354494" y="2002828"/>
            <a:ext cx="2977587" cy="2248432"/>
          </a:xfrm>
          <a:prstGeom prst="line">
            <a:avLst/>
          </a:prstGeom>
          <a:ln w="9525">
            <a:solidFill>
              <a:srgbClr val="FF0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8" name="Rechteck 17">
            <a:extLst>
              <a:ext uri="{FF2B5EF4-FFF2-40B4-BE49-F238E27FC236}">
                <a16:creationId xmlns:a16="http://schemas.microsoft.com/office/drawing/2014/main" id="{18047BBA-2591-CB4B-BABA-8A1D1F4A5834}"/>
              </a:ext>
            </a:extLst>
          </p:cNvPr>
          <p:cNvSpPr/>
          <p:nvPr/>
        </p:nvSpPr>
        <p:spPr>
          <a:xfrm>
            <a:off x="1459942" y="2086844"/>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9" name="Rechteck 18">
            <a:extLst>
              <a:ext uri="{FF2B5EF4-FFF2-40B4-BE49-F238E27FC236}">
                <a16:creationId xmlns:a16="http://schemas.microsoft.com/office/drawing/2014/main" id="{41B2A700-1094-06D6-C418-4255F9720870}"/>
              </a:ext>
            </a:extLst>
          </p:cNvPr>
          <p:cNvSpPr/>
          <p:nvPr/>
        </p:nvSpPr>
        <p:spPr>
          <a:xfrm>
            <a:off x="3522654" y="2096887"/>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 name="Textfeld 23">
            <a:extLst>
              <a:ext uri="{FF2B5EF4-FFF2-40B4-BE49-F238E27FC236}">
                <a16:creationId xmlns:a16="http://schemas.microsoft.com/office/drawing/2014/main" id="{1382EB62-BEA8-46A4-0B6D-DB9DF454410C}"/>
              </a:ext>
            </a:extLst>
          </p:cNvPr>
          <p:cNvSpPr txBox="1"/>
          <p:nvPr/>
        </p:nvSpPr>
        <p:spPr>
          <a:xfrm>
            <a:off x="4832501" y="1374281"/>
            <a:ext cx="5752242" cy="2274664"/>
          </a:xfrm>
          <a:prstGeom prst="rect">
            <a:avLst/>
          </a:prstGeom>
          <a:noFill/>
        </p:spPr>
        <p:txBody>
          <a:bodyPr vert="horz" wrap="square" lIns="0" tIns="0" rIns="0" bIns="0" rtlCol="0">
            <a:noAutofit/>
          </a:bodyPr>
          <a:lstStyle/>
          <a:p>
            <a:pPr fontAlgn="base">
              <a:lnSpc>
                <a:spcPct val="110000"/>
              </a:lnSpc>
              <a:spcAft>
                <a:spcPct val="0"/>
              </a:spcAft>
            </a:pPr>
            <a:r>
              <a:rPr lang="en-US" sz="1599" dirty="0">
                <a:latin typeface="Arial"/>
                <a:ea typeface="Arial Unicode MS" panose="020B0604020202020204" pitchFamily="34" charset="-128"/>
                <a:cs typeface="Arial Unicode MS" panose="020B0604020202020204" pitchFamily="34" charset="-128"/>
              </a:rPr>
              <a:t>This topology is not supported because the availability is unfavorable:</a:t>
            </a:r>
            <a:br>
              <a:rPr lang="en-US" sz="1599" dirty="0">
                <a:latin typeface="Arial"/>
                <a:ea typeface="Arial Unicode MS" panose="020B0604020202020204" pitchFamily="34" charset="-128"/>
                <a:cs typeface="Arial Unicode MS" panose="020B0604020202020204" pitchFamily="34" charset="-128"/>
              </a:rPr>
            </a:br>
            <a:r>
              <a:rPr lang="en-US" sz="1599" dirty="0">
                <a:latin typeface="Arial"/>
                <a:ea typeface="Arial Unicode MS" panose="020B0604020202020204" pitchFamily="34" charset="-128"/>
                <a:cs typeface="Arial Unicode MS" panose="020B0604020202020204" pitchFamily="34" charset="-128"/>
              </a:rPr>
              <a:t>The probability of a fault in the ring is also twice as high as with an S2 setup due to twice the number of IMs</a:t>
            </a:r>
          </a:p>
        </p:txBody>
      </p:sp>
    </p:spTree>
    <p:custDataLst>
      <p:tags r:id="rId1"/>
    </p:custDataLst>
    <p:extLst>
      <p:ext uri="{BB962C8B-B14F-4D97-AF65-F5344CB8AC3E}">
        <p14:creationId xmlns:p14="http://schemas.microsoft.com/office/powerpoint/2010/main" val="3076197480"/>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hteck 104">
            <a:extLst>
              <a:ext uri="{FF2B5EF4-FFF2-40B4-BE49-F238E27FC236}">
                <a16:creationId xmlns:a16="http://schemas.microsoft.com/office/drawing/2014/main" id="{1BC9CFE6-8F43-753F-E7B8-104A085B3150}"/>
              </a:ext>
            </a:extLst>
          </p:cNvPr>
          <p:cNvSpPr/>
          <p:nvPr/>
        </p:nvSpPr>
        <p:spPr>
          <a:xfrm>
            <a:off x="6223128" y="3357157"/>
            <a:ext cx="3554129" cy="27622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100" dirty="0">
              <a:solidFill>
                <a:schemeClr val="bg1"/>
              </a:solidFill>
            </a:endParaRPr>
          </a:p>
        </p:txBody>
      </p:sp>
      <p:sp>
        <p:nvSpPr>
          <p:cNvPr id="10" name="Rechteck 9">
            <a:extLst>
              <a:ext uri="{FF2B5EF4-FFF2-40B4-BE49-F238E27FC236}">
                <a16:creationId xmlns:a16="http://schemas.microsoft.com/office/drawing/2014/main" id="{EA4F1B28-3D85-8242-0542-B88FCD1E9715}"/>
              </a:ext>
            </a:extLst>
          </p:cNvPr>
          <p:cNvSpPr/>
          <p:nvPr/>
        </p:nvSpPr>
        <p:spPr>
          <a:xfrm>
            <a:off x="1059160" y="1374281"/>
            <a:ext cx="3577464" cy="47519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1" imgW="532" imgH="533" progId="TCLayout.ActiveDocument.1">
                  <p:embed/>
                </p:oleObj>
              </mc:Choice>
              <mc:Fallback>
                <p:oleObj name="think-cell Folie" r:id="rId11"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Example with line topology</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22" name="Freihandform: Form 121">
            <a:extLst>
              <a:ext uri="{FF2B5EF4-FFF2-40B4-BE49-F238E27FC236}">
                <a16:creationId xmlns:a16="http://schemas.microsoft.com/office/drawing/2014/main" id="{232F4B8C-AD91-11A9-0D4D-02088C050C88}"/>
              </a:ext>
            </a:extLst>
          </p:cNvPr>
          <p:cNvSpPr/>
          <p:nvPr/>
        </p:nvSpPr>
        <p:spPr bwMode="auto">
          <a:xfrm>
            <a:off x="1673077" y="2692922"/>
            <a:ext cx="882819"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124" name="Gruppieren 123">
            <a:extLst>
              <a:ext uri="{FF2B5EF4-FFF2-40B4-BE49-F238E27FC236}">
                <a16:creationId xmlns:a16="http://schemas.microsoft.com/office/drawing/2014/main" id="{2ED7BC09-865A-A3E1-9EB3-8836C0020923}"/>
              </a:ext>
            </a:extLst>
          </p:cNvPr>
          <p:cNvGrpSpPr/>
          <p:nvPr/>
        </p:nvGrpSpPr>
        <p:grpSpPr>
          <a:xfrm>
            <a:off x="1403344" y="2040670"/>
            <a:ext cx="2842603" cy="640310"/>
            <a:chOff x="4310893" y="2280729"/>
            <a:chExt cx="2842603" cy="640310"/>
          </a:xfrm>
          <a:solidFill>
            <a:schemeClr val="tx1"/>
          </a:solidFill>
        </p:grpSpPr>
        <p:grpSp>
          <p:nvGrpSpPr>
            <p:cNvPr id="125" name="Gruppieren 124">
              <a:extLst>
                <a:ext uri="{FF2B5EF4-FFF2-40B4-BE49-F238E27FC236}">
                  <a16:creationId xmlns:a16="http://schemas.microsoft.com/office/drawing/2014/main" id="{22D9417E-22E8-C14E-CD5F-5019301672F1}"/>
                </a:ext>
              </a:extLst>
            </p:cNvPr>
            <p:cNvGrpSpPr/>
            <p:nvPr/>
          </p:nvGrpSpPr>
          <p:grpSpPr>
            <a:xfrm>
              <a:off x="4310893" y="2280729"/>
              <a:ext cx="774298" cy="640310"/>
              <a:chOff x="5633257" y="2448326"/>
              <a:chExt cx="3891741" cy="2958295"/>
            </a:xfrm>
            <a:grpFill/>
          </p:grpSpPr>
          <p:pic>
            <p:nvPicPr>
              <p:cNvPr id="132" name="product_simatic-s7-1500.png">
                <a:extLst>
                  <a:ext uri="{FF2B5EF4-FFF2-40B4-BE49-F238E27FC236}">
                    <a16:creationId xmlns:a16="http://schemas.microsoft.com/office/drawing/2014/main" id="{85343F59-72E9-506F-61B6-3F654E1671CC}"/>
                  </a:ext>
                </a:extLst>
              </p:cNvPr>
              <p:cNvPicPr>
                <a:picLocks noChangeAspect="1"/>
              </p:cNvPicPr>
              <p:nvPr>
                <p:custDataLst>
                  <p:tags r:id="rId6"/>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3" name="product_simatic-s7-1500.png">
                <a:extLst>
                  <a:ext uri="{FF2B5EF4-FFF2-40B4-BE49-F238E27FC236}">
                    <a16:creationId xmlns:a16="http://schemas.microsoft.com/office/drawing/2014/main" id="{92F5548C-69AD-11DF-B68F-3252A624E2EC}"/>
                  </a:ext>
                </a:extLst>
              </p:cNvPr>
              <p:cNvPicPr>
                <a:picLocks noChangeAspect="1"/>
              </p:cNvPicPr>
              <p:nvPr>
                <p:custDataLst>
                  <p:tags r:id="rId7"/>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4" name="product_simatic-s7-1500.png">
                <a:extLst>
                  <a:ext uri="{FF2B5EF4-FFF2-40B4-BE49-F238E27FC236}">
                    <a16:creationId xmlns:a16="http://schemas.microsoft.com/office/drawing/2014/main" id="{3360F2A9-E391-3DCF-826C-E8403F2E41EE}"/>
                  </a:ext>
                </a:extLst>
              </p:cNvPr>
              <p:cNvPicPr>
                <a:picLocks noChangeAspect="1"/>
              </p:cNvPicPr>
              <p:nvPr>
                <p:custDataLst>
                  <p:tags r:id="rId8"/>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6" name="Gruppieren 125">
              <a:extLst>
                <a:ext uri="{FF2B5EF4-FFF2-40B4-BE49-F238E27FC236}">
                  <a16:creationId xmlns:a16="http://schemas.microsoft.com/office/drawing/2014/main" id="{EE3AB5FB-7BA1-501A-AFCD-46893A666750}"/>
                </a:ext>
              </a:extLst>
            </p:cNvPr>
            <p:cNvGrpSpPr/>
            <p:nvPr/>
          </p:nvGrpSpPr>
          <p:grpSpPr>
            <a:xfrm>
              <a:off x="6379198" y="2280729"/>
              <a:ext cx="774298" cy="640310"/>
              <a:chOff x="5633257" y="2448326"/>
              <a:chExt cx="3891741" cy="2958295"/>
            </a:xfrm>
            <a:grpFill/>
          </p:grpSpPr>
          <p:pic>
            <p:nvPicPr>
              <p:cNvPr id="129" name="product_simatic-s7-1500.png">
                <a:extLst>
                  <a:ext uri="{FF2B5EF4-FFF2-40B4-BE49-F238E27FC236}">
                    <a16:creationId xmlns:a16="http://schemas.microsoft.com/office/drawing/2014/main" id="{BAB059E2-CB47-8F4C-446E-3F6CF73C2847}"/>
                  </a:ext>
                </a:extLst>
              </p:cNvPr>
              <p:cNvPicPr>
                <a:picLocks noChangeAspect="1"/>
              </p:cNvPicPr>
              <p:nvPr>
                <p:custDataLst>
                  <p:tags r:id="rId3"/>
                </p:custDataLst>
              </p:nvPr>
            </p:nvPicPr>
            <p:blipFill rotWithShape="1">
              <a:blip r:embed="rId1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0" name="product_simatic-s7-1500.png">
                <a:extLst>
                  <a:ext uri="{FF2B5EF4-FFF2-40B4-BE49-F238E27FC236}">
                    <a16:creationId xmlns:a16="http://schemas.microsoft.com/office/drawing/2014/main" id="{75017966-DB5D-3339-4603-92A6897B7C69}"/>
                  </a:ext>
                </a:extLst>
              </p:cNvPr>
              <p:cNvPicPr>
                <a:picLocks noChangeAspect="1"/>
              </p:cNvPicPr>
              <p:nvPr>
                <p:custDataLst>
                  <p:tags r:id="rId4"/>
                </p:custDataLst>
              </p:nvPr>
            </p:nvPicPr>
            <p:blipFill rotWithShape="1">
              <a:blip r:embed="rId1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1" name="product_simatic-s7-1500.png">
                <a:extLst>
                  <a:ext uri="{FF2B5EF4-FFF2-40B4-BE49-F238E27FC236}">
                    <a16:creationId xmlns:a16="http://schemas.microsoft.com/office/drawing/2014/main" id="{77C0FBD8-54C3-7657-D449-DB12D6508EA9}"/>
                  </a:ext>
                </a:extLst>
              </p:cNvPr>
              <p:cNvPicPr>
                <a:picLocks noChangeAspect="1"/>
              </p:cNvPicPr>
              <p:nvPr>
                <p:custDataLst>
                  <p:tags r:id="rId5"/>
                </p:custDataLst>
              </p:nvPr>
            </p:nvPicPr>
            <p:blipFill rotWithShape="1">
              <a:blip r:embed="rId1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27" name="Line 29">
              <a:extLst>
                <a:ext uri="{FF2B5EF4-FFF2-40B4-BE49-F238E27FC236}">
                  <a16:creationId xmlns:a16="http://schemas.microsoft.com/office/drawing/2014/main" id="{9A604E30-BCC2-D054-3080-20A6F32857C9}"/>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128" name="Line 30">
              <a:extLst>
                <a:ext uri="{FF2B5EF4-FFF2-40B4-BE49-F238E27FC236}">
                  <a16:creationId xmlns:a16="http://schemas.microsoft.com/office/drawing/2014/main" id="{46A491FB-C49F-F5CB-2A8A-BD614AA6D684}"/>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153" name="Freihandform: Form 152">
            <a:extLst>
              <a:ext uri="{FF2B5EF4-FFF2-40B4-BE49-F238E27FC236}">
                <a16:creationId xmlns:a16="http://schemas.microsoft.com/office/drawing/2014/main" id="{170FD330-ED6F-528E-7219-21CE0DA23994}"/>
              </a:ext>
            </a:extLst>
          </p:cNvPr>
          <p:cNvSpPr/>
          <p:nvPr/>
        </p:nvSpPr>
        <p:spPr>
          <a:xfrm flipH="1">
            <a:off x="2750061" y="2667693"/>
            <a:ext cx="1073081"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151" name="Grafik 150">
            <a:extLst>
              <a:ext uri="{FF2B5EF4-FFF2-40B4-BE49-F238E27FC236}">
                <a16:creationId xmlns:a16="http://schemas.microsoft.com/office/drawing/2014/main" id="{2B178381-A1C4-AD04-5B8B-6F3EA1A909F7}"/>
              </a:ext>
            </a:extLst>
          </p:cNvPr>
          <p:cNvPicPr>
            <a:picLocks noChangeAspect="1"/>
          </p:cNvPicPr>
          <p:nvPr/>
        </p:nvPicPr>
        <p:blipFill>
          <a:blip r:embed="rId15"/>
          <a:stretch>
            <a:fillRect/>
          </a:stretch>
        </p:blipFill>
        <p:spPr>
          <a:xfrm>
            <a:off x="2508143" y="3930570"/>
            <a:ext cx="645683" cy="474767"/>
          </a:xfrm>
          <a:prstGeom prst="rect">
            <a:avLst/>
          </a:prstGeom>
        </p:spPr>
      </p:pic>
      <p:pic>
        <p:nvPicPr>
          <p:cNvPr id="150" name="Grafik 149">
            <a:extLst>
              <a:ext uri="{FF2B5EF4-FFF2-40B4-BE49-F238E27FC236}">
                <a16:creationId xmlns:a16="http://schemas.microsoft.com/office/drawing/2014/main" id="{292AE3D1-9766-D2EC-D30F-A67ECD2E301D}"/>
              </a:ext>
            </a:extLst>
          </p:cNvPr>
          <p:cNvPicPr>
            <a:picLocks noChangeAspect="1"/>
          </p:cNvPicPr>
          <p:nvPr/>
        </p:nvPicPr>
        <p:blipFill>
          <a:blip r:embed="rId15"/>
          <a:stretch>
            <a:fillRect/>
          </a:stretch>
        </p:blipFill>
        <p:spPr>
          <a:xfrm>
            <a:off x="2501801" y="3359653"/>
            <a:ext cx="645683" cy="474767"/>
          </a:xfrm>
          <a:prstGeom prst="rect">
            <a:avLst/>
          </a:prstGeom>
        </p:spPr>
      </p:pic>
      <p:sp>
        <p:nvSpPr>
          <p:cNvPr id="16" name="Rechteck 15">
            <a:extLst>
              <a:ext uri="{FF2B5EF4-FFF2-40B4-BE49-F238E27FC236}">
                <a16:creationId xmlns:a16="http://schemas.microsoft.com/office/drawing/2014/main" id="{217D58A4-98D4-AE95-A5BB-77BBEFA431E0}"/>
              </a:ext>
            </a:extLst>
          </p:cNvPr>
          <p:cNvSpPr/>
          <p:nvPr/>
        </p:nvSpPr>
        <p:spPr>
          <a:xfrm>
            <a:off x="1443210" y="208319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16">
            <a:extLst>
              <a:ext uri="{FF2B5EF4-FFF2-40B4-BE49-F238E27FC236}">
                <a16:creationId xmlns:a16="http://schemas.microsoft.com/office/drawing/2014/main" id="{0ED9C93A-D06D-1006-0998-1BB8A435D1F4}"/>
              </a:ext>
            </a:extLst>
          </p:cNvPr>
          <p:cNvSpPr/>
          <p:nvPr/>
        </p:nvSpPr>
        <p:spPr>
          <a:xfrm>
            <a:off x="3505747" y="209323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0" name="Rechteck 19">
            <a:extLst>
              <a:ext uri="{FF2B5EF4-FFF2-40B4-BE49-F238E27FC236}">
                <a16:creationId xmlns:a16="http://schemas.microsoft.com/office/drawing/2014/main" id="{8D24A08D-0CDF-19CA-399C-36ED7A3CB0E6}"/>
              </a:ext>
            </a:extLst>
          </p:cNvPr>
          <p:cNvSpPr/>
          <p:nvPr/>
        </p:nvSpPr>
        <p:spPr>
          <a:xfrm>
            <a:off x="1253490" y="5769245"/>
            <a:ext cx="1496571" cy="254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dirty="0"/>
              <a:t>From FW V3.0 / V18</a:t>
            </a:r>
          </a:p>
        </p:txBody>
      </p:sp>
      <p:sp>
        <p:nvSpPr>
          <p:cNvPr id="25" name="Textfeld 24">
            <a:extLst>
              <a:ext uri="{FF2B5EF4-FFF2-40B4-BE49-F238E27FC236}">
                <a16:creationId xmlns:a16="http://schemas.microsoft.com/office/drawing/2014/main" id="{DBC4553A-8B20-C8DD-455C-2D4E07BB289C}"/>
              </a:ext>
            </a:extLst>
          </p:cNvPr>
          <p:cNvSpPr txBox="1"/>
          <p:nvPr/>
        </p:nvSpPr>
        <p:spPr>
          <a:xfrm>
            <a:off x="4802225" y="1374281"/>
            <a:ext cx="6810656" cy="1534178"/>
          </a:xfrm>
          <a:prstGeom prst="rect">
            <a:avLst/>
          </a:prstGeom>
          <a:noFill/>
        </p:spPr>
        <p:txBody>
          <a:bodyPr vert="horz" wrap="square" lIns="0" tIns="0" rIns="0" bIns="0" rtlCol="0">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Line topology with R1 Redundancy</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Line topology is also supported for R1 setup</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Up to 256 devices can be connected in this topology</a:t>
            </a:r>
          </a:p>
          <a:p>
            <a:pPr marL="285607" indent="-285607" fontAlgn="base">
              <a:lnSpc>
                <a:spcPct val="110000"/>
              </a:lnSpc>
              <a:spcAft>
                <a:spcPct val="0"/>
              </a:spcAft>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The feeding of the PN line from different sides increases the availability in case of double line interruption</a:t>
            </a:r>
          </a:p>
        </p:txBody>
      </p:sp>
      <p:cxnSp>
        <p:nvCxnSpPr>
          <p:cNvPr id="5" name="Gerader Verbinder 4">
            <a:extLst>
              <a:ext uri="{FF2B5EF4-FFF2-40B4-BE49-F238E27FC236}">
                <a16:creationId xmlns:a16="http://schemas.microsoft.com/office/drawing/2014/main" id="{3BFAD9AF-7793-CC87-8B11-B260B10E1FA8}"/>
              </a:ext>
            </a:extLst>
          </p:cNvPr>
          <p:cNvCxnSpPr/>
          <p:nvPr/>
        </p:nvCxnSpPr>
        <p:spPr>
          <a:xfrm>
            <a:off x="2555896" y="3834420"/>
            <a:ext cx="0" cy="9615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Gerader Verbinder 6">
            <a:extLst>
              <a:ext uri="{FF2B5EF4-FFF2-40B4-BE49-F238E27FC236}">
                <a16:creationId xmlns:a16="http://schemas.microsoft.com/office/drawing/2014/main" id="{BF2E9E4A-C445-E73F-B862-2B0A5B7FE7CD}"/>
              </a:ext>
            </a:extLst>
          </p:cNvPr>
          <p:cNvCxnSpPr>
            <a:cxnSpLocks/>
          </p:cNvCxnSpPr>
          <p:nvPr/>
        </p:nvCxnSpPr>
        <p:spPr>
          <a:xfrm>
            <a:off x="7284345" y="5607823"/>
            <a:ext cx="720000" cy="2625"/>
          </a:xfrm>
          <a:prstGeom prst="line">
            <a:avLst/>
          </a:prstGeom>
          <a:ln w="28575">
            <a:solidFill>
              <a:srgbClr val="FF000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F35D0DFB-57CD-12B8-A9C4-0B5318E6FC4A}"/>
              </a:ext>
            </a:extLst>
          </p:cNvPr>
          <p:cNvCxnSpPr>
            <a:cxnSpLocks/>
          </p:cNvCxnSpPr>
          <p:nvPr/>
        </p:nvCxnSpPr>
        <p:spPr>
          <a:xfrm>
            <a:off x="8070991" y="5724949"/>
            <a:ext cx="720000" cy="2625"/>
          </a:xfrm>
          <a:prstGeom prst="line">
            <a:avLst/>
          </a:prstGeom>
          <a:ln w="28575">
            <a:solidFill>
              <a:srgbClr val="FF0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1" name="Freihandform: Form 10">
            <a:extLst>
              <a:ext uri="{FF2B5EF4-FFF2-40B4-BE49-F238E27FC236}">
                <a16:creationId xmlns:a16="http://schemas.microsoft.com/office/drawing/2014/main" id="{4E28B63E-1A6B-D853-7571-26102384631E}"/>
              </a:ext>
            </a:extLst>
          </p:cNvPr>
          <p:cNvSpPr/>
          <p:nvPr/>
        </p:nvSpPr>
        <p:spPr>
          <a:xfrm>
            <a:off x="7123334" y="4125083"/>
            <a:ext cx="1039810" cy="213360"/>
          </a:xfrm>
          <a:custGeom>
            <a:avLst/>
            <a:gdLst>
              <a:gd name="connsiteX0" fmla="*/ 1722120 w 1722120"/>
              <a:gd name="connsiteY0" fmla="*/ 213360 h 213360"/>
              <a:gd name="connsiteX1" fmla="*/ 0 w 1722120"/>
              <a:gd name="connsiteY1" fmla="*/ 213360 h 213360"/>
              <a:gd name="connsiteX2" fmla="*/ 0 w 1722120"/>
              <a:gd name="connsiteY2" fmla="*/ 0 h 213360"/>
            </a:gdLst>
            <a:ahLst/>
            <a:cxnLst>
              <a:cxn ang="0">
                <a:pos x="connsiteX0" y="connsiteY0"/>
              </a:cxn>
              <a:cxn ang="0">
                <a:pos x="connsiteX1" y="connsiteY1"/>
              </a:cxn>
              <a:cxn ang="0">
                <a:pos x="connsiteX2" y="connsiteY2"/>
              </a:cxn>
            </a:cxnLst>
            <a:rect l="l" t="t" r="r" b="b"/>
            <a:pathLst>
              <a:path w="1722120" h="213360">
                <a:moveTo>
                  <a:pt x="1722120" y="213360"/>
                </a:moveTo>
                <a:lnTo>
                  <a:pt x="0" y="213360"/>
                </a:lnTo>
                <a:lnTo>
                  <a:pt x="0" y="0"/>
                </a:lnTo>
              </a:path>
            </a:pathLst>
          </a:custGeom>
          <a:noFill/>
          <a:ln w="28575">
            <a:solidFill>
              <a:srgbClr val="0070C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2" name="Gerader Verbinder 11">
            <a:extLst>
              <a:ext uri="{FF2B5EF4-FFF2-40B4-BE49-F238E27FC236}">
                <a16:creationId xmlns:a16="http://schemas.microsoft.com/office/drawing/2014/main" id="{B98836B4-51B6-6CF1-5063-F3AFF49310BD}"/>
              </a:ext>
            </a:extLst>
          </p:cNvPr>
          <p:cNvCxnSpPr>
            <a:cxnSpLocks/>
          </p:cNvCxnSpPr>
          <p:nvPr/>
        </p:nvCxnSpPr>
        <p:spPr>
          <a:xfrm>
            <a:off x="8151433" y="4337821"/>
            <a:ext cx="720000" cy="2625"/>
          </a:xfrm>
          <a:prstGeom prst="line">
            <a:avLst/>
          </a:prstGeom>
          <a:ln w="28575">
            <a:solidFill>
              <a:srgbClr val="FF000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21B97307-947C-9154-E42F-AFF472F3ADA9}"/>
              </a:ext>
            </a:extLst>
          </p:cNvPr>
          <p:cNvCxnSpPr>
            <a:cxnSpLocks/>
          </p:cNvCxnSpPr>
          <p:nvPr/>
        </p:nvCxnSpPr>
        <p:spPr>
          <a:xfrm>
            <a:off x="8139525" y="4459264"/>
            <a:ext cx="720000" cy="2625"/>
          </a:xfrm>
          <a:prstGeom prst="line">
            <a:avLst/>
          </a:prstGeom>
          <a:ln w="28575">
            <a:solidFill>
              <a:srgbClr val="FF0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4" name="Freihandform: Form 13">
            <a:extLst>
              <a:ext uri="{FF2B5EF4-FFF2-40B4-BE49-F238E27FC236}">
                <a16:creationId xmlns:a16="http://schemas.microsoft.com/office/drawing/2014/main" id="{32C6B532-0B1C-5A62-11E9-6555B32F7915}"/>
              </a:ext>
            </a:extLst>
          </p:cNvPr>
          <p:cNvSpPr/>
          <p:nvPr/>
        </p:nvSpPr>
        <p:spPr>
          <a:xfrm>
            <a:off x="7009115" y="4125083"/>
            <a:ext cx="1154029" cy="334425"/>
          </a:xfrm>
          <a:custGeom>
            <a:avLst/>
            <a:gdLst>
              <a:gd name="connsiteX0" fmla="*/ 1722120 w 1722120"/>
              <a:gd name="connsiteY0" fmla="*/ 213360 h 213360"/>
              <a:gd name="connsiteX1" fmla="*/ 0 w 1722120"/>
              <a:gd name="connsiteY1" fmla="*/ 213360 h 213360"/>
              <a:gd name="connsiteX2" fmla="*/ 0 w 1722120"/>
              <a:gd name="connsiteY2" fmla="*/ 0 h 213360"/>
            </a:gdLst>
            <a:ahLst/>
            <a:cxnLst>
              <a:cxn ang="0">
                <a:pos x="connsiteX0" y="connsiteY0"/>
              </a:cxn>
              <a:cxn ang="0">
                <a:pos x="connsiteX1" y="connsiteY1"/>
              </a:cxn>
              <a:cxn ang="0">
                <a:pos x="connsiteX2" y="connsiteY2"/>
              </a:cxn>
            </a:cxnLst>
            <a:rect l="l" t="t" r="r" b="b"/>
            <a:pathLst>
              <a:path w="1722120" h="213360">
                <a:moveTo>
                  <a:pt x="1722120" y="213360"/>
                </a:moveTo>
                <a:lnTo>
                  <a:pt x="0" y="213360"/>
                </a:lnTo>
                <a:lnTo>
                  <a:pt x="0" y="0"/>
                </a:lnTo>
              </a:path>
            </a:pathLst>
          </a:custGeom>
          <a:noFill/>
          <a:ln w="28575">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5" name="Grafik 14">
            <a:extLst>
              <a:ext uri="{FF2B5EF4-FFF2-40B4-BE49-F238E27FC236}">
                <a16:creationId xmlns:a16="http://schemas.microsoft.com/office/drawing/2014/main" id="{FBA48113-38CF-5476-3DE8-412AE4AC557F}"/>
              </a:ext>
            </a:extLst>
          </p:cNvPr>
          <p:cNvPicPr>
            <a:picLocks noChangeAspect="1"/>
          </p:cNvPicPr>
          <p:nvPr/>
        </p:nvPicPr>
        <p:blipFill>
          <a:blip r:embed="rId15"/>
          <a:stretch>
            <a:fillRect/>
          </a:stretch>
        </p:blipFill>
        <p:spPr>
          <a:xfrm>
            <a:off x="7240958" y="4286917"/>
            <a:ext cx="325627" cy="239432"/>
          </a:xfrm>
          <a:prstGeom prst="rect">
            <a:avLst/>
          </a:prstGeom>
        </p:spPr>
      </p:pic>
      <p:pic>
        <p:nvPicPr>
          <p:cNvPr id="18" name="Grafik 17">
            <a:extLst>
              <a:ext uri="{FF2B5EF4-FFF2-40B4-BE49-F238E27FC236}">
                <a16:creationId xmlns:a16="http://schemas.microsoft.com/office/drawing/2014/main" id="{2E61CABA-A136-86EA-6039-B0202C863721}"/>
              </a:ext>
            </a:extLst>
          </p:cNvPr>
          <p:cNvPicPr>
            <a:picLocks noChangeAspect="1"/>
          </p:cNvPicPr>
          <p:nvPr/>
        </p:nvPicPr>
        <p:blipFill>
          <a:blip r:embed="rId15"/>
          <a:stretch>
            <a:fillRect/>
          </a:stretch>
        </p:blipFill>
        <p:spPr>
          <a:xfrm>
            <a:off x="7746671" y="4286917"/>
            <a:ext cx="325627" cy="239432"/>
          </a:xfrm>
          <a:prstGeom prst="rect">
            <a:avLst/>
          </a:prstGeom>
        </p:spPr>
      </p:pic>
      <p:pic>
        <p:nvPicPr>
          <p:cNvPr id="19" name="Grafik 18">
            <a:extLst>
              <a:ext uri="{FF2B5EF4-FFF2-40B4-BE49-F238E27FC236}">
                <a16:creationId xmlns:a16="http://schemas.microsoft.com/office/drawing/2014/main" id="{0515EE11-97FC-630B-5A52-947C193A053D}"/>
              </a:ext>
            </a:extLst>
          </p:cNvPr>
          <p:cNvPicPr>
            <a:picLocks noChangeAspect="1"/>
          </p:cNvPicPr>
          <p:nvPr/>
        </p:nvPicPr>
        <p:blipFill>
          <a:blip r:embed="rId15"/>
          <a:stretch>
            <a:fillRect/>
          </a:stretch>
        </p:blipFill>
        <p:spPr>
          <a:xfrm>
            <a:off x="8252384" y="4279194"/>
            <a:ext cx="325627" cy="239432"/>
          </a:xfrm>
          <a:prstGeom prst="rect">
            <a:avLst/>
          </a:prstGeom>
        </p:spPr>
      </p:pic>
      <p:pic>
        <p:nvPicPr>
          <p:cNvPr id="21" name="Grafik 20">
            <a:extLst>
              <a:ext uri="{FF2B5EF4-FFF2-40B4-BE49-F238E27FC236}">
                <a16:creationId xmlns:a16="http://schemas.microsoft.com/office/drawing/2014/main" id="{B0B90EC8-A0C1-DBA5-D9AD-857F5813DFAE}"/>
              </a:ext>
            </a:extLst>
          </p:cNvPr>
          <p:cNvPicPr>
            <a:picLocks noChangeAspect="1"/>
          </p:cNvPicPr>
          <p:nvPr/>
        </p:nvPicPr>
        <p:blipFill>
          <a:blip r:embed="rId15"/>
          <a:stretch>
            <a:fillRect/>
          </a:stretch>
        </p:blipFill>
        <p:spPr>
          <a:xfrm>
            <a:off x="8731235" y="4286917"/>
            <a:ext cx="325627" cy="239432"/>
          </a:xfrm>
          <a:prstGeom prst="rect">
            <a:avLst/>
          </a:prstGeom>
        </p:spPr>
      </p:pic>
      <p:sp>
        <p:nvSpPr>
          <p:cNvPr id="22" name="Gewitterblitz 21">
            <a:extLst>
              <a:ext uri="{FF2B5EF4-FFF2-40B4-BE49-F238E27FC236}">
                <a16:creationId xmlns:a16="http://schemas.microsoft.com/office/drawing/2014/main" id="{70384FE4-8FC1-8DAC-6F69-A030386919CD}"/>
              </a:ext>
            </a:extLst>
          </p:cNvPr>
          <p:cNvSpPr/>
          <p:nvPr/>
        </p:nvSpPr>
        <p:spPr bwMode="auto">
          <a:xfrm>
            <a:off x="8038044" y="4222000"/>
            <a:ext cx="218938" cy="353952"/>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3" name="Textfeld 22">
            <a:extLst>
              <a:ext uri="{FF2B5EF4-FFF2-40B4-BE49-F238E27FC236}">
                <a16:creationId xmlns:a16="http://schemas.microsoft.com/office/drawing/2014/main" id="{7D4038A1-0ED3-0CB1-91A3-A6306EA01EC9}"/>
              </a:ext>
            </a:extLst>
          </p:cNvPr>
          <p:cNvSpPr txBox="1"/>
          <p:nvPr/>
        </p:nvSpPr>
        <p:spPr>
          <a:xfrm>
            <a:off x="8430587" y="4071473"/>
            <a:ext cx="211408" cy="215444"/>
          </a:xfrm>
          <a:prstGeom prst="rect">
            <a:avLst/>
          </a:prstGeom>
          <a:noFill/>
        </p:spPr>
        <p:txBody>
          <a:bodyPr wrap="square" lIns="0" tIns="0" rIns="0" bIns="0" rtlCol="0">
            <a:spAutoFit/>
          </a:bodyPr>
          <a:lstStyle/>
          <a:p>
            <a:pPr algn="l"/>
            <a:r>
              <a:rPr lang="en-US" sz="1400" b="1" dirty="0">
                <a:solidFill>
                  <a:srgbClr val="FF0000"/>
                </a:solidFill>
              </a:rPr>
              <a:t>X</a:t>
            </a:r>
          </a:p>
        </p:txBody>
      </p:sp>
      <p:sp>
        <p:nvSpPr>
          <p:cNvPr id="24" name="Textfeld 23">
            <a:extLst>
              <a:ext uri="{FF2B5EF4-FFF2-40B4-BE49-F238E27FC236}">
                <a16:creationId xmlns:a16="http://schemas.microsoft.com/office/drawing/2014/main" id="{8349117D-05F2-EA4F-3263-F4AFC888AF6A}"/>
              </a:ext>
            </a:extLst>
          </p:cNvPr>
          <p:cNvSpPr txBox="1"/>
          <p:nvPr/>
        </p:nvSpPr>
        <p:spPr>
          <a:xfrm>
            <a:off x="8902492" y="4071473"/>
            <a:ext cx="211408" cy="215444"/>
          </a:xfrm>
          <a:prstGeom prst="rect">
            <a:avLst/>
          </a:prstGeom>
          <a:noFill/>
        </p:spPr>
        <p:txBody>
          <a:bodyPr wrap="square" lIns="0" tIns="0" rIns="0" bIns="0" rtlCol="0">
            <a:spAutoFit/>
          </a:bodyPr>
          <a:lstStyle/>
          <a:p>
            <a:pPr algn="l"/>
            <a:r>
              <a:rPr lang="en-US" sz="1400" b="1" dirty="0">
                <a:solidFill>
                  <a:srgbClr val="FF0000"/>
                </a:solidFill>
              </a:rPr>
              <a:t>X</a:t>
            </a:r>
          </a:p>
        </p:txBody>
      </p:sp>
      <p:pic>
        <p:nvPicPr>
          <p:cNvPr id="26" name="Grafik 25">
            <a:extLst>
              <a:ext uri="{FF2B5EF4-FFF2-40B4-BE49-F238E27FC236}">
                <a16:creationId xmlns:a16="http://schemas.microsoft.com/office/drawing/2014/main" id="{9E039485-E150-6122-BD5F-2C43A3771974}"/>
              </a:ext>
            </a:extLst>
          </p:cNvPr>
          <p:cNvPicPr>
            <a:picLocks noChangeAspect="1"/>
          </p:cNvPicPr>
          <p:nvPr/>
        </p:nvPicPr>
        <p:blipFill>
          <a:blip r:embed="rId16"/>
          <a:stretch>
            <a:fillRect/>
          </a:stretch>
        </p:blipFill>
        <p:spPr>
          <a:xfrm>
            <a:off x="7360375" y="4107700"/>
            <a:ext cx="146876" cy="155869"/>
          </a:xfrm>
          <a:prstGeom prst="rect">
            <a:avLst/>
          </a:prstGeom>
        </p:spPr>
      </p:pic>
      <p:pic>
        <p:nvPicPr>
          <p:cNvPr id="27" name="Grafik 26">
            <a:extLst>
              <a:ext uri="{FF2B5EF4-FFF2-40B4-BE49-F238E27FC236}">
                <a16:creationId xmlns:a16="http://schemas.microsoft.com/office/drawing/2014/main" id="{9E903D89-A3C3-10D6-E800-B56FA559C3A9}"/>
              </a:ext>
            </a:extLst>
          </p:cNvPr>
          <p:cNvPicPr>
            <a:picLocks noChangeAspect="1"/>
          </p:cNvPicPr>
          <p:nvPr/>
        </p:nvPicPr>
        <p:blipFill>
          <a:blip r:embed="rId16"/>
          <a:stretch>
            <a:fillRect/>
          </a:stretch>
        </p:blipFill>
        <p:spPr>
          <a:xfrm>
            <a:off x="7882604" y="4100517"/>
            <a:ext cx="146876" cy="155869"/>
          </a:xfrm>
          <a:prstGeom prst="rect">
            <a:avLst/>
          </a:prstGeom>
        </p:spPr>
      </p:pic>
      <p:sp>
        <p:nvSpPr>
          <p:cNvPr id="28" name="Freihandform: Form 27">
            <a:extLst>
              <a:ext uri="{FF2B5EF4-FFF2-40B4-BE49-F238E27FC236}">
                <a16:creationId xmlns:a16="http://schemas.microsoft.com/office/drawing/2014/main" id="{B8BA1E5F-1552-607D-7066-682643C1C74B}"/>
              </a:ext>
            </a:extLst>
          </p:cNvPr>
          <p:cNvSpPr/>
          <p:nvPr/>
        </p:nvSpPr>
        <p:spPr>
          <a:xfrm>
            <a:off x="7011833" y="5394707"/>
            <a:ext cx="1059158" cy="334425"/>
          </a:xfrm>
          <a:custGeom>
            <a:avLst/>
            <a:gdLst>
              <a:gd name="connsiteX0" fmla="*/ 1722120 w 1722120"/>
              <a:gd name="connsiteY0" fmla="*/ 213360 h 213360"/>
              <a:gd name="connsiteX1" fmla="*/ 0 w 1722120"/>
              <a:gd name="connsiteY1" fmla="*/ 213360 h 213360"/>
              <a:gd name="connsiteX2" fmla="*/ 0 w 1722120"/>
              <a:gd name="connsiteY2" fmla="*/ 0 h 213360"/>
            </a:gdLst>
            <a:ahLst/>
            <a:cxnLst>
              <a:cxn ang="0">
                <a:pos x="connsiteX0" y="connsiteY0"/>
              </a:cxn>
              <a:cxn ang="0">
                <a:pos x="connsiteX1" y="connsiteY1"/>
              </a:cxn>
              <a:cxn ang="0">
                <a:pos x="connsiteX2" y="connsiteY2"/>
              </a:cxn>
            </a:cxnLst>
            <a:rect l="l" t="t" r="r" b="b"/>
            <a:pathLst>
              <a:path w="1722120" h="213360">
                <a:moveTo>
                  <a:pt x="1722120" y="213360"/>
                </a:moveTo>
                <a:lnTo>
                  <a:pt x="0" y="213360"/>
                </a:lnTo>
                <a:lnTo>
                  <a:pt x="0" y="0"/>
                </a:lnTo>
              </a:path>
            </a:pathLst>
          </a:custGeom>
          <a:noFill/>
          <a:ln w="28575">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9" name="Freihandform: Form 28">
            <a:extLst>
              <a:ext uri="{FF2B5EF4-FFF2-40B4-BE49-F238E27FC236}">
                <a16:creationId xmlns:a16="http://schemas.microsoft.com/office/drawing/2014/main" id="{9933D733-575C-DDE9-0F60-70CC5E47984D}"/>
              </a:ext>
            </a:extLst>
          </p:cNvPr>
          <p:cNvSpPr/>
          <p:nvPr/>
        </p:nvSpPr>
        <p:spPr>
          <a:xfrm flipH="1">
            <a:off x="8028023" y="5394707"/>
            <a:ext cx="1023485" cy="213360"/>
          </a:xfrm>
          <a:custGeom>
            <a:avLst/>
            <a:gdLst>
              <a:gd name="connsiteX0" fmla="*/ 1722120 w 1722120"/>
              <a:gd name="connsiteY0" fmla="*/ 213360 h 213360"/>
              <a:gd name="connsiteX1" fmla="*/ 0 w 1722120"/>
              <a:gd name="connsiteY1" fmla="*/ 213360 h 213360"/>
              <a:gd name="connsiteX2" fmla="*/ 0 w 1722120"/>
              <a:gd name="connsiteY2" fmla="*/ 0 h 213360"/>
            </a:gdLst>
            <a:ahLst/>
            <a:cxnLst>
              <a:cxn ang="0">
                <a:pos x="connsiteX0" y="connsiteY0"/>
              </a:cxn>
              <a:cxn ang="0">
                <a:pos x="connsiteX1" y="connsiteY1"/>
              </a:cxn>
              <a:cxn ang="0">
                <a:pos x="connsiteX2" y="connsiteY2"/>
              </a:cxn>
            </a:cxnLst>
            <a:rect l="l" t="t" r="r" b="b"/>
            <a:pathLst>
              <a:path w="1722120" h="213360">
                <a:moveTo>
                  <a:pt x="1722120" y="213360"/>
                </a:moveTo>
                <a:lnTo>
                  <a:pt x="0" y="213360"/>
                </a:lnTo>
                <a:lnTo>
                  <a:pt x="0" y="0"/>
                </a:lnTo>
              </a:path>
            </a:pathLst>
          </a:custGeom>
          <a:noFill/>
          <a:ln w="28575">
            <a:solidFill>
              <a:srgbClr val="0070C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0" name="Grafik 29">
            <a:extLst>
              <a:ext uri="{FF2B5EF4-FFF2-40B4-BE49-F238E27FC236}">
                <a16:creationId xmlns:a16="http://schemas.microsoft.com/office/drawing/2014/main" id="{53C0E302-A2A6-7F0E-857F-3773615C4342}"/>
              </a:ext>
            </a:extLst>
          </p:cNvPr>
          <p:cNvPicPr>
            <a:picLocks noChangeAspect="1"/>
          </p:cNvPicPr>
          <p:nvPr/>
        </p:nvPicPr>
        <p:blipFill>
          <a:blip r:embed="rId15"/>
          <a:stretch>
            <a:fillRect/>
          </a:stretch>
        </p:blipFill>
        <p:spPr>
          <a:xfrm>
            <a:off x="7123334" y="5556541"/>
            <a:ext cx="325627" cy="239432"/>
          </a:xfrm>
          <a:prstGeom prst="rect">
            <a:avLst/>
          </a:prstGeom>
        </p:spPr>
      </p:pic>
      <p:pic>
        <p:nvPicPr>
          <p:cNvPr id="31" name="Grafik 30">
            <a:extLst>
              <a:ext uri="{FF2B5EF4-FFF2-40B4-BE49-F238E27FC236}">
                <a16:creationId xmlns:a16="http://schemas.microsoft.com/office/drawing/2014/main" id="{137941BD-1FF9-CA8C-D5B1-7B54F27AB1DB}"/>
              </a:ext>
            </a:extLst>
          </p:cNvPr>
          <p:cNvPicPr>
            <a:picLocks noChangeAspect="1"/>
          </p:cNvPicPr>
          <p:nvPr/>
        </p:nvPicPr>
        <p:blipFill>
          <a:blip r:embed="rId15"/>
          <a:stretch>
            <a:fillRect/>
          </a:stretch>
        </p:blipFill>
        <p:spPr>
          <a:xfrm>
            <a:off x="7629047" y="5556541"/>
            <a:ext cx="325627" cy="239432"/>
          </a:xfrm>
          <a:prstGeom prst="rect">
            <a:avLst/>
          </a:prstGeom>
        </p:spPr>
      </p:pic>
      <p:pic>
        <p:nvPicPr>
          <p:cNvPr id="96" name="Grafik 95">
            <a:extLst>
              <a:ext uri="{FF2B5EF4-FFF2-40B4-BE49-F238E27FC236}">
                <a16:creationId xmlns:a16="http://schemas.microsoft.com/office/drawing/2014/main" id="{20F6E718-D67E-A891-A1DF-60167993C7B7}"/>
              </a:ext>
            </a:extLst>
          </p:cNvPr>
          <p:cNvPicPr>
            <a:picLocks noChangeAspect="1"/>
          </p:cNvPicPr>
          <p:nvPr/>
        </p:nvPicPr>
        <p:blipFill>
          <a:blip r:embed="rId15"/>
          <a:stretch>
            <a:fillRect/>
          </a:stretch>
        </p:blipFill>
        <p:spPr>
          <a:xfrm>
            <a:off x="8134760" y="5548818"/>
            <a:ext cx="325627" cy="239432"/>
          </a:xfrm>
          <a:prstGeom prst="rect">
            <a:avLst/>
          </a:prstGeom>
        </p:spPr>
      </p:pic>
      <p:pic>
        <p:nvPicPr>
          <p:cNvPr id="97" name="Grafik 96">
            <a:extLst>
              <a:ext uri="{FF2B5EF4-FFF2-40B4-BE49-F238E27FC236}">
                <a16:creationId xmlns:a16="http://schemas.microsoft.com/office/drawing/2014/main" id="{C5DAC9BD-BB1B-BC47-8D49-77360F0FC4AB}"/>
              </a:ext>
            </a:extLst>
          </p:cNvPr>
          <p:cNvPicPr>
            <a:picLocks noChangeAspect="1"/>
          </p:cNvPicPr>
          <p:nvPr/>
        </p:nvPicPr>
        <p:blipFill>
          <a:blip r:embed="rId15"/>
          <a:stretch>
            <a:fillRect/>
          </a:stretch>
        </p:blipFill>
        <p:spPr>
          <a:xfrm>
            <a:off x="8613611" y="5556541"/>
            <a:ext cx="325627" cy="239432"/>
          </a:xfrm>
          <a:prstGeom prst="rect">
            <a:avLst/>
          </a:prstGeom>
        </p:spPr>
      </p:pic>
      <p:sp>
        <p:nvSpPr>
          <p:cNvPr id="98" name="Gewitterblitz 97">
            <a:extLst>
              <a:ext uri="{FF2B5EF4-FFF2-40B4-BE49-F238E27FC236}">
                <a16:creationId xmlns:a16="http://schemas.microsoft.com/office/drawing/2014/main" id="{D3FA154A-7CE9-BD09-A493-69F748ABF48A}"/>
              </a:ext>
            </a:extLst>
          </p:cNvPr>
          <p:cNvSpPr/>
          <p:nvPr/>
        </p:nvSpPr>
        <p:spPr bwMode="auto">
          <a:xfrm>
            <a:off x="7920420" y="5491624"/>
            <a:ext cx="218938" cy="353952"/>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chemeClr val="bg1"/>
              </a:solidFill>
              <a:latin typeface="Arial"/>
              <a:ea typeface="Arial Unicode MS" panose="020B0604020202020204" pitchFamily="34" charset="-128"/>
              <a:cs typeface="Arial Unicode MS" panose="020B0604020202020204" pitchFamily="34" charset="-128"/>
            </a:endParaRPr>
          </a:p>
        </p:txBody>
      </p:sp>
      <p:pic>
        <p:nvPicPr>
          <p:cNvPr id="99" name="Grafik 98">
            <a:extLst>
              <a:ext uri="{FF2B5EF4-FFF2-40B4-BE49-F238E27FC236}">
                <a16:creationId xmlns:a16="http://schemas.microsoft.com/office/drawing/2014/main" id="{2F23F998-38CA-A53B-4C78-81057341B921}"/>
              </a:ext>
            </a:extLst>
          </p:cNvPr>
          <p:cNvPicPr>
            <a:picLocks noChangeAspect="1"/>
          </p:cNvPicPr>
          <p:nvPr/>
        </p:nvPicPr>
        <p:blipFill>
          <a:blip r:embed="rId16"/>
          <a:stretch>
            <a:fillRect/>
          </a:stretch>
        </p:blipFill>
        <p:spPr>
          <a:xfrm>
            <a:off x="7242751" y="5377324"/>
            <a:ext cx="146876" cy="155869"/>
          </a:xfrm>
          <a:prstGeom prst="rect">
            <a:avLst/>
          </a:prstGeom>
        </p:spPr>
      </p:pic>
      <p:pic>
        <p:nvPicPr>
          <p:cNvPr id="100" name="Grafik 99">
            <a:extLst>
              <a:ext uri="{FF2B5EF4-FFF2-40B4-BE49-F238E27FC236}">
                <a16:creationId xmlns:a16="http://schemas.microsoft.com/office/drawing/2014/main" id="{090A971F-128D-B01F-A842-D096E7CF060C}"/>
              </a:ext>
            </a:extLst>
          </p:cNvPr>
          <p:cNvPicPr>
            <a:picLocks noChangeAspect="1"/>
          </p:cNvPicPr>
          <p:nvPr/>
        </p:nvPicPr>
        <p:blipFill>
          <a:blip r:embed="rId16"/>
          <a:stretch>
            <a:fillRect/>
          </a:stretch>
        </p:blipFill>
        <p:spPr>
          <a:xfrm>
            <a:off x="7764980" y="5370141"/>
            <a:ext cx="146876" cy="155869"/>
          </a:xfrm>
          <a:prstGeom prst="rect">
            <a:avLst/>
          </a:prstGeom>
        </p:spPr>
      </p:pic>
      <p:pic>
        <p:nvPicPr>
          <p:cNvPr id="101" name="Grafik 100">
            <a:extLst>
              <a:ext uri="{FF2B5EF4-FFF2-40B4-BE49-F238E27FC236}">
                <a16:creationId xmlns:a16="http://schemas.microsoft.com/office/drawing/2014/main" id="{2391E7AA-19A2-14B5-8D96-E6E642B31A4D}"/>
              </a:ext>
            </a:extLst>
          </p:cNvPr>
          <p:cNvPicPr>
            <a:picLocks noChangeAspect="1"/>
          </p:cNvPicPr>
          <p:nvPr/>
        </p:nvPicPr>
        <p:blipFill>
          <a:blip r:embed="rId16"/>
          <a:stretch>
            <a:fillRect/>
          </a:stretch>
        </p:blipFill>
        <p:spPr>
          <a:xfrm>
            <a:off x="8227765" y="5366065"/>
            <a:ext cx="146876" cy="155869"/>
          </a:xfrm>
          <a:prstGeom prst="rect">
            <a:avLst/>
          </a:prstGeom>
        </p:spPr>
      </p:pic>
      <p:pic>
        <p:nvPicPr>
          <p:cNvPr id="102" name="Grafik 101">
            <a:extLst>
              <a:ext uri="{FF2B5EF4-FFF2-40B4-BE49-F238E27FC236}">
                <a16:creationId xmlns:a16="http://schemas.microsoft.com/office/drawing/2014/main" id="{1A0CA80F-145B-A5AD-54C6-A48D0E50F441}"/>
              </a:ext>
            </a:extLst>
          </p:cNvPr>
          <p:cNvPicPr>
            <a:picLocks noChangeAspect="1"/>
          </p:cNvPicPr>
          <p:nvPr/>
        </p:nvPicPr>
        <p:blipFill>
          <a:blip r:embed="rId16"/>
          <a:stretch>
            <a:fillRect/>
          </a:stretch>
        </p:blipFill>
        <p:spPr>
          <a:xfrm>
            <a:off x="8702986" y="5366065"/>
            <a:ext cx="146876" cy="155869"/>
          </a:xfrm>
          <a:prstGeom prst="rect">
            <a:avLst/>
          </a:prstGeom>
        </p:spPr>
      </p:pic>
      <p:sp>
        <p:nvSpPr>
          <p:cNvPr id="103" name="Textfeld 102">
            <a:extLst>
              <a:ext uri="{FF2B5EF4-FFF2-40B4-BE49-F238E27FC236}">
                <a16:creationId xmlns:a16="http://schemas.microsoft.com/office/drawing/2014/main" id="{FE565FD2-630B-D8A5-9AD6-2008116B0702}"/>
              </a:ext>
            </a:extLst>
          </p:cNvPr>
          <p:cNvSpPr txBox="1"/>
          <p:nvPr/>
        </p:nvSpPr>
        <p:spPr>
          <a:xfrm>
            <a:off x="6401816" y="3503850"/>
            <a:ext cx="3040123" cy="307777"/>
          </a:xfrm>
          <a:prstGeom prst="rect">
            <a:avLst/>
          </a:prstGeom>
          <a:noFill/>
        </p:spPr>
        <p:txBody>
          <a:bodyPr wrap="square" lIns="0" tIns="0" rIns="0" bIns="0" rtlCol="0">
            <a:spAutoFit/>
          </a:bodyPr>
          <a:lstStyle/>
          <a:p>
            <a:r>
              <a:rPr lang="en-US" sz="1000" b="1" dirty="0">
                <a:solidFill>
                  <a:schemeClr val="bg1"/>
                </a:solidFill>
              </a:rPr>
              <a:t>Single-sided feeding</a:t>
            </a:r>
            <a:br>
              <a:rPr lang="en-US" sz="1000" dirty="0">
                <a:solidFill>
                  <a:schemeClr val="bg1"/>
                </a:solidFill>
              </a:rPr>
            </a:br>
            <a:r>
              <a:rPr lang="en-US" sz="1000" dirty="0">
                <a:solidFill>
                  <a:schemeClr val="bg1"/>
                </a:solidFill>
              </a:rPr>
              <a:t>If both lines are interrupted, devices behind them fail</a:t>
            </a:r>
          </a:p>
        </p:txBody>
      </p:sp>
      <p:sp>
        <p:nvSpPr>
          <p:cNvPr id="106" name="Textfeld 105">
            <a:extLst>
              <a:ext uri="{FF2B5EF4-FFF2-40B4-BE49-F238E27FC236}">
                <a16:creationId xmlns:a16="http://schemas.microsoft.com/office/drawing/2014/main" id="{4B0A74A4-5DFF-9F03-21D1-E4828AAFFBA0}"/>
              </a:ext>
            </a:extLst>
          </p:cNvPr>
          <p:cNvSpPr txBox="1"/>
          <p:nvPr/>
        </p:nvSpPr>
        <p:spPr>
          <a:xfrm>
            <a:off x="6401816" y="4845959"/>
            <a:ext cx="3040123" cy="461665"/>
          </a:xfrm>
          <a:prstGeom prst="rect">
            <a:avLst/>
          </a:prstGeom>
          <a:noFill/>
        </p:spPr>
        <p:txBody>
          <a:bodyPr wrap="square" lIns="0" tIns="0" rIns="0" bIns="0" rtlCol="0">
            <a:spAutoFit/>
          </a:bodyPr>
          <a:lstStyle/>
          <a:p>
            <a:r>
              <a:rPr lang="en-US" sz="1000" b="1" dirty="0">
                <a:solidFill>
                  <a:schemeClr val="bg1"/>
                </a:solidFill>
              </a:rPr>
              <a:t>Feeding from two sides</a:t>
            </a:r>
            <a:br>
              <a:rPr lang="en-US" sz="1000" dirty="0">
                <a:solidFill>
                  <a:schemeClr val="bg1"/>
                </a:solidFill>
              </a:rPr>
            </a:br>
            <a:r>
              <a:rPr lang="en-US" sz="1000" dirty="0">
                <a:solidFill>
                  <a:schemeClr val="bg1"/>
                </a:solidFill>
              </a:rPr>
              <a:t>If both lines are interrupted, all devices can be reached</a:t>
            </a:r>
          </a:p>
        </p:txBody>
      </p:sp>
      <p:cxnSp>
        <p:nvCxnSpPr>
          <p:cNvPr id="108" name="Gerader Verbinder 107">
            <a:extLst>
              <a:ext uri="{FF2B5EF4-FFF2-40B4-BE49-F238E27FC236}">
                <a16:creationId xmlns:a16="http://schemas.microsoft.com/office/drawing/2014/main" id="{046FD1A2-6957-63B3-25EC-068359E80C7A}"/>
              </a:ext>
            </a:extLst>
          </p:cNvPr>
          <p:cNvCxnSpPr/>
          <p:nvPr/>
        </p:nvCxnSpPr>
        <p:spPr>
          <a:xfrm>
            <a:off x="6401816" y="4738290"/>
            <a:ext cx="3191764" cy="0"/>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95873607"/>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hteck 86">
            <a:extLst>
              <a:ext uri="{FF2B5EF4-FFF2-40B4-BE49-F238E27FC236}">
                <a16:creationId xmlns:a16="http://schemas.microsoft.com/office/drawing/2014/main" id="{1D1CDBEA-CFED-985C-3CB1-FDB4F892BB6B}"/>
              </a:ext>
            </a:extLst>
          </p:cNvPr>
          <p:cNvSpPr/>
          <p:nvPr/>
        </p:nvSpPr>
        <p:spPr>
          <a:xfrm>
            <a:off x="4734962" y="1175643"/>
            <a:ext cx="6808206" cy="48151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50" name="Gerade Verbindung 132">
            <a:extLst>
              <a:ext uri="{FF2B5EF4-FFF2-40B4-BE49-F238E27FC236}">
                <a16:creationId xmlns:a16="http://schemas.microsoft.com/office/drawing/2014/main" id="{57BCB23C-972B-CD9F-DE0A-A1FCFE712480}"/>
              </a:ext>
            </a:extLst>
          </p:cNvPr>
          <p:cNvCxnSpPr>
            <a:cxnSpLocks/>
          </p:cNvCxnSpPr>
          <p:nvPr/>
        </p:nvCxnSpPr>
        <p:spPr bwMode="auto">
          <a:xfrm flipV="1">
            <a:off x="8062640" y="4781128"/>
            <a:ext cx="2633848" cy="1040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a:extLst>
              <a:ext uri="{FF2B5EF4-FFF2-40B4-BE49-F238E27FC236}">
                <a16:creationId xmlns:a16="http://schemas.microsoft.com/office/drawing/2014/main" id="{63DF9877-DD35-6969-BEA5-BA03ACDEB10B}"/>
              </a:ext>
            </a:extLst>
          </p:cNvPr>
          <p:cNvSpPr>
            <a:spLocks noGrp="1"/>
          </p:cNvSpPr>
          <p:nvPr>
            <p:ph type="title"/>
          </p:nvPr>
        </p:nvSpPr>
        <p:spPr/>
        <p:txBody>
          <a:bodyPr/>
          <a:lstStyle/>
          <a:p>
            <a:r>
              <a:rPr lang="en-US" altLang="de-DE" dirty="0"/>
              <a:t>Configuration examples S7-1500H with R1 Redundancy</a:t>
            </a:r>
            <a:br>
              <a:rPr lang="en-US" altLang="de-DE" dirty="0"/>
            </a:br>
            <a:r>
              <a:rPr lang="en-US" b="0" dirty="0"/>
              <a:t>Combination of R1 and S1/S2 devices</a:t>
            </a:r>
          </a:p>
        </p:txBody>
      </p:sp>
      <p:sp>
        <p:nvSpPr>
          <p:cNvPr id="3" name="Fußzeilenplatzhalter 2">
            <a:extLst>
              <a:ext uri="{FF2B5EF4-FFF2-40B4-BE49-F238E27FC236}">
                <a16:creationId xmlns:a16="http://schemas.microsoft.com/office/drawing/2014/main" id="{5B29ED0E-BD37-60C9-B59B-A2601008EAE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Ellipse 3">
            <a:extLst>
              <a:ext uri="{FF2B5EF4-FFF2-40B4-BE49-F238E27FC236}">
                <a16:creationId xmlns:a16="http://schemas.microsoft.com/office/drawing/2014/main" id="{0CBB8433-8C1D-1842-2D5C-8778F5566F9E}"/>
              </a:ext>
            </a:extLst>
          </p:cNvPr>
          <p:cNvSpPr/>
          <p:nvPr/>
        </p:nvSpPr>
        <p:spPr>
          <a:xfrm>
            <a:off x="7502717" y="4371996"/>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Rechteck: abgerundete Ecken 4">
            <a:extLst>
              <a:ext uri="{FF2B5EF4-FFF2-40B4-BE49-F238E27FC236}">
                <a16:creationId xmlns:a16="http://schemas.microsoft.com/office/drawing/2014/main" id="{5B510664-3D23-B629-3D23-B67ACB7780DB}"/>
              </a:ext>
            </a:extLst>
          </p:cNvPr>
          <p:cNvSpPr/>
          <p:nvPr/>
        </p:nvSpPr>
        <p:spPr>
          <a:xfrm>
            <a:off x="5096314" y="2445473"/>
            <a:ext cx="3609975" cy="1678790"/>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sp>
        <p:nvSpPr>
          <p:cNvPr id="6" name="Rechteck: abgerundete Ecken 5">
            <a:extLst>
              <a:ext uri="{FF2B5EF4-FFF2-40B4-BE49-F238E27FC236}">
                <a16:creationId xmlns:a16="http://schemas.microsoft.com/office/drawing/2014/main" id="{34D04DF0-F8CD-7B8D-CFE4-68324A111265}"/>
              </a:ext>
            </a:extLst>
          </p:cNvPr>
          <p:cNvSpPr/>
          <p:nvPr/>
        </p:nvSpPr>
        <p:spPr>
          <a:xfrm>
            <a:off x="4943914" y="2295999"/>
            <a:ext cx="3609975" cy="1669293"/>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7" name="product_distributed-io.png">
            <a:extLst>
              <a:ext uri="{FF2B5EF4-FFF2-40B4-BE49-F238E27FC236}">
                <a16:creationId xmlns:a16="http://schemas.microsoft.com/office/drawing/2014/main" id="{4555D06D-8569-DCEE-F29E-0402E751755F}"/>
              </a:ext>
            </a:extLst>
          </p:cNvPr>
          <p:cNvPicPr>
            <a:picLocks noChangeAspect="1"/>
          </p:cNvPicPr>
          <p:nvPr>
            <p:custDataLst>
              <p:tags r:id="rId1"/>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5553025" y="4570700"/>
            <a:ext cx="151812" cy="415878"/>
          </a:xfrm>
          <a:prstGeom prst="rect">
            <a:avLst/>
          </a:prstGeom>
        </p:spPr>
      </p:pic>
      <p:cxnSp>
        <p:nvCxnSpPr>
          <p:cNvPr id="8" name="Gerade Verbindung 132">
            <a:extLst>
              <a:ext uri="{FF2B5EF4-FFF2-40B4-BE49-F238E27FC236}">
                <a16:creationId xmlns:a16="http://schemas.microsoft.com/office/drawing/2014/main" id="{301D4531-0690-C012-6DBC-1D929EE77B59}"/>
              </a:ext>
            </a:extLst>
          </p:cNvPr>
          <p:cNvCxnSpPr>
            <a:stCxn id="9" idx="2"/>
            <a:endCxn id="17" idx="2"/>
          </p:cNvCxnSpPr>
          <p:nvPr/>
        </p:nvCxnSpPr>
        <p:spPr bwMode="auto">
          <a:xfrm flipH="1" flipV="1">
            <a:off x="5812443" y="2072840"/>
            <a:ext cx="2988" cy="14970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hteck 8">
            <a:extLst>
              <a:ext uri="{FF2B5EF4-FFF2-40B4-BE49-F238E27FC236}">
                <a16:creationId xmlns:a16="http://schemas.microsoft.com/office/drawing/2014/main" id="{7966C8F3-1B9C-E472-BF9D-132DF5972FBA}"/>
              </a:ext>
            </a:extLst>
          </p:cNvPr>
          <p:cNvSpPr/>
          <p:nvPr/>
        </p:nvSpPr>
        <p:spPr bwMode="auto">
          <a:xfrm rot="10800000">
            <a:off x="5752431" y="2222543"/>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10" name="Gerade Verbindung 132">
            <a:extLst>
              <a:ext uri="{FF2B5EF4-FFF2-40B4-BE49-F238E27FC236}">
                <a16:creationId xmlns:a16="http://schemas.microsoft.com/office/drawing/2014/main" id="{613FBF91-6566-3973-17A5-0C6C04C85937}"/>
              </a:ext>
            </a:extLst>
          </p:cNvPr>
          <p:cNvCxnSpPr>
            <a:cxnSpLocks/>
            <a:stCxn id="7" idx="0"/>
            <a:endCxn id="11" idx="0"/>
          </p:cNvCxnSpPr>
          <p:nvPr/>
        </p:nvCxnSpPr>
        <p:spPr bwMode="auto">
          <a:xfrm flipH="1" flipV="1">
            <a:off x="5627931" y="4184789"/>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hteck 10">
            <a:extLst>
              <a:ext uri="{FF2B5EF4-FFF2-40B4-BE49-F238E27FC236}">
                <a16:creationId xmlns:a16="http://schemas.microsoft.com/office/drawing/2014/main" id="{66CA47D3-526B-C33C-0F2D-5DAF69579180}"/>
              </a:ext>
            </a:extLst>
          </p:cNvPr>
          <p:cNvSpPr/>
          <p:nvPr/>
        </p:nvSpPr>
        <p:spPr bwMode="auto">
          <a:xfrm rot="10800000">
            <a:off x="5564931" y="4068093"/>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12" name="Gruppieren 11">
            <a:extLst>
              <a:ext uri="{FF2B5EF4-FFF2-40B4-BE49-F238E27FC236}">
                <a16:creationId xmlns:a16="http://schemas.microsoft.com/office/drawing/2014/main" id="{A0BBC705-2BAF-2BB3-9B7C-D6C7683E305D}"/>
              </a:ext>
            </a:extLst>
          </p:cNvPr>
          <p:cNvGrpSpPr/>
          <p:nvPr/>
        </p:nvGrpSpPr>
        <p:grpSpPr>
          <a:xfrm>
            <a:off x="5658389" y="1479812"/>
            <a:ext cx="776765" cy="593257"/>
            <a:chOff x="5724048" y="2578894"/>
            <a:chExt cx="776765" cy="640557"/>
          </a:xfrm>
          <a:solidFill>
            <a:schemeClr val="tx1"/>
          </a:solidFill>
        </p:grpSpPr>
        <p:sp>
          <p:nvSpPr>
            <p:cNvPr id="13" name="Rechteck 12">
              <a:extLst>
                <a:ext uri="{FF2B5EF4-FFF2-40B4-BE49-F238E27FC236}">
                  <a16:creationId xmlns:a16="http://schemas.microsoft.com/office/drawing/2014/main" id="{5C3B3EF0-A0A1-4A8E-A2F4-03567EBCF997}"/>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4" name="Gruppieren 13">
              <a:extLst>
                <a:ext uri="{FF2B5EF4-FFF2-40B4-BE49-F238E27FC236}">
                  <a16:creationId xmlns:a16="http://schemas.microsoft.com/office/drawing/2014/main" id="{77376BA0-AFDB-ADC8-7EF4-940EFF70D41C}"/>
                </a:ext>
              </a:extLst>
            </p:cNvPr>
            <p:cNvGrpSpPr/>
            <p:nvPr/>
          </p:nvGrpSpPr>
          <p:grpSpPr>
            <a:xfrm>
              <a:off x="5724048" y="2578894"/>
              <a:ext cx="774297" cy="640310"/>
              <a:chOff x="5633257" y="2448326"/>
              <a:chExt cx="3891741" cy="2958295"/>
            </a:xfrm>
            <a:grpFill/>
          </p:grpSpPr>
          <p:pic>
            <p:nvPicPr>
              <p:cNvPr id="15" name="product_simatic-s7-1500.png">
                <a:extLst>
                  <a:ext uri="{FF2B5EF4-FFF2-40B4-BE49-F238E27FC236}">
                    <a16:creationId xmlns:a16="http://schemas.microsoft.com/office/drawing/2014/main" id="{A0EFABB1-CC2F-CE2F-14B4-9BE3B045B62F}"/>
                  </a:ext>
                </a:extLst>
              </p:cNvPr>
              <p:cNvPicPr>
                <a:picLocks noChangeAspect="1"/>
              </p:cNvPicPr>
              <p:nvPr>
                <p:custDataLst>
                  <p:tags r:id="rId22"/>
                </p:custDataLst>
              </p:nvPr>
            </p:nvPicPr>
            <p:blipFill rotWithShape="1">
              <a:blip r:embed="rId27"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6" name="product_simatic-s7-1500.png">
                <a:extLst>
                  <a:ext uri="{FF2B5EF4-FFF2-40B4-BE49-F238E27FC236}">
                    <a16:creationId xmlns:a16="http://schemas.microsoft.com/office/drawing/2014/main" id="{62852FFF-3B83-9EC5-60BF-25C3803D628D}"/>
                  </a:ext>
                </a:extLst>
              </p:cNvPr>
              <p:cNvPicPr>
                <a:picLocks noChangeAspect="1"/>
              </p:cNvPicPr>
              <p:nvPr>
                <p:custDataLst>
                  <p:tags r:id="rId23"/>
                </p:custDataLst>
              </p:nvPr>
            </p:nvPicPr>
            <p:blipFill rotWithShape="1">
              <a:blip r:embed="rId28"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7" name="product_simatic-s7-1500.png">
                <a:extLst>
                  <a:ext uri="{FF2B5EF4-FFF2-40B4-BE49-F238E27FC236}">
                    <a16:creationId xmlns:a16="http://schemas.microsoft.com/office/drawing/2014/main" id="{45753770-8019-3431-B53C-9211F84C5F0A}"/>
                  </a:ext>
                </a:extLst>
              </p:cNvPr>
              <p:cNvPicPr>
                <a:picLocks noChangeAspect="1"/>
              </p:cNvPicPr>
              <p:nvPr>
                <p:custDataLst>
                  <p:tags r:id="rId24"/>
                </p:custDataLst>
              </p:nvPr>
            </p:nvPicPr>
            <p:blipFill rotWithShape="1">
              <a:blip r:embed="rId29"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18" name="product_distributed-io.png">
            <a:extLst>
              <a:ext uri="{FF2B5EF4-FFF2-40B4-BE49-F238E27FC236}">
                <a16:creationId xmlns:a16="http://schemas.microsoft.com/office/drawing/2014/main" id="{4D9724A2-696B-E2A4-37F6-A8B49532AEA2}"/>
              </a:ext>
            </a:extLst>
          </p:cNvPr>
          <p:cNvPicPr>
            <a:picLocks noChangeAspect="1"/>
          </p:cNvPicPr>
          <p:nvPr>
            <p:custDataLst>
              <p:tags r:id="rId2"/>
            </p:custDataLst>
          </p:nvPr>
        </p:nvPicPr>
        <p:blipFill rotWithShape="1">
          <a:blip r:embed="rId26">
            <a:extLst>
              <a:ext uri="{28A0092B-C50C-407E-A947-70E740481C1C}">
                <a14:useLocalDpi xmlns:a14="http://schemas.microsoft.com/office/drawing/2010/main" val="0"/>
              </a:ext>
            </a:extLst>
          </a:blip>
          <a:srcRect l="34654" t="335" b="1032"/>
          <a:stretch/>
        </p:blipFill>
        <p:spPr>
          <a:xfrm>
            <a:off x="5729498" y="4555708"/>
            <a:ext cx="297497" cy="449036"/>
          </a:xfrm>
          <a:prstGeom prst="rect">
            <a:avLst/>
          </a:prstGeom>
        </p:spPr>
      </p:pic>
      <p:cxnSp>
        <p:nvCxnSpPr>
          <p:cNvPr id="19" name="Gerade Verbindung 132">
            <a:extLst>
              <a:ext uri="{FF2B5EF4-FFF2-40B4-BE49-F238E27FC236}">
                <a16:creationId xmlns:a16="http://schemas.microsoft.com/office/drawing/2014/main" id="{9DA0152B-3C8D-BF1C-CEA1-E766BD6ECA35}"/>
              </a:ext>
            </a:extLst>
          </p:cNvPr>
          <p:cNvCxnSpPr>
            <a:stCxn id="20" idx="2"/>
            <a:endCxn id="26" idx="2"/>
          </p:cNvCxnSpPr>
          <p:nvPr/>
        </p:nvCxnSpPr>
        <p:spPr bwMode="auto">
          <a:xfrm flipH="1" flipV="1">
            <a:off x="7593957" y="2072840"/>
            <a:ext cx="2988" cy="301294"/>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echteck 19">
            <a:extLst>
              <a:ext uri="{FF2B5EF4-FFF2-40B4-BE49-F238E27FC236}">
                <a16:creationId xmlns:a16="http://schemas.microsoft.com/office/drawing/2014/main" id="{116A3953-3D4D-9975-F0AF-30360F0EBBAA}"/>
              </a:ext>
            </a:extLst>
          </p:cNvPr>
          <p:cNvSpPr/>
          <p:nvPr/>
        </p:nvSpPr>
        <p:spPr bwMode="auto">
          <a:xfrm rot="10800000">
            <a:off x="7533945" y="237413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21" name="Gruppieren 20">
            <a:extLst>
              <a:ext uri="{FF2B5EF4-FFF2-40B4-BE49-F238E27FC236}">
                <a16:creationId xmlns:a16="http://schemas.microsoft.com/office/drawing/2014/main" id="{5F55D575-997D-4C20-DF5E-3D52CE65C4DB}"/>
              </a:ext>
            </a:extLst>
          </p:cNvPr>
          <p:cNvGrpSpPr/>
          <p:nvPr/>
        </p:nvGrpSpPr>
        <p:grpSpPr>
          <a:xfrm>
            <a:off x="7439903" y="1479812"/>
            <a:ext cx="776765" cy="593257"/>
            <a:chOff x="5724048" y="2578894"/>
            <a:chExt cx="776765" cy="640557"/>
          </a:xfrm>
          <a:solidFill>
            <a:schemeClr val="tx1"/>
          </a:solidFill>
        </p:grpSpPr>
        <p:sp>
          <p:nvSpPr>
            <p:cNvPr id="22" name="Rechteck 21">
              <a:extLst>
                <a:ext uri="{FF2B5EF4-FFF2-40B4-BE49-F238E27FC236}">
                  <a16:creationId xmlns:a16="http://schemas.microsoft.com/office/drawing/2014/main" id="{1210B446-7FDF-EF88-C418-BAC29FBB083B}"/>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3" name="Gruppieren 22">
              <a:extLst>
                <a:ext uri="{FF2B5EF4-FFF2-40B4-BE49-F238E27FC236}">
                  <a16:creationId xmlns:a16="http://schemas.microsoft.com/office/drawing/2014/main" id="{048F41D9-42A2-12A7-1012-E1D7CBC3896E}"/>
                </a:ext>
              </a:extLst>
            </p:cNvPr>
            <p:cNvGrpSpPr/>
            <p:nvPr/>
          </p:nvGrpSpPr>
          <p:grpSpPr>
            <a:xfrm>
              <a:off x="5724048" y="2578894"/>
              <a:ext cx="774297" cy="640310"/>
              <a:chOff x="5633257" y="2448326"/>
              <a:chExt cx="3891741" cy="2958295"/>
            </a:xfrm>
            <a:grpFill/>
          </p:grpSpPr>
          <p:pic>
            <p:nvPicPr>
              <p:cNvPr id="24" name="product_simatic-s7-1500.png">
                <a:extLst>
                  <a:ext uri="{FF2B5EF4-FFF2-40B4-BE49-F238E27FC236}">
                    <a16:creationId xmlns:a16="http://schemas.microsoft.com/office/drawing/2014/main" id="{029F751F-507D-FF2D-0A1C-5963CBE1E0E6}"/>
                  </a:ext>
                </a:extLst>
              </p:cNvPr>
              <p:cNvPicPr>
                <a:picLocks noChangeAspect="1"/>
              </p:cNvPicPr>
              <p:nvPr>
                <p:custDataLst>
                  <p:tags r:id="rId19"/>
                </p:custDataLst>
              </p:nvPr>
            </p:nvPicPr>
            <p:blipFill rotWithShape="1">
              <a:blip r:embed="rId27"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25" name="product_simatic-s7-1500.png">
                <a:extLst>
                  <a:ext uri="{FF2B5EF4-FFF2-40B4-BE49-F238E27FC236}">
                    <a16:creationId xmlns:a16="http://schemas.microsoft.com/office/drawing/2014/main" id="{DDDB2ED0-089D-363E-8B8F-07F316071C9A}"/>
                  </a:ext>
                </a:extLst>
              </p:cNvPr>
              <p:cNvPicPr>
                <a:picLocks noChangeAspect="1"/>
              </p:cNvPicPr>
              <p:nvPr>
                <p:custDataLst>
                  <p:tags r:id="rId20"/>
                </p:custDataLst>
              </p:nvPr>
            </p:nvPicPr>
            <p:blipFill rotWithShape="1">
              <a:blip r:embed="rId28"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26" name="product_simatic-s7-1500.png">
                <a:extLst>
                  <a:ext uri="{FF2B5EF4-FFF2-40B4-BE49-F238E27FC236}">
                    <a16:creationId xmlns:a16="http://schemas.microsoft.com/office/drawing/2014/main" id="{74E47306-42B8-A57A-79A5-BEFA677F083E}"/>
                  </a:ext>
                </a:extLst>
              </p:cNvPr>
              <p:cNvPicPr>
                <a:picLocks noChangeAspect="1"/>
              </p:cNvPicPr>
              <p:nvPr>
                <p:custDataLst>
                  <p:tags r:id="rId21"/>
                </p:custDataLst>
              </p:nvPr>
            </p:nvPicPr>
            <p:blipFill rotWithShape="1">
              <a:blip r:embed="rId29"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27" name="product_distributed-io.png">
            <a:extLst>
              <a:ext uri="{FF2B5EF4-FFF2-40B4-BE49-F238E27FC236}">
                <a16:creationId xmlns:a16="http://schemas.microsoft.com/office/drawing/2014/main" id="{EABE495A-1BAF-34E7-9635-D666C1562A31}"/>
              </a:ext>
            </a:extLst>
          </p:cNvPr>
          <p:cNvPicPr>
            <a:picLocks noChangeAspect="1"/>
          </p:cNvPicPr>
          <p:nvPr>
            <p:custDataLst>
              <p:tags r:id="rId3"/>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5381618" y="4570700"/>
            <a:ext cx="151812" cy="415878"/>
          </a:xfrm>
          <a:prstGeom prst="rect">
            <a:avLst/>
          </a:prstGeom>
        </p:spPr>
      </p:pic>
      <p:cxnSp>
        <p:nvCxnSpPr>
          <p:cNvPr id="28" name="Gerade Verbindung 132">
            <a:extLst>
              <a:ext uri="{FF2B5EF4-FFF2-40B4-BE49-F238E27FC236}">
                <a16:creationId xmlns:a16="http://schemas.microsoft.com/office/drawing/2014/main" id="{DC837CCE-58BC-E49B-180F-FDCA5FAD5785}"/>
              </a:ext>
            </a:extLst>
          </p:cNvPr>
          <p:cNvCxnSpPr>
            <a:cxnSpLocks/>
            <a:stCxn id="27" idx="0"/>
            <a:endCxn id="29" idx="0"/>
          </p:cNvCxnSpPr>
          <p:nvPr/>
        </p:nvCxnSpPr>
        <p:spPr bwMode="auto">
          <a:xfrm flipH="1" flipV="1">
            <a:off x="5456524" y="4029154"/>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Rechteck 28">
            <a:extLst>
              <a:ext uri="{FF2B5EF4-FFF2-40B4-BE49-F238E27FC236}">
                <a16:creationId xmlns:a16="http://schemas.microsoft.com/office/drawing/2014/main" id="{17FAA8A4-BB46-F1D0-3B66-0907576A22B4}"/>
              </a:ext>
            </a:extLst>
          </p:cNvPr>
          <p:cNvSpPr/>
          <p:nvPr/>
        </p:nvSpPr>
        <p:spPr bwMode="auto">
          <a:xfrm rot="10800000">
            <a:off x="5393524" y="3912458"/>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30" name="Textfeld 29">
            <a:extLst>
              <a:ext uri="{FF2B5EF4-FFF2-40B4-BE49-F238E27FC236}">
                <a16:creationId xmlns:a16="http://schemas.microsoft.com/office/drawing/2014/main" id="{F39BEE3B-0FE8-1880-58BC-E31229A0FAC3}"/>
              </a:ext>
            </a:extLst>
          </p:cNvPr>
          <p:cNvSpPr txBox="1"/>
          <p:nvPr/>
        </p:nvSpPr>
        <p:spPr>
          <a:xfrm>
            <a:off x="5658390" y="1269961"/>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31" name="Textfeld 30">
            <a:extLst>
              <a:ext uri="{FF2B5EF4-FFF2-40B4-BE49-F238E27FC236}">
                <a16:creationId xmlns:a16="http://schemas.microsoft.com/office/drawing/2014/main" id="{DB904CDE-E5D3-1276-23D3-34A33DB6D151}"/>
              </a:ext>
            </a:extLst>
          </p:cNvPr>
          <p:cNvSpPr txBox="1"/>
          <p:nvPr/>
        </p:nvSpPr>
        <p:spPr>
          <a:xfrm>
            <a:off x="7438110" y="1267837"/>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32" name="Gerader Verbinder 31">
            <a:extLst>
              <a:ext uri="{FF2B5EF4-FFF2-40B4-BE49-F238E27FC236}">
                <a16:creationId xmlns:a16="http://schemas.microsoft.com/office/drawing/2014/main" id="{8AFE2317-EC8C-58A3-BDA8-27B46033A3A5}"/>
              </a:ext>
            </a:extLst>
          </p:cNvPr>
          <p:cNvCxnSpPr>
            <a:cxnSpLocks/>
            <a:stCxn id="16" idx="3"/>
            <a:endCxn id="26" idx="1"/>
          </p:cNvCxnSpPr>
          <p:nvPr/>
        </p:nvCxnSpPr>
        <p:spPr>
          <a:xfrm>
            <a:off x="6432686" y="1776326"/>
            <a:ext cx="100721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83F5E677-EE52-07CB-6A25-E4E7BA9706EB}"/>
              </a:ext>
            </a:extLst>
          </p:cNvPr>
          <p:cNvSpPr/>
          <p:nvPr/>
        </p:nvSpPr>
        <p:spPr>
          <a:xfrm>
            <a:off x="5703295" y="1526506"/>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4" name="Rechteck 33">
            <a:extLst>
              <a:ext uri="{FF2B5EF4-FFF2-40B4-BE49-F238E27FC236}">
                <a16:creationId xmlns:a16="http://schemas.microsoft.com/office/drawing/2014/main" id="{6DFB3FD3-DBB0-3A87-D512-D447AC300B12}"/>
              </a:ext>
            </a:extLst>
          </p:cNvPr>
          <p:cNvSpPr/>
          <p:nvPr/>
        </p:nvSpPr>
        <p:spPr>
          <a:xfrm>
            <a:off x="7477493" y="1526506"/>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5" name="Rechteck 34">
            <a:extLst>
              <a:ext uri="{FF2B5EF4-FFF2-40B4-BE49-F238E27FC236}">
                <a16:creationId xmlns:a16="http://schemas.microsoft.com/office/drawing/2014/main" id="{F4EF0340-3055-DFF9-9BE7-2B6ABF01B9D9}"/>
              </a:ext>
            </a:extLst>
          </p:cNvPr>
          <p:cNvSpPr/>
          <p:nvPr/>
        </p:nvSpPr>
        <p:spPr>
          <a:xfrm>
            <a:off x="8097131" y="2095194"/>
            <a:ext cx="923621" cy="22048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36" name="product_distributed-io.png">
            <a:extLst>
              <a:ext uri="{FF2B5EF4-FFF2-40B4-BE49-F238E27FC236}">
                <a16:creationId xmlns:a16="http://schemas.microsoft.com/office/drawing/2014/main" id="{A0D98F5D-E044-65DA-B9A4-B57D1F7BC8A4}"/>
              </a:ext>
            </a:extLst>
          </p:cNvPr>
          <p:cNvPicPr>
            <a:picLocks noChangeAspect="1"/>
          </p:cNvPicPr>
          <p:nvPr>
            <p:custDataLst>
              <p:tags r:id="rId4"/>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7914566" y="4557938"/>
            <a:ext cx="151812" cy="415878"/>
          </a:xfrm>
          <a:prstGeom prst="rect">
            <a:avLst/>
          </a:prstGeom>
        </p:spPr>
      </p:pic>
      <p:cxnSp>
        <p:nvCxnSpPr>
          <p:cNvPr id="37" name="Gerade Verbindung 132">
            <a:extLst>
              <a:ext uri="{FF2B5EF4-FFF2-40B4-BE49-F238E27FC236}">
                <a16:creationId xmlns:a16="http://schemas.microsoft.com/office/drawing/2014/main" id="{B01B2906-333D-CEAD-06E5-E4F9A6BC35F7}"/>
              </a:ext>
            </a:extLst>
          </p:cNvPr>
          <p:cNvCxnSpPr>
            <a:cxnSpLocks/>
            <a:stCxn id="36" idx="0"/>
            <a:endCxn id="38" idx="0"/>
          </p:cNvCxnSpPr>
          <p:nvPr/>
        </p:nvCxnSpPr>
        <p:spPr bwMode="auto">
          <a:xfrm flipH="1" flipV="1">
            <a:off x="7989472" y="4172027"/>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echteck 37">
            <a:extLst>
              <a:ext uri="{FF2B5EF4-FFF2-40B4-BE49-F238E27FC236}">
                <a16:creationId xmlns:a16="http://schemas.microsoft.com/office/drawing/2014/main" id="{0A72613F-F5F5-39EA-0997-6FF4439D36EA}"/>
              </a:ext>
            </a:extLst>
          </p:cNvPr>
          <p:cNvSpPr/>
          <p:nvPr/>
        </p:nvSpPr>
        <p:spPr bwMode="auto">
          <a:xfrm rot="10800000">
            <a:off x="7926472" y="4055331"/>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39" name="product_distributed-io.png">
            <a:extLst>
              <a:ext uri="{FF2B5EF4-FFF2-40B4-BE49-F238E27FC236}">
                <a16:creationId xmlns:a16="http://schemas.microsoft.com/office/drawing/2014/main" id="{9606D8A8-6C28-7F71-5C02-2EB72F751634}"/>
              </a:ext>
            </a:extLst>
          </p:cNvPr>
          <p:cNvPicPr>
            <a:picLocks noChangeAspect="1"/>
          </p:cNvPicPr>
          <p:nvPr>
            <p:custDataLst>
              <p:tags r:id="rId5"/>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7743159" y="4557938"/>
            <a:ext cx="151812" cy="415878"/>
          </a:xfrm>
          <a:prstGeom prst="rect">
            <a:avLst/>
          </a:prstGeom>
        </p:spPr>
      </p:pic>
      <p:cxnSp>
        <p:nvCxnSpPr>
          <p:cNvPr id="40" name="Gerade Verbindung 132">
            <a:extLst>
              <a:ext uri="{FF2B5EF4-FFF2-40B4-BE49-F238E27FC236}">
                <a16:creationId xmlns:a16="http://schemas.microsoft.com/office/drawing/2014/main" id="{C9B90BF8-A3CE-6F70-C957-3AA3447DC9F0}"/>
              </a:ext>
            </a:extLst>
          </p:cNvPr>
          <p:cNvCxnSpPr>
            <a:cxnSpLocks/>
            <a:stCxn id="39" idx="0"/>
            <a:endCxn id="41" idx="0"/>
          </p:cNvCxnSpPr>
          <p:nvPr/>
        </p:nvCxnSpPr>
        <p:spPr bwMode="auto">
          <a:xfrm flipH="1" flipV="1">
            <a:off x="7818065" y="4016392"/>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Rechteck 40">
            <a:extLst>
              <a:ext uri="{FF2B5EF4-FFF2-40B4-BE49-F238E27FC236}">
                <a16:creationId xmlns:a16="http://schemas.microsoft.com/office/drawing/2014/main" id="{BB75C713-56FE-2557-36C7-D4D360C5A4F0}"/>
              </a:ext>
            </a:extLst>
          </p:cNvPr>
          <p:cNvSpPr/>
          <p:nvPr/>
        </p:nvSpPr>
        <p:spPr bwMode="auto">
          <a:xfrm rot="10800000">
            <a:off x="7755065" y="389969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42" name="Gerade Verbindung 132">
            <a:extLst>
              <a:ext uri="{FF2B5EF4-FFF2-40B4-BE49-F238E27FC236}">
                <a16:creationId xmlns:a16="http://schemas.microsoft.com/office/drawing/2014/main" id="{C9124833-0D34-2147-C6DF-87CE7454C3DE}"/>
              </a:ext>
            </a:extLst>
          </p:cNvPr>
          <p:cNvCxnSpPr>
            <a:cxnSpLocks/>
          </p:cNvCxnSpPr>
          <p:nvPr/>
        </p:nvCxnSpPr>
        <p:spPr bwMode="auto">
          <a:xfrm flipV="1">
            <a:off x="8066378" y="4755472"/>
            <a:ext cx="2633848" cy="1040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Gerade Verbindung 132">
            <a:extLst>
              <a:ext uri="{FF2B5EF4-FFF2-40B4-BE49-F238E27FC236}">
                <a16:creationId xmlns:a16="http://schemas.microsoft.com/office/drawing/2014/main" id="{CB786E65-06C6-1656-E911-BD63219CFF80}"/>
              </a:ext>
            </a:extLst>
          </p:cNvPr>
          <p:cNvCxnSpPr>
            <a:cxnSpLocks/>
            <a:endCxn id="49" idx="0"/>
          </p:cNvCxnSpPr>
          <p:nvPr/>
        </p:nvCxnSpPr>
        <p:spPr bwMode="auto">
          <a:xfrm flipH="1" flipV="1">
            <a:off x="9916699" y="4817911"/>
            <a:ext cx="1000" cy="2880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4" name="Gruppieren 43">
            <a:extLst>
              <a:ext uri="{FF2B5EF4-FFF2-40B4-BE49-F238E27FC236}">
                <a16:creationId xmlns:a16="http://schemas.microsoft.com/office/drawing/2014/main" id="{121BB4A5-1DA5-5188-E9DA-E9F15F6BE213}"/>
              </a:ext>
            </a:extLst>
          </p:cNvPr>
          <p:cNvGrpSpPr>
            <a:grpSpLocks noChangeAspect="1"/>
          </p:cNvGrpSpPr>
          <p:nvPr/>
        </p:nvGrpSpPr>
        <p:grpSpPr>
          <a:xfrm>
            <a:off x="9853522" y="4960059"/>
            <a:ext cx="622420" cy="496651"/>
            <a:chOff x="4105359" y="1822075"/>
            <a:chExt cx="4583448" cy="3657299"/>
          </a:xfrm>
        </p:grpSpPr>
        <p:pic>
          <p:nvPicPr>
            <p:cNvPr id="45" name="product_simatic-s7-1500.png">
              <a:extLst>
                <a:ext uri="{FF2B5EF4-FFF2-40B4-BE49-F238E27FC236}">
                  <a16:creationId xmlns:a16="http://schemas.microsoft.com/office/drawing/2014/main" id="{9150D2B8-2DF8-1D7B-AF64-C7BE812EBD2E}"/>
                </a:ext>
              </a:extLst>
            </p:cNvPr>
            <p:cNvPicPr>
              <a:picLocks noChangeAspect="1"/>
            </p:cNvPicPr>
            <p:nvPr>
              <p:custDataLst>
                <p:tags r:id="rId15"/>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46" name="product_simatic-s7-1500.png">
              <a:extLst>
                <a:ext uri="{FF2B5EF4-FFF2-40B4-BE49-F238E27FC236}">
                  <a16:creationId xmlns:a16="http://schemas.microsoft.com/office/drawing/2014/main" id="{D01F76BD-E141-F008-E5F0-2C9571E02FAC}"/>
                </a:ext>
              </a:extLst>
            </p:cNvPr>
            <p:cNvPicPr>
              <a:picLocks noChangeAspect="1"/>
            </p:cNvPicPr>
            <p:nvPr>
              <p:custDataLst>
                <p:tags r:id="rId16"/>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47" name="product_simatic-s7-1500.png">
              <a:extLst>
                <a:ext uri="{FF2B5EF4-FFF2-40B4-BE49-F238E27FC236}">
                  <a16:creationId xmlns:a16="http://schemas.microsoft.com/office/drawing/2014/main" id="{521F57C7-D751-C652-512A-D7AB20D8CB3F}"/>
                </a:ext>
              </a:extLst>
            </p:cNvPr>
            <p:cNvPicPr>
              <a:picLocks noChangeAspect="1"/>
            </p:cNvPicPr>
            <p:nvPr>
              <p:custDataLst>
                <p:tags r:id="rId17"/>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48" name="product_simatic-s7-1500.png">
              <a:extLst>
                <a:ext uri="{FF2B5EF4-FFF2-40B4-BE49-F238E27FC236}">
                  <a16:creationId xmlns:a16="http://schemas.microsoft.com/office/drawing/2014/main" id="{5CCDF092-ED0F-5D57-8A0F-6B22C9F937E0}"/>
                </a:ext>
              </a:extLst>
            </p:cNvPr>
            <p:cNvPicPr>
              <a:picLocks noChangeAspect="1"/>
            </p:cNvPicPr>
            <p:nvPr>
              <p:custDataLst>
                <p:tags r:id="rId18"/>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49" name="Rechteck 48">
            <a:extLst>
              <a:ext uri="{FF2B5EF4-FFF2-40B4-BE49-F238E27FC236}">
                <a16:creationId xmlns:a16="http://schemas.microsoft.com/office/drawing/2014/main" id="{A332CED8-75C4-DCD6-E149-2268B0A34A03}"/>
              </a:ext>
            </a:extLst>
          </p:cNvPr>
          <p:cNvSpPr/>
          <p:nvPr/>
        </p:nvSpPr>
        <p:spPr bwMode="auto">
          <a:xfrm rot="10800000">
            <a:off x="9853699" y="4701215"/>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57" name="Gerade Verbindung 132">
            <a:extLst>
              <a:ext uri="{FF2B5EF4-FFF2-40B4-BE49-F238E27FC236}">
                <a16:creationId xmlns:a16="http://schemas.microsoft.com/office/drawing/2014/main" id="{5B175D7B-DE72-6609-4582-D83BFDDC0DBD}"/>
              </a:ext>
            </a:extLst>
          </p:cNvPr>
          <p:cNvCxnSpPr>
            <a:cxnSpLocks/>
            <a:endCxn id="63" idx="0"/>
          </p:cNvCxnSpPr>
          <p:nvPr/>
        </p:nvCxnSpPr>
        <p:spPr bwMode="auto">
          <a:xfrm flipH="1" flipV="1">
            <a:off x="8990038" y="4817725"/>
            <a:ext cx="1000" cy="2880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8" name="Gruppieren 57">
            <a:extLst>
              <a:ext uri="{FF2B5EF4-FFF2-40B4-BE49-F238E27FC236}">
                <a16:creationId xmlns:a16="http://schemas.microsoft.com/office/drawing/2014/main" id="{6C436D01-7BBD-2A4B-9761-E50686B4F664}"/>
              </a:ext>
            </a:extLst>
          </p:cNvPr>
          <p:cNvGrpSpPr>
            <a:grpSpLocks noChangeAspect="1"/>
          </p:cNvGrpSpPr>
          <p:nvPr/>
        </p:nvGrpSpPr>
        <p:grpSpPr>
          <a:xfrm>
            <a:off x="8926861" y="4959873"/>
            <a:ext cx="622420" cy="496651"/>
            <a:chOff x="4105359" y="1822075"/>
            <a:chExt cx="4583448" cy="3657299"/>
          </a:xfrm>
        </p:grpSpPr>
        <p:pic>
          <p:nvPicPr>
            <p:cNvPr id="59" name="product_simatic-s7-1500.png">
              <a:extLst>
                <a:ext uri="{FF2B5EF4-FFF2-40B4-BE49-F238E27FC236}">
                  <a16:creationId xmlns:a16="http://schemas.microsoft.com/office/drawing/2014/main" id="{A8043542-CBC8-DF88-C0D9-BD28A2DE278E}"/>
                </a:ext>
              </a:extLst>
            </p:cNvPr>
            <p:cNvPicPr>
              <a:picLocks noChangeAspect="1"/>
            </p:cNvPicPr>
            <p:nvPr>
              <p:custDataLst>
                <p:tags r:id="rId11"/>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60" name="product_simatic-s7-1500.png">
              <a:extLst>
                <a:ext uri="{FF2B5EF4-FFF2-40B4-BE49-F238E27FC236}">
                  <a16:creationId xmlns:a16="http://schemas.microsoft.com/office/drawing/2014/main" id="{95C29BB4-5AEC-8FAE-DB83-C2A87F1FCD12}"/>
                </a:ext>
              </a:extLst>
            </p:cNvPr>
            <p:cNvPicPr>
              <a:picLocks noChangeAspect="1"/>
            </p:cNvPicPr>
            <p:nvPr>
              <p:custDataLst>
                <p:tags r:id="rId12"/>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61" name="product_simatic-s7-1500.png">
              <a:extLst>
                <a:ext uri="{FF2B5EF4-FFF2-40B4-BE49-F238E27FC236}">
                  <a16:creationId xmlns:a16="http://schemas.microsoft.com/office/drawing/2014/main" id="{30BD4B45-2E9C-37BD-D003-34F2708300C0}"/>
                </a:ext>
              </a:extLst>
            </p:cNvPr>
            <p:cNvPicPr>
              <a:picLocks noChangeAspect="1"/>
            </p:cNvPicPr>
            <p:nvPr>
              <p:custDataLst>
                <p:tags r:id="rId13"/>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62" name="product_simatic-s7-1500.png">
              <a:extLst>
                <a:ext uri="{FF2B5EF4-FFF2-40B4-BE49-F238E27FC236}">
                  <a16:creationId xmlns:a16="http://schemas.microsoft.com/office/drawing/2014/main" id="{34DABE26-DAC8-87CA-6187-B9C91FCA3FCE}"/>
                </a:ext>
              </a:extLst>
            </p:cNvPr>
            <p:cNvPicPr>
              <a:picLocks noChangeAspect="1"/>
            </p:cNvPicPr>
            <p:nvPr>
              <p:custDataLst>
                <p:tags r:id="rId14"/>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63" name="Rechteck 62">
            <a:extLst>
              <a:ext uri="{FF2B5EF4-FFF2-40B4-BE49-F238E27FC236}">
                <a16:creationId xmlns:a16="http://schemas.microsoft.com/office/drawing/2014/main" id="{8EBCB06F-3A96-AC4D-CE3C-8B7A3EC99DB6}"/>
              </a:ext>
            </a:extLst>
          </p:cNvPr>
          <p:cNvSpPr/>
          <p:nvPr/>
        </p:nvSpPr>
        <p:spPr bwMode="auto">
          <a:xfrm rot="10800000">
            <a:off x="8927038" y="4701029"/>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64" name="product_distributed-io.png">
            <a:extLst>
              <a:ext uri="{FF2B5EF4-FFF2-40B4-BE49-F238E27FC236}">
                <a16:creationId xmlns:a16="http://schemas.microsoft.com/office/drawing/2014/main" id="{B4895F50-AF24-A800-53F1-490782B39CC5}"/>
              </a:ext>
            </a:extLst>
          </p:cNvPr>
          <p:cNvPicPr>
            <a:picLocks noChangeAspect="1"/>
          </p:cNvPicPr>
          <p:nvPr>
            <p:custDataLst>
              <p:tags r:id="rId6"/>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10688320" y="4993991"/>
            <a:ext cx="151812" cy="415878"/>
          </a:xfrm>
          <a:prstGeom prst="rect">
            <a:avLst/>
          </a:prstGeom>
        </p:spPr>
      </p:pic>
      <p:cxnSp>
        <p:nvCxnSpPr>
          <p:cNvPr id="65" name="Gerade Verbindung 132">
            <a:extLst>
              <a:ext uri="{FF2B5EF4-FFF2-40B4-BE49-F238E27FC236}">
                <a16:creationId xmlns:a16="http://schemas.microsoft.com/office/drawing/2014/main" id="{1B31BE74-7BB6-47A0-0266-4DBD8A19B1A5}"/>
              </a:ext>
            </a:extLst>
          </p:cNvPr>
          <p:cNvCxnSpPr>
            <a:cxnSpLocks/>
            <a:stCxn id="64" idx="0"/>
            <a:endCxn id="66" idx="0"/>
          </p:cNvCxnSpPr>
          <p:nvPr/>
        </p:nvCxnSpPr>
        <p:spPr bwMode="auto">
          <a:xfrm flipH="1" flipV="1">
            <a:off x="10763226" y="4813820"/>
            <a:ext cx="1000" cy="18017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Rechteck 65">
            <a:extLst>
              <a:ext uri="{FF2B5EF4-FFF2-40B4-BE49-F238E27FC236}">
                <a16:creationId xmlns:a16="http://schemas.microsoft.com/office/drawing/2014/main" id="{66C1B07F-E093-20C0-562C-5BEB43F7FE0F}"/>
              </a:ext>
            </a:extLst>
          </p:cNvPr>
          <p:cNvSpPr/>
          <p:nvPr/>
        </p:nvSpPr>
        <p:spPr bwMode="auto">
          <a:xfrm rot="10800000">
            <a:off x="10700226" y="469712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67" name="product_distributed-io.png">
            <a:extLst>
              <a:ext uri="{FF2B5EF4-FFF2-40B4-BE49-F238E27FC236}">
                <a16:creationId xmlns:a16="http://schemas.microsoft.com/office/drawing/2014/main" id="{91E3FAD9-6320-F4BE-2EEA-178BACE6DB7C}"/>
              </a:ext>
            </a:extLst>
          </p:cNvPr>
          <p:cNvPicPr>
            <a:picLocks noChangeAspect="1"/>
          </p:cNvPicPr>
          <p:nvPr>
            <p:custDataLst>
              <p:tags r:id="rId7"/>
            </p:custDataLst>
          </p:nvPr>
        </p:nvPicPr>
        <p:blipFill rotWithShape="1">
          <a:blip r:embed="rId26">
            <a:extLst>
              <a:ext uri="{28A0092B-C50C-407E-A947-70E740481C1C}">
                <a14:useLocalDpi xmlns:a14="http://schemas.microsoft.com/office/drawing/2010/main" val="0"/>
              </a:ext>
            </a:extLst>
          </a:blip>
          <a:srcRect l="34654" t="335" b="1032"/>
          <a:stretch/>
        </p:blipFill>
        <p:spPr>
          <a:xfrm>
            <a:off x="10845743" y="4994239"/>
            <a:ext cx="297497" cy="449036"/>
          </a:xfrm>
          <a:prstGeom prst="rect">
            <a:avLst/>
          </a:prstGeom>
        </p:spPr>
      </p:pic>
      <p:pic>
        <p:nvPicPr>
          <p:cNvPr id="68" name="product_distributed-io.png">
            <a:extLst>
              <a:ext uri="{FF2B5EF4-FFF2-40B4-BE49-F238E27FC236}">
                <a16:creationId xmlns:a16="http://schemas.microsoft.com/office/drawing/2014/main" id="{DD4B1395-9367-8E7A-2D21-E4BFAF4C1D1E}"/>
              </a:ext>
            </a:extLst>
          </p:cNvPr>
          <p:cNvPicPr>
            <a:picLocks noChangeAspect="1"/>
          </p:cNvPicPr>
          <p:nvPr>
            <p:custDataLst>
              <p:tags r:id="rId8"/>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6534948" y="4574524"/>
            <a:ext cx="151812" cy="415878"/>
          </a:xfrm>
          <a:prstGeom prst="rect">
            <a:avLst/>
          </a:prstGeom>
        </p:spPr>
      </p:pic>
      <p:cxnSp>
        <p:nvCxnSpPr>
          <p:cNvPr id="69" name="Gerade Verbindung 132">
            <a:extLst>
              <a:ext uri="{FF2B5EF4-FFF2-40B4-BE49-F238E27FC236}">
                <a16:creationId xmlns:a16="http://schemas.microsoft.com/office/drawing/2014/main" id="{973D586D-8AAE-869C-9EDF-EF493B5D69FE}"/>
              </a:ext>
            </a:extLst>
          </p:cNvPr>
          <p:cNvCxnSpPr>
            <a:cxnSpLocks/>
            <a:stCxn id="68" idx="0"/>
            <a:endCxn id="70" idx="0"/>
          </p:cNvCxnSpPr>
          <p:nvPr/>
        </p:nvCxnSpPr>
        <p:spPr bwMode="auto">
          <a:xfrm flipH="1" flipV="1">
            <a:off x="6609854" y="4188613"/>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Rechteck 69">
            <a:extLst>
              <a:ext uri="{FF2B5EF4-FFF2-40B4-BE49-F238E27FC236}">
                <a16:creationId xmlns:a16="http://schemas.microsoft.com/office/drawing/2014/main" id="{CD6E3C64-A95A-E2F7-221A-8D5D2C1B3AAB}"/>
              </a:ext>
            </a:extLst>
          </p:cNvPr>
          <p:cNvSpPr/>
          <p:nvPr/>
        </p:nvSpPr>
        <p:spPr bwMode="auto">
          <a:xfrm rot="10800000">
            <a:off x="6546854" y="4071917"/>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71" name="product_distributed-io.png">
            <a:extLst>
              <a:ext uri="{FF2B5EF4-FFF2-40B4-BE49-F238E27FC236}">
                <a16:creationId xmlns:a16="http://schemas.microsoft.com/office/drawing/2014/main" id="{6314E425-B92A-13F0-DBF7-0C5E342282C8}"/>
              </a:ext>
            </a:extLst>
          </p:cNvPr>
          <p:cNvPicPr>
            <a:picLocks noChangeAspect="1"/>
          </p:cNvPicPr>
          <p:nvPr>
            <p:custDataLst>
              <p:tags r:id="rId9"/>
            </p:custDataLst>
          </p:nvPr>
        </p:nvPicPr>
        <p:blipFill rotWithShape="1">
          <a:blip r:embed="rId26">
            <a:extLst>
              <a:ext uri="{28A0092B-C50C-407E-A947-70E740481C1C}">
                <a14:useLocalDpi xmlns:a14="http://schemas.microsoft.com/office/drawing/2010/main" val="0"/>
              </a:ext>
            </a:extLst>
          </a:blip>
          <a:srcRect l="34654" t="335" b="1032"/>
          <a:stretch/>
        </p:blipFill>
        <p:spPr>
          <a:xfrm>
            <a:off x="6711421" y="4559532"/>
            <a:ext cx="297497" cy="449036"/>
          </a:xfrm>
          <a:prstGeom prst="rect">
            <a:avLst/>
          </a:prstGeom>
        </p:spPr>
      </p:pic>
      <p:pic>
        <p:nvPicPr>
          <p:cNvPr id="72" name="product_distributed-io.png">
            <a:extLst>
              <a:ext uri="{FF2B5EF4-FFF2-40B4-BE49-F238E27FC236}">
                <a16:creationId xmlns:a16="http://schemas.microsoft.com/office/drawing/2014/main" id="{4EF900E4-7C4C-A341-F6D8-FDCCE8B88B1A}"/>
              </a:ext>
            </a:extLst>
          </p:cNvPr>
          <p:cNvPicPr>
            <a:picLocks noChangeAspect="1"/>
          </p:cNvPicPr>
          <p:nvPr>
            <p:custDataLst>
              <p:tags r:id="rId10"/>
            </p:custDataLst>
          </p:nvPr>
        </p:nvPicPr>
        <p:blipFill rotWithShape="1">
          <a:blip r:embed="rId26">
            <a:extLst>
              <a:ext uri="{28A0092B-C50C-407E-A947-70E740481C1C}">
                <a14:useLocalDpi xmlns:a14="http://schemas.microsoft.com/office/drawing/2010/main" val="0"/>
              </a:ext>
            </a:extLst>
          </a:blip>
          <a:srcRect l="681" t="335" r="65973" b="1032"/>
          <a:stretch/>
        </p:blipFill>
        <p:spPr>
          <a:xfrm>
            <a:off x="6363541" y="4574524"/>
            <a:ext cx="151812" cy="415878"/>
          </a:xfrm>
          <a:prstGeom prst="rect">
            <a:avLst/>
          </a:prstGeom>
        </p:spPr>
      </p:pic>
      <p:cxnSp>
        <p:nvCxnSpPr>
          <p:cNvPr id="73" name="Gerade Verbindung 132">
            <a:extLst>
              <a:ext uri="{FF2B5EF4-FFF2-40B4-BE49-F238E27FC236}">
                <a16:creationId xmlns:a16="http://schemas.microsoft.com/office/drawing/2014/main" id="{6E87AB79-5364-3702-B5B0-087442ACB97A}"/>
              </a:ext>
            </a:extLst>
          </p:cNvPr>
          <p:cNvCxnSpPr>
            <a:cxnSpLocks/>
            <a:stCxn id="72" idx="0"/>
            <a:endCxn id="74" idx="0"/>
          </p:cNvCxnSpPr>
          <p:nvPr/>
        </p:nvCxnSpPr>
        <p:spPr bwMode="auto">
          <a:xfrm flipH="1" flipV="1">
            <a:off x="6438447" y="4032978"/>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Rechteck 73">
            <a:extLst>
              <a:ext uri="{FF2B5EF4-FFF2-40B4-BE49-F238E27FC236}">
                <a16:creationId xmlns:a16="http://schemas.microsoft.com/office/drawing/2014/main" id="{44C3BEF4-95F1-AF3C-56C0-34C081F66BBE}"/>
              </a:ext>
            </a:extLst>
          </p:cNvPr>
          <p:cNvSpPr/>
          <p:nvPr/>
        </p:nvSpPr>
        <p:spPr bwMode="auto">
          <a:xfrm rot="10800000">
            <a:off x="6375447" y="3916282"/>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75" name="Textfeld 74">
            <a:extLst>
              <a:ext uri="{FF2B5EF4-FFF2-40B4-BE49-F238E27FC236}">
                <a16:creationId xmlns:a16="http://schemas.microsoft.com/office/drawing/2014/main" id="{BB6199B2-1BC5-F18A-F80E-3DBA74CC8E32}"/>
              </a:ext>
            </a:extLst>
          </p:cNvPr>
          <p:cNvSpPr txBox="1"/>
          <p:nvPr/>
        </p:nvSpPr>
        <p:spPr>
          <a:xfrm>
            <a:off x="5334713" y="3491301"/>
            <a:ext cx="1504152" cy="307777"/>
          </a:xfrm>
          <a:prstGeom prst="rect">
            <a:avLst/>
          </a:prstGeom>
          <a:noFill/>
        </p:spPr>
        <p:txBody>
          <a:bodyPr wrap="square">
            <a:spAutoFit/>
          </a:bodyPr>
          <a:lstStyle/>
          <a:p>
            <a:pPr algn="ctr"/>
            <a:r>
              <a:rPr lang="en-US" sz="1400" b="1" dirty="0">
                <a:solidFill>
                  <a:schemeClr val="bg1"/>
                </a:solidFill>
              </a:rPr>
              <a:t>R1 devices</a:t>
            </a:r>
            <a:endParaRPr lang="en-US" sz="1400" dirty="0">
              <a:solidFill>
                <a:schemeClr val="bg1"/>
              </a:solidFill>
            </a:endParaRPr>
          </a:p>
        </p:txBody>
      </p:sp>
      <p:sp>
        <p:nvSpPr>
          <p:cNvPr id="76" name="Textfeld 75">
            <a:extLst>
              <a:ext uri="{FF2B5EF4-FFF2-40B4-BE49-F238E27FC236}">
                <a16:creationId xmlns:a16="http://schemas.microsoft.com/office/drawing/2014/main" id="{281E5639-A8B1-79EB-0027-FBE9BDA1D135}"/>
              </a:ext>
            </a:extLst>
          </p:cNvPr>
          <p:cNvSpPr txBox="1"/>
          <p:nvPr/>
        </p:nvSpPr>
        <p:spPr>
          <a:xfrm>
            <a:off x="6321600" y="2061577"/>
            <a:ext cx="951710" cy="276999"/>
          </a:xfrm>
          <a:prstGeom prst="rect">
            <a:avLst/>
          </a:prstGeom>
          <a:noFill/>
        </p:spPr>
        <p:txBody>
          <a:bodyPr wrap="square">
            <a:spAutoFit/>
          </a:bodyPr>
          <a:lstStyle/>
          <a:p>
            <a:pPr algn="ctr"/>
            <a:r>
              <a:rPr lang="en-US" sz="1200" dirty="0">
                <a:solidFill>
                  <a:schemeClr val="bg1"/>
                </a:solidFill>
              </a:rPr>
              <a:t>Network 1</a:t>
            </a:r>
          </a:p>
        </p:txBody>
      </p:sp>
      <p:sp>
        <p:nvSpPr>
          <p:cNvPr id="77" name="Textfeld 76">
            <a:extLst>
              <a:ext uri="{FF2B5EF4-FFF2-40B4-BE49-F238E27FC236}">
                <a16:creationId xmlns:a16="http://schemas.microsoft.com/office/drawing/2014/main" id="{00EA95DD-DE75-44AA-988C-0BE888EE014C}"/>
              </a:ext>
            </a:extLst>
          </p:cNvPr>
          <p:cNvSpPr txBox="1"/>
          <p:nvPr/>
        </p:nvSpPr>
        <p:spPr>
          <a:xfrm>
            <a:off x="5285197" y="2508678"/>
            <a:ext cx="1067046" cy="276999"/>
          </a:xfrm>
          <a:prstGeom prst="rect">
            <a:avLst/>
          </a:prstGeom>
          <a:noFill/>
        </p:spPr>
        <p:txBody>
          <a:bodyPr wrap="square">
            <a:spAutoFit/>
          </a:bodyPr>
          <a:lstStyle/>
          <a:p>
            <a:pPr algn="ctr"/>
            <a:r>
              <a:rPr lang="en-US" sz="1200" dirty="0">
                <a:solidFill>
                  <a:schemeClr val="bg1"/>
                </a:solidFill>
              </a:rPr>
              <a:t>Network 2</a:t>
            </a:r>
          </a:p>
        </p:txBody>
      </p:sp>
      <p:sp>
        <p:nvSpPr>
          <p:cNvPr id="78" name="Textfeld 77">
            <a:extLst>
              <a:ext uri="{FF2B5EF4-FFF2-40B4-BE49-F238E27FC236}">
                <a16:creationId xmlns:a16="http://schemas.microsoft.com/office/drawing/2014/main" id="{117EF0AD-8618-B4AA-0D81-53F8414E4362}"/>
              </a:ext>
            </a:extLst>
          </p:cNvPr>
          <p:cNvSpPr txBox="1"/>
          <p:nvPr/>
        </p:nvSpPr>
        <p:spPr>
          <a:xfrm>
            <a:off x="8877458" y="4450171"/>
            <a:ext cx="1164214" cy="276999"/>
          </a:xfrm>
          <a:prstGeom prst="rect">
            <a:avLst/>
          </a:prstGeom>
          <a:noFill/>
        </p:spPr>
        <p:txBody>
          <a:bodyPr wrap="square">
            <a:spAutoFit/>
          </a:bodyPr>
          <a:lstStyle/>
          <a:p>
            <a:pPr algn="ctr"/>
            <a:r>
              <a:rPr lang="en-US" sz="1200" dirty="0">
                <a:solidFill>
                  <a:schemeClr val="bg1"/>
                </a:solidFill>
              </a:rPr>
              <a:t>Network 1+2</a:t>
            </a:r>
          </a:p>
        </p:txBody>
      </p:sp>
      <p:pic>
        <p:nvPicPr>
          <p:cNvPr id="79" name="Grafik 78">
            <a:extLst>
              <a:ext uri="{FF2B5EF4-FFF2-40B4-BE49-F238E27FC236}">
                <a16:creationId xmlns:a16="http://schemas.microsoft.com/office/drawing/2014/main" id="{887E42A3-A683-5BDB-B88E-D291F1B55938}"/>
              </a:ext>
            </a:extLst>
          </p:cNvPr>
          <p:cNvPicPr>
            <a:picLocks noChangeAspect="1"/>
          </p:cNvPicPr>
          <p:nvPr/>
        </p:nvPicPr>
        <p:blipFill>
          <a:blip r:embed="rId34"/>
          <a:stretch>
            <a:fillRect/>
          </a:stretch>
        </p:blipFill>
        <p:spPr>
          <a:xfrm>
            <a:off x="8787106" y="1507461"/>
            <a:ext cx="1434803" cy="1450617"/>
          </a:xfrm>
          <a:prstGeom prst="rect">
            <a:avLst/>
          </a:prstGeom>
        </p:spPr>
      </p:pic>
      <p:sp>
        <p:nvSpPr>
          <p:cNvPr id="80" name="Textfeld 79">
            <a:extLst>
              <a:ext uri="{FF2B5EF4-FFF2-40B4-BE49-F238E27FC236}">
                <a16:creationId xmlns:a16="http://schemas.microsoft.com/office/drawing/2014/main" id="{DC829CE5-6D40-6599-5400-9471D83CD978}"/>
              </a:ext>
            </a:extLst>
          </p:cNvPr>
          <p:cNvSpPr txBox="1"/>
          <p:nvPr/>
        </p:nvSpPr>
        <p:spPr>
          <a:xfrm>
            <a:off x="8546105" y="2902892"/>
            <a:ext cx="2268909" cy="577081"/>
          </a:xfrm>
          <a:prstGeom prst="rect">
            <a:avLst/>
          </a:prstGeom>
          <a:solidFill>
            <a:srgbClr val="009999"/>
          </a:solidFill>
        </p:spPr>
        <p:txBody>
          <a:bodyPr wrap="square">
            <a:spAutoFit/>
          </a:bodyPr>
          <a:lstStyle/>
          <a:p>
            <a:pPr algn="ctr" fontAlgn="base"/>
            <a:r>
              <a:rPr lang="en-US" sz="1050" b="1" i="0" dirty="0">
                <a:solidFill>
                  <a:srgbClr val="333333"/>
                </a:solidFill>
                <a:effectLst/>
                <a:latin typeface="Arial" panose="020B0604020202020204" pitchFamily="34" charset="0"/>
              </a:rPr>
              <a:t>Y-Switch </a:t>
            </a:r>
            <a:br>
              <a:rPr lang="en-US" sz="1050" b="1" i="0" dirty="0">
                <a:solidFill>
                  <a:srgbClr val="333333"/>
                </a:solidFill>
                <a:effectLst/>
                <a:latin typeface="Arial" panose="020B0604020202020204" pitchFamily="34" charset="0"/>
              </a:rPr>
            </a:br>
            <a:r>
              <a:rPr lang="en-US" sz="1050" b="1" i="0" dirty="0">
                <a:solidFill>
                  <a:srgbClr val="333333"/>
                </a:solidFill>
                <a:effectLst/>
                <a:latin typeface="Arial" panose="020B0604020202020204" pitchFamily="34" charset="0"/>
              </a:rPr>
              <a:t>SCALANCE XF204-2BA DNA</a:t>
            </a:r>
            <a:br>
              <a:rPr lang="en-US" sz="1050" b="1" i="0" dirty="0">
                <a:solidFill>
                  <a:srgbClr val="333333"/>
                </a:solidFill>
                <a:effectLst/>
                <a:latin typeface="Arial" panose="020B0604020202020204" pitchFamily="34" charset="0"/>
              </a:rPr>
            </a:br>
            <a:r>
              <a:rPr lang="en-US" sz="1050" i="0" u="none" strike="noStrike" dirty="0">
                <a:solidFill>
                  <a:schemeClr val="bg1"/>
                </a:solidFill>
                <a:effectLst/>
                <a:latin typeface="Arial" panose="020B0604020202020204" pitchFamily="34" charset="0"/>
              </a:rPr>
              <a:t>6GK5204-0BA00-2YF2</a:t>
            </a:r>
            <a:endParaRPr lang="en-US" sz="1050" i="0" dirty="0">
              <a:solidFill>
                <a:schemeClr val="bg1"/>
              </a:solidFill>
              <a:effectLst/>
              <a:latin typeface="Arial" panose="020B0604020202020204" pitchFamily="34" charset="0"/>
            </a:endParaRPr>
          </a:p>
        </p:txBody>
      </p:sp>
      <p:cxnSp>
        <p:nvCxnSpPr>
          <p:cNvPr id="81" name="Gerade Verbindung mit Pfeil 80">
            <a:extLst>
              <a:ext uri="{FF2B5EF4-FFF2-40B4-BE49-F238E27FC236}">
                <a16:creationId xmlns:a16="http://schemas.microsoft.com/office/drawing/2014/main" id="{18294C70-518A-5E9D-F534-9948E503BA7F}"/>
              </a:ext>
            </a:extLst>
          </p:cNvPr>
          <p:cNvCxnSpPr>
            <a:cxnSpLocks/>
            <a:stCxn id="4" idx="7"/>
          </p:cNvCxnSpPr>
          <p:nvPr/>
        </p:nvCxnSpPr>
        <p:spPr>
          <a:xfrm flipV="1">
            <a:off x="8184942" y="3477196"/>
            <a:ext cx="1223407" cy="1014476"/>
          </a:xfrm>
          <a:prstGeom prst="straightConnector1">
            <a:avLst/>
          </a:prstGeom>
          <a:ln w="952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2" name="Verbinder: gewinkelt 81">
            <a:extLst>
              <a:ext uri="{FF2B5EF4-FFF2-40B4-BE49-F238E27FC236}">
                <a16:creationId xmlns:a16="http://schemas.microsoft.com/office/drawing/2014/main" id="{A435BD44-EB82-35A3-9E97-31C4058FBA43}"/>
              </a:ext>
            </a:extLst>
          </p:cNvPr>
          <p:cNvCxnSpPr>
            <a:cxnSpLocks/>
            <a:stCxn id="66" idx="1"/>
            <a:endCxn id="36" idx="2"/>
          </p:cNvCxnSpPr>
          <p:nvPr/>
        </p:nvCxnSpPr>
        <p:spPr>
          <a:xfrm flipH="1">
            <a:off x="7990472" y="4755472"/>
            <a:ext cx="2835754" cy="218344"/>
          </a:xfrm>
          <a:prstGeom prst="bentConnector4">
            <a:avLst>
              <a:gd name="adj1" fmla="val -13488"/>
              <a:gd name="adj2" fmla="val 387140"/>
            </a:avLst>
          </a:prstGeom>
          <a:noFill/>
          <a:ln w="28575" cap="flat" cmpd="sng" algn="ctr">
            <a:solidFill>
              <a:srgbClr val="00963F"/>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feld 82">
            <a:extLst>
              <a:ext uri="{FF2B5EF4-FFF2-40B4-BE49-F238E27FC236}">
                <a16:creationId xmlns:a16="http://schemas.microsoft.com/office/drawing/2014/main" id="{AB1D89C8-63FD-4EFD-003E-0FFDEA59B3BE}"/>
              </a:ext>
            </a:extLst>
          </p:cNvPr>
          <p:cNvSpPr txBox="1"/>
          <p:nvPr/>
        </p:nvSpPr>
        <p:spPr>
          <a:xfrm>
            <a:off x="7880601" y="5713781"/>
            <a:ext cx="1651376" cy="276999"/>
          </a:xfrm>
          <a:prstGeom prst="rect">
            <a:avLst/>
          </a:prstGeom>
          <a:noFill/>
        </p:spPr>
        <p:txBody>
          <a:bodyPr wrap="square">
            <a:spAutoFit/>
          </a:bodyPr>
          <a:lstStyle/>
          <a:p>
            <a:pPr algn="ctr"/>
            <a:r>
              <a:rPr lang="en-US" sz="1200" dirty="0">
                <a:solidFill>
                  <a:schemeClr val="bg1"/>
                </a:solidFill>
              </a:rPr>
              <a:t>MRP Ring (optional)</a:t>
            </a:r>
          </a:p>
        </p:txBody>
      </p:sp>
      <p:sp>
        <p:nvSpPr>
          <p:cNvPr id="84" name="Rechteck 83">
            <a:extLst>
              <a:ext uri="{FF2B5EF4-FFF2-40B4-BE49-F238E27FC236}">
                <a16:creationId xmlns:a16="http://schemas.microsoft.com/office/drawing/2014/main" id="{0EC7BCF1-FA63-9DAC-6BF8-193877F6D131}"/>
              </a:ext>
            </a:extLst>
          </p:cNvPr>
          <p:cNvSpPr/>
          <p:nvPr/>
        </p:nvSpPr>
        <p:spPr>
          <a:xfrm>
            <a:off x="6337728" y="2814899"/>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sp>
        <p:nvSpPr>
          <p:cNvPr id="85" name="Rechteck 84">
            <a:extLst>
              <a:ext uri="{FF2B5EF4-FFF2-40B4-BE49-F238E27FC236}">
                <a16:creationId xmlns:a16="http://schemas.microsoft.com/office/drawing/2014/main" id="{1C1D8CDB-1478-0077-506D-E5A8F710A494}"/>
              </a:ext>
            </a:extLst>
          </p:cNvPr>
          <p:cNvSpPr/>
          <p:nvPr/>
        </p:nvSpPr>
        <p:spPr>
          <a:xfrm>
            <a:off x="9252216" y="4015507"/>
            <a:ext cx="558246" cy="428669"/>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S2</a:t>
            </a:r>
          </a:p>
        </p:txBody>
      </p:sp>
      <p:sp>
        <p:nvSpPr>
          <p:cNvPr id="86" name="Rechteck 85">
            <a:extLst>
              <a:ext uri="{FF2B5EF4-FFF2-40B4-BE49-F238E27FC236}">
                <a16:creationId xmlns:a16="http://schemas.microsoft.com/office/drawing/2014/main" id="{3FE5F30F-B4CC-38C7-51BF-6EA065D50E3A}"/>
              </a:ext>
            </a:extLst>
          </p:cNvPr>
          <p:cNvSpPr/>
          <p:nvPr/>
        </p:nvSpPr>
        <p:spPr>
          <a:xfrm>
            <a:off x="10106950" y="4015507"/>
            <a:ext cx="558246" cy="428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solidFill>
                  <a:schemeClr val="bg1"/>
                </a:solidFill>
              </a:rPr>
              <a:t>S1</a:t>
            </a:r>
          </a:p>
        </p:txBody>
      </p:sp>
      <p:sp>
        <p:nvSpPr>
          <p:cNvPr id="93" name="Textfeld 92">
            <a:extLst>
              <a:ext uri="{FF2B5EF4-FFF2-40B4-BE49-F238E27FC236}">
                <a16:creationId xmlns:a16="http://schemas.microsoft.com/office/drawing/2014/main" id="{91BE891F-AC93-365F-4BF6-85912C341C01}"/>
              </a:ext>
            </a:extLst>
          </p:cNvPr>
          <p:cNvSpPr txBox="1"/>
          <p:nvPr/>
        </p:nvSpPr>
        <p:spPr>
          <a:xfrm>
            <a:off x="552788" y="1172895"/>
            <a:ext cx="4044628" cy="1969770"/>
          </a:xfrm>
          <a:prstGeom prst="rect">
            <a:avLst/>
          </a:prstGeom>
          <a:noFill/>
        </p:spPr>
        <p:txBody>
          <a:bodyPr wrap="square" lIns="0" tIns="0" rIns="0" bIns="0" rtlCol="0">
            <a:spAutoFit/>
          </a:bodyPr>
          <a:lstStyle/>
          <a:p>
            <a:pPr algn="l"/>
            <a:r>
              <a:rPr lang="en-US" sz="1600" dirty="0"/>
              <a:t>R1 configurations can be extended with S2 or S1 devices using a Y-switch.</a:t>
            </a:r>
          </a:p>
          <a:p>
            <a:pPr algn="l"/>
            <a:endParaRPr lang="en-US" sz="1600" dirty="0"/>
          </a:p>
          <a:p>
            <a:pPr algn="l"/>
            <a:r>
              <a:rPr lang="en-US" sz="1600" dirty="0"/>
              <a:t>The prerequisite for this is the configuration in the TIA Portal on 1 subnet</a:t>
            </a:r>
          </a:p>
          <a:p>
            <a:pPr algn="l"/>
            <a:endParaRPr lang="en-US" sz="1600" dirty="0"/>
          </a:p>
          <a:p>
            <a:pPr algn="l"/>
            <a:r>
              <a:rPr lang="en-US" sz="1600" dirty="0"/>
              <a:t>Result: Unique IP addresses in </a:t>
            </a:r>
            <a:br>
              <a:rPr lang="en-US" sz="1600" dirty="0"/>
            </a:br>
            <a:r>
              <a:rPr lang="en-US" sz="1600" dirty="0"/>
              <a:t>Network 1+2 are required</a:t>
            </a:r>
          </a:p>
        </p:txBody>
      </p:sp>
      <p:pic>
        <p:nvPicPr>
          <p:cNvPr id="97" name="Grafik 96">
            <a:extLst>
              <a:ext uri="{FF2B5EF4-FFF2-40B4-BE49-F238E27FC236}">
                <a16:creationId xmlns:a16="http://schemas.microsoft.com/office/drawing/2014/main" id="{02CE0D91-ECEC-0715-7791-23B55A909568}"/>
              </a:ext>
            </a:extLst>
          </p:cNvPr>
          <p:cNvPicPr>
            <a:picLocks noChangeAspect="1"/>
          </p:cNvPicPr>
          <p:nvPr/>
        </p:nvPicPr>
        <p:blipFill>
          <a:blip r:embed="rId35"/>
          <a:stretch>
            <a:fillRect/>
          </a:stretch>
        </p:blipFill>
        <p:spPr>
          <a:xfrm>
            <a:off x="524488" y="4147390"/>
            <a:ext cx="4044720" cy="1843390"/>
          </a:xfrm>
          <a:prstGeom prst="rect">
            <a:avLst/>
          </a:prstGeom>
        </p:spPr>
      </p:pic>
      <p:cxnSp>
        <p:nvCxnSpPr>
          <p:cNvPr id="51" name="Verbinder: gewinkelt 50">
            <a:extLst>
              <a:ext uri="{FF2B5EF4-FFF2-40B4-BE49-F238E27FC236}">
                <a16:creationId xmlns:a16="http://schemas.microsoft.com/office/drawing/2014/main" id="{4F1DDE34-CDCF-ACBA-B3A7-4FC17360F6B4}"/>
              </a:ext>
            </a:extLst>
          </p:cNvPr>
          <p:cNvCxnSpPr>
            <a:cxnSpLocks/>
          </p:cNvCxnSpPr>
          <p:nvPr/>
        </p:nvCxnSpPr>
        <p:spPr>
          <a:xfrm flipH="1">
            <a:off x="7990472" y="4780872"/>
            <a:ext cx="2835754" cy="218344"/>
          </a:xfrm>
          <a:prstGeom prst="bentConnector4">
            <a:avLst>
              <a:gd name="adj1" fmla="val -13488"/>
              <a:gd name="adj2" fmla="val 387140"/>
            </a:avLst>
          </a:prstGeom>
          <a:noFill/>
          <a:ln w="28575" cap="flat" cmpd="sng" algn="ctr">
            <a:solidFill>
              <a:srgbClr val="0070C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92358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hteck 86">
            <a:extLst>
              <a:ext uri="{FF2B5EF4-FFF2-40B4-BE49-F238E27FC236}">
                <a16:creationId xmlns:a16="http://schemas.microsoft.com/office/drawing/2014/main" id="{1D1CDBEA-CFED-985C-3CB1-FDB4F892BB6B}"/>
              </a:ext>
            </a:extLst>
          </p:cNvPr>
          <p:cNvSpPr/>
          <p:nvPr/>
        </p:nvSpPr>
        <p:spPr>
          <a:xfrm>
            <a:off x="4734962" y="1166590"/>
            <a:ext cx="6808206" cy="50259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63DF9877-DD35-6969-BEA5-BA03ACDEB10B}"/>
              </a:ext>
            </a:extLst>
          </p:cNvPr>
          <p:cNvSpPr>
            <a:spLocks noGrp="1"/>
          </p:cNvSpPr>
          <p:nvPr>
            <p:ph type="title"/>
          </p:nvPr>
        </p:nvSpPr>
        <p:spPr/>
        <p:txBody>
          <a:bodyPr/>
          <a:lstStyle/>
          <a:p>
            <a:r>
              <a:rPr lang="en-US" altLang="de-DE" dirty="0"/>
              <a:t>Configuration examples S7-1500H with R1 Redundancy</a:t>
            </a:r>
            <a:br>
              <a:rPr lang="en-US" altLang="de-DE" dirty="0"/>
            </a:br>
            <a:r>
              <a:rPr lang="en-US" b="0" dirty="0"/>
              <a:t>Combination of R1 and S1/S2 devices on ring structures</a:t>
            </a:r>
          </a:p>
        </p:txBody>
      </p:sp>
      <p:sp>
        <p:nvSpPr>
          <p:cNvPr id="3" name="Fußzeilenplatzhalter 2">
            <a:extLst>
              <a:ext uri="{FF2B5EF4-FFF2-40B4-BE49-F238E27FC236}">
                <a16:creationId xmlns:a16="http://schemas.microsoft.com/office/drawing/2014/main" id="{5B29ED0E-BD37-60C9-B59B-A2601008EAE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93" name="Textfeld 92">
            <a:extLst>
              <a:ext uri="{FF2B5EF4-FFF2-40B4-BE49-F238E27FC236}">
                <a16:creationId xmlns:a16="http://schemas.microsoft.com/office/drawing/2014/main" id="{91BE891F-AC93-365F-4BF6-85912C341C01}"/>
              </a:ext>
            </a:extLst>
          </p:cNvPr>
          <p:cNvSpPr txBox="1"/>
          <p:nvPr/>
        </p:nvSpPr>
        <p:spPr>
          <a:xfrm>
            <a:off x="552788" y="1172895"/>
            <a:ext cx="4044628" cy="2215991"/>
          </a:xfrm>
          <a:prstGeom prst="rect">
            <a:avLst/>
          </a:prstGeom>
          <a:noFill/>
        </p:spPr>
        <p:txBody>
          <a:bodyPr wrap="square" lIns="0" tIns="0" rIns="0" bIns="0" rtlCol="0">
            <a:spAutoFit/>
          </a:bodyPr>
          <a:lstStyle/>
          <a:p>
            <a:pPr algn="l"/>
            <a:r>
              <a:rPr lang="en-US" sz="1600" dirty="0"/>
              <a:t>In order to connect the Y-switch to MRP rings, additional switches are required.</a:t>
            </a:r>
          </a:p>
          <a:p>
            <a:pPr algn="l"/>
            <a:endParaRPr lang="en-US" sz="1600" dirty="0"/>
          </a:p>
          <a:p>
            <a:pPr algn="l"/>
            <a:r>
              <a:rPr lang="en-US" sz="1600" dirty="0"/>
              <a:t>To increase availability, the Y-Switch can also be designed redundantly </a:t>
            </a:r>
            <a:br>
              <a:rPr lang="en-US" sz="1600" dirty="0"/>
            </a:br>
            <a:r>
              <a:rPr lang="en-US" sz="1600" dirty="0"/>
              <a:t>"Redundant DNA". </a:t>
            </a:r>
          </a:p>
          <a:p>
            <a:pPr algn="l"/>
            <a:endParaRPr lang="en-US" sz="1600" dirty="0"/>
          </a:p>
          <a:p>
            <a:pPr algn="l"/>
            <a:r>
              <a:rPr lang="en-US" sz="1600" dirty="0"/>
              <a:t>In this case, an MRP ring must be used on the S1/S2 side.</a:t>
            </a:r>
          </a:p>
        </p:txBody>
      </p:sp>
      <p:sp>
        <p:nvSpPr>
          <p:cNvPr id="50" name="Ellipse 49">
            <a:extLst>
              <a:ext uri="{FF2B5EF4-FFF2-40B4-BE49-F238E27FC236}">
                <a16:creationId xmlns:a16="http://schemas.microsoft.com/office/drawing/2014/main" id="{6F93FBE3-8AC8-7134-9C46-176F0090DCE9}"/>
              </a:ext>
            </a:extLst>
          </p:cNvPr>
          <p:cNvSpPr/>
          <p:nvPr/>
        </p:nvSpPr>
        <p:spPr>
          <a:xfrm>
            <a:off x="6458979" y="4440126"/>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51" name="Gerade Verbindung 132">
            <a:extLst>
              <a:ext uri="{FF2B5EF4-FFF2-40B4-BE49-F238E27FC236}">
                <a16:creationId xmlns:a16="http://schemas.microsoft.com/office/drawing/2014/main" id="{422B4108-2081-6661-EA31-8B161912CE8A}"/>
              </a:ext>
            </a:extLst>
          </p:cNvPr>
          <p:cNvCxnSpPr>
            <a:cxnSpLocks/>
            <a:stCxn id="52" idx="2"/>
          </p:cNvCxnSpPr>
          <p:nvPr/>
        </p:nvCxnSpPr>
        <p:spPr bwMode="auto">
          <a:xfrm flipH="1" flipV="1">
            <a:off x="5493554" y="2001732"/>
            <a:ext cx="2988" cy="30129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2" name="product_distributed-io.png">
            <a:extLst>
              <a:ext uri="{FF2B5EF4-FFF2-40B4-BE49-F238E27FC236}">
                <a16:creationId xmlns:a16="http://schemas.microsoft.com/office/drawing/2014/main" id="{04649D58-9C63-4DE6-B94A-8FEB0721FF4C}"/>
              </a:ext>
            </a:extLst>
          </p:cNvPr>
          <p:cNvPicPr>
            <a:picLocks noChangeAspect="1"/>
          </p:cNvPicPr>
          <p:nvPr>
            <p:custDataLst>
              <p:tags r:id="rId1"/>
            </p:custDataLst>
          </p:nvPr>
        </p:nvPicPr>
        <p:blipFill rotWithShape="1">
          <a:blip r:embed="rId28">
            <a:extLst>
              <a:ext uri="{28A0092B-C50C-407E-A947-70E740481C1C}">
                <a14:useLocalDpi xmlns:a14="http://schemas.microsoft.com/office/drawing/2010/main" val="0"/>
              </a:ext>
            </a:extLst>
          </a:blip>
          <a:srcRect l="681" t="335" r="65973" b="1032"/>
          <a:stretch/>
        </p:blipFill>
        <p:spPr>
          <a:xfrm>
            <a:off x="6865069" y="4624688"/>
            <a:ext cx="151812" cy="415878"/>
          </a:xfrm>
          <a:prstGeom prst="rect">
            <a:avLst/>
          </a:prstGeom>
        </p:spPr>
      </p:pic>
      <p:pic>
        <p:nvPicPr>
          <p:cNvPr id="94" name="product_distributed-io.png">
            <a:extLst>
              <a:ext uri="{FF2B5EF4-FFF2-40B4-BE49-F238E27FC236}">
                <a16:creationId xmlns:a16="http://schemas.microsoft.com/office/drawing/2014/main" id="{9387F713-7922-E312-4296-C5DB3A1CF839}"/>
              </a:ext>
            </a:extLst>
          </p:cNvPr>
          <p:cNvPicPr>
            <a:picLocks noChangeAspect="1"/>
          </p:cNvPicPr>
          <p:nvPr>
            <p:custDataLst>
              <p:tags r:id="rId2"/>
            </p:custDataLst>
          </p:nvPr>
        </p:nvPicPr>
        <p:blipFill rotWithShape="1">
          <a:blip r:embed="rId28">
            <a:extLst>
              <a:ext uri="{28A0092B-C50C-407E-A947-70E740481C1C}">
                <a14:useLocalDpi xmlns:a14="http://schemas.microsoft.com/office/drawing/2010/main" val="0"/>
              </a:ext>
            </a:extLst>
          </a:blip>
          <a:srcRect l="681" t="335" r="65973" b="1032"/>
          <a:stretch/>
        </p:blipFill>
        <p:spPr>
          <a:xfrm>
            <a:off x="6693662" y="4624688"/>
            <a:ext cx="151812" cy="415878"/>
          </a:xfrm>
          <a:prstGeom prst="rect">
            <a:avLst/>
          </a:prstGeom>
        </p:spPr>
      </p:pic>
      <p:sp>
        <p:nvSpPr>
          <p:cNvPr id="97" name="Rechteck 96">
            <a:extLst>
              <a:ext uri="{FF2B5EF4-FFF2-40B4-BE49-F238E27FC236}">
                <a16:creationId xmlns:a16="http://schemas.microsoft.com/office/drawing/2014/main" id="{0093B79D-8B08-B5D1-C9FA-370D8A2C341C}"/>
              </a:ext>
            </a:extLst>
          </p:cNvPr>
          <p:cNvSpPr/>
          <p:nvPr/>
        </p:nvSpPr>
        <p:spPr>
          <a:xfrm>
            <a:off x="6278821" y="2764287"/>
            <a:ext cx="350109" cy="430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02" name="Rechteck 101">
            <a:extLst>
              <a:ext uri="{FF2B5EF4-FFF2-40B4-BE49-F238E27FC236}">
                <a16:creationId xmlns:a16="http://schemas.microsoft.com/office/drawing/2014/main" id="{DC38BF4A-50AA-5F5E-FB1C-F15BEC35BF6E}"/>
              </a:ext>
            </a:extLst>
          </p:cNvPr>
          <p:cNvSpPr/>
          <p:nvPr/>
        </p:nvSpPr>
        <p:spPr>
          <a:xfrm>
            <a:off x="7069864" y="3353915"/>
            <a:ext cx="350109" cy="430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107" name="Verbinder: gewinkelt 106">
            <a:extLst>
              <a:ext uri="{FF2B5EF4-FFF2-40B4-BE49-F238E27FC236}">
                <a16:creationId xmlns:a16="http://schemas.microsoft.com/office/drawing/2014/main" id="{1504D008-CB52-E16D-3693-7DCA374A013C}"/>
              </a:ext>
            </a:extLst>
          </p:cNvPr>
          <p:cNvCxnSpPr>
            <a:stCxn id="100" idx="1"/>
            <a:endCxn id="94" idx="0"/>
          </p:cNvCxnSpPr>
          <p:nvPr/>
        </p:nvCxnSpPr>
        <p:spPr>
          <a:xfrm>
            <a:off x="6672651" y="2981483"/>
            <a:ext cx="96917" cy="1643205"/>
          </a:xfrm>
          <a:prstGeom prst="bentConnector2">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Verbinder: gewinkelt 107">
            <a:extLst>
              <a:ext uri="{FF2B5EF4-FFF2-40B4-BE49-F238E27FC236}">
                <a16:creationId xmlns:a16="http://schemas.microsoft.com/office/drawing/2014/main" id="{DFB8067D-C043-27FD-5F4C-BD36AAEB6649}"/>
              </a:ext>
            </a:extLst>
          </p:cNvPr>
          <p:cNvCxnSpPr>
            <a:stCxn id="105" idx="3"/>
            <a:endCxn id="92" idx="0"/>
          </p:cNvCxnSpPr>
          <p:nvPr/>
        </p:nvCxnSpPr>
        <p:spPr>
          <a:xfrm rot="10800000" flipV="1">
            <a:off x="6940976" y="3571110"/>
            <a:ext cx="88769" cy="1053577"/>
          </a:xfrm>
          <a:prstGeom prst="bentConnector2">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Textfeld 108">
            <a:extLst>
              <a:ext uri="{FF2B5EF4-FFF2-40B4-BE49-F238E27FC236}">
                <a16:creationId xmlns:a16="http://schemas.microsoft.com/office/drawing/2014/main" id="{716B0635-7488-75B3-2335-1CD7889670B9}"/>
              </a:ext>
            </a:extLst>
          </p:cNvPr>
          <p:cNvSpPr txBox="1"/>
          <p:nvPr/>
        </p:nvSpPr>
        <p:spPr>
          <a:xfrm>
            <a:off x="5586827" y="3213949"/>
            <a:ext cx="916656" cy="307777"/>
          </a:xfrm>
          <a:prstGeom prst="rect">
            <a:avLst/>
          </a:prstGeom>
          <a:noFill/>
        </p:spPr>
        <p:txBody>
          <a:bodyPr wrap="square">
            <a:spAutoFit/>
          </a:bodyPr>
          <a:lstStyle/>
          <a:p>
            <a:pPr algn="ctr"/>
            <a:r>
              <a:rPr lang="en-US" sz="1400" b="1" dirty="0">
                <a:solidFill>
                  <a:schemeClr val="bg1"/>
                </a:solidFill>
              </a:rPr>
              <a:t>Switch</a:t>
            </a:r>
            <a:endParaRPr lang="en-US" sz="1400" dirty="0">
              <a:solidFill>
                <a:schemeClr val="bg1"/>
              </a:solidFill>
            </a:endParaRPr>
          </a:p>
        </p:txBody>
      </p:sp>
      <p:sp>
        <p:nvSpPr>
          <p:cNvPr id="110" name="Rechteck: abgerundete Ecken 109">
            <a:extLst>
              <a:ext uri="{FF2B5EF4-FFF2-40B4-BE49-F238E27FC236}">
                <a16:creationId xmlns:a16="http://schemas.microsoft.com/office/drawing/2014/main" id="{CFE7CA7D-24BC-343C-AEF3-84CCE102339E}"/>
              </a:ext>
            </a:extLst>
          </p:cNvPr>
          <p:cNvSpPr/>
          <p:nvPr/>
        </p:nvSpPr>
        <p:spPr>
          <a:xfrm>
            <a:off x="5010026" y="2537199"/>
            <a:ext cx="2234502" cy="1678790"/>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11" name="Rechteck: abgerundete Ecken 110">
            <a:extLst>
              <a:ext uri="{FF2B5EF4-FFF2-40B4-BE49-F238E27FC236}">
                <a16:creationId xmlns:a16="http://schemas.microsoft.com/office/drawing/2014/main" id="{8F116301-C391-55B9-5631-8C3D5C99326A}"/>
              </a:ext>
            </a:extLst>
          </p:cNvPr>
          <p:cNvSpPr/>
          <p:nvPr/>
        </p:nvSpPr>
        <p:spPr>
          <a:xfrm>
            <a:off x="4892087" y="2359969"/>
            <a:ext cx="1541590" cy="1669293"/>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98" name="Grafik 97">
            <a:extLst>
              <a:ext uri="{FF2B5EF4-FFF2-40B4-BE49-F238E27FC236}">
                <a16:creationId xmlns:a16="http://schemas.microsoft.com/office/drawing/2014/main" id="{6C03AA15-7890-65F0-6CDD-DD763B9ABD7C}"/>
              </a:ext>
            </a:extLst>
          </p:cNvPr>
          <p:cNvPicPr>
            <a:picLocks noChangeAspect="1"/>
          </p:cNvPicPr>
          <p:nvPr/>
        </p:nvPicPr>
        <p:blipFill>
          <a:blip r:embed="rId29"/>
          <a:stretch>
            <a:fillRect/>
          </a:stretch>
        </p:blipFill>
        <p:spPr>
          <a:xfrm>
            <a:off x="6248894" y="2764562"/>
            <a:ext cx="409183" cy="430329"/>
          </a:xfrm>
          <a:prstGeom prst="rect">
            <a:avLst/>
          </a:prstGeom>
          <a:solidFill>
            <a:schemeClr val="tx1"/>
          </a:solidFill>
        </p:spPr>
      </p:pic>
      <p:pic>
        <p:nvPicPr>
          <p:cNvPr id="103" name="Grafik 102">
            <a:extLst>
              <a:ext uri="{FF2B5EF4-FFF2-40B4-BE49-F238E27FC236}">
                <a16:creationId xmlns:a16="http://schemas.microsoft.com/office/drawing/2014/main" id="{018B6749-856D-2BF2-28E7-5AE48892C776}"/>
              </a:ext>
            </a:extLst>
          </p:cNvPr>
          <p:cNvPicPr>
            <a:picLocks noChangeAspect="1"/>
          </p:cNvPicPr>
          <p:nvPr/>
        </p:nvPicPr>
        <p:blipFill>
          <a:blip r:embed="rId29"/>
          <a:stretch>
            <a:fillRect/>
          </a:stretch>
        </p:blipFill>
        <p:spPr>
          <a:xfrm>
            <a:off x="7039937" y="3354190"/>
            <a:ext cx="409183" cy="430329"/>
          </a:xfrm>
          <a:prstGeom prst="rect">
            <a:avLst/>
          </a:prstGeom>
          <a:solidFill>
            <a:schemeClr val="tx1"/>
          </a:solidFill>
        </p:spPr>
      </p:pic>
      <p:cxnSp>
        <p:nvCxnSpPr>
          <p:cNvPr id="112" name="Gerade Verbindung 132">
            <a:extLst>
              <a:ext uri="{FF2B5EF4-FFF2-40B4-BE49-F238E27FC236}">
                <a16:creationId xmlns:a16="http://schemas.microsoft.com/office/drawing/2014/main" id="{AC6ACDE9-F620-CD93-586C-4D1B37ED547B}"/>
              </a:ext>
            </a:extLst>
          </p:cNvPr>
          <p:cNvCxnSpPr>
            <a:cxnSpLocks/>
          </p:cNvCxnSpPr>
          <p:nvPr/>
        </p:nvCxnSpPr>
        <p:spPr bwMode="auto">
          <a:xfrm flipV="1">
            <a:off x="7016881" y="4948612"/>
            <a:ext cx="763050" cy="65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Rechteck 117">
            <a:extLst>
              <a:ext uri="{FF2B5EF4-FFF2-40B4-BE49-F238E27FC236}">
                <a16:creationId xmlns:a16="http://schemas.microsoft.com/office/drawing/2014/main" id="{3F767B4F-1178-1DA3-161F-E12537409D13}"/>
              </a:ext>
            </a:extLst>
          </p:cNvPr>
          <p:cNvSpPr/>
          <p:nvPr/>
        </p:nvSpPr>
        <p:spPr bwMode="auto">
          <a:xfrm rot="10800000">
            <a:off x="7406758" y="489026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120" name="Gerade Verbindung 132">
            <a:extLst>
              <a:ext uri="{FF2B5EF4-FFF2-40B4-BE49-F238E27FC236}">
                <a16:creationId xmlns:a16="http://schemas.microsoft.com/office/drawing/2014/main" id="{216BFB6F-B6BF-FF29-F195-B8C117A9CE06}"/>
              </a:ext>
            </a:extLst>
          </p:cNvPr>
          <p:cNvCxnSpPr>
            <a:cxnSpLocks/>
          </p:cNvCxnSpPr>
          <p:nvPr/>
        </p:nvCxnSpPr>
        <p:spPr bwMode="auto">
          <a:xfrm flipH="1" flipV="1">
            <a:off x="7468056" y="4995516"/>
            <a:ext cx="1000" cy="2880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3" name="Gruppieren 112">
            <a:extLst>
              <a:ext uri="{FF2B5EF4-FFF2-40B4-BE49-F238E27FC236}">
                <a16:creationId xmlns:a16="http://schemas.microsoft.com/office/drawing/2014/main" id="{5A89FF19-830D-F9F9-34D1-A6A6F0F2DCD4}"/>
              </a:ext>
            </a:extLst>
          </p:cNvPr>
          <p:cNvGrpSpPr>
            <a:grpSpLocks noChangeAspect="1"/>
          </p:cNvGrpSpPr>
          <p:nvPr/>
        </p:nvGrpSpPr>
        <p:grpSpPr>
          <a:xfrm>
            <a:off x="7406581" y="5149108"/>
            <a:ext cx="622420" cy="496651"/>
            <a:chOff x="4105359" y="1822075"/>
            <a:chExt cx="4583448" cy="3657299"/>
          </a:xfrm>
        </p:grpSpPr>
        <p:pic>
          <p:nvPicPr>
            <p:cNvPr id="114" name="product_simatic-s7-1500.png">
              <a:extLst>
                <a:ext uri="{FF2B5EF4-FFF2-40B4-BE49-F238E27FC236}">
                  <a16:creationId xmlns:a16="http://schemas.microsoft.com/office/drawing/2014/main" id="{0806BDC2-8F46-22A3-09EC-D86BA3DBAF80}"/>
                </a:ext>
              </a:extLst>
            </p:cNvPr>
            <p:cNvPicPr>
              <a:picLocks noChangeAspect="1"/>
            </p:cNvPicPr>
            <p:nvPr>
              <p:custDataLst>
                <p:tags r:id="rId23"/>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15" name="product_simatic-s7-1500.png">
              <a:extLst>
                <a:ext uri="{FF2B5EF4-FFF2-40B4-BE49-F238E27FC236}">
                  <a16:creationId xmlns:a16="http://schemas.microsoft.com/office/drawing/2014/main" id="{F30AB8E1-8957-DC47-2DA8-D7A826AAED0E}"/>
                </a:ext>
              </a:extLst>
            </p:cNvPr>
            <p:cNvPicPr>
              <a:picLocks noChangeAspect="1"/>
            </p:cNvPicPr>
            <p:nvPr>
              <p:custDataLst>
                <p:tags r:id="rId24"/>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16" name="product_simatic-s7-1500.png">
              <a:extLst>
                <a:ext uri="{FF2B5EF4-FFF2-40B4-BE49-F238E27FC236}">
                  <a16:creationId xmlns:a16="http://schemas.microsoft.com/office/drawing/2014/main" id="{1CEF1F60-184D-A97F-5333-DA06A184F8AE}"/>
                </a:ext>
              </a:extLst>
            </p:cNvPr>
            <p:cNvPicPr>
              <a:picLocks noChangeAspect="1"/>
            </p:cNvPicPr>
            <p:nvPr>
              <p:custDataLst>
                <p:tags r:id="rId25"/>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17" name="product_simatic-s7-1500.png">
              <a:extLst>
                <a:ext uri="{FF2B5EF4-FFF2-40B4-BE49-F238E27FC236}">
                  <a16:creationId xmlns:a16="http://schemas.microsoft.com/office/drawing/2014/main" id="{2A03371B-8517-62F6-E16C-8B88F95B22FF}"/>
                </a:ext>
              </a:extLst>
            </p:cNvPr>
            <p:cNvPicPr>
              <a:picLocks noChangeAspect="1"/>
            </p:cNvPicPr>
            <p:nvPr>
              <p:custDataLst>
                <p:tags r:id="rId26"/>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grpSp>
        <p:nvGrpSpPr>
          <p:cNvPr id="121" name="Gruppieren 120">
            <a:extLst>
              <a:ext uri="{FF2B5EF4-FFF2-40B4-BE49-F238E27FC236}">
                <a16:creationId xmlns:a16="http://schemas.microsoft.com/office/drawing/2014/main" id="{CD8E3D78-8E39-A18F-5C0D-068231823BE7}"/>
              </a:ext>
            </a:extLst>
          </p:cNvPr>
          <p:cNvGrpSpPr/>
          <p:nvPr/>
        </p:nvGrpSpPr>
        <p:grpSpPr>
          <a:xfrm>
            <a:off x="5063584" y="1479355"/>
            <a:ext cx="776765" cy="593257"/>
            <a:chOff x="5724048" y="2578894"/>
            <a:chExt cx="776765" cy="640557"/>
          </a:xfrm>
          <a:solidFill>
            <a:schemeClr val="tx1"/>
          </a:solidFill>
        </p:grpSpPr>
        <p:sp>
          <p:nvSpPr>
            <p:cNvPr id="122" name="Rechteck 121">
              <a:extLst>
                <a:ext uri="{FF2B5EF4-FFF2-40B4-BE49-F238E27FC236}">
                  <a16:creationId xmlns:a16="http://schemas.microsoft.com/office/drawing/2014/main" id="{96E3174C-4531-B56C-DCD2-AE0FBDF4B8CF}"/>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23" name="Gruppieren 122">
              <a:extLst>
                <a:ext uri="{FF2B5EF4-FFF2-40B4-BE49-F238E27FC236}">
                  <a16:creationId xmlns:a16="http://schemas.microsoft.com/office/drawing/2014/main" id="{FB1DD80E-4DED-C958-FC3D-2B0EC2855C6A}"/>
                </a:ext>
              </a:extLst>
            </p:cNvPr>
            <p:cNvGrpSpPr/>
            <p:nvPr/>
          </p:nvGrpSpPr>
          <p:grpSpPr>
            <a:xfrm>
              <a:off x="5724048" y="2578894"/>
              <a:ext cx="774297" cy="640310"/>
              <a:chOff x="5633257" y="2448326"/>
              <a:chExt cx="3891741" cy="2958295"/>
            </a:xfrm>
            <a:grpFill/>
          </p:grpSpPr>
          <p:pic>
            <p:nvPicPr>
              <p:cNvPr id="124" name="product_simatic-s7-1500.png">
                <a:extLst>
                  <a:ext uri="{FF2B5EF4-FFF2-40B4-BE49-F238E27FC236}">
                    <a16:creationId xmlns:a16="http://schemas.microsoft.com/office/drawing/2014/main" id="{49F71F6A-5104-4A47-EB5D-A8424F6F8E2C}"/>
                  </a:ext>
                </a:extLst>
              </p:cNvPr>
              <p:cNvPicPr>
                <a:picLocks noChangeAspect="1"/>
              </p:cNvPicPr>
              <p:nvPr>
                <p:custDataLst>
                  <p:tags r:id="rId20"/>
                </p:custDataLst>
              </p:nvPr>
            </p:nvPicPr>
            <p:blipFill rotWithShape="1">
              <a:blip r:embed="rId34"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25" name="product_simatic-s7-1500.png">
                <a:extLst>
                  <a:ext uri="{FF2B5EF4-FFF2-40B4-BE49-F238E27FC236}">
                    <a16:creationId xmlns:a16="http://schemas.microsoft.com/office/drawing/2014/main" id="{784E7A3F-8005-D053-663B-E543E7B49213}"/>
                  </a:ext>
                </a:extLst>
              </p:cNvPr>
              <p:cNvPicPr>
                <a:picLocks noChangeAspect="1"/>
              </p:cNvPicPr>
              <p:nvPr>
                <p:custDataLst>
                  <p:tags r:id="rId21"/>
                </p:custDataLst>
              </p:nvPr>
            </p:nvPicPr>
            <p:blipFill rotWithShape="1">
              <a:blip r:embed="rId35"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26" name="product_simatic-s7-1500.png">
                <a:extLst>
                  <a:ext uri="{FF2B5EF4-FFF2-40B4-BE49-F238E27FC236}">
                    <a16:creationId xmlns:a16="http://schemas.microsoft.com/office/drawing/2014/main" id="{13F088FB-5F2D-7CD1-4276-480C521A7437}"/>
                  </a:ext>
                </a:extLst>
              </p:cNvPr>
              <p:cNvPicPr>
                <a:picLocks noChangeAspect="1"/>
              </p:cNvPicPr>
              <p:nvPr>
                <p:custDataLst>
                  <p:tags r:id="rId22"/>
                </p:custDataLst>
              </p:nvPr>
            </p:nvPicPr>
            <p:blipFill rotWithShape="1">
              <a:blip r:embed="rId36"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sp>
        <p:nvSpPr>
          <p:cNvPr id="133" name="Textfeld 132">
            <a:extLst>
              <a:ext uri="{FF2B5EF4-FFF2-40B4-BE49-F238E27FC236}">
                <a16:creationId xmlns:a16="http://schemas.microsoft.com/office/drawing/2014/main" id="{2A65E01C-F57A-900F-CD65-5C880AA15563}"/>
              </a:ext>
            </a:extLst>
          </p:cNvPr>
          <p:cNvSpPr txBox="1"/>
          <p:nvPr/>
        </p:nvSpPr>
        <p:spPr>
          <a:xfrm>
            <a:off x="5063585" y="1269504"/>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134" name="Textfeld 133">
            <a:extLst>
              <a:ext uri="{FF2B5EF4-FFF2-40B4-BE49-F238E27FC236}">
                <a16:creationId xmlns:a16="http://schemas.microsoft.com/office/drawing/2014/main" id="{7D12D465-C8A9-B8F0-B527-1AF02EBFA50E}"/>
              </a:ext>
            </a:extLst>
          </p:cNvPr>
          <p:cNvSpPr txBox="1"/>
          <p:nvPr/>
        </p:nvSpPr>
        <p:spPr>
          <a:xfrm>
            <a:off x="6276035" y="1267380"/>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135" name="Gerader Verbinder 134">
            <a:extLst>
              <a:ext uri="{FF2B5EF4-FFF2-40B4-BE49-F238E27FC236}">
                <a16:creationId xmlns:a16="http://schemas.microsoft.com/office/drawing/2014/main" id="{508BF396-0225-1EF0-77DD-2D8270C6CCA0}"/>
              </a:ext>
            </a:extLst>
          </p:cNvPr>
          <p:cNvCxnSpPr>
            <a:cxnSpLocks/>
            <a:stCxn id="125" idx="3"/>
            <a:endCxn id="132" idx="1"/>
          </p:cNvCxnSpPr>
          <p:nvPr/>
        </p:nvCxnSpPr>
        <p:spPr>
          <a:xfrm>
            <a:off x="5837881" y="1775869"/>
            <a:ext cx="43994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36" name="Rechteck 135">
            <a:extLst>
              <a:ext uri="{FF2B5EF4-FFF2-40B4-BE49-F238E27FC236}">
                <a16:creationId xmlns:a16="http://schemas.microsoft.com/office/drawing/2014/main" id="{2A0400BE-B4D2-911E-5EB4-9F49AA61F099}"/>
              </a:ext>
            </a:extLst>
          </p:cNvPr>
          <p:cNvSpPr/>
          <p:nvPr/>
        </p:nvSpPr>
        <p:spPr>
          <a:xfrm>
            <a:off x="5108490" y="152604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7" name="Rechteck 136">
            <a:extLst>
              <a:ext uri="{FF2B5EF4-FFF2-40B4-BE49-F238E27FC236}">
                <a16:creationId xmlns:a16="http://schemas.microsoft.com/office/drawing/2014/main" id="{C2025598-4897-AE5C-B6C3-8B1189844938}"/>
              </a:ext>
            </a:extLst>
          </p:cNvPr>
          <p:cNvSpPr/>
          <p:nvPr/>
        </p:nvSpPr>
        <p:spPr>
          <a:xfrm>
            <a:off x="6315418" y="152604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138" name="Gerade Verbindung 132">
            <a:extLst>
              <a:ext uri="{FF2B5EF4-FFF2-40B4-BE49-F238E27FC236}">
                <a16:creationId xmlns:a16="http://schemas.microsoft.com/office/drawing/2014/main" id="{46F18DFD-A2AC-189F-EEE0-0AB3B5BE09DF}"/>
              </a:ext>
            </a:extLst>
          </p:cNvPr>
          <p:cNvCxnSpPr>
            <a:cxnSpLocks/>
            <a:stCxn id="139" idx="2"/>
          </p:cNvCxnSpPr>
          <p:nvPr/>
        </p:nvCxnSpPr>
        <p:spPr bwMode="auto">
          <a:xfrm flipV="1">
            <a:off x="6672651" y="1832330"/>
            <a:ext cx="0" cy="64261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Rechteck 138">
            <a:extLst>
              <a:ext uri="{FF2B5EF4-FFF2-40B4-BE49-F238E27FC236}">
                <a16:creationId xmlns:a16="http://schemas.microsoft.com/office/drawing/2014/main" id="{3BAA80EC-33B0-682F-6479-66087FB9B98E}"/>
              </a:ext>
            </a:extLst>
          </p:cNvPr>
          <p:cNvSpPr/>
          <p:nvPr/>
        </p:nvSpPr>
        <p:spPr bwMode="auto">
          <a:xfrm rot="10800000">
            <a:off x="6609651" y="2474945"/>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127" name="Gruppieren 126">
            <a:extLst>
              <a:ext uri="{FF2B5EF4-FFF2-40B4-BE49-F238E27FC236}">
                <a16:creationId xmlns:a16="http://schemas.microsoft.com/office/drawing/2014/main" id="{C590C4AC-61BD-FA7F-7D6D-BA181B9A0D29}"/>
              </a:ext>
            </a:extLst>
          </p:cNvPr>
          <p:cNvGrpSpPr/>
          <p:nvPr/>
        </p:nvGrpSpPr>
        <p:grpSpPr>
          <a:xfrm>
            <a:off x="6277828" y="1479355"/>
            <a:ext cx="776765" cy="593257"/>
            <a:chOff x="5724048" y="2578894"/>
            <a:chExt cx="776765" cy="640557"/>
          </a:xfrm>
          <a:solidFill>
            <a:schemeClr val="tx1"/>
          </a:solidFill>
        </p:grpSpPr>
        <p:sp>
          <p:nvSpPr>
            <p:cNvPr id="128" name="Rechteck 127">
              <a:extLst>
                <a:ext uri="{FF2B5EF4-FFF2-40B4-BE49-F238E27FC236}">
                  <a16:creationId xmlns:a16="http://schemas.microsoft.com/office/drawing/2014/main" id="{D57558B7-960E-51B6-ABF5-05E564748C9F}"/>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29" name="Gruppieren 128">
              <a:extLst>
                <a:ext uri="{FF2B5EF4-FFF2-40B4-BE49-F238E27FC236}">
                  <a16:creationId xmlns:a16="http://schemas.microsoft.com/office/drawing/2014/main" id="{2A53FD23-7C01-CCD1-13C8-9A4EA8485E0E}"/>
                </a:ext>
              </a:extLst>
            </p:cNvPr>
            <p:cNvGrpSpPr/>
            <p:nvPr/>
          </p:nvGrpSpPr>
          <p:grpSpPr>
            <a:xfrm>
              <a:off x="5724048" y="2578894"/>
              <a:ext cx="774297" cy="640310"/>
              <a:chOff x="5633257" y="2448326"/>
              <a:chExt cx="3891741" cy="2958295"/>
            </a:xfrm>
            <a:grpFill/>
          </p:grpSpPr>
          <p:pic>
            <p:nvPicPr>
              <p:cNvPr id="130" name="product_simatic-s7-1500.png">
                <a:extLst>
                  <a:ext uri="{FF2B5EF4-FFF2-40B4-BE49-F238E27FC236}">
                    <a16:creationId xmlns:a16="http://schemas.microsoft.com/office/drawing/2014/main" id="{03EF8ACD-D721-BD17-8DDC-B273DB8F9A47}"/>
                  </a:ext>
                </a:extLst>
              </p:cNvPr>
              <p:cNvPicPr>
                <a:picLocks noChangeAspect="1"/>
              </p:cNvPicPr>
              <p:nvPr>
                <p:custDataLst>
                  <p:tags r:id="rId17"/>
                </p:custDataLst>
              </p:nvPr>
            </p:nvPicPr>
            <p:blipFill rotWithShape="1">
              <a:blip r:embed="rId34"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31" name="product_simatic-s7-1500.png">
                <a:extLst>
                  <a:ext uri="{FF2B5EF4-FFF2-40B4-BE49-F238E27FC236}">
                    <a16:creationId xmlns:a16="http://schemas.microsoft.com/office/drawing/2014/main" id="{68DF4674-DE70-2B6B-1300-47B95D6BC6D4}"/>
                  </a:ext>
                </a:extLst>
              </p:cNvPr>
              <p:cNvPicPr>
                <a:picLocks noChangeAspect="1"/>
              </p:cNvPicPr>
              <p:nvPr>
                <p:custDataLst>
                  <p:tags r:id="rId18"/>
                </p:custDataLst>
              </p:nvPr>
            </p:nvPicPr>
            <p:blipFill rotWithShape="1">
              <a:blip r:embed="rId35"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32" name="product_simatic-s7-1500.png">
                <a:extLst>
                  <a:ext uri="{FF2B5EF4-FFF2-40B4-BE49-F238E27FC236}">
                    <a16:creationId xmlns:a16="http://schemas.microsoft.com/office/drawing/2014/main" id="{79284615-71FE-4114-70E5-709E78C7F327}"/>
                  </a:ext>
                </a:extLst>
              </p:cNvPr>
              <p:cNvPicPr>
                <a:picLocks noChangeAspect="1"/>
              </p:cNvPicPr>
              <p:nvPr>
                <p:custDataLst>
                  <p:tags r:id="rId19"/>
                </p:custDataLst>
              </p:nvPr>
            </p:nvPicPr>
            <p:blipFill rotWithShape="1">
              <a:blip r:embed="rId36"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sp>
        <p:nvSpPr>
          <p:cNvPr id="52" name="Rechteck 51">
            <a:extLst>
              <a:ext uri="{FF2B5EF4-FFF2-40B4-BE49-F238E27FC236}">
                <a16:creationId xmlns:a16="http://schemas.microsoft.com/office/drawing/2014/main" id="{187F2CE5-DEE3-E8C4-90F8-AE1F477EDCD4}"/>
              </a:ext>
            </a:extLst>
          </p:cNvPr>
          <p:cNvSpPr/>
          <p:nvPr/>
        </p:nvSpPr>
        <p:spPr bwMode="auto">
          <a:xfrm rot="10800000">
            <a:off x="5433542" y="230302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41" name="Rechteck 140">
            <a:extLst>
              <a:ext uri="{FF2B5EF4-FFF2-40B4-BE49-F238E27FC236}">
                <a16:creationId xmlns:a16="http://schemas.microsoft.com/office/drawing/2014/main" id="{3B00F7C7-88E8-BC5C-C6EF-E6AC82DFC8DC}"/>
              </a:ext>
            </a:extLst>
          </p:cNvPr>
          <p:cNvSpPr/>
          <p:nvPr/>
        </p:nvSpPr>
        <p:spPr>
          <a:xfrm>
            <a:off x="6315417" y="152604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3" name="Textfeld 142">
            <a:extLst>
              <a:ext uri="{FF2B5EF4-FFF2-40B4-BE49-F238E27FC236}">
                <a16:creationId xmlns:a16="http://schemas.microsoft.com/office/drawing/2014/main" id="{CB97B5B9-79DE-2A0A-9411-525EA3FEC236}"/>
              </a:ext>
            </a:extLst>
          </p:cNvPr>
          <p:cNvSpPr txBox="1"/>
          <p:nvPr/>
        </p:nvSpPr>
        <p:spPr>
          <a:xfrm>
            <a:off x="5775930" y="4772147"/>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Y-Switch</a:t>
            </a:r>
            <a:endParaRPr lang="en-US" dirty="0"/>
          </a:p>
        </p:txBody>
      </p:sp>
      <p:cxnSp>
        <p:nvCxnSpPr>
          <p:cNvPr id="145" name="Gerade Verbindung 132">
            <a:extLst>
              <a:ext uri="{FF2B5EF4-FFF2-40B4-BE49-F238E27FC236}">
                <a16:creationId xmlns:a16="http://schemas.microsoft.com/office/drawing/2014/main" id="{03FDDC2A-9DBC-36A3-6625-B699BD265C3A}"/>
              </a:ext>
            </a:extLst>
          </p:cNvPr>
          <p:cNvCxnSpPr>
            <a:cxnSpLocks/>
            <a:stCxn id="190" idx="2"/>
          </p:cNvCxnSpPr>
          <p:nvPr/>
        </p:nvCxnSpPr>
        <p:spPr bwMode="auto">
          <a:xfrm flipH="1" flipV="1">
            <a:off x="8615436" y="2009922"/>
            <a:ext cx="2988" cy="30129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Textfeld 157">
            <a:extLst>
              <a:ext uri="{FF2B5EF4-FFF2-40B4-BE49-F238E27FC236}">
                <a16:creationId xmlns:a16="http://schemas.microsoft.com/office/drawing/2014/main" id="{D78C26AE-026A-B87E-6C43-B93C2BC9A1F2}"/>
              </a:ext>
            </a:extLst>
          </p:cNvPr>
          <p:cNvSpPr txBox="1"/>
          <p:nvPr/>
        </p:nvSpPr>
        <p:spPr>
          <a:xfrm>
            <a:off x="8708709" y="3222139"/>
            <a:ext cx="916656" cy="307777"/>
          </a:xfrm>
          <a:prstGeom prst="rect">
            <a:avLst/>
          </a:prstGeom>
          <a:noFill/>
        </p:spPr>
        <p:txBody>
          <a:bodyPr wrap="square">
            <a:spAutoFit/>
          </a:bodyPr>
          <a:lstStyle/>
          <a:p>
            <a:pPr algn="ctr"/>
            <a:r>
              <a:rPr lang="en-US" sz="1400" b="1" dirty="0">
                <a:solidFill>
                  <a:schemeClr val="bg1"/>
                </a:solidFill>
              </a:rPr>
              <a:t>Switch</a:t>
            </a:r>
          </a:p>
        </p:txBody>
      </p:sp>
      <p:sp>
        <p:nvSpPr>
          <p:cNvPr id="159" name="Rechteck: abgerundete Ecken 158">
            <a:extLst>
              <a:ext uri="{FF2B5EF4-FFF2-40B4-BE49-F238E27FC236}">
                <a16:creationId xmlns:a16="http://schemas.microsoft.com/office/drawing/2014/main" id="{88758A0F-C7A9-8DA5-4D8E-83D860981E2B}"/>
              </a:ext>
            </a:extLst>
          </p:cNvPr>
          <p:cNvSpPr/>
          <p:nvPr/>
        </p:nvSpPr>
        <p:spPr>
          <a:xfrm>
            <a:off x="8131908" y="2545389"/>
            <a:ext cx="2234502" cy="1678790"/>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60" name="Rechteck: abgerundete Ecken 159">
            <a:extLst>
              <a:ext uri="{FF2B5EF4-FFF2-40B4-BE49-F238E27FC236}">
                <a16:creationId xmlns:a16="http://schemas.microsoft.com/office/drawing/2014/main" id="{018B0BB4-76F7-52EE-3150-89303BAD66DE}"/>
              </a:ext>
            </a:extLst>
          </p:cNvPr>
          <p:cNvSpPr/>
          <p:nvPr/>
        </p:nvSpPr>
        <p:spPr>
          <a:xfrm>
            <a:off x="8013969" y="2368159"/>
            <a:ext cx="1541590" cy="1669293"/>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grpSp>
        <p:nvGrpSpPr>
          <p:cNvPr id="171" name="Gruppieren 170">
            <a:extLst>
              <a:ext uri="{FF2B5EF4-FFF2-40B4-BE49-F238E27FC236}">
                <a16:creationId xmlns:a16="http://schemas.microsoft.com/office/drawing/2014/main" id="{0780B0E3-FF1C-E7C6-E675-E6079E4FFE7A}"/>
              </a:ext>
            </a:extLst>
          </p:cNvPr>
          <p:cNvGrpSpPr/>
          <p:nvPr/>
        </p:nvGrpSpPr>
        <p:grpSpPr>
          <a:xfrm>
            <a:off x="8185466" y="1487545"/>
            <a:ext cx="776765" cy="593257"/>
            <a:chOff x="5724048" y="2578894"/>
            <a:chExt cx="776765" cy="640557"/>
          </a:xfrm>
          <a:solidFill>
            <a:schemeClr val="tx1"/>
          </a:solidFill>
        </p:grpSpPr>
        <p:sp>
          <p:nvSpPr>
            <p:cNvPr id="172" name="Rechteck 171">
              <a:extLst>
                <a:ext uri="{FF2B5EF4-FFF2-40B4-BE49-F238E27FC236}">
                  <a16:creationId xmlns:a16="http://schemas.microsoft.com/office/drawing/2014/main" id="{BB32ABFB-ACB9-CECE-D251-BEC28442799A}"/>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73" name="Gruppieren 172">
              <a:extLst>
                <a:ext uri="{FF2B5EF4-FFF2-40B4-BE49-F238E27FC236}">
                  <a16:creationId xmlns:a16="http://schemas.microsoft.com/office/drawing/2014/main" id="{5B4EBE80-3F48-81FB-1F71-C6C47710F8B4}"/>
                </a:ext>
              </a:extLst>
            </p:cNvPr>
            <p:cNvGrpSpPr/>
            <p:nvPr/>
          </p:nvGrpSpPr>
          <p:grpSpPr>
            <a:xfrm>
              <a:off x="5724048" y="2578894"/>
              <a:ext cx="774297" cy="640310"/>
              <a:chOff x="5633257" y="2448326"/>
              <a:chExt cx="3891741" cy="2958295"/>
            </a:xfrm>
            <a:grpFill/>
          </p:grpSpPr>
          <p:pic>
            <p:nvPicPr>
              <p:cNvPr id="174" name="product_simatic-s7-1500.png">
                <a:extLst>
                  <a:ext uri="{FF2B5EF4-FFF2-40B4-BE49-F238E27FC236}">
                    <a16:creationId xmlns:a16="http://schemas.microsoft.com/office/drawing/2014/main" id="{BFC815ED-7448-AF39-9D8D-8104D6546162}"/>
                  </a:ext>
                </a:extLst>
              </p:cNvPr>
              <p:cNvPicPr>
                <a:picLocks noChangeAspect="1"/>
              </p:cNvPicPr>
              <p:nvPr>
                <p:custDataLst>
                  <p:tags r:id="rId14"/>
                </p:custDataLst>
              </p:nvPr>
            </p:nvPicPr>
            <p:blipFill rotWithShape="1">
              <a:blip r:embed="rId34"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75" name="product_simatic-s7-1500.png">
                <a:extLst>
                  <a:ext uri="{FF2B5EF4-FFF2-40B4-BE49-F238E27FC236}">
                    <a16:creationId xmlns:a16="http://schemas.microsoft.com/office/drawing/2014/main" id="{3AE3D966-73D4-981A-0E79-8B4E8215F955}"/>
                  </a:ext>
                </a:extLst>
              </p:cNvPr>
              <p:cNvPicPr>
                <a:picLocks noChangeAspect="1"/>
              </p:cNvPicPr>
              <p:nvPr>
                <p:custDataLst>
                  <p:tags r:id="rId15"/>
                </p:custDataLst>
              </p:nvPr>
            </p:nvPicPr>
            <p:blipFill rotWithShape="1">
              <a:blip r:embed="rId35"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76" name="product_simatic-s7-1500.png">
                <a:extLst>
                  <a:ext uri="{FF2B5EF4-FFF2-40B4-BE49-F238E27FC236}">
                    <a16:creationId xmlns:a16="http://schemas.microsoft.com/office/drawing/2014/main" id="{3C913B4E-6D4D-C69F-066E-3113D06A0901}"/>
                  </a:ext>
                </a:extLst>
              </p:cNvPr>
              <p:cNvPicPr>
                <a:picLocks noChangeAspect="1"/>
              </p:cNvPicPr>
              <p:nvPr>
                <p:custDataLst>
                  <p:tags r:id="rId16"/>
                </p:custDataLst>
              </p:nvPr>
            </p:nvPicPr>
            <p:blipFill rotWithShape="1">
              <a:blip r:embed="rId36"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sp>
        <p:nvSpPr>
          <p:cNvPr id="177" name="Textfeld 176">
            <a:extLst>
              <a:ext uri="{FF2B5EF4-FFF2-40B4-BE49-F238E27FC236}">
                <a16:creationId xmlns:a16="http://schemas.microsoft.com/office/drawing/2014/main" id="{9BF3B808-31B9-18B9-E96E-7051CC348BFB}"/>
              </a:ext>
            </a:extLst>
          </p:cNvPr>
          <p:cNvSpPr txBox="1"/>
          <p:nvPr/>
        </p:nvSpPr>
        <p:spPr>
          <a:xfrm>
            <a:off x="8185467" y="1277694"/>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178" name="Textfeld 177">
            <a:extLst>
              <a:ext uri="{FF2B5EF4-FFF2-40B4-BE49-F238E27FC236}">
                <a16:creationId xmlns:a16="http://schemas.microsoft.com/office/drawing/2014/main" id="{E3DC4D0E-D98F-F9D9-F418-A7201F4E0D22}"/>
              </a:ext>
            </a:extLst>
          </p:cNvPr>
          <p:cNvSpPr txBox="1"/>
          <p:nvPr/>
        </p:nvSpPr>
        <p:spPr>
          <a:xfrm>
            <a:off x="9397917" y="1275570"/>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179" name="Gerader Verbinder 178">
            <a:extLst>
              <a:ext uri="{FF2B5EF4-FFF2-40B4-BE49-F238E27FC236}">
                <a16:creationId xmlns:a16="http://schemas.microsoft.com/office/drawing/2014/main" id="{8B13D0C0-77C9-4A9C-0B6E-2B02FC765DEC}"/>
              </a:ext>
            </a:extLst>
          </p:cNvPr>
          <p:cNvCxnSpPr>
            <a:cxnSpLocks/>
            <a:stCxn id="175" idx="3"/>
            <a:endCxn id="189" idx="1"/>
          </p:cNvCxnSpPr>
          <p:nvPr/>
        </p:nvCxnSpPr>
        <p:spPr>
          <a:xfrm>
            <a:off x="8959763" y="1784059"/>
            <a:ext cx="43994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80" name="Rechteck 179">
            <a:extLst>
              <a:ext uri="{FF2B5EF4-FFF2-40B4-BE49-F238E27FC236}">
                <a16:creationId xmlns:a16="http://schemas.microsoft.com/office/drawing/2014/main" id="{9C7A9E7F-B3CE-7929-46F4-2FFC5EA3C4D4}"/>
              </a:ext>
            </a:extLst>
          </p:cNvPr>
          <p:cNvSpPr/>
          <p:nvPr/>
        </p:nvSpPr>
        <p:spPr>
          <a:xfrm>
            <a:off x="8230372" y="153423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81" name="Rechteck 180">
            <a:extLst>
              <a:ext uri="{FF2B5EF4-FFF2-40B4-BE49-F238E27FC236}">
                <a16:creationId xmlns:a16="http://schemas.microsoft.com/office/drawing/2014/main" id="{FE96AC31-CEE0-F88D-F7A5-63C273F1C2E0}"/>
              </a:ext>
            </a:extLst>
          </p:cNvPr>
          <p:cNvSpPr/>
          <p:nvPr/>
        </p:nvSpPr>
        <p:spPr>
          <a:xfrm>
            <a:off x="9437300" y="153423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182" name="Gerade Verbindung 132">
            <a:extLst>
              <a:ext uri="{FF2B5EF4-FFF2-40B4-BE49-F238E27FC236}">
                <a16:creationId xmlns:a16="http://schemas.microsoft.com/office/drawing/2014/main" id="{D1127672-DF53-BE5A-5B62-FD5D7E39E917}"/>
              </a:ext>
            </a:extLst>
          </p:cNvPr>
          <p:cNvCxnSpPr>
            <a:cxnSpLocks/>
            <a:stCxn id="183" idx="2"/>
          </p:cNvCxnSpPr>
          <p:nvPr/>
        </p:nvCxnSpPr>
        <p:spPr bwMode="auto">
          <a:xfrm flipV="1">
            <a:off x="9794533" y="1840520"/>
            <a:ext cx="0" cy="64261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Rechteck 182">
            <a:extLst>
              <a:ext uri="{FF2B5EF4-FFF2-40B4-BE49-F238E27FC236}">
                <a16:creationId xmlns:a16="http://schemas.microsoft.com/office/drawing/2014/main" id="{C4892170-429D-C749-F81D-0C89F568C216}"/>
              </a:ext>
            </a:extLst>
          </p:cNvPr>
          <p:cNvSpPr/>
          <p:nvPr/>
        </p:nvSpPr>
        <p:spPr bwMode="auto">
          <a:xfrm rot="10800000">
            <a:off x="9731533" y="2483135"/>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184" name="Gruppieren 183">
            <a:extLst>
              <a:ext uri="{FF2B5EF4-FFF2-40B4-BE49-F238E27FC236}">
                <a16:creationId xmlns:a16="http://schemas.microsoft.com/office/drawing/2014/main" id="{7E455BFA-EB26-6252-5177-B2B0CB2361E9}"/>
              </a:ext>
            </a:extLst>
          </p:cNvPr>
          <p:cNvGrpSpPr/>
          <p:nvPr/>
        </p:nvGrpSpPr>
        <p:grpSpPr>
          <a:xfrm>
            <a:off x="9399710" y="1487545"/>
            <a:ext cx="776765" cy="593257"/>
            <a:chOff x="5724048" y="2578894"/>
            <a:chExt cx="776765" cy="640557"/>
          </a:xfrm>
          <a:solidFill>
            <a:schemeClr val="tx1"/>
          </a:solidFill>
        </p:grpSpPr>
        <p:sp>
          <p:nvSpPr>
            <p:cNvPr id="185" name="Rechteck 184">
              <a:extLst>
                <a:ext uri="{FF2B5EF4-FFF2-40B4-BE49-F238E27FC236}">
                  <a16:creationId xmlns:a16="http://schemas.microsoft.com/office/drawing/2014/main" id="{4C6346DE-F83A-78B1-0483-376C4A87D718}"/>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86" name="Gruppieren 185">
              <a:extLst>
                <a:ext uri="{FF2B5EF4-FFF2-40B4-BE49-F238E27FC236}">
                  <a16:creationId xmlns:a16="http://schemas.microsoft.com/office/drawing/2014/main" id="{1E3E327F-2A92-39F1-0803-DA0FACC6D402}"/>
                </a:ext>
              </a:extLst>
            </p:cNvPr>
            <p:cNvGrpSpPr/>
            <p:nvPr/>
          </p:nvGrpSpPr>
          <p:grpSpPr>
            <a:xfrm>
              <a:off x="5724048" y="2578894"/>
              <a:ext cx="774297" cy="640310"/>
              <a:chOff x="5633257" y="2448326"/>
              <a:chExt cx="3891741" cy="2958295"/>
            </a:xfrm>
            <a:grpFill/>
          </p:grpSpPr>
          <p:pic>
            <p:nvPicPr>
              <p:cNvPr id="187" name="product_simatic-s7-1500.png">
                <a:extLst>
                  <a:ext uri="{FF2B5EF4-FFF2-40B4-BE49-F238E27FC236}">
                    <a16:creationId xmlns:a16="http://schemas.microsoft.com/office/drawing/2014/main" id="{3BCD1920-C6BA-AA78-0324-5DD7DEF15DC6}"/>
                  </a:ext>
                </a:extLst>
              </p:cNvPr>
              <p:cNvPicPr>
                <a:picLocks noChangeAspect="1"/>
              </p:cNvPicPr>
              <p:nvPr>
                <p:custDataLst>
                  <p:tags r:id="rId11"/>
                </p:custDataLst>
              </p:nvPr>
            </p:nvPicPr>
            <p:blipFill rotWithShape="1">
              <a:blip r:embed="rId34"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88" name="product_simatic-s7-1500.png">
                <a:extLst>
                  <a:ext uri="{FF2B5EF4-FFF2-40B4-BE49-F238E27FC236}">
                    <a16:creationId xmlns:a16="http://schemas.microsoft.com/office/drawing/2014/main" id="{9A395203-03B6-B5FC-9B93-0EB837A8F57D}"/>
                  </a:ext>
                </a:extLst>
              </p:cNvPr>
              <p:cNvPicPr>
                <a:picLocks noChangeAspect="1"/>
              </p:cNvPicPr>
              <p:nvPr>
                <p:custDataLst>
                  <p:tags r:id="rId12"/>
                </p:custDataLst>
              </p:nvPr>
            </p:nvPicPr>
            <p:blipFill rotWithShape="1">
              <a:blip r:embed="rId35"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89" name="product_simatic-s7-1500.png">
                <a:extLst>
                  <a:ext uri="{FF2B5EF4-FFF2-40B4-BE49-F238E27FC236}">
                    <a16:creationId xmlns:a16="http://schemas.microsoft.com/office/drawing/2014/main" id="{6C649A35-88C8-0992-FDFA-571FB4AECFF2}"/>
                  </a:ext>
                </a:extLst>
              </p:cNvPr>
              <p:cNvPicPr>
                <a:picLocks noChangeAspect="1"/>
              </p:cNvPicPr>
              <p:nvPr>
                <p:custDataLst>
                  <p:tags r:id="rId13"/>
                </p:custDataLst>
              </p:nvPr>
            </p:nvPicPr>
            <p:blipFill rotWithShape="1">
              <a:blip r:embed="rId36"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sp>
        <p:nvSpPr>
          <p:cNvPr id="190" name="Rechteck 189">
            <a:extLst>
              <a:ext uri="{FF2B5EF4-FFF2-40B4-BE49-F238E27FC236}">
                <a16:creationId xmlns:a16="http://schemas.microsoft.com/office/drawing/2014/main" id="{07D6D238-2106-CF5D-E0DF-2F8C2F637D7B}"/>
              </a:ext>
            </a:extLst>
          </p:cNvPr>
          <p:cNvSpPr/>
          <p:nvPr/>
        </p:nvSpPr>
        <p:spPr bwMode="auto">
          <a:xfrm rot="10800000">
            <a:off x="8555424" y="231121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91" name="Rechteck 190">
            <a:extLst>
              <a:ext uri="{FF2B5EF4-FFF2-40B4-BE49-F238E27FC236}">
                <a16:creationId xmlns:a16="http://schemas.microsoft.com/office/drawing/2014/main" id="{57C12292-E060-E1DE-D2F0-A96EF0AFB20F}"/>
              </a:ext>
            </a:extLst>
          </p:cNvPr>
          <p:cNvSpPr/>
          <p:nvPr/>
        </p:nvSpPr>
        <p:spPr>
          <a:xfrm>
            <a:off x="9437299" y="153423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93" name="Ellipse 192">
            <a:extLst>
              <a:ext uri="{FF2B5EF4-FFF2-40B4-BE49-F238E27FC236}">
                <a16:creationId xmlns:a16="http://schemas.microsoft.com/office/drawing/2014/main" id="{199D75AE-250A-B64A-711E-CB0AFB724DB2}"/>
              </a:ext>
            </a:extLst>
          </p:cNvPr>
          <p:cNvSpPr/>
          <p:nvPr/>
        </p:nvSpPr>
        <p:spPr>
          <a:xfrm>
            <a:off x="9567134" y="4324809"/>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94" name="product_distributed-io.png">
            <a:extLst>
              <a:ext uri="{FF2B5EF4-FFF2-40B4-BE49-F238E27FC236}">
                <a16:creationId xmlns:a16="http://schemas.microsoft.com/office/drawing/2014/main" id="{E1494288-B236-231D-F5E0-B0A236147268}"/>
              </a:ext>
            </a:extLst>
          </p:cNvPr>
          <p:cNvPicPr>
            <a:picLocks noChangeAspect="1"/>
          </p:cNvPicPr>
          <p:nvPr>
            <p:custDataLst>
              <p:tags r:id="rId3"/>
            </p:custDataLst>
          </p:nvPr>
        </p:nvPicPr>
        <p:blipFill rotWithShape="1">
          <a:blip r:embed="rId28">
            <a:extLst>
              <a:ext uri="{28A0092B-C50C-407E-A947-70E740481C1C}">
                <a14:useLocalDpi xmlns:a14="http://schemas.microsoft.com/office/drawing/2010/main" val="0"/>
              </a:ext>
            </a:extLst>
          </a:blip>
          <a:srcRect l="681" t="335" r="65973" b="1032"/>
          <a:stretch/>
        </p:blipFill>
        <p:spPr>
          <a:xfrm>
            <a:off x="9964647" y="4534134"/>
            <a:ext cx="151812" cy="415878"/>
          </a:xfrm>
          <a:prstGeom prst="rect">
            <a:avLst/>
          </a:prstGeom>
        </p:spPr>
      </p:pic>
      <p:pic>
        <p:nvPicPr>
          <p:cNvPr id="195" name="product_distributed-io.png">
            <a:extLst>
              <a:ext uri="{FF2B5EF4-FFF2-40B4-BE49-F238E27FC236}">
                <a16:creationId xmlns:a16="http://schemas.microsoft.com/office/drawing/2014/main" id="{84301769-7961-5333-EFD6-31049AFD0A4C}"/>
              </a:ext>
            </a:extLst>
          </p:cNvPr>
          <p:cNvPicPr>
            <a:picLocks noChangeAspect="1"/>
          </p:cNvPicPr>
          <p:nvPr>
            <p:custDataLst>
              <p:tags r:id="rId4"/>
            </p:custDataLst>
          </p:nvPr>
        </p:nvPicPr>
        <p:blipFill rotWithShape="1">
          <a:blip r:embed="rId28">
            <a:extLst>
              <a:ext uri="{28A0092B-C50C-407E-A947-70E740481C1C}">
                <a14:useLocalDpi xmlns:a14="http://schemas.microsoft.com/office/drawing/2010/main" val="0"/>
              </a:ext>
            </a:extLst>
          </a:blip>
          <a:srcRect l="681" t="335" r="65973" b="1032"/>
          <a:stretch/>
        </p:blipFill>
        <p:spPr>
          <a:xfrm>
            <a:off x="9793240" y="4534134"/>
            <a:ext cx="151812" cy="415878"/>
          </a:xfrm>
          <a:prstGeom prst="rect">
            <a:avLst/>
          </a:prstGeom>
        </p:spPr>
      </p:pic>
      <p:sp>
        <p:nvSpPr>
          <p:cNvPr id="196" name="Rechteck 195">
            <a:extLst>
              <a:ext uri="{FF2B5EF4-FFF2-40B4-BE49-F238E27FC236}">
                <a16:creationId xmlns:a16="http://schemas.microsoft.com/office/drawing/2014/main" id="{635A2472-32D2-F1B1-7427-8D4ADE5D8710}"/>
              </a:ext>
            </a:extLst>
          </p:cNvPr>
          <p:cNvSpPr/>
          <p:nvPr/>
        </p:nvSpPr>
        <p:spPr>
          <a:xfrm>
            <a:off x="9378399" y="2673733"/>
            <a:ext cx="350109" cy="430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97" name="Grafik 196">
            <a:extLst>
              <a:ext uri="{FF2B5EF4-FFF2-40B4-BE49-F238E27FC236}">
                <a16:creationId xmlns:a16="http://schemas.microsoft.com/office/drawing/2014/main" id="{2A9ECE62-B542-07B5-3879-A11C8AAF6692}"/>
              </a:ext>
            </a:extLst>
          </p:cNvPr>
          <p:cNvPicPr>
            <a:picLocks noChangeAspect="1"/>
          </p:cNvPicPr>
          <p:nvPr/>
        </p:nvPicPr>
        <p:blipFill>
          <a:blip r:embed="rId29"/>
          <a:stretch>
            <a:fillRect/>
          </a:stretch>
        </p:blipFill>
        <p:spPr>
          <a:xfrm>
            <a:off x="9348472" y="2674008"/>
            <a:ext cx="409183" cy="430329"/>
          </a:xfrm>
          <a:prstGeom prst="rect">
            <a:avLst/>
          </a:prstGeom>
          <a:solidFill>
            <a:schemeClr val="tx1"/>
          </a:solidFill>
        </p:spPr>
      </p:pic>
      <p:sp>
        <p:nvSpPr>
          <p:cNvPr id="198" name="Rechteck 197">
            <a:extLst>
              <a:ext uri="{FF2B5EF4-FFF2-40B4-BE49-F238E27FC236}">
                <a16:creationId xmlns:a16="http://schemas.microsoft.com/office/drawing/2014/main" id="{BCA580B2-1235-B870-A047-21A4AB975BCA}"/>
              </a:ext>
            </a:extLst>
          </p:cNvPr>
          <p:cNvSpPr/>
          <p:nvPr/>
        </p:nvSpPr>
        <p:spPr bwMode="auto">
          <a:xfrm rot="10800000">
            <a:off x="9517872" y="3068200"/>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99" name="Rechteck 198">
            <a:extLst>
              <a:ext uri="{FF2B5EF4-FFF2-40B4-BE49-F238E27FC236}">
                <a16:creationId xmlns:a16="http://schemas.microsoft.com/office/drawing/2014/main" id="{55A493C4-EF04-B657-DF4C-204E38133661}"/>
              </a:ext>
            </a:extLst>
          </p:cNvPr>
          <p:cNvSpPr/>
          <p:nvPr/>
        </p:nvSpPr>
        <p:spPr bwMode="auto">
          <a:xfrm rot="10800000">
            <a:off x="9700229" y="2854929"/>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200" name="Rechteck 199">
            <a:extLst>
              <a:ext uri="{FF2B5EF4-FFF2-40B4-BE49-F238E27FC236}">
                <a16:creationId xmlns:a16="http://schemas.microsoft.com/office/drawing/2014/main" id="{C642279C-7661-F91B-F71A-F17B1FB07A2C}"/>
              </a:ext>
            </a:extLst>
          </p:cNvPr>
          <p:cNvSpPr/>
          <p:nvPr/>
        </p:nvSpPr>
        <p:spPr bwMode="auto">
          <a:xfrm rot="10800000">
            <a:off x="9517872" y="2640436"/>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201" name="Rechteck 200">
            <a:extLst>
              <a:ext uri="{FF2B5EF4-FFF2-40B4-BE49-F238E27FC236}">
                <a16:creationId xmlns:a16="http://schemas.microsoft.com/office/drawing/2014/main" id="{FAD7244D-DB30-9A85-0FD6-180F9102B698}"/>
              </a:ext>
            </a:extLst>
          </p:cNvPr>
          <p:cNvSpPr/>
          <p:nvPr/>
        </p:nvSpPr>
        <p:spPr>
          <a:xfrm>
            <a:off x="10169442" y="3263361"/>
            <a:ext cx="350109" cy="430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202" name="Grafik 201">
            <a:extLst>
              <a:ext uri="{FF2B5EF4-FFF2-40B4-BE49-F238E27FC236}">
                <a16:creationId xmlns:a16="http://schemas.microsoft.com/office/drawing/2014/main" id="{2F867F0F-AB76-D788-EE2D-C1351214ED20}"/>
              </a:ext>
            </a:extLst>
          </p:cNvPr>
          <p:cNvPicPr>
            <a:picLocks noChangeAspect="1"/>
          </p:cNvPicPr>
          <p:nvPr/>
        </p:nvPicPr>
        <p:blipFill>
          <a:blip r:embed="rId29"/>
          <a:stretch>
            <a:fillRect/>
          </a:stretch>
        </p:blipFill>
        <p:spPr>
          <a:xfrm>
            <a:off x="10139515" y="3263636"/>
            <a:ext cx="409183" cy="430329"/>
          </a:xfrm>
          <a:prstGeom prst="rect">
            <a:avLst/>
          </a:prstGeom>
          <a:solidFill>
            <a:schemeClr val="tx1"/>
          </a:solidFill>
        </p:spPr>
      </p:pic>
      <p:sp>
        <p:nvSpPr>
          <p:cNvPr id="203" name="Rechteck 202">
            <a:extLst>
              <a:ext uri="{FF2B5EF4-FFF2-40B4-BE49-F238E27FC236}">
                <a16:creationId xmlns:a16="http://schemas.microsoft.com/office/drawing/2014/main" id="{37136B42-5309-1E85-4245-6DE4412036F6}"/>
              </a:ext>
            </a:extLst>
          </p:cNvPr>
          <p:cNvSpPr/>
          <p:nvPr/>
        </p:nvSpPr>
        <p:spPr bwMode="auto">
          <a:xfrm rot="10800000">
            <a:off x="10308915" y="3657828"/>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204" name="Rechteck 203">
            <a:extLst>
              <a:ext uri="{FF2B5EF4-FFF2-40B4-BE49-F238E27FC236}">
                <a16:creationId xmlns:a16="http://schemas.microsoft.com/office/drawing/2014/main" id="{CA60CEA6-8E2C-E8A0-C1B9-DFBDBCDAE36B}"/>
              </a:ext>
            </a:extLst>
          </p:cNvPr>
          <p:cNvSpPr/>
          <p:nvPr/>
        </p:nvSpPr>
        <p:spPr bwMode="auto">
          <a:xfrm rot="10800000">
            <a:off x="10475507" y="3386930"/>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205" name="Rechteck 204">
            <a:extLst>
              <a:ext uri="{FF2B5EF4-FFF2-40B4-BE49-F238E27FC236}">
                <a16:creationId xmlns:a16="http://schemas.microsoft.com/office/drawing/2014/main" id="{FE97EEAD-6F87-ABE6-4675-419015D0B51F}"/>
              </a:ext>
            </a:extLst>
          </p:cNvPr>
          <p:cNvSpPr/>
          <p:nvPr/>
        </p:nvSpPr>
        <p:spPr bwMode="auto">
          <a:xfrm rot="10800000">
            <a:off x="10308915" y="3230064"/>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206" name="Verbinder: gewinkelt 205">
            <a:extLst>
              <a:ext uri="{FF2B5EF4-FFF2-40B4-BE49-F238E27FC236}">
                <a16:creationId xmlns:a16="http://schemas.microsoft.com/office/drawing/2014/main" id="{CA2E89B5-9B4D-36DE-89CE-901A3BD3957B}"/>
              </a:ext>
            </a:extLst>
          </p:cNvPr>
          <p:cNvCxnSpPr>
            <a:stCxn id="199" idx="1"/>
            <a:endCxn id="195" idx="0"/>
          </p:cNvCxnSpPr>
          <p:nvPr/>
        </p:nvCxnSpPr>
        <p:spPr>
          <a:xfrm>
            <a:off x="9772229" y="2890929"/>
            <a:ext cx="96917" cy="1643205"/>
          </a:xfrm>
          <a:prstGeom prst="bentConnector2">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Verbinder: gewinkelt 206">
            <a:extLst>
              <a:ext uri="{FF2B5EF4-FFF2-40B4-BE49-F238E27FC236}">
                <a16:creationId xmlns:a16="http://schemas.microsoft.com/office/drawing/2014/main" id="{BE041348-7FB6-B450-285E-44E39169D20B}"/>
              </a:ext>
            </a:extLst>
          </p:cNvPr>
          <p:cNvCxnSpPr>
            <a:stCxn id="204" idx="1"/>
            <a:endCxn id="194" idx="0"/>
          </p:cNvCxnSpPr>
          <p:nvPr/>
        </p:nvCxnSpPr>
        <p:spPr>
          <a:xfrm flipH="1">
            <a:off x="10040553" y="3422930"/>
            <a:ext cx="506954" cy="1111204"/>
          </a:xfrm>
          <a:prstGeom prst="bentConnector4">
            <a:avLst>
              <a:gd name="adj1" fmla="val -67639"/>
              <a:gd name="adj2" fmla="val 72192"/>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8" name="Textfeld 207">
            <a:extLst>
              <a:ext uri="{FF2B5EF4-FFF2-40B4-BE49-F238E27FC236}">
                <a16:creationId xmlns:a16="http://schemas.microsoft.com/office/drawing/2014/main" id="{F2EEAAB4-36A8-65BA-ADED-59409CA5CB35}"/>
              </a:ext>
            </a:extLst>
          </p:cNvPr>
          <p:cNvSpPr txBox="1"/>
          <p:nvPr/>
        </p:nvSpPr>
        <p:spPr>
          <a:xfrm>
            <a:off x="10303939" y="2944404"/>
            <a:ext cx="916656" cy="307777"/>
          </a:xfrm>
          <a:prstGeom prst="rect">
            <a:avLst/>
          </a:prstGeom>
          <a:noFill/>
        </p:spPr>
        <p:txBody>
          <a:bodyPr wrap="square">
            <a:spAutoFit/>
          </a:bodyPr>
          <a:lstStyle/>
          <a:p>
            <a:pPr algn="ctr"/>
            <a:r>
              <a:rPr lang="en-US" sz="1400" b="1" dirty="0"/>
              <a:t>Switch</a:t>
            </a:r>
            <a:endParaRPr lang="en-US" sz="1400" dirty="0"/>
          </a:p>
        </p:txBody>
      </p:sp>
      <p:pic>
        <p:nvPicPr>
          <p:cNvPr id="209" name="product_distributed-io.png">
            <a:extLst>
              <a:ext uri="{FF2B5EF4-FFF2-40B4-BE49-F238E27FC236}">
                <a16:creationId xmlns:a16="http://schemas.microsoft.com/office/drawing/2014/main" id="{B67B22D4-1AEA-F781-FFA2-D308AF0764E7}"/>
              </a:ext>
            </a:extLst>
          </p:cNvPr>
          <p:cNvPicPr>
            <a:picLocks noChangeAspect="1"/>
          </p:cNvPicPr>
          <p:nvPr>
            <p:custDataLst>
              <p:tags r:id="rId5"/>
            </p:custDataLst>
          </p:nvPr>
        </p:nvPicPr>
        <p:blipFill rotWithShape="1">
          <a:blip r:embed="rId28">
            <a:extLst>
              <a:ext uri="{28A0092B-C50C-407E-A947-70E740481C1C}">
                <a14:useLocalDpi xmlns:a14="http://schemas.microsoft.com/office/drawing/2010/main" val="0"/>
              </a:ext>
            </a:extLst>
          </a:blip>
          <a:srcRect l="681" t="335" r="65973" b="1032"/>
          <a:stretch/>
        </p:blipFill>
        <p:spPr>
          <a:xfrm>
            <a:off x="9641428" y="5119960"/>
            <a:ext cx="151812" cy="415878"/>
          </a:xfrm>
          <a:prstGeom prst="rect">
            <a:avLst/>
          </a:prstGeom>
        </p:spPr>
      </p:pic>
      <p:pic>
        <p:nvPicPr>
          <p:cNvPr id="210" name="product_distributed-io.png">
            <a:extLst>
              <a:ext uri="{FF2B5EF4-FFF2-40B4-BE49-F238E27FC236}">
                <a16:creationId xmlns:a16="http://schemas.microsoft.com/office/drawing/2014/main" id="{18AE076C-7759-A510-231F-B956A3FEE5BE}"/>
              </a:ext>
            </a:extLst>
          </p:cNvPr>
          <p:cNvPicPr>
            <a:picLocks noChangeAspect="1"/>
          </p:cNvPicPr>
          <p:nvPr>
            <p:custDataLst>
              <p:tags r:id="rId6"/>
            </p:custDataLst>
          </p:nvPr>
        </p:nvPicPr>
        <p:blipFill rotWithShape="1">
          <a:blip r:embed="rId28">
            <a:extLst>
              <a:ext uri="{28A0092B-C50C-407E-A947-70E740481C1C}">
                <a14:useLocalDpi xmlns:a14="http://schemas.microsoft.com/office/drawing/2010/main" val="0"/>
              </a:ext>
            </a:extLst>
          </a:blip>
          <a:srcRect l="681" t="335" r="65973" b="1032"/>
          <a:stretch/>
        </p:blipFill>
        <p:spPr>
          <a:xfrm>
            <a:off x="9470021" y="5119960"/>
            <a:ext cx="151812" cy="415878"/>
          </a:xfrm>
          <a:prstGeom prst="rect">
            <a:avLst/>
          </a:prstGeom>
        </p:spPr>
      </p:pic>
      <p:sp>
        <p:nvSpPr>
          <p:cNvPr id="211" name="Rechteck 210">
            <a:extLst>
              <a:ext uri="{FF2B5EF4-FFF2-40B4-BE49-F238E27FC236}">
                <a16:creationId xmlns:a16="http://schemas.microsoft.com/office/drawing/2014/main" id="{9A3875B8-F908-4937-8145-BFDF24790B81}"/>
              </a:ext>
            </a:extLst>
          </p:cNvPr>
          <p:cNvSpPr/>
          <p:nvPr/>
        </p:nvSpPr>
        <p:spPr bwMode="auto">
          <a:xfrm rot="10800000">
            <a:off x="9694635" y="3002712"/>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212" name="Verbinder: gewinkelt 211">
            <a:extLst>
              <a:ext uri="{FF2B5EF4-FFF2-40B4-BE49-F238E27FC236}">
                <a16:creationId xmlns:a16="http://schemas.microsoft.com/office/drawing/2014/main" id="{E3B53847-B6E7-758D-5E76-120FF1F50946}"/>
              </a:ext>
            </a:extLst>
          </p:cNvPr>
          <p:cNvCxnSpPr>
            <a:stCxn id="211" idx="1"/>
            <a:endCxn id="210" idx="0"/>
          </p:cNvCxnSpPr>
          <p:nvPr/>
        </p:nvCxnSpPr>
        <p:spPr>
          <a:xfrm flipH="1">
            <a:off x="9545927" y="3038712"/>
            <a:ext cx="220708" cy="2081248"/>
          </a:xfrm>
          <a:prstGeom prst="bentConnector4">
            <a:avLst>
              <a:gd name="adj1" fmla="val -17263"/>
              <a:gd name="adj2" fmla="val 45068"/>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3" name="Rechteck 212">
            <a:extLst>
              <a:ext uri="{FF2B5EF4-FFF2-40B4-BE49-F238E27FC236}">
                <a16:creationId xmlns:a16="http://schemas.microsoft.com/office/drawing/2014/main" id="{D14AD710-CE41-89DA-251C-6EF3475D7947}"/>
              </a:ext>
            </a:extLst>
          </p:cNvPr>
          <p:cNvSpPr/>
          <p:nvPr/>
        </p:nvSpPr>
        <p:spPr bwMode="auto">
          <a:xfrm rot="10800000">
            <a:off x="10475507" y="3526060"/>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214" name="Verbinder: gewinkelt 213">
            <a:extLst>
              <a:ext uri="{FF2B5EF4-FFF2-40B4-BE49-F238E27FC236}">
                <a16:creationId xmlns:a16="http://schemas.microsoft.com/office/drawing/2014/main" id="{1E75A2D1-2E3F-AB49-841E-B39ADF774C80}"/>
              </a:ext>
            </a:extLst>
          </p:cNvPr>
          <p:cNvCxnSpPr>
            <a:stCxn id="213" idx="1"/>
            <a:endCxn id="209" idx="0"/>
          </p:cNvCxnSpPr>
          <p:nvPr/>
        </p:nvCxnSpPr>
        <p:spPr>
          <a:xfrm flipH="1">
            <a:off x="9717334" y="3562060"/>
            <a:ext cx="830173" cy="1557900"/>
          </a:xfrm>
          <a:prstGeom prst="bentConnector4">
            <a:avLst>
              <a:gd name="adj1" fmla="val -27536"/>
              <a:gd name="adj2" fmla="val 38010"/>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Verbinder: gewinkelt 214">
            <a:extLst>
              <a:ext uri="{FF2B5EF4-FFF2-40B4-BE49-F238E27FC236}">
                <a16:creationId xmlns:a16="http://schemas.microsoft.com/office/drawing/2014/main" id="{D14CF832-AB84-391E-A779-5BA1D0913042}"/>
              </a:ext>
            </a:extLst>
          </p:cNvPr>
          <p:cNvCxnSpPr>
            <a:stCxn id="195" idx="2"/>
            <a:endCxn id="209" idx="2"/>
          </p:cNvCxnSpPr>
          <p:nvPr/>
        </p:nvCxnSpPr>
        <p:spPr>
          <a:xfrm rot="5400000">
            <a:off x="9500327" y="5167019"/>
            <a:ext cx="585826" cy="151812"/>
          </a:xfrm>
          <a:prstGeom prst="bentConnector3">
            <a:avLst>
              <a:gd name="adj1" fmla="val 121679"/>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6" name="Ellipse 215">
            <a:extLst>
              <a:ext uri="{FF2B5EF4-FFF2-40B4-BE49-F238E27FC236}">
                <a16:creationId xmlns:a16="http://schemas.microsoft.com/office/drawing/2014/main" id="{967F9758-7D7E-F655-132B-62BA062121BC}"/>
              </a:ext>
            </a:extLst>
          </p:cNvPr>
          <p:cNvSpPr/>
          <p:nvPr/>
        </p:nvSpPr>
        <p:spPr>
          <a:xfrm>
            <a:off x="9221887" y="4933522"/>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217" name="Gerade Verbindung 132">
            <a:extLst>
              <a:ext uri="{FF2B5EF4-FFF2-40B4-BE49-F238E27FC236}">
                <a16:creationId xmlns:a16="http://schemas.microsoft.com/office/drawing/2014/main" id="{DE20A783-4577-E342-FABF-B279EAAD5FFE}"/>
              </a:ext>
            </a:extLst>
          </p:cNvPr>
          <p:cNvCxnSpPr>
            <a:cxnSpLocks/>
            <a:endCxn id="224" idx="0"/>
          </p:cNvCxnSpPr>
          <p:nvPr/>
        </p:nvCxnSpPr>
        <p:spPr bwMode="auto">
          <a:xfrm flipH="1" flipV="1">
            <a:off x="10668934" y="4797095"/>
            <a:ext cx="1000" cy="2880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8" name="Gruppieren 217">
            <a:extLst>
              <a:ext uri="{FF2B5EF4-FFF2-40B4-BE49-F238E27FC236}">
                <a16:creationId xmlns:a16="http://schemas.microsoft.com/office/drawing/2014/main" id="{81C306D3-A761-F570-12DB-DEAE734DC94B}"/>
              </a:ext>
            </a:extLst>
          </p:cNvPr>
          <p:cNvGrpSpPr>
            <a:grpSpLocks noChangeAspect="1"/>
          </p:cNvGrpSpPr>
          <p:nvPr/>
        </p:nvGrpSpPr>
        <p:grpSpPr>
          <a:xfrm>
            <a:off x="10605757" y="4939243"/>
            <a:ext cx="622420" cy="496651"/>
            <a:chOff x="4105359" y="1822075"/>
            <a:chExt cx="4583448" cy="3657299"/>
          </a:xfrm>
        </p:grpSpPr>
        <p:pic>
          <p:nvPicPr>
            <p:cNvPr id="219" name="product_simatic-s7-1500.png">
              <a:extLst>
                <a:ext uri="{FF2B5EF4-FFF2-40B4-BE49-F238E27FC236}">
                  <a16:creationId xmlns:a16="http://schemas.microsoft.com/office/drawing/2014/main" id="{70DEEA66-6F4A-2717-A048-F2E63417D1D3}"/>
                </a:ext>
              </a:extLst>
            </p:cNvPr>
            <p:cNvPicPr>
              <a:picLocks noChangeAspect="1"/>
            </p:cNvPicPr>
            <p:nvPr>
              <p:custDataLst>
                <p:tags r:id="rId7"/>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20" name="product_simatic-s7-1500.png">
              <a:extLst>
                <a:ext uri="{FF2B5EF4-FFF2-40B4-BE49-F238E27FC236}">
                  <a16:creationId xmlns:a16="http://schemas.microsoft.com/office/drawing/2014/main" id="{6A1CE400-19CA-4B4C-04C5-58F7D8C8357A}"/>
                </a:ext>
              </a:extLst>
            </p:cNvPr>
            <p:cNvPicPr>
              <a:picLocks noChangeAspect="1"/>
            </p:cNvPicPr>
            <p:nvPr>
              <p:custDataLst>
                <p:tags r:id="rId8"/>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221" name="product_simatic-s7-1500.png">
              <a:extLst>
                <a:ext uri="{FF2B5EF4-FFF2-40B4-BE49-F238E27FC236}">
                  <a16:creationId xmlns:a16="http://schemas.microsoft.com/office/drawing/2014/main" id="{D7F5FCBE-76FF-FABE-216C-53428B599F36}"/>
                </a:ext>
              </a:extLst>
            </p:cNvPr>
            <p:cNvPicPr>
              <a:picLocks noChangeAspect="1"/>
            </p:cNvPicPr>
            <p:nvPr>
              <p:custDataLst>
                <p:tags r:id="rId9"/>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22" name="product_simatic-s7-1500.png">
              <a:extLst>
                <a:ext uri="{FF2B5EF4-FFF2-40B4-BE49-F238E27FC236}">
                  <a16:creationId xmlns:a16="http://schemas.microsoft.com/office/drawing/2014/main" id="{70E1E156-762C-78C9-214C-B6FD3AB24674}"/>
                </a:ext>
              </a:extLst>
            </p:cNvPr>
            <p:cNvPicPr>
              <a:picLocks noChangeAspect="1"/>
            </p:cNvPicPr>
            <p:nvPr>
              <p:custDataLst>
                <p:tags r:id="rId10"/>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23" name="Freihandform: Form 222">
            <a:extLst>
              <a:ext uri="{FF2B5EF4-FFF2-40B4-BE49-F238E27FC236}">
                <a16:creationId xmlns:a16="http://schemas.microsoft.com/office/drawing/2014/main" id="{146F0E23-5FF8-937E-FEA7-E848891A86D4}"/>
              </a:ext>
            </a:extLst>
          </p:cNvPr>
          <p:cNvSpPr/>
          <p:nvPr/>
        </p:nvSpPr>
        <p:spPr>
          <a:xfrm>
            <a:off x="9536593" y="4753057"/>
            <a:ext cx="1874068" cy="1068309"/>
          </a:xfrm>
          <a:custGeom>
            <a:avLst/>
            <a:gdLst>
              <a:gd name="connsiteX0" fmla="*/ 0 w 1874068"/>
              <a:gd name="connsiteY0" fmla="*/ 787651 h 1068309"/>
              <a:gd name="connsiteX1" fmla="*/ 0 w 1874068"/>
              <a:gd name="connsiteY1" fmla="*/ 1068309 h 1068309"/>
              <a:gd name="connsiteX2" fmla="*/ 1874068 w 1874068"/>
              <a:gd name="connsiteY2" fmla="*/ 1068309 h 1068309"/>
              <a:gd name="connsiteX3" fmla="*/ 1874068 w 1874068"/>
              <a:gd name="connsiteY3" fmla="*/ 0 h 1068309"/>
              <a:gd name="connsiteX4" fmla="*/ 1792586 w 1874068"/>
              <a:gd name="connsiteY4" fmla="*/ 0 h 1068309"/>
              <a:gd name="connsiteX5" fmla="*/ 579422 w 1874068"/>
              <a:gd name="connsiteY5" fmla="*/ 0 h 1068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068" h="1068309">
                <a:moveTo>
                  <a:pt x="0" y="787651"/>
                </a:moveTo>
                <a:lnTo>
                  <a:pt x="0" y="1068309"/>
                </a:lnTo>
                <a:lnTo>
                  <a:pt x="1874068" y="1068309"/>
                </a:lnTo>
                <a:lnTo>
                  <a:pt x="1874068" y="0"/>
                </a:lnTo>
                <a:lnTo>
                  <a:pt x="1792586" y="0"/>
                </a:lnTo>
                <a:lnTo>
                  <a:pt x="579422"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dirty="0"/>
          </a:p>
        </p:txBody>
      </p:sp>
      <p:sp>
        <p:nvSpPr>
          <p:cNvPr id="225" name="Textfeld 224">
            <a:extLst>
              <a:ext uri="{FF2B5EF4-FFF2-40B4-BE49-F238E27FC236}">
                <a16:creationId xmlns:a16="http://schemas.microsoft.com/office/drawing/2014/main" id="{EE8099E7-E6AE-5300-6E68-2605D0309640}"/>
              </a:ext>
            </a:extLst>
          </p:cNvPr>
          <p:cNvSpPr txBox="1"/>
          <p:nvPr/>
        </p:nvSpPr>
        <p:spPr>
          <a:xfrm>
            <a:off x="8796587" y="4627147"/>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Y-Switch</a:t>
            </a:r>
            <a:endParaRPr lang="en-US" dirty="0"/>
          </a:p>
        </p:txBody>
      </p:sp>
      <p:sp>
        <p:nvSpPr>
          <p:cNvPr id="226" name="Textfeld 225">
            <a:extLst>
              <a:ext uri="{FF2B5EF4-FFF2-40B4-BE49-F238E27FC236}">
                <a16:creationId xmlns:a16="http://schemas.microsoft.com/office/drawing/2014/main" id="{A1E16E18-936E-20D0-4881-E630BBA28F1E}"/>
              </a:ext>
            </a:extLst>
          </p:cNvPr>
          <p:cNvSpPr txBox="1"/>
          <p:nvPr/>
        </p:nvSpPr>
        <p:spPr>
          <a:xfrm>
            <a:off x="8632328" y="5567772"/>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Y-Switch</a:t>
            </a:r>
            <a:endParaRPr lang="en-US" dirty="0"/>
          </a:p>
        </p:txBody>
      </p:sp>
      <p:sp>
        <p:nvSpPr>
          <p:cNvPr id="101" name="Rechteck 100">
            <a:extLst>
              <a:ext uri="{FF2B5EF4-FFF2-40B4-BE49-F238E27FC236}">
                <a16:creationId xmlns:a16="http://schemas.microsoft.com/office/drawing/2014/main" id="{FBA961DB-B975-1026-99ED-6522EB7A5B0F}"/>
              </a:ext>
            </a:extLst>
          </p:cNvPr>
          <p:cNvSpPr/>
          <p:nvPr/>
        </p:nvSpPr>
        <p:spPr bwMode="auto">
          <a:xfrm rot="10800000">
            <a:off x="6418294" y="2730990"/>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99" name="Rechteck 98">
            <a:extLst>
              <a:ext uri="{FF2B5EF4-FFF2-40B4-BE49-F238E27FC236}">
                <a16:creationId xmlns:a16="http://schemas.microsoft.com/office/drawing/2014/main" id="{54459492-8CC4-D4AC-EC26-BB1DF81DB089}"/>
              </a:ext>
            </a:extLst>
          </p:cNvPr>
          <p:cNvSpPr/>
          <p:nvPr/>
        </p:nvSpPr>
        <p:spPr bwMode="auto">
          <a:xfrm rot="10800000">
            <a:off x="6418294" y="3158754"/>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00" name="Rechteck 99">
            <a:extLst>
              <a:ext uri="{FF2B5EF4-FFF2-40B4-BE49-F238E27FC236}">
                <a16:creationId xmlns:a16="http://schemas.microsoft.com/office/drawing/2014/main" id="{A9D18DE3-D70B-409B-0B8D-078772D5186C}"/>
              </a:ext>
            </a:extLst>
          </p:cNvPr>
          <p:cNvSpPr/>
          <p:nvPr/>
        </p:nvSpPr>
        <p:spPr bwMode="auto">
          <a:xfrm rot="10800000">
            <a:off x="6600651" y="2945483"/>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06" name="Rechteck 105">
            <a:extLst>
              <a:ext uri="{FF2B5EF4-FFF2-40B4-BE49-F238E27FC236}">
                <a16:creationId xmlns:a16="http://schemas.microsoft.com/office/drawing/2014/main" id="{F8FE6DF5-7410-F2D9-2230-125A46559B1B}"/>
              </a:ext>
            </a:extLst>
          </p:cNvPr>
          <p:cNvSpPr/>
          <p:nvPr/>
        </p:nvSpPr>
        <p:spPr bwMode="auto">
          <a:xfrm rot="10800000">
            <a:off x="7209337" y="3320618"/>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05" name="Rechteck 104">
            <a:extLst>
              <a:ext uri="{FF2B5EF4-FFF2-40B4-BE49-F238E27FC236}">
                <a16:creationId xmlns:a16="http://schemas.microsoft.com/office/drawing/2014/main" id="{D6F4F100-F058-E9FC-99ED-3B2D078F0D4E}"/>
              </a:ext>
            </a:extLst>
          </p:cNvPr>
          <p:cNvSpPr/>
          <p:nvPr/>
        </p:nvSpPr>
        <p:spPr bwMode="auto">
          <a:xfrm rot="10800000">
            <a:off x="7029744" y="3535111"/>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04" name="Rechteck 103">
            <a:extLst>
              <a:ext uri="{FF2B5EF4-FFF2-40B4-BE49-F238E27FC236}">
                <a16:creationId xmlns:a16="http://schemas.microsoft.com/office/drawing/2014/main" id="{461DD2BC-40C6-CB7A-A379-F477D662FC74}"/>
              </a:ext>
            </a:extLst>
          </p:cNvPr>
          <p:cNvSpPr/>
          <p:nvPr/>
        </p:nvSpPr>
        <p:spPr bwMode="auto">
          <a:xfrm rot="10800000">
            <a:off x="7209337" y="3748382"/>
            <a:ext cx="72000" cy="72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228" name="Textfeld 227">
            <a:extLst>
              <a:ext uri="{FF2B5EF4-FFF2-40B4-BE49-F238E27FC236}">
                <a16:creationId xmlns:a16="http://schemas.microsoft.com/office/drawing/2014/main" id="{CD0F366C-3810-5E40-8E68-038374BBD357}"/>
              </a:ext>
            </a:extLst>
          </p:cNvPr>
          <p:cNvSpPr txBox="1"/>
          <p:nvPr/>
        </p:nvSpPr>
        <p:spPr>
          <a:xfrm>
            <a:off x="5010026" y="5910041"/>
            <a:ext cx="3121882" cy="184666"/>
          </a:xfrm>
          <a:prstGeom prst="rect">
            <a:avLst/>
          </a:prstGeom>
          <a:noFill/>
        </p:spPr>
        <p:txBody>
          <a:bodyPr wrap="square" lIns="0" tIns="0" rIns="0" bIns="0" rtlCol="0">
            <a:spAutoFit/>
          </a:bodyPr>
          <a:lstStyle/>
          <a:p>
            <a:pPr algn="ctr"/>
            <a:r>
              <a:rPr lang="en-US" sz="1200" dirty="0">
                <a:solidFill>
                  <a:schemeClr val="bg1"/>
                </a:solidFill>
              </a:rPr>
              <a:t>Y-Switch am MRP Ring</a:t>
            </a:r>
          </a:p>
        </p:txBody>
      </p:sp>
      <p:sp>
        <p:nvSpPr>
          <p:cNvPr id="229" name="Textfeld 228">
            <a:extLst>
              <a:ext uri="{FF2B5EF4-FFF2-40B4-BE49-F238E27FC236}">
                <a16:creationId xmlns:a16="http://schemas.microsoft.com/office/drawing/2014/main" id="{255C8837-2A77-FA4E-2649-47E2480EE103}"/>
              </a:ext>
            </a:extLst>
          </p:cNvPr>
          <p:cNvSpPr txBox="1"/>
          <p:nvPr/>
        </p:nvSpPr>
        <p:spPr>
          <a:xfrm>
            <a:off x="8205694" y="5883768"/>
            <a:ext cx="3121882" cy="184666"/>
          </a:xfrm>
          <a:prstGeom prst="rect">
            <a:avLst/>
          </a:prstGeom>
          <a:noFill/>
        </p:spPr>
        <p:txBody>
          <a:bodyPr wrap="square" lIns="0" tIns="0" rIns="0" bIns="0" rtlCol="0">
            <a:spAutoFit/>
          </a:bodyPr>
          <a:lstStyle/>
          <a:p>
            <a:pPr algn="ctr"/>
            <a:r>
              <a:rPr lang="en-US" sz="1200" dirty="0" err="1">
                <a:solidFill>
                  <a:schemeClr val="bg1"/>
                </a:solidFill>
              </a:rPr>
              <a:t>Redundanter</a:t>
            </a:r>
            <a:r>
              <a:rPr lang="en-US" sz="1200" dirty="0">
                <a:solidFill>
                  <a:schemeClr val="bg1"/>
                </a:solidFill>
              </a:rPr>
              <a:t> Y-Switch am MRP Ring</a:t>
            </a:r>
          </a:p>
        </p:txBody>
      </p:sp>
      <p:sp>
        <p:nvSpPr>
          <p:cNvPr id="230" name="Rechteck 229">
            <a:extLst>
              <a:ext uri="{FF2B5EF4-FFF2-40B4-BE49-F238E27FC236}">
                <a16:creationId xmlns:a16="http://schemas.microsoft.com/office/drawing/2014/main" id="{89249828-C0F0-A1E8-9667-76083A6C3D03}"/>
              </a:ext>
            </a:extLst>
          </p:cNvPr>
          <p:cNvSpPr/>
          <p:nvPr/>
        </p:nvSpPr>
        <p:spPr>
          <a:xfrm>
            <a:off x="5378562" y="2732576"/>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sp>
        <p:nvSpPr>
          <p:cNvPr id="231" name="Rechteck 230">
            <a:extLst>
              <a:ext uri="{FF2B5EF4-FFF2-40B4-BE49-F238E27FC236}">
                <a16:creationId xmlns:a16="http://schemas.microsoft.com/office/drawing/2014/main" id="{40E81059-C26B-01D2-53EE-A0D087E4FD3C}"/>
              </a:ext>
            </a:extLst>
          </p:cNvPr>
          <p:cNvSpPr/>
          <p:nvPr/>
        </p:nvSpPr>
        <p:spPr>
          <a:xfrm>
            <a:off x="8445965" y="2769021"/>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sp>
        <p:nvSpPr>
          <p:cNvPr id="232" name="Rechteck 231">
            <a:extLst>
              <a:ext uri="{FF2B5EF4-FFF2-40B4-BE49-F238E27FC236}">
                <a16:creationId xmlns:a16="http://schemas.microsoft.com/office/drawing/2014/main" id="{C812BC46-A6B2-DE42-3FF5-35505F038A91}"/>
              </a:ext>
            </a:extLst>
          </p:cNvPr>
          <p:cNvSpPr/>
          <p:nvPr/>
        </p:nvSpPr>
        <p:spPr>
          <a:xfrm>
            <a:off x="8184046" y="4976996"/>
            <a:ext cx="395429" cy="253128"/>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nchorCtr="0">
            <a:spAutoFit/>
          </a:bodyPr>
          <a:lstStyle/>
          <a:p>
            <a:pPr algn="ctr"/>
            <a:r>
              <a:rPr lang="en-US" sz="700" dirty="0"/>
              <a:t>S2</a:t>
            </a:r>
          </a:p>
        </p:txBody>
      </p:sp>
      <p:sp>
        <p:nvSpPr>
          <p:cNvPr id="233" name="Rechteck 232">
            <a:extLst>
              <a:ext uri="{FF2B5EF4-FFF2-40B4-BE49-F238E27FC236}">
                <a16:creationId xmlns:a16="http://schemas.microsoft.com/office/drawing/2014/main" id="{C2F81A0D-0C6A-3546-BF4D-4A38E167C5A4}"/>
              </a:ext>
            </a:extLst>
          </p:cNvPr>
          <p:cNvSpPr/>
          <p:nvPr/>
        </p:nvSpPr>
        <p:spPr>
          <a:xfrm>
            <a:off x="8666693" y="4985893"/>
            <a:ext cx="395429" cy="2531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nchorCtr="0">
            <a:spAutoFit/>
          </a:bodyPr>
          <a:lstStyle/>
          <a:p>
            <a:pPr algn="ctr"/>
            <a:r>
              <a:rPr lang="en-US" sz="700" dirty="0">
                <a:solidFill>
                  <a:schemeClr val="bg1"/>
                </a:solidFill>
              </a:rPr>
              <a:t>S1</a:t>
            </a:r>
          </a:p>
        </p:txBody>
      </p:sp>
      <p:sp>
        <p:nvSpPr>
          <p:cNvPr id="4" name="Freihandform: Form 3">
            <a:extLst>
              <a:ext uri="{FF2B5EF4-FFF2-40B4-BE49-F238E27FC236}">
                <a16:creationId xmlns:a16="http://schemas.microsoft.com/office/drawing/2014/main" id="{E7748927-B06F-183C-44DF-DFEDE28BF2A9}"/>
              </a:ext>
            </a:extLst>
          </p:cNvPr>
          <p:cNvSpPr/>
          <p:nvPr/>
        </p:nvSpPr>
        <p:spPr>
          <a:xfrm>
            <a:off x="9508018" y="4724482"/>
            <a:ext cx="1874068" cy="1068309"/>
          </a:xfrm>
          <a:custGeom>
            <a:avLst/>
            <a:gdLst>
              <a:gd name="connsiteX0" fmla="*/ 0 w 1874068"/>
              <a:gd name="connsiteY0" fmla="*/ 787651 h 1068309"/>
              <a:gd name="connsiteX1" fmla="*/ 0 w 1874068"/>
              <a:gd name="connsiteY1" fmla="*/ 1068309 h 1068309"/>
              <a:gd name="connsiteX2" fmla="*/ 1874068 w 1874068"/>
              <a:gd name="connsiteY2" fmla="*/ 1068309 h 1068309"/>
              <a:gd name="connsiteX3" fmla="*/ 1874068 w 1874068"/>
              <a:gd name="connsiteY3" fmla="*/ 0 h 1068309"/>
              <a:gd name="connsiteX4" fmla="*/ 1792586 w 1874068"/>
              <a:gd name="connsiteY4" fmla="*/ 0 h 1068309"/>
              <a:gd name="connsiteX5" fmla="*/ 579422 w 1874068"/>
              <a:gd name="connsiteY5" fmla="*/ 0 h 1068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068" h="1068309">
                <a:moveTo>
                  <a:pt x="0" y="787651"/>
                </a:moveTo>
                <a:lnTo>
                  <a:pt x="0" y="1068309"/>
                </a:lnTo>
                <a:lnTo>
                  <a:pt x="1874068" y="1068309"/>
                </a:lnTo>
                <a:lnTo>
                  <a:pt x="1874068" y="0"/>
                </a:lnTo>
                <a:lnTo>
                  <a:pt x="1792586" y="0"/>
                </a:lnTo>
                <a:lnTo>
                  <a:pt x="579422" y="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24" name="Rechteck 223">
            <a:extLst>
              <a:ext uri="{FF2B5EF4-FFF2-40B4-BE49-F238E27FC236}">
                <a16:creationId xmlns:a16="http://schemas.microsoft.com/office/drawing/2014/main" id="{6954A963-DB42-B802-B8B8-2152AE4E01A9}"/>
              </a:ext>
            </a:extLst>
          </p:cNvPr>
          <p:cNvSpPr/>
          <p:nvPr/>
        </p:nvSpPr>
        <p:spPr bwMode="auto">
          <a:xfrm rot="10800000">
            <a:off x="10605934" y="4680399"/>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Tree>
    <p:extLst>
      <p:ext uri="{BB962C8B-B14F-4D97-AF65-F5344CB8AC3E}">
        <p14:creationId xmlns:p14="http://schemas.microsoft.com/office/powerpoint/2010/main" val="3309115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26C05F49-3BB6-61D2-793B-C64B6FA6D45C}"/>
              </a:ext>
            </a:extLst>
          </p:cNvPr>
          <p:cNvSpPr/>
          <p:nvPr/>
        </p:nvSpPr>
        <p:spPr>
          <a:xfrm>
            <a:off x="6820310" y="2047147"/>
            <a:ext cx="3789913" cy="36727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sp>
        <p:nvSpPr>
          <p:cNvPr id="4" name="Rechteck 3">
            <a:extLst>
              <a:ext uri="{FF2B5EF4-FFF2-40B4-BE49-F238E27FC236}">
                <a16:creationId xmlns:a16="http://schemas.microsoft.com/office/drawing/2014/main" id="{0A2E4951-FCDB-B893-25F0-E25DFFFF9BF3}"/>
              </a:ext>
            </a:extLst>
          </p:cNvPr>
          <p:cNvSpPr/>
          <p:nvPr/>
        </p:nvSpPr>
        <p:spPr>
          <a:xfrm>
            <a:off x="1571076" y="2047147"/>
            <a:ext cx="3660918" cy="36727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7" imgW="532" imgH="533" progId="TCLayout.ActiveDocument.1">
                  <p:embed/>
                </p:oleObj>
              </mc:Choice>
              <mc:Fallback>
                <p:oleObj name="think-cell Folie" r:id="rId17"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IO devices that are connected to only one CPU</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77" name="Gruppieren 76">
            <a:extLst>
              <a:ext uri="{FF2B5EF4-FFF2-40B4-BE49-F238E27FC236}">
                <a16:creationId xmlns:a16="http://schemas.microsoft.com/office/drawing/2014/main" id="{2CF5516F-F6CB-D9AF-CF71-74F03D33C6BA}"/>
              </a:ext>
            </a:extLst>
          </p:cNvPr>
          <p:cNvGrpSpPr/>
          <p:nvPr/>
        </p:nvGrpSpPr>
        <p:grpSpPr>
          <a:xfrm>
            <a:off x="1931592" y="2694485"/>
            <a:ext cx="2842603" cy="640310"/>
            <a:chOff x="4310893" y="2280729"/>
            <a:chExt cx="2842603" cy="640310"/>
          </a:xfrm>
        </p:grpSpPr>
        <p:grpSp>
          <p:nvGrpSpPr>
            <p:cNvPr id="78" name="Gruppieren 77">
              <a:extLst>
                <a:ext uri="{FF2B5EF4-FFF2-40B4-BE49-F238E27FC236}">
                  <a16:creationId xmlns:a16="http://schemas.microsoft.com/office/drawing/2014/main" id="{D22154DF-92A7-590B-268B-AD87F01E3EEA}"/>
                </a:ext>
              </a:extLst>
            </p:cNvPr>
            <p:cNvGrpSpPr/>
            <p:nvPr/>
          </p:nvGrpSpPr>
          <p:grpSpPr>
            <a:xfrm>
              <a:off x="4310893" y="2280729"/>
              <a:ext cx="774298" cy="640310"/>
              <a:chOff x="5633257" y="2448326"/>
              <a:chExt cx="3891741" cy="2958295"/>
            </a:xfrm>
            <a:solidFill>
              <a:schemeClr val="bg1"/>
            </a:solidFill>
          </p:grpSpPr>
          <p:pic>
            <p:nvPicPr>
              <p:cNvPr id="85" name="product_simatic-s7-1500.png">
                <a:extLst>
                  <a:ext uri="{FF2B5EF4-FFF2-40B4-BE49-F238E27FC236}">
                    <a16:creationId xmlns:a16="http://schemas.microsoft.com/office/drawing/2014/main" id="{21FA8B4C-4060-358B-492A-9FDFDCEC47C6}"/>
                  </a:ext>
                </a:extLst>
              </p:cNvPr>
              <p:cNvPicPr>
                <a:picLocks noChangeAspect="1"/>
              </p:cNvPicPr>
              <p:nvPr>
                <p:custDataLst>
                  <p:tags r:id="rId12"/>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86" name="product_simatic-s7-1500.png">
                <a:extLst>
                  <a:ext uri="{FF2B5EF4-FFF2-40B4-BE49-F238E27FC236}">
                    <a16:creationId xmlns:a16="http://schemas.microsoft.com/office/drawing/2014/main" id="{6792B934-3114-A5C0-3BB4-CCEDEC92526E}"/>
                  </a:ext>
                </a:extLst>
              </p:cNvPr>
              <p:cNvPicPr>
                <a:picLocks noChangeAspect="1"/>
              </p:cNvPicPr>
              <p:nvPr>
                <p:custDataLst>
                  <p:tags r:id="rId13"/>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87" name="product_simatic-s7-1500.png">
                <a:extLst>
                  <a:ext uri="{FF2B5EF4-FFF2-40B4-BE49-F238E27FC236}">
                    <a16:creationId xmlns:a16="http://schemas.microsoft.com/office/drawing/2014/main" id="{7CBBBFC0-16B8-CE8A-8CBB-CA6236EEBF05}"/>
                  </a:ext>
                </a:extLst>
              </p:cNvPr>
              <p:cNvPicPr>
                <a:picLocks noChangeAspect="1"/>
              </p:cNvPicPr>
              <p:nvPr>
                <p:custDataLst>
                  <p:tags r:id="rId14"/>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79" name="Gruppieren 78">
              <a:extLst>
                <a:ext uri="{FF2B5EF4-FFF2-40B4-BE49-F238E27FC236}">
                  <a16:creationId xmlns:a16="http://schemas.microsoft.com/office/drawing/2014/main" id="{25D17CBA-C973-3F38-B9C7-0ED1699002DE}"/>
                </a:ext>
              </a:extLst>
            </p:cNvPr>
            <p:cNvGrpSpPr/>
            <p:nvPr/>
          </p:nvGrpSpPr>
          <p:grpSpPr>
            <a:xfrm>
              <a:off x="6379198" y="2280729"/>
              <a:ext cx="774298" cy="640310"/>
              <a:chOff x="5633257" y="2448326"/>
              <a:chExt cx="3891741" cy="2958295"/>
            </a:xfrm>
            <a:solidFill>
              <a:schemeClr val="bg1"/>
            </a:solidFill>
          </p:grpSpPr>
          <p:pic>
            <p:nvPicPr>
              <p:cNvPr id="82" name="product_simatic-s7-1500.png">
                <a:extLst>
                  <a:ext uri="{FF2B5EF4-FFF2-40B4-BE49-F238E27FC236}">
                    <a16:creationId xmlns:a16="http://schemas.microsoft.com/office/drawing/2014/main" id="{806187BE-0092-8097-1E44-31710223B764}"/>
                  </a:ext>
                </a:extLst>
              </p:cNvPr>
              <p:cNvPicPr>
                <a:picLocks noChangeAspect="1"/>
              </p:cNvPicPr>
              <p:nvPr>
                <p:custDataLst>
                  <p:tags r:id="rId9"/>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83" name="product_simatic-s7-1500.png">
                <a:extLst>
                  <a:ext uri="{FF2B5EF4-FFF2-40B4-BE49-F238E27FC236}">
                    <a16:creationId xmlns:a16="http://schemas.microsoft.com/office/drawing/2014/main" id="{323E0EC6-503A-A39C-FFCB-A3C3CDB19DCC}"/>
                  </a:ext>
                </a:extLst>
              </p:cNvPr>
              <p:cNvPicPr>
                <a:picLocks noChangeAspect="1"/>
              </p:cNvPicPr>
              <p:nvPr>
                <p:custDataLst>
                  <p:tags r:id="rId10"/>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84" name="product_simatic-s7-1500.png">
                <a:extLst>
                  <a:ext uri="{FF2B5EF4-FFF2-40B4-BE49-F238E27FC236}">
                    <a16:creationId xmlns:a16="http://schemas.microsoft.com/office/drawing/2014/main" id="{39C35CC4-E0B5-B963-A675-9D9F66D5567A}"/>
                  </a:ext>
                </a:extLst>
              </p:cNvPr>
              <p:cNvPicPr>
                <a:picLocks noChangeAspect="1"/>
              </p:cNvPicPr>
              <p:nvPr>
                <p:custDataLst>
                  <p:tags r:id="rId11"/>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80" name="Line 29">
              <a:extLst>
                <a:ext uri="{FF2B5EF4-FFF2-40B4-BE49-F238E27FC236}">
                  <a16:creationId xmlns:a16="http://schemas.microsoft.com/office/drawing/2014/main" id="{881BCC85-3151-7AEC-5DE5-AB7D3928B36D}"/>
                </a:ext>
              </a:extLst>
            </p:cNvPr>
            <p:cNvSpPr>
              <a:spLocks noChangeShapeType="1"/>
            </p:cNvSpPr>
            <p:nvPr/>
          </p:nvSpPr>
          <p:spPr bwMode="auto">
            <a:xfrm>
              <a:off x="5085189" y="2796963"/>
              <a:ext cx="129400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p>
          </p:txBody>
        </p:sp>
        <p:sp>
          <p:nvSpPr>
            <p:cNvPr id="81" name="Line 30">
              <a:extLst>
                <a:ext uri="{FF2B5EF4-FFF2-40B4-BE49-F238E27FC236}">
                  <a16:creationId xmlns:a16="http://schemas.microsoft.com/office/drawing/2014/main" id="{200BA3AF-3C04-C1BE-4E08-66E064C4E7A1}"/>
                </a:ext>
              </a:extLst>
            </p:cNvPr>
            <p:cNvSpPr>
              <a:spLocks noChangeShapeType="1"/>
            </p:cNvSpPr>
            <p:nvPr/>
          </p:nvSpPr>
          <p:spPr bwMode="auto">
            <a:xfrm>
              <a:off x="5085189" y="2848624"/>
              <a:ext cx="1294008"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p>
          </p:txBody>
        </p:sp>
      </p:grpSp>
      <p:sp>
        <p:nvSpPr>
          <p:cNvPr id="91" name="Freihandform: Form 90">
            <a:extLst>
              <a:ext uri="{FF2B5EF4-FFF2-40B4-BE49-F238E27FC236}">
                <a16:creationId xmlns:a16="http://schemas.microsoft.com/office/drawing/2014/main" id="{ECF5A1F4-981D-F15B-0CC4-BA1D8731C5CD}"/>
              </a:ext>
            </a:extLst>
          </p:cNvPr>
          <p:cNvSpPr/>
          <p:nvPr/>
        </p:nvSpPr>
        <p:spPr>
          <a:xfrm>
            <a:off x="2127690" y="3328711"/>
            <a:ext cx="975360"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92" name="Freihandform: Form 91">
            <a:extLst>
              <a:ext uri="{FF2B5EF4-FFF2-40B4-BE49-F238E27FC236}">
                <a16:creationId xmlns:a16="http://schemas.microsoft.com/office/drawing/2014/main" id="{656F0330-EEC7-E8C0-24D2-5BE0246D6F8D}"/>
              </a:ext>
            </a:extLst>
          </p:cNvPr>
          <p:cNvSpPr/>
          <p:nvPr/>
        </p:nvSpPr>
        <p:spPr>
          <a:xfrm flipH="1">
            <a:off x="3278309" y="3321508"/>
            <a:ext cx="1073081"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97" name="Grafik 96">
            <a:extLst>
              <a:ext uri="{FF2B5EF4-FFF2-40B4-BE49-F238E27FC236}">
                <a16:creationId xmlns:a16="http://schemas.microsoft.com/office/drawing/2014/main" id="{00EE2839-2121-1DBB-8649-9FDC22B3F374}"/>
              </a:ext>
            </a:extLst>
          </p:cNvPr>
          <p:cNvPicPr>
            <a:picLocks noChangeAspect="1"/>
          </p:cNvPicPr>
          <p:nvPr/>
        </p:nvPicPr>
        <p:blipFill>
          <a:blip r:embed="rId21"/>
          <a:stretch>
            <a:fillRect/>
          </a:stretch>
        </p:blipFill>
        <p:spPr>
          <a:xfrm>
            <a:off x="3030049" y="4285068"/>
            <a:ext cx="645683" cy="474767"/>
          </a:xfrm>
          <a:prstGeom prst="rect">
            <a:avLst/>
          </a:prstGeom>
        </p:spPr>
      </p:pic>
      <p:sp>
        <p:nvSpPr>
          <p:cNvPr id="10" name="Pfeil: nach rechts 9">
            <a:extLst>
              <a:ext uri="{FF2B5EF4-FFF2-40B4-BE49-F238E27FC236}">
                <a16:creationId xmlns:a16="http://schemas.microsoft.com/office/drawing/2014/main" id="{24DF2E70-0482-ED61-5BDE-72ECF6C46F6A}"/>
              </a:ext>
            </a:extLst>
          </p:cNvPr>
          <p:cNvSpPr/>
          <p:nvPr/>
        </p:nvSpPr>
        <p:spPr>
          <a:xfrm>
            <a:off x="5484279" y="3675314"/>
            <a:ext cx="1295400" cy="81292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dirty="0"/>
              <a:t>Fault</a:t>
            </a:r>
          </a:p>
        </p:txBody>
      </p:sp>
      <p:grpSp>
        <p:nvGrpSpPr>
          <p:cNvPr id="148" name="Gruppieren 147">
            <a:extLst>
              <a:ext uri="{FF2B5EF4-FFF2-40B4-BE49-F238E27FC236}">
                <a16:creationId xmlns:a16="http://schemas.microsoft.com/office/drawing/2014/main" id="{F4B3B7FD-6E1D-20B7-741A-D95899F4A9A2}"/>
              </a:ext>
            </a:extLst>
          </p:cNvPr>
          <p:cNvGrpSpPr/>
          <p:nvPr/>
        </p:nvGrpSpPr>
        <p:grpSpPr>
          <a:xfrm>
            <a:off x="7393943" y="2694485"/>
            <a:ext cx="2842603" cy="640310"/>
            <a:chOff x="4310893" y="2280729"/>
            <a:chExt cx="2842603" cy="640310"/>
          </a:xfrm>
        </p:grpSpPr>
        <p:grpSp>
          <p:nvGrpSpPr>
            <p:cNvPr id="163" name="Gruppieren 162">
              <a:extLst>
                <a:ext uri="{FF2B5EF4-FFF2-40B4-BE49-F238E27FC236}">
                  <a16:creationId xmlns:a16="http://schemas.microsoft.com/office/drawing/2014/main" id="{FD46BA1E-C6D0-5D09-847B-6A7DD720AF85}"/>
                </a:ext>
              </a:extLst>
            </p:cNvPr>
            <p:cNvGrpSpPr/>
            <p:nvPr/>
          </p:nvGrpSpPr>
          <p:grpSpPr>
            <a:xfrm>
              <a:off x="4310893" y="2280729"/>
              <a:ext cx="774298" cy="640310"/>
              <a:chOff x="5633257" y="2448326"/>
              <a:chExt cx="3891741" cy="2958295"/>
            </a:xfrm>
            <a:solidFill>
              <a:schemeClr val="bg1"/>
            </a:solidFill>
          </p:grpSpPr>
          <p:pic>
            <p:nvPicPr>
              <p:cNvPr id="171" name="product_simatic-s7-1500.png">
                <a:extLst>
                  <a:ext uri="{FF2B5EF4-FFF2-40B4-BE49-F238E27FC236}">
                    <a16:creationId xmlns:a16="http://schemas.microsoft.com/office/drawing/2014/main" id="{EF3485BD-5878-4469-9F2D-0F57B661B222}"/>
                  </a:ext>
                </a:extLst>
              </p:cNvPr>
              <p:cNvPicPr>
                <a:picLocks noChangeAspect="1"/>
              </p:cNvPicPr>
              <p:nvPr>
                <p:custDataLst>
                  <p:tags r:id="rId6"/>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172" name="product_simatic-s7-1500.png">
                <a:extLst>
                  <a:ext uri="{FF2B5EF4-FFF2-40B4-BE49-F238E27FC236}">
                    <a16:creationId xmlns:a16="http://schemas.microsoft.com/office/drawing/2014/main" id="{22E8B433-09A1-A177-2660-37C0A469E9D9}"/>
                  </a:ext>
                </a:extLst>
              </p:cNvPr>
              <p:cNvPicPr>
                <a:picLocks noChangeAspect="1"/>
              </p:cNvPicPr>
              <p:nvPr>
                <p:custDataLst>
                  <p:tags r:id="rId7"/>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173" name="product_simatic-s7-1500.png">
                <a:extLst>
                  <a:ext uri="{FF2B5EF4-FFF2-40B4-BE49-F238E27FC236}">
                    <a16:creationId xmlns:a16="http://schemas.microsoft.com/office/drawing/2014/main" id="{AC0B6A61-7D7D-6D09-3FA1-44283BCAE215}"/>
                  </a:ext>
                </a:extLst>
              </p:cNvPr>
              <p:cNvPicPr>
                <a:picLocks noChangeAspect="1"/>
              </p:cNvPicPr>
              <p:nvPr>
                <p:custDataLst>
                  <p:tags r:id="rId8"/>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164" name="Gruppieren 163">
              <a:extLst>
                <a:ext uri="{FF2B5EF4-FFF2-40B4-BE49-F238E27FC236}">
                  <a16:creationId xmlns:a16="http://schemas.microsoft.com/office/drawing/2014/main" id="{3DEBC44F-A245-C3FF-6EA4-5B633015118A}"/>
                </a:ext>
              </a:extLst>
            </p:cNvPr>
            <p:cNvGrpSpPr/>
            <p:nvPr/>
          </p:nvGrpSpPr>
          <p:grpSpPr>
            <a:xfrm>
              <a:off x="6379198" y="2280729"/>
              <a:ext cx="774298" cy="640310"/>
              <a:chOff x="5633257" y="2448326"/>
              <a:chExt cx="3891741" cy="2958295"/>
            </a:xfrm>
            <a:solidFill>
              <a:schemeClr val="bg1"/>
            </a:solidFill>
          </p:grpSpPr>
          <p:pic>
            <p:nvPicPr>
              <p:cNvPr id="167" name="product_simatic-s7-1500.png">
                <a:extLst>
                  <a:ext uri="{FF2B5EF4-FFF2-40B4-BE49-F238E27FC236}">
                    <a16:creationId xmlns:a16="http://schemas.microsoft.com/office/drawing/2014/main" id="{B7B894B0-1F47-999D-83FE-494EB5673B29}"/>
                  </a:ext>
                </a:extLst>
              </p:cNvPr>
              <p:cNvPicPr>
                <a:picLocks noChangeAspect="1"/>
              </p:cNvPicPr>
              <p:nvPr>
                <p:custDataLst>
                  <p:tags r:id="rId3"/>
                </p:custDataLst>
              </p:nvPr>
            </p:nvPicPr>
            <p:blipFill rotWithShape="1">
              <a:blip r:embed="rId1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169" name="product_simatic-s7-1500.png">
                <a:extLst>
                  <a:ext uri="{FF2B5EF4-FFF2-40B4-BE49-F238E27FC236}">
                    <a16:creationId xmlns:a16="http://schemas.microsoft.com/office/drawing/2014/main" id="{C9E01BF3-5DB7-A897-6F5D-DAB5C9C0850E}"/>
                  </a:ext>
                </a:extLst>
              </p:cNvPr>
              <p:cNvPicPr>
                <a:picLocks noChangeAspect="1"/>
              </p:cNvPicPr>
              <p:nvPr>
                <p:custDataLst>
                  <p:tags r:id="rId4"/>
                </p:custDataLst>
              </p:nvPr>
            </p:nvPicPr>
            <p:blipFill rotWithShape="1">
              <a:blip r:embed="rId2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170" name="product_simatic-s7-1500.png">
                <a:extLst>
                  <a:ext uri="{FF2B5EF4-FFF2-40B4-BE49-F238E27FC236}">
                    <a16:creationId xmlns:a16="http://schemas.microsoft.com/office/drawing/2014/main" id="{C976D1BC-DDAF-E39C-7C76-362CC29BB0BF}"/>
                  </a:ext>
                </a:extLst>
              </p:cNvPr>
              <p:cNvPicPr>
                <a:picLocks noChangeAspect="1"/>
              </p:cNvPicPr>
              <p:nvPr>
                <p:custDataLst>
                  <p:tags r:id="rId5"/>
                </p:custDataLst>
              </p:nvPr>
            </p:nvPicPr>
            <p:blipFill rotWithShape="1">
              <a:blip r:embed="rId2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165" name="Line 29">
              <a:extLst>
                <a:ext uri="{FF2B5EF4-FFF2-40B4-BE49-F238E27FC236}">
                  <a16:creationId xmlns:a16="http://schemas.microsoft.com/office/drawing/2014/main" id="{FE9D6E6A-EE49-2E26-8E41-2B19C2566E5F}"/>
                </a:ext>
              </a:extLst>
            </p:cNvPr>
            <p:cNvSpPr>
              <a:spLocks noChangeShapeType="1"/>
            </p:cNvSpPr>
            <p:nvPr/>
          </p:nvSpPr>
          <p:spPr bwMode="auto">
            <a:xfrm>
              <a:off x="5085189" y="2796963"/>
              <a:ext cx="129400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p>
          </p:txBody>
        </p:sp>
        <p:sp>
          <p:nvSpPr>
            <p:cNvPr id="166" name="Line 30">
              <a:extLst>
                <a:ext uri="{FF2B5EF4-FFF2-40B4-BE49-F238E27FC236}">
                  <a16:creationId xmlns:a16="http://schemas.microsoft.com/office/drawing/2014/main" id="{208D1EC9-4477-8245-A4A8-F9C757D0491B}"/>
                </a:ext>
              </a:extLst>
            </p:cNvPr>
            <p:cNvSpPr>
              <a:spLocks noChangeShapeType="1"/>
            </p:cNvSpPr>
            <p:nvPr/>
          </p:nvSpPr>
          <p:spPr bwMode="auto">
            <a:xfrm>
              <a:off x="5085189" y="2848624"/>
              <a:ext cx="1294008"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p>
          </p:txBody>
        </p:sp>
      </p:grpSp>
      <p:sp>
        <p:nvSpPr>
          <p:cNvPr id="149" name="Freihandform: Form 148">
            <a:extLst>
              <a:ext uri="{FF2B5EF4-FFF2-40B4-BE49-F238E27FC236}">
                <a16:creationId xmlns:a16="http://schemas.microsoft.com/office/drawing/2014/main" id="{4B66C96B-ACE9-1F5A-8C45-E59B1AD732C9}"/>
              </a:ext>
            </a:extLst>
          </p:cNvPr>
          <p:cNvSpPr/>
          <p:nvPr/>
        </p:nvSpPr>
        <p:spPr>
          <a:xfrm>
            <a:off x="7590041" y="3328711"/>
            <a:ext cx="975360"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52" name="Freihandform: Form 151">
            <a:extLst>
              <a:ext uri="{FF2B5EF4-FFF2-40B4-BE49-F238E27FC236}">
                <a16:creationId xmlns:a16="http://schemas.microsoft.com/office/drawing/2014/main" id="{BA735696-EC07-6D7D-7762-62E9181DB302}"/>
              </a:ext>
            </a:extLst>
          </p:cNvPr>
          <p:cNvSpPr/>
          <p:nvPr/>
        </p:nvSpPr>
        <p:spPr>
          <a:xfrm flipH="1">
            <a:off x="8740660" y="3321508"/>
            <a:ext cx="1073081" cy="1874520"/>
          </a:xfrm>
          <a:custGeom>
            <a:avLst/>
            <a:gdLst>
              <a:gd name="connsiteX0" fmla="*/ 975360 w 975360"/>
              <a:gd name="connsiteY0" fmla="*/ 1150620 h 1874520"/>
              <a:gd name="connsiteX1" fmla="*/ 975360 w 975360"/>
              <a:gd name="connsiteY1" fmla="*/ 1874520 h 1874520"/>
              <a:gd name="connsiteX2" fmla="*/ 0 w 975360"/>
              <a:gd name="connsiteY2" fmla="*/ 1874520 h 1874520"/>
              <a:gd name="connsiteX3" fmla="*/ 0 w 975360"/>
              <a:gd name="connsiteY3" fmla="*/ 0 h 1874520"/>
            </a:gdLst>
            <a:ahLst/>
            <a:cxnLst>
              <a:cxn ang="0">
                <a:pos x="connsiteX0" y="connsiteY0"/>
              </a:cxn>
              <a:cxn ang="0">
                <a:pos x="connsiteX1" y="connsiteY1"/>
              </a:cxn>
              <a:cxn ang="0">
                <a:pos x="connsiteX2" y="connsiteY2"/>
              </a:cxn>
              <a:cxn ang="0">
                <a:pos x="connsiteX3" y="connsiteY3"/>
              </a:cxn>
            </a:cxnLst>
            <a:rect l="l" t="t" r="r" b="b"/>
            <a:pathLst>
              <a:path w="975360" h="1874520">
                <a:moveTo>
                  <a:pt x="975360" y="1150620"/>
                </a:moveTo>
                <a:lnTo>
                  <a:pt x="975360" y="1874520"/>
                </a:lnTo>
                <a:lnTo>
                  <a:pt x="0" y="1874520"/>
                </a:lnTo>
                <a:lnTo>
                  <a:pt x="0" y="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61" name="Textfeld 160">
            <a:extLst>
              <a:ext uri="{FF2B5EF4-FFF2-40B4-BE49-F238E27FC236}">
                <a16:creationId xmlns:a16="http://schemas.microsoft.com/office/drawing/2014/main" id="{3F9D3819-8FB7-3703-8C5A-C6C491F68F33}"/>
              </a:ext>
            </a:extLst>
          </p:cNvPr>
          <p:cNvSpPr txBox="1"/>
          <p:nvPr/>
        </p:nvSpPr>
        <p:spPr>
          <a:xfrm>
            <a:off x="7407973" y="2225756"/>
            <a:ext cx="2821221" cy="215444"/>
          </a:xfrm>
          <a:prstGeom prst="rect">
            <a:avLst/>
          </a:prstGeom>
          <a:noFill/>
        </p:spPr>
        <p:txBody>
          <a:bodyPr wrap="square" lIns="0" tIns="0" rIns="0" bIns="0" rtlCol="0">
            <a:spAutoFit/>
          </a:bodyPr>
          <a:lstStyle/>
          <a:p>
            <a:pPr algn="ctr"/>
            <a:r>
              <a:rPr lang="en-US" sz="1400" b="1" dirty="0">
                <a:solidFill>
                  <a:schemeClr val="bg1"/>
                </a:solidFill>
              </a:rPr>
              <a:t>Behavior in case of CPU 2 failure</a:t>
            </a:r>
            <a:endParaRPr lang="en-US" sz="1400" dirty="0">
              <a:solidFill>
                <a:schemeClr val="bg1"/>
              </a:solidFill>
            </a:endParaRPr>
          </a:p>
        </p:txBody>
      </p:sp>
      <p:pic>
        <p:nvPicPr>
          <p:cNvPr id="155" name="Grafik 154">
            <a:extLst>
              <a:ext uri="{FF2B5EF4-FFF2-40B4-BE49-F238E27FC236}">
                <a16:creationId xmlns:a16="http://schemas.microsoft.com/office/drawing/2014/main" id="{D9A1AAC8-4BF1-3D99-552F-E15367C541BE}"/>
              </a:ext>
            </a:extLst>
          </p:cNvPr>
          <p:cNvPicPr>
            <a:picLocks noChangeAspect="1"/>
          </p:cNvPicPr>
          <p:nvPr/>
        </p:nvPicPr>
        <p:blipFill>
          <a:blip r:embed="rId21"/>
          <a:stretch>
            <a:fillRect/>
          </a:stretch>
        </p:blipFill>
        <p:spPr>
          <a:xfrm>
            <a:off x="8488848" y="4250961"/>
            <a:ext cx="645683" cy="474767"/>
          </a:xfrm>
          <a:prstGeom prst="rect">
            <a:avLst/>
          </a:prstGeom>
        </p:spPr>
      </p:pic>
      <p:sp>
        <p:nvSpPr>
          <p:cNvPr id="175" name="Gewitterblitz 174">
            <a:extLst>
              <a:ext uri="{FF2B5EF4-FFF2-40B4-BE49-F238E27FC236}">
                <a16:creationId xmlns:a16="http://schemas.microsoft.com/office/drawing/2014/main" id="{632F61C3-DFAF-3C76-A9F1-FE1747CE4319}"/>
              </a:ext>
            </a:extLst>
          </p:cNvPr>
          <p:cNvSpPr/>
          <p:nvPr/>
        </p:nvSpPr>
        <p:spPr bwMode="auto">
          <a:xfrm>
            <a:off x="9738619" y="2623517"/>
            <a:ext cx="615809" cy="728846"/>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pic>
        <p:nvPicPr>
          <p:cNvPr id="177" name="Grafik 176">
            <a:extLst>
              <a:ext uri="{FF2B5EF4-FFF2-40B4-BE49-F238E27FC236}">
                <a16:creationId xmlns:a16="http://schemas.microsoft.com/office/drawing/2014/main" id="{F4999406-FB32-B5CF-8D6D-69EBB453E615}"/>
              </a:ext>
            </a:extLst>
          </p:cNvPr>
          <p:cNvPicPr>
            <a:picLocks noChangeAspect="1"/>
          </p:cNvPicPr>
          <p:nvPr/>
        </p:nvPicPr>
        <p:blipFill>
          <a:blip r:embed="rId22"/>
          <a:stretch>
            <a:fillRect/>
          </a:stretch>
        </p:blipFill>
        <p:spPr>
          <a:xfrm>
            <a:off x="7754293" y="4035877"/>
            <a:ext cx="146876" cy="155869"/>
          </a:xfrm>
          <a:prstGeom prst="rect">
            <a:avLst/>
          </a:prstGeom>
        </p:spPr>
      </p:pic>
      <p:pic>
        <p:nvPicPr>
          <p:cNvPr id="179" name="Grafik 178">
            <a:extLst>
              <a:ext uri="{FF2B5EF4-FFF2-40B4-BE49-F238E27FC236}">
                <a16:creationId xmlns:a16="http://schemas.microsoft.com/office/drawing/2014/main" id="{BF79AA47-1BFC-430F-5C8F-BF03E34E8E7B}"/>
              </a:ext>
            </a:extLst>
          </p:cNvPr>
          <p:cNvPicPr>
            <a:picLocks noChangeAspect="1"/>
          </p:cNvPicPr>
          <p:nvPr/>
        </p:nvPicPr>
        <p:blipFill>
          <a:blip r:embed="rId22"/>
          <a:stretch>
            <a:fillRect/>
          </a:stretch>
        </p:blipFill>
        <p:spPr>
          <a:xfrm>
            <a:off x="8315218" y="4418326"/>
            <a:ext cx="146876" cy="155869"/>
          </a:xfrm>
          <a:prstGeom prst="rect">
            <a:avLst/>
          </a:prstGeom>
        </p:spPr>
      </p:pic>
      <p:sp>
        <p:nvSpPr>
          <p:cNvPr id="7" name="Textfeld 6">
            <a:extLst>
              <a:ext uri="{FF2B5EF4-FFF2-40B4-BE49-F238E27FC236}">
                <a16:creationId xmlns:a16="http://schemas.microsoft.com/office/drawing/2014/main" id="{559EF71C-65E8-F057-059E-46CD37039627}"/>
              </a:ext>
            </a:extLst>
          </p:cNvPr>
          <p:cNvSpPr txBox="1"/>
          <p:nvPr/>
        </p:nvSpPr>
        <p:spPr>
          <a:xfrm>
            <a:off x="7646472" y="3355431"/>
            <a:ext cx="570369" cy="153888"/>
          </a:xfrm>
          <a:prstGeom prst="rect">
            <a:avLst/>
          </a:prstGeom>
          <a:noFill/>
        </p:spPr>
        <p:txBody>
          <a:bodyPr wrap="square" lIns="0" tIns="0" rIns="0" bIns="0" rtlCol="0">
            <a:spAutoFit/>
          </a:bodyPr>
          <a:lstStyle/>
          <a:p>
            <a:pPr algn="ctr"/>
            <a:r>
              <a:rPr lang="en-US" sz="1000" dirty="0">
                <a:solidFill>
                  <a:schemeClr val="bg1"/>
                </a:solidFill>
              </a:rPr>
              <a:t>CPU 1</a:t>
            </a:r>
          </a:p>
        </p:txBody>
      </p:sp>
      <p:sp>
        <p:nvSpPr>
          <p:cNvPr id="8" name="Textfeld 7">
            <a:extLst>
              <a:ext uri="{FF2B5EF4-FFF2-40B4-BE49-F238E27FC236}">
                <a16:creationId xmlns:a16="http://schemas.microsoft.com/office/drawing/2014/main" id="{8247DC71-98AD-7A1E-4FEA-05DFD3A55624}"/>
              </a:ext>
            </a:extLst>
          </p:cNvPr>
          <p:cNvSpPr txBox="1"/>
          <p:nvPr/>
        </p:nvSpPr>
        <p:spPr>
          <a:xfrm>
            <a:off x="9779831" y="3361980"/>
            <a:ext cx="570369" cy="153888"/>
          </a:xfrm>
          <a:prstGeom prst="rect">
            <a:avLst/>
          </a:prstGeom>
          <a:noFill/>
        </p:spPr>
        <p:txBody>
          <a:bodyPr wrap="square" lIns="0" tIns="0" rIns="0" bIns="0" rtlCol="0">
            <a:spAutoFit/>
          </a:bodyPr>
          <a:lstStyle/>
          <a:p>
            <a:pPr algn="ctr"/>
            <a:r>
              <a:rPr lang="en-US" sz="1000" dirty="0">
                <a:solidFill>
                  <a:schemeClr val="bg1"/>
                </a:solidFill>
              </a:rPr>
              <a:t>CPU 2</a:t>
            </a:r>
          </a:p>
        </p:txBody>
      </p:sp>
      <p:sp>
        <p:nvSpPr>
          <p:cNvPr id="12" name="Textfeld 11">
            <a:extLst>
              <a:ext uri="{FF2B5EF4-FFF2-40B4-BE49-F238E27FC236}">
                <a16:creationId xmlns:a16="http://schemas.microsoft.com/office/drawing/2014/main" id="{D03177F2-0586-516A-E3B1-271FF500309B}"/>
              </a:ext>
            </a:extLst>
          </p:cNvPr>
          <p:cNvSpPr txBox="1"/>
          <p:nvPr/>
        </p:nvSpPr>
        <p:spPr>
          <a:xfrm>
            <a:off x="2164174" y="3353792"/>
            <a:ext cx="570369" cy="153888"/>
          </a:xfrm>
          <a:prstGeom prst="rect">
            <a:avLst/>
          </a:prstGeom>
          <a:noFill/>
        </p:spPr>
        <p:txBody>
          <a:bodyPr wrap="square" lIns="0" tIns="0" rIns="0" bIns="0" rtlCol="0">
            <a:spAutoFit/>
          </a:bodyPr>
          <a:lstStyle/>
          <a:p>
            <a:pPr algn="ctr"/>
            <a:r>
              <a:rPr lang="en-US" sz="1000" dirty="0">
                <a:solidFill>
                  <a:schemeClr val="bg1"/>
                </a:solidFill>
              </a:rPr>
              <a:t>CPU 1</a:t>
            </a:r>
          </a:p>
        </p:txBody>
      </p:sp>
      <p:sp>
        <p:nvSpPr>
          <p:cNvPr id="13" name="Textfeld 12">
            <a:extLst>
              <a:ext uri="{FF2B5EF4-FFF2-40B4-BE49-F238E27FC236}">
                <a16:creationId xmlns:a16="http://schemas.microsoft.com/office/drawing/2014/main" id="{E3FAC2D3-B0D6-09A7-CDA2-3AD3E11E738D}"/>
              </a:ext>
            </a:extLst>
          </p:cNvPr>
          <p:cNvSpPr txBox="1"/>
          <p:nvPr/>
        </p:nvSpPr>
        <p:spPr>
          <a:xfrm>
            <a:off x="4297533" y="3360341"/>
            <a:ext cx="570369" cy="153888"/>
          </a:xfrm>
          <a:prstGeom prst="rect">
            <a:avLst/>
          </a:prstGeom>
          <a:noFill/>
        </p:spPr>
        <p:txBody>
          <a:bodyPr wrap="square" lIns="0" tIns="0" rIns="0" bIns="0" rtlCol="0">
            <a:spAutoFit/>
          </a:bodyPr>
          <a:lstStyle/>
          <a:p>
            <a:pPr algn="ctr"/>
            <a:r>
              <a:rPr lang="en-US" sz="1000" dirty="0">
                <a:solidFill>
                  <a:schemeClr val="bg1"/>
                </a:solidFill>
              </a:rPr>
              <a:t>CPU 2</a:t>
            </a:r>
          </a:p>
        </p:txBody>
      </p:sp>
      <p:sp>
        <p:nvSpPr>
          <p:cNvPr id="15" name="Legende: Linie 14">
            <a:extLst>
              <a:ext uri="{FF2B5EF4-FFF2-40B4-BE49-F238E27FC236}">
                <a16:creationId xmlns:a16="http://schemas.microsoft.com/office/drawing/2014/main" id="{E7197B96-A81C-CCE3-E21C-6BA962925222}"/>
              </a:ext>
            </a:extLst>
          </p:cNvPr>
          <p:cNvSpPr/>
          <p:nvPr/>
        </p:nvSpPr>
        <p:spPr>
          <a:xfrm>
            <a:off x="852194" y="4787741"/>
            <a:ext cx="1155083" cy="415490"/>
          </a:xfrm>
          <a:prstGeom prst="borderCallout1">
            <a:avLst>
              <a:gd name="adj1" fmla="val 5033"/>
              <a:gd name="adj2" fmla="val 74749"/>
              <a:gd name="adj3" fmla="val -36858"/>
              <a:gd name="adj4" fmla="val 100398"/>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dirty="0">
                <a:solidFill>
                  <a:schemeClr val="tx1"/>
                </a:solidFill>
              </a:rPr>
              <a:t>Only connected to CPU 1</a:t>
            </a:r>
          </a:p>
        </p:txBody>
      </p:sp>
      <p:sp>
        <p:nvSpPr>
          <p:cNvPr id="16" name="Legende: Linie 15">
            <a:extLst>
              <a:ext uri="{FF2B5EF4-FFF2-40B4-BE49-F238E27FC236}">
                <a16:creationId xmlns:a16="http://schemas.microsoft.com/office/drawing/2014/main" id="{B0588F18-8F4F-B7DF-0065-2371A2901B18}"/>
              </a:ext>
            </a:extLst>
          </p:cNvPr>
          <p:cNvSpPr/>
          <p:nvPr/>
        </p:nvSpPr>
        <p:spPr>
          <a:xfrm>
            <a:off x="2411157" y="5282915"/>
            <a:ext cx="1155083" cy="594036"/>
          </a:xfrm>
          <a:prstGeom prst="borderCallout1">
            <a:avLst>
              <a:gd name="adj1" fmla="val -2568"/>
              <a:gd name="adj2" fmla="val 38694"/>
              <a:gd name="adj3" fmla="val -62197"/>
              <a:gd name="adj4" fmla="val 52587"/>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dirty="0">
                <a:solidFill>
                  <a:schemeClr val="tx1"/>
                </a:solidFill>
              </a:rPr>
              <a:t>Connected to both CPUs via R1</a:t>
            </a:r>
          </a:p>
        </p:txBody>
      </p:sp>
      <p:sp>
        <p:nvSpPr>
          <p:cNvPr id="17" name="Legende: Linie 16">
            <a:extLst>
              <a:ext uri="{FF2B5EF4-FFF2-40B4-BE49-F238E27FC236}">
                <a16:creationId xmlns:a16="http://schemas.microsoft.com/office/drawing/2014/main" id="{7404D203-BEF9-C70C-FC0F-0DFAA9B013FD}"/>
              </a:ext>
            </a:extLst>
          </p:cNvPr>
          <p:cNvSpPr/>
          <p:nvPr/>
        </p:nvSpPr>
        <p:spPr>
          <a:xfrm>
            <a:off x="4544896" y="4778887"/>
            <a:ext cx="1155083" cy="415490"/>
          </a:xfrm>
          <a:prstGeom prst="borderCallout1">
            <a:avLst>
              <a:gd name="adj1" fmla="val -1063"/>
              <a:gd name="adj2" fmla="val 28505"/>
              <a:gd name="adj3" fmla="val -59719"/>
              <a:gd name="adj4" fmla="val 5559"/>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dirty="0">
                <a:solidFill>
                  <a:schemeClr val="tx1"/>
                </a:solidFill>
              </a:rPr>
              <a:t>Only connected to CPU 2</a:t>
            </a:r>
          </a:p>
        </p:txBody>
      </p:sp>
      <p:sp>
        <p:nvSpPr>
          <p:cNvPr id="18" name="Freihandform: Form 17">
            <a:extLst>
              <a:ext uri="{FF2B5EF4-FFF2-40B4-BE49-F238E27FC236}">
                <a16:creationId xmlns:a16="http://schemas.microsoft.com/office/drawing/2014/main" id="{BF547AA5-F1B1-9AA3-A8E6-7D2E37E21B4F}"/>
              </a:ext>
            </a:extLst>
          </p:cNvPr>
          <p:cNvSpPr/>
          <p:nvPr/>
        </p:nvSpPr>
        <p:spPr>
          <a:xfrm>
            <a:off x="2227278" y="3319044"/>
            <a:ext cx="882650" cy="966022"/>
          </a:xfrm>
          <a:custGeom>
            <a:avLst/>
            <a:gdLst>
              <a:gd name="connsiteX0" fmla="*/ 0 w 882650"/>
              <a:gd name="connsiteY0" fmla="*/ 0 h 990600"/>
              <a:gd name="connsiteX1" fmla="*/ 0 w 882650"/>
              <a:gd name="connsiteY1" fmla="*/ 482600 h 990600"/>
              <a:gd name="connsiteX2" fmla="*/ 882650 w 882650"/>
              <a:gd name="connsiteY2" fmla="*/ 482600 h 990600"/>
              <a:gd name="connsiteX3" fmla="*/ 882650 w 882650"/>
              <a:gd name="connsiteY3" fmla="*/ 990600 h 990600"/>
            </a:gdLst>
            <a:ahLst/>
            <a:cxnLst>
              <a:cxn ang="0">
                <a:pos x="connsiteX0" y="connsiteY0"/>
              </a:cxn>
              <a:cxn ang="0">
                <a:pos x="connsiteX1" y="connsiteY1"/>
              </a:cxn>
              <a:cxn ang="0">
                <a:pos x="connsiteX2" y="connsiteY2"/>
              </a:cxn>
              <a:cxn ang="0">
                <a:pos x="connsiteX3" y="connsiteY3"/>
              </a:cxn>
            </a:cxnLst>
            <a:rect l="l" t="t" r="r" b="b"/>
            <a:pathLst>
              <a:path w="882650" h="990600">
                <a:moveTo>
                  <a:pt x="0" y="0"/>
                </a:moveTo>
                <a:lnTo>
                  <a:pt x="0" y="482600"/>
                </a:lnTo>
                <a:lnTo>
                  <a:pt x="882650" y="482600"/>
                </a:lnTo>
                <a:lnTo>
                  <a:pt x="882650" y="99060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19" name="Freihandform: Form 18">
            <a:extLst>
              <a:ext uri="{FF2B5EF4-FFF2-40B4-BE49-F238E27FC236}">
                <a16:creationId xmlns:a16="http://schemas.microsoft.com/office/drawing/2014/main" id="{076E86EE-00CC-D526-E5CC-9831FD5B9E44}"/>
              </a:ext>
            </a:extLst>
          </p:cNvPr>
          <p:cNvSpPr/>
          <p:nvPr/>
        </p:nvSpPr>
        <p:spPr>
          <a:xfrm flipH="1">
            <a:off x="3268892" y="3327881"/>
            <a:ext cx="953720" cy="957186"/>
          </a:xfrm>
          <a:custGeom>
            <a:avLst/>
            <a:gdLst>
              <a:gd name="connsiteX0" fmla="*/ 0 w 882650"/>
              <a:gd name="connsiteY0" fmla="*/ 0 h 990600"/>
              <a:gd name="connsiteX1" fmla="*/ 0 w 882650"/>
              <a:gd name="connsiteY1" fmla="*/ 482600 h 990600"/>
              <a:gd name="connsiteX2" fmla="*/ 882650 w 882650"/>
              <a:gd name="connsiteY2" fmla="*/ 482600 h 990600"/>
              <a:gd name="connsiteX3" fmla="*/ 882650 w 882650"/>
              <a:gd name="connsiteY3" fmla="*/ 990600 h 990600"/>
            </a:gdLst>
            <a:ahLst/>
            <a:cxnLst>
              <a:cxn ang="0">
                <a:pos x="connsiteX0" y="connsiteY0"/>
              </a:cxn>
              <a:cxn ang="0">
                <a:pos x="connsiteX1" y="connsiteY1"/>
              </a:cxn>
              <a:cxn ang="0">
                <a:pos x="connsiteX2" y="connsiteY2"/>
              </a:cxn>
              <a:cxn ang="0">
                <a:pos x="connsiteX3" y="connsiteY3"/>
              </a:cxn>
            </a:cxnLst>
            <a:rect l="l" t="t" r="r" b="b"/>
            <a:pathLst>
              <a:path w="882650" h="990600">
                <a:moveTo>
                  <a:pt x="0" y="0"/>
                </a:moveTo>
                <a:lnTo>
                  <a:pt x="0" y="482600"/>
                </a:lnTo>
                <a:lnTo>
                  <a:pt x="882650" y="482600"/>
                </a:lnTo>
                <a:lnTo>
                  <a:pt x="882650" y="99060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1" name="Freihandform: Form 20">
            <a:extLst>
              <a:ext uri="{FF2B5EF4-FFF2-40B4-BE49-F238E27FC236}">
                <a16:creationId xmlns:a16="http://schemas.microsoft.com/office/drawing/2014/main" id="{35113AE1-AC13-9CB3-982B-B0F620AB4E71}"/>
              </a:ext>
            </a:extLst>
          </p:cNvPr>
          <p:cNvSpPr/>
          <p:nvPr/>
        </p:nvSpPr>
        <p:spPr>
          <a:xfrm>
            <a:off x="7687408" y="3325958"/>
            <a:ext cx="882650" cy="924784"/>
          </a:xfrm>
          <a:custGeom>
            <a:avLst/>
            <a:gdLst>
              <a:gd name="connsiteX0" fmla="*/ 0 w 882650"/>
              <a:gd name="connsiteY0" fmla="*/ 0 h 990600"/>
              <a:gd name="connsiteX1" fmla="*/ 0 w 882650"/>
              <a:gd name="connsiteY1" fmla="*/ 482600 h 990600"/>
              <a:gd name="connsiteX2" fmla="*/ 882650 w 882650"/>
              <a:gd name="connsiteY2" fmla="*/ 482600 h 990600"/>
              <a:gd name="connsiteX3" fmla="*/ 882650 w 882650"/>
              <a:gd name="connsiteY3" fmla="*/ 990600 h 990600"/>
            </a:gdLst>
            <a:ahLst/>
            <a:cxnLst>
              <a:cxn ang="0">
                <a:pos x="connsiteX0" y="connsiteY0"/>
              </a:cxn>
              <a:cxn ang="0">
                <a:pos x="connsiteX1" y="connsiteY1"/>
              </a:cxn>
              <a:cxn ang="0">
                <a:pos x="connsiteX2" y="connsiteY2"/>
              </a:cxn>
              <a:cxn ang="0">
                <a:pos x="connsiteX3" y="connsiteY3"/>
              </a:cxn>
            </a:cxnLst>
            <a:rect l="l" t="t" r="r" b="b"/>
            <a:pathLst>
              <a:path w="882650" h="990600">
                <a:moveTo>
                  <a:pt x="0" y="0"/>
                </a:moveTo>
                <a:lnTo>
                  <a:pt x="0" y="482600"/>
                </a:lnTo>
                <a:lnTo>
                  <a:pt x="882650" y="482600"/>
                </a:lnTo>
                <a:lnTo>
                  <a:pt x="882650" y="99060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2" name="Freihandform: Form 21">
            <a:extLst>
              <a:ext uri="{FF2B5EF4-FFF2-40B4-BE49-F238E27FC236}">
                <a16:creationId xmlns:a16="http://schemas.microsoft.com/office/drawing/2014/main" id="{77E85EBD-2470-EE63-9E16-4F52AD019F5E}"/>
              </a:ext>
            </a:extLst>
          </p:cNvPr>
          <p:cNvSpPr/>
          <p:nvPr/>
        </p:nvSpPr>
        <p:spPr>
          <a:xfrm flipH="1">
            <a:off x="8729022" y="3334795"/>
            <a:ext cx="953720" cy="916325"/>
          </a:xfrm>
          <a:custGeom>
            <a:avLst/>
            <a:gdLst>
              <a:gd name="connsiteX0" fmla="*/ 0 w 882650"/>
              <a:gd name="connsiteY0" fmla="*/ 0 h 990600"/>
              <a:gd name="connsiteX1" fmla="*/ 0 w 882650"/>
              <a:gd name="connsiteY1" fmla="*/ 482600 h 990600"/>
              <a:gd name="connsiteX2" fmla="*/ 882650 w 882650"/>
              <a:gd name="connsiteY2" fmla="*/ 482600 h 990600"/>
              <a:gd name="connsiteX3" fmla="*/ 882650 w 882650"/>
              <a:gd name="connsiteY3" fmla="*/ 990600 h 990600"/>
            </a:gdLst>
            <a:ahLst/>
            <a:cxnLst>
              <a:cxn ang="0">
                <a:pos x="connsiteX0" y="connsiteY0"/>
              </a:cxn>
              <a:cxn ang="0">
                <a:pos x="connsiteX1" y="connsiteY1"/>
              </a:cxn>
              <a:cxn ang="0">
                <a:pos x="connsiteX2" y="connsiteY2"/>
              </a:cxn>
              <a:cxn ang="0">
                <a:pos x="connsiteX3" y="connsiteY3"/>
              </a:cxn>
            </a:cxnLst>
            <a:rect l="l" t="t" r="r" b="b"/>
            <a:pathLst>
              <a:path w="882650" h="990600">
                <a:moveTo>
                  <a:pt x="0" y="0"/>
                </a:moveTo>
                <a:lnTo>
                  <a:pt x="0" y="482600"/>
                </a:lnTo>
                <a:lnTo>
                  <a:pt x="882650" y="482600"/>
                </a:lnTo>
                <a:lnTo>
                  <a:pt x="882650" y="990600"/>
                </a:lnTo>
              </a:path>
            </a:pathLst>
          </a:cu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3" name="Textfeld 22">
            <a:extLst>
              <a:ext uri="{FF2B5EF4-FFF2-40B4-BE49-F238E27FC236}">
                <a16:creationId xmlns:a16="http://schemas.microsoft.com/office/drawing/2014/main" id="{A49C36E5-8B68-8101-9F8A-89DAE840BF05}"/>
              </a:ext>
            </a:extLst>
          </p:cNvPr>
          <p:cNvSpPr txBox="1"/>
          <p:nvPr/>
        </p:nvSpPr>
        <p:spPr>
          <a:xfrm>
            <a:off x="2153005" y="4747711"/>
            <a:ext cx="673359" cy="153888"/>
          </a:xfrm>
          <a:prstGeom prst="rect">
            <a:avLst/>
          </a:prstGeom>
          <a:noFill/>
        </p:spPr>
        <p:txBody>
          <a:bodyPr wrap="square" lIns="0" tIns="0" rIns="0" bIns="0" rtlCol="0">
            <a:spAutoFit/>
          </a:bodyPr>
          <a:lstStyle/>
          <a:p>
            <a:pPr algn="ctr"/>
            <a:r>
              <a:rPr lang="en-US" sz="1000" dirty="0">
                <a:solidFill>
                  <a:schemeClr val="bg1"/>
                </a:solidFill>
              </a:rPr>
              <a:t>IO-Device 1</a:t>
            </a:r>
          </a:p>
        </p:txBody>
      </p:sp>
      <p:sp>
        <p:nvSpPr>
          <p:cNvPr id="24" name="Textfeld 23">
            <a:extLst>
              <a:ext uri="{FF2B5EF4-FFF2-40B4-BE49-F238E27FC236}">
                <a16:creationId xmlns:a16="http://schemas.microsoft.com/office/drawing/2014/main" id="{64184224-E8FB-C39B-E0E2-D31A19751D42}"/>
              </a:ext>
            </a:extLst>
          </p:cNvPr>
          <p:cNvSpPr txBox="1"/>
          <p:nvPr/>
        </p:nvSpPr>
        <p:spPr>
          <a:xfrm>
            <a:off x="3322984" y="4772029"/>
            <a:ext cx="673359" cy="153888"/>
          </a:xfrm>
          <a:prstGeom prst="rect">
            <a:avLst/>
          </a:prstGeom>
          <a:noFill/>
        </p:spPr>
        <p:txBody>
          <a:bodyPr wrap="square" lIns="0" tIns="0" rIns="0" bIns="0" rtlCol="0">
            <a:spAutoFit/>
          </a:bodyPr>
          <a:lstStyle/>
          <a:p>
            <a:pPr algn="ctr"/>
            <a:r>
              <a:rPr lang="en-US" sz="1000" dirty="0">
                <a:solidFill>
                  <a:schemeClr val="bg1"/>
                </a:solidFill>
              </a:rPr>
              <a:t>IO-Device 2</a:t>
            </a:r>
          </a:p>
        </p:txBody>
      </p:sp>
      <p:sp>
        <p:nvSpPr>
          <p:cNvPr id="25" name="Textfeld 24">
            <a:extLst>
              <a:ext uri="{FF2B5EF4-FFF2-40B4-BE49-F238E27FC236}">
                <a16:creationId xmlns:a16="http://schemas.microsoft.com/office/drawing/2014/main" id="{FC6D74A9-DA08-6B3A-9020-11E2BD666F0D}"/>
              </a:ext>
            </a:extLst>
          </p:cNvPr>
          <p:cNvSpPr txBox="1"/>
          <p:nvPr/>
        </p:nvSpPr>
        <p:spPr>
          <a:xfrm>
            <a:off x="4507118" y="4328297"/>
            <a:ext cx="673359" cy="153888"/>
          </a:xfrm>
          <a:prstGeom prst="rect">
            <a:avLst/>
          </a:prstGeom>
          <a:noFill/>
        </p:spPr>
        <p:txBody>
          <a:bodyPr wrap="square" lIns="0" tIns="0" rIns="0" bIns="0" rtlCol="0">
            <a:spAutoFit/>
          </a:bodyPr>
          <a:lstStyle/>
          <a:p>
            <a:pPr algn="ctr"/>
            <a:r>
              <a:rPr lang="en-US" sz="1000" dirty="0">
                <a:solidFill>
                  <a:schemeClr val="bg1"/>
                </a:solidFill>
              </a:rPr>
              <a:t>IO-Device 3</a:t>
            </a:r>
          </a:p>
        </p:txBody>
      </p:sp>
      <p:sp>
        <p:nvSpPr>
          <p:cNvPr id="26" name="Textfeld 25">
            <a:extLst>
              <a:ext uri="{FF2B5EF4-FFF2-40B4-BE49-F238E27FC236}">
                <a16:creationId xmlns:a16="http://schemas.microsoft.com/office/drawing/2014/main" id="{EA46D196-3D42-D772-6345-18CA6FC1E1FA}"/>
              </a:ext>
            </a:extLst>
          </p:cNvPr>
          <p:cNvSpPr txBox="1"/>
          <p:nvPr/>
        </p:nvSpPr>
        <p:spPr>
          <a:xfrm>
            <a:off x="7639757" y="4727067"/>
            <a:ext cx="673359" cy="153888"/>
          </a:xfrm>
          <a:prstGeom prst="rect">
            <a:avLst/>
          </a:prstGeom>
          <a:noFill/>
        </p:spPr>
        <p:txBody>
          <a:bodyPr wrap="square" lIns="0" tIns="0" rIns="0" bIns="0" rtlCol="0">
            <a:spAutoFit/>
          </a:bodyPr>
          <a:lstStyle/>
          <a:p>
            <a:pPr algn="ctr"/>
            <a:r>
              <a:rPr lang="en-US" sz="1000" dirty="0">
                <a:solidFill>
                  <a:schemeClr val="bg1"/>
                </a:solidFill>
              </a:rPr>
              <a:t>IO-Device 1</a:t>
            </a:r>
          </a:p>
        </p:txBody>
      </p:sp>
      <p:sp>
        <p:nvSpPr>
          <p:cNvPr id="27" name="Textfeld 26">
            <a:extLst>
              <a:ext uri="{FF2B5EF4-FFF2-40B4-BE49-F238E27FC236}">
                <a16:creationId xmlns:a16="http://schemas.microsoft.com/office/drawing/2014/main" id="{ABBE780F-873F-4F44-D275-16CE43E40C55}"/>
              </a:ext>
            </a:extLst>
          </p:cNvPr>
          <p:cNvSpPr txBox="1"/>
          <p:nvPr/>
        </p:nvSpPr>
        <p:spPr>
          <a:xfrm>
            <a:off x="8773524" y="4751385"/>
            <a:ext cx="673359" cy="153888"/>
          </a:xfrm>
          <a:prstGeom prst="rect">
            <a:avLst/>
          </a:prstGeom>
          <a:noFill/>
        </p:spPr>
        <p:txBody>
          <a:bodyPr wrap="square" lIns="0" tIns="0" rIns="0" bIns="0" rtlCol="0">
            <a:spAutoFit/>
          </a:bodyPr>
          <a:lstStyle/>
          <a:p>
            <a:pPr algn="ctr"/>
            <a:r>
              <a:rPr lang="en-US" sz="1000" dirty="0">
                <a:solidFill>
                  <a:schemeClr val="bg1"/>
                </a:solidFill>
              </a:rPr>
              <a:t>IO-Device 2</a:t>
            </a:r>
          </a:p>
        </p:txBody>
      </p:sp>
      <p:sp>
        <p:nvSpPr>
          <p:cNvPr id="28" name="Textfeld 27">
            <a:extLst>
              <a:ext uri="{FF2B5EF4-FFF2-40B4-BE49-F238E27FC236}">
                <a16:creationId xmlns:a16="http://schemas.microsoft.com/office/drawing/2014/main" id="{B39DE10D-8AAC-4350-9D51-A18A1DCE1A3F}"/>
              </a:ext>
            </a:extLst>
          </p:cNvPr>
          <p:cNvSpPr txBox="1"/>
          <p:nvPr/>
        </p:nvSpPr>
        <p:spPr>
          <a:xfrm>
            <a:off x="9876126" y="4053893"/>
            <a:ext cx="673359" cy="153888"/>
          </a:xfrm>
          <a:prstGeom prst="rect">
            <a:avLst/>
          </a:prstGeom>
          <a:noFill/>
        </p:spPr>
        <p:txBody>
          <a:bodyPr wrap="square" lIns="0" tIns="0" rIns="0" bIns="0" rtlCol="0">
            <a:spAutoFit/>
          </a:bodyPr>
          <a:lstStyle/>
          <a:p>
            <a:pPr algn="ctr"/>
            <a:r>
              <a:rPr lang="en-US" sz="1000" dirty="0">
                <a:solidFill>
                  <a:schemeClr val="bg1"/>
                </a:solidFill>
              </a:rPr>
              <a:t>IO-Device 3</a:t>
            </a:r>
          </a:p>
        </p:txBody>
      </p:sp>
      <p:pic>
        <p:nvPicPr>
          <p:cNvPr id="30" name="Grafik 29">
            <a:extLst>
              <a:ext uri="{FF2B5EF4-FFF2-40B4-BE49-F238E27FC236}">
                <a16:creationId xmlns:a16="http://schemas.microsoft.com/office/drawing/2014/main" id="{F9CA9E63-96C5-ED07-FE29-DB0C9EA9232B}"/>
              </a:ext>
            </a:extLst>
          </p:cNvPr>
          <p:cNvPicPr>
            <a:picLocks noChangeAspect="1"/>
          </p:cNvPicPr>
          <p:nvPr/>
        </p:nvPicPr>
        <p:blipFill>
          <a:blip r:embed="rId23"/>
          <a:stretch>
            <a:fillRect/>
          </a:stretch>
        </p:blipFill>
        <p:spPr>
          <a:xfrm>
            <a:off x="4270021" y="4116775"/>
            <a:ext cx="210343" cy="514264"/>
          </a:xfrm>
          <a:prstGeom prst="rect">
            <a:avLst/>
          </a:prstGeom>
        </p:spPr>
      </p:pic>
      <p:pic>
        <p:nvPicPr>
          <p:cNvPr id="31" name="Grafik 30">
            <a:extLst>
              <a:ext uri="{FF2B5EF4-FFF2-40B4-BE49-F238E27FC236}">
                <a16:creationId xmlns:a16="http://schemas.microsoft.com/office/drawing/2014/main" id="{72869F5A-9C89-5D35-163D-EA324B39178A}"/>
              </a:ext>
            </a:extLst>
          </p:cNvPr>
          <p:cNvPicPr>
            <a:picLocks noChangeAspect="1"/>
          </p:cNvPicPr>
          <p:nvPr/>
        </p:nvPicPr>
        <p:blipFill>
          <a:blip r:embed="rId23"/>
          <a:stretch>
            <a:fillRect/>
          </a:stretch>
        </p:blipFill>
        <p:spPr>
          <a:xfrm>
            <a:off x="2025636" y="4113811"/>
            <a:ext cx="210343" cy="514264"/>
          </a:xfrm>
          <a:prstGeom prst="rect">
            <a:avLst/>
          </a:prstGeom>
        </p:spPr>
      </p:pic>
      <p:pic>
        <p:nvPicPr>
          <p:cNvPr id="66" name="Grafik 65">
            <a:extLst>
              <a:ext uri="{FF2B5EF4-FFF2-40B4-BE49-F238E27FC236}">
                <a16:creationId xmlns:a16="http://schemas.microsoft.com/office/drawing/2014/main" id="{0429099A-A0F2-276E-AA70-01B73003E031}"/>
              </a:ext>
            </a:extLst>
          </p:cNvPr>
          <p:cNvPicPr>
            <a:picLocks noChangeAspect="1"/>
          </p:cNvPicPr>
          <p:nvPr/>
        </p:nvPicPr>
        <p:blipFill>
          <a:blip r:embed="rId23"/>
          <a:stretch>
            <a:fillRect/>
          </a:stretch>
        </p:blipFill>
        <p:spPr>
          <a:xfrm>
            <a:off x="9726735" y="4197590"/>
            <a:ext cx="210343" cy="514264"/>
          </a:xfrm>
          <a:prstGeom prst="rect">
            <a:avLst/>
          </a:prstGeom>
        </p:spPr>
      </p:pic>
      <p:pic>
        <p:nvPicPr>
          <p:cNvPr id="67" name="Grafik 66">
            <a:extLst>
              <a:ext uri="{FF2B5EF4-FFF2-40B4-BE49-F238E27FC236}">
                <a16:creationId xmlns:a16="http://schemas.microsoft.com/office/drawing/2014/main" id="{B5F9AD7A-71A0-9302-8C26-9F1E936A7FDA}"/>
              </a:ext>
            </a:extLst>
          </p:cNvPr>
          <p:cNvPicPr>
            <a:picLocks noChangeAspect="1"/>
          </p:cNvPicPr>
          <p:nvPr/>
        </p:nvPicPr>
        <p:blipFill>
          <a:blip r:embed="rId23"/>
          <a:stretch>
            <a:fillRect/>
          </a:stretch>
        </p:blipFill>
        <p:spPr>
          <a:xfrm>
            <a:off x="7482350" y="4194626"/>
            <a:ext cx="210343" cy="514264"/>
          </a:xfrm>
          <a:prstGeom prst="rect">
            <a:avLst/>
          </a:prstGeom>
        </p:spPr>
      </p:pic>
      <p:sp>
        <p:nvSpPr>
          <p:cNvPr id="176" name="Gewitterblitz 175">
            <a:extLst>
              <a:ext uri="{FF2B5EF4-FFF2-40B4-BE49-F238E27FC236}">
                <a16:creationId xmlns:a16="http://schemas.microsoft.com/office/drawing/2014/main" id="{5FE1BF5A-E432-5CE7-9A98-07400283528D}"/>
              </a:ext>
            </a:extLst>
          </p:cNvPr>
          <p:cNvSpPr/>
          <p:nvPr/>
        </p:nvSpPr>
        <p:spPr bwMode="auto">
          <a:xfrm>
            <a:off x="9610775" y="4203899"/>
            <a:ext cx="533468" cy="620726"/>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68" name="Textfeld 67">
            <a:extLst>
              <a:ext uri="{FF2B5EF4-FFF2-40B4-BE49-F238E27FC236}">
                <a16:creationId xmlns:a16="http://schemas.microsoft.com/office/drawing/2014/main" id="{D7F15299-0A5A-B2FB-8958-8F06D4D2DF15}"/>
              </a:ext>
            </a:extLst>
          </p:cNvPr>
          <p:cNvSpPr txBox="1"/>
          <p:nvPr/>
        </p:nvSpPr>
        <p:spPr>
          <a:xfrm>
            <a:off x="435232" y="1242370"/>
            <a:ext cx="10535598" cy="553998"/>
          </a:xfrm>
          <a:prstGeom prst="rect">
            <a:avLst/>
          </a:prstGeom>
          <a:noFill/>
        </p:spPr>
        <p:txBody>
          <a:bodyPr wrap="square" lIns="0" tIns="0" rIns="0" bIns="0" rtlCol="0">
            <a:spAutoFit/>
          </a:bodyPr>
          <a:lstStyle/>
          <a:p>
            <a:r>
              <a:rPr lang="en-US" dirty="0"/>
              <a:t>In some cases, it is sufficient if S1/S2 devices are connected to only one of the two CPUs. </a:t>
            </a:r>
            <a:br>
              <a:rPr lang="en-US" dirty="0"/>
            </a:br>
            <a:r>
              <a:rPr lang="en-US" dirty="0"/>
              <a:t>Examples of this are switches that transmit diagnostic data to the controller via PROFINET.</a:t>
            </a:r>
          </a:p>
        </p:txBody>
      </p:sp>
      <p:sp>
        <p:nvSpPr>
          <p:cNvPr id="69" name="Legende: Linie 68">
            <a:extLst>
              <a:ext uri="{FF2B5EF4-FFF2-40B4-BE49-F238E27FC236}">
                <a16:creationId xmlns:a16="http://schemas.microsoft.com/office/drawing/2014/main" id="{4DCC8D48-E40B-5024-6633-FC8DAFCDDD9E}"/>
              </a:ext>
            </a:extLst>
          </p:cNvPr>
          <p:cNvSpPr/>
          <p:nvPr/>
        </p:nvSpPr>
        <p:spPr>
          <a:xfrm>
            <a:off x="9462246" y="5516432"/>
            <a:ext cx="1773104" cy="741434"/>
          </a:xfrm>
          <a:prstGeom prst="borderCallout1">
            <a:avLst>
              <a:gd name="adj1" fmla="val -1238"/>
              <a:gd name="adj2" fmla="val 40803"/>
              <a:gd name="adj3" fmla="val -135290"/>
              <a:gd name="adj4" fmla="val 25901"/>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dirty="0">
                <a:solidFill>
                  <a:schemeClr val="tx1"/>
                </a:solidFill>
              </a:rPr>
              <a:t>A failure of the connected CPU also leads to the failure of the IO device!</a:t>
            </a:r>
          </a:p>
        </p:txBody>
      </p:sp>
      <p:sp>
        <p:nvSpPr>
          <p:cNvPr id="72" name="Rechteck 71">
            <a:extLst>
              <a:ext uri="{FF2B5EF4-FFF2-40B4-BE49-F238E27FC236}">
                <a16:creationId xmlns:a16="http://schemas.microsoft.com/office/drawing/2014/main" id="{04AE074B-E019-A57D-B58A-E834410258C5}"/>
              </a:ext>
            </a:extLst>
          </p:cNvPr>
          <p:cNvSpPr/>
          <p:nvPr/>
        </p:nvSpPr>
        <p:spPr>
          <a:xfrm>
            <a:off x="1963540" y="2738814"/>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3" name="Rechteck 72">
            <a:extLst>
              <a:ext uri="{FF2B5EF4-FFF2-40B4-BE49-F238E27FC236}">
                <a16:creationId xmlns:a16="http://schemas.microsoft.com/office/drawing/2014/main" id="{B7FE7EE3-EE96-223F-A02F-221824169D44}"/>
              </a:ext>
            </a:extLst>
          </p:cNvPr>
          <p:cNvSpPr/>
          <p:nvPr/>
        </p:nvSpPr>
        <p:spPr>
          <a:xfrm>
            <a:off x="4044183" y="2748857"/>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4" name="Rechteck 73">
            <a:extLst>
              <a:ext uri="{FF2B5EF4-FFF2-40B4-BE49-F238E27FC236}">
                <a16:creationId xmlns:a16="http://schemas.microsoft.com/office/drawing/2014/main" id="{3192E162-0EA6-226E-152F-BA843E0A09CF}"/>
              </a:ext>
            </a:extLst>
          </p:cNvPr>
          <p:cNvSpPr/>
          <p:nvPr/>
        </p:nvSpPr>
        <p:spPr>
          <a:xfrm>
            <a:off x="7439699" y="275603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5" name="Rechteck 74">
            <a:extLst>
              <a:ext uri="{FF2B5EF4-FFF2-40B4-BE49-F238E27FC236}">
                <a16:creationId xmlns:a16="http://schemas.microsoft.com/office/drawing/2014/main" id="{8B58C33E-5DCE-7594-164F-66A372892EC5}"/>
              </a:ext>
            </a:extLst>
          </p:cNvPr>
          <p:cNvSpPr/>
          <p:nvPr/>
        </p:nvSpPr>
        <p:spPr>
          <a:xfrm>
            <a:off x="9502236" y="2747972"/>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custDataLst>
      <p:tags r:id="rId1"/>
    </p:custDataLst>
    <p:extLst>
      <p:ext uri="{BB962C8B-B14F-4D97-AF65-F5344CB8AC3E}">
        <p14:creationId xmlns:p14="http://schemas.microsoft.com/office/powerpoint/2010/main" val="188093123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532" imgH="533" progId="TCLayout.ActiveDocument.1">
                  <p:embed/>
                </p:oleObj>
              </mc:Choice>
              <mc:Fallback>
                <p:oleObj name="think-cell Folie" r:id="rId5"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Configuration examples S7-1500H with R1 Redundancy</a:t>
            </a:r>
            <a:br>
              <a:rPr lang="en-US" altLang="de-DE" dirty="0"/>
            </a:br>
            <a:r>
              <a:rPr lang="en-US" altLang="de-DE" b="0" dirty="0"/>
              <a:t>IO devices that are connected to only one CPU - Configuration</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6" name="Textfeld 55">
            <a:extLst>
              <a:ext uri="{FF2B5EF4-FFF2-40B4-BE49-F238E27FC236}">
                <a16:creationId xmlns:a16="http://schemas.microsoft.com/office/drawing/2014/main" id="{578A4E19-8177-C3DD-CE83-51840334EAD0}"/>
              </a:ext>
            </a:extLst>
          </p:cNvPr>
          <p:cNvSpPr txBox="1"/>
          <p:nvPr/>
        </p:nvSpPr>
        <p:spPr>
          <a:xfrm>
            <a:off x="5379569" y="5474312"/>
            <a:ext cx="4046352" cy="507831"/>
          </a:xfrm>
          <a:prstGeom prst="rect">
            <a:avLst/>
          </a:prstGeom>
          <a:noFill/>
        </p:spPr>
        <p:txBody>
          <a:bodyPr wrap="square" lIns="0" tIns="0" rIns="0" bIns="0" rtlCol="0">
            <a:spAutoFit/>
          </a:bodyPr>
          <a:lstStyle>
            <a:defPPr>
              <a:defRPr lang="en-US"/>
            </a:defPPr>
            <a:lvl1pPr algn="ctr">
              <a:defRPr sz="1400"/>
            </a:lvl1pPr>
          </a:lstStyle>
          <a:p>
            <a:r>
              <a:rPr lang="en-US" sz="1100" baseline="30000"/>
              <a:t>1) </a:t>
            </a:r>
            <a:r>
              <a:rPr lang="en-US" sz="1100"/>
              <a:t>If the operating mode is not adjusted, the switch is detected as failed by the disconnected CPU and a corresponding bus error and alarm is generated.</a:t>
            </a:r>
          </a:p>
        </p:txBody>
      </p:sp>
      <p:pic>
        <p:nvPicPr>
          <p:cNvPr id="4" name="Grafik 3">
            <a:extLst>
              <a:ext uri="{FF2B5EF4-FFF2-40B4-BE49-F238E27FC236}">
                <a16:creationId xmlns:a16="http://schemas.microsoft.com/office/drawing/2014/main" id="{16A8176C-084C-E579-B762-82439F82267F}"/>
              </a:ext>
            </a:extLst>
          </p:cNvPr>
          <p:cNvPicPr>
            <a:picLocks noChangeAspect="1"/>
          </p:cNvPicPr>
          <p:nvPr/>
        </p:nvPicPr>
        <p:blipFill>
          <a:blip r:embed="rId7"/>
          <a:stretch>
            <a:fillRect/>
          </a:stretch>
        </p:blipFill>
        <p:spPr>
          <a:xfrm>
            <a:off x="1132230" y="2022823"/>
            <a:ext cx="7537375" cy="3021533"/>
          </a:xfrm>
          <a:prstGeom prst="rect">
            <a:avLst/>
          </a:prstGeom>
        </p:spPr>
      </p:pic>
      <p:sp>
        <p:nvSpPr>
          <p:cNvPr id="5" name="Legende: Linie 4">
            <a:extLst>
              <a:ext uri="{FF2B5EF4-FFF2-40B4-BE49-F238E27FC236}">
                <a16:creationId xmlns:a16="http://schemas.microsoft.com/office/drawing/2014/main" id="{967EF107-C4CD-78FF-DB47-0AB8F62EC3ED}"/>
              </a:ext>
            </a:extLst>
          </p:cNvPr>
          <p:cNvSpPr/>
          <p:nvPr/>
        </p:nvSpPr>
        <p:spPr>
          <a:xfrm>
            <a:off x="2852917" y="4937750"/>
            <a:ext cx="1527444" cy="512801"/>
          </a:xfrm>
          <a:prstGeom prst="borderCallout1">
            <a:avLst>
              <a:gd name="adj1" fmla="val 5033"/>
              <a:gd name="adj2" fmla="val 74749"/>
              <a:gd name="adj3" fmla="val -49216"/>
              <a:gd name="adj4" fmla="val 114623"/>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a:solidFill>
                  <a:schemeClr val="tx1"/>
                </a:solidFill>
              </a:rPr>
              <a:t>Assignment must be set to both CPUs</a:t>
            </a:r>
          </a:p>
        </p:txBody>
      </p:sp>
      <p:cxnSp>
        <p:nvCxnSpPr>
          <p:cNvPr id="10" name="Gerader Verbinder 9">
            <a:extLst>
              <a:ext uri="{FF2B5EF4-FFF2-40B4-BE49-F238E27FC236}">
                <a16:creationId xmlns:a16="http://schemas.microsoft.com/office/drawing/2014/main" id="{7AACDEC0-2346-A0EA-0DAA-59A0560B6A8C}"/>
              </a:ext>
            </a:extLst>
          </p:cNvPr>
          <p:cNvCxnSpPr/>
          <p:nvPr/>
        </p:nvCxnSpPr>
        <p:spPr>
          <a:xfrm flipH="1" flipV="1">
            <a:off x="1999609" y="4744139"/>
            <a:ext cx="841972" cy="300217"/>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B3E975CA-02C2-67E6-1DCA-773754A74E00}"/>
              </a:ext>
            </a:extLst>
          </p:cNvPr>
          <p:cNvSpPr/>
          <p:nvPr/>
        </p:nvSpPr>
        <p:spPr>
          <a:xfrm>
            <a:off x="7757613" y="3395172"/>
            <a:ext cx="389299" cy="287448"/>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2" name="Legende: Linie 11">
            <a:extLst>
              <a:ext uri="{FF2B5EF4-FFF2-40B4-BE49-F238E27FC236}">
                <a16:creationId xmlns:a16="http://schemas.microsoft.com/office/drawing/2014/main" id="{53DD7394-0E10-88E6-252F-0E6568DFA907}"/>
              </a:ext>
            </a:extLst>
          </p:cNvPr>
          <p:cNvSpPr/>
          <p:nvPr/>
        </p:nvSpPr>
        <p:spPr>
          <a:xfrm>
            <a:off x="6119709" y="4166696"/>
            <a:ext cx="1520209" cy="577443"/>
          </a:xfrm>
          <a:prstGeom prst="borderCallout1">
            <a:avLst>
              <a:gd name="adj1" fmla="val 5033"/>
              <a:gd name="adj2" fmla="val 74749"/>
              <a:gd name="adj3" fmla="val -89822"/>
              <a:gd name="adj4" fmla="val 111659"/>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a:solidFill>
                  <a:schemeClr val="tx1"/>
                </a:solidFill>
              </a:rPr>
              <a:t>Operating mode must be changed from "S2" to "S1" </a:t>
            </a:r>
            <a:r>
              <a:rPr lang="en-US" sz="1000" baseline="30000">
                <a:solidFill>
                  <a:schemeClr val="tx1"/>
                </a:solidFill>
              </a:rPr>
              <a:t>1)</a:t>
            </a:r>
          </a:p>
        </p:txBody>
      </p:sp>
      <p:pic>
        <p:nvPicPr>
          <p:cNvPr id="14" name="Grafik 13">
            <a:extLst>
              <a:ext uri="{FF2B5EF4-FFF2-40B4-BE49-F238E27FC236}">
                <a16:creationId xmlns:a16="http://schemas.microsoft.com/office/drawing/2014/main" id="{1628DBCE-264F-1155-096C-AAF205F57BA1}"/>
              </a:ext>
            </a:extLst>
          </p:cNvPr>
          <p:cNvPicPr>
            <a:picLocks noChangeAspect="1"/>
          </p:cNvPicPr>
          <p:nvPr/>
        </p:nvPicPr>
        <p:blipFill>
          <a:blip r:embed="rId8"/>
          <a:stretch>
            <a:fillRect/>
          </a:stretch>
        </p:blipFill>
        <p:spPr>
          <a:xfrm>
            <a:off x="9425921" y="2666129"/>
            <a:ext cx="1578242" cy="1258512"/>
          </a:xfrm>
          <a:prstGeom prst="rect">
            <a:avLst/>
          </a:prstGeom>
        </p:spPr>
      </p:pic>
      <p:cxnSp>
        <p:nvCxnSpPr>
          <p:cNvPr id="16" name="Gerader Verbinder 15">
            <a:extLst>
              <a:ext uri="{FF2B5EF4-FFF2-40B4-BE49-F238E27FC236}">
                <a16:creationId xmlns:a16="http://schemas.microsoft.com/office/drawing/2014/main" id="{FBB7F332-1F41-DC15-E759-211C06A2CB11}"/>
              </a:ext>
            </a:extLst>
          </p:cNvPr>
          <p:cNvCxnSpPr>
            <a:cxnSpLocks/>
          </p:cNvCxnSpPr>
          <p:nvPr/>
        </p:nvCxnSpPr>
        <p:spPr>
          <a:xfrm>
            <a:off x="9425921" y="2666129"/>
            <a:ext cx="1578242" cy="1258512"/>
          </a:xfrm>
          <a:prstGeom prst="line">
            <a:avLst/>
          </a:prstGeom>
          <a:ln w="19050">
            <a:solidFill>
              <a:srgbClr val="FF0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7" name="Legende: Linie 16">
            <a:extLst>
              <a:ext uri="{FF2B5EF4-FFF2-40B4-BE49-F238E27FC236}">
                <a16:creationId xmlns:a16="http://schemas.microsoft.com/office/drawing/2014/main" id="{029F11EC-C3A0-DBF2-4E23-9B6D4E42DA71}"/>
              </a:ext>
            </a:extLst>
          </p:cNvPr>
          <p:cNvSpPr/>
          <p:nvPr/>
        </p:nvSpPr>
        <p:spPr>
          <a:xfrm>
            <a:off x="9339083" y="4367916"/>
            <a:ext cx="1720687" cy="577443"/>
          </a:xfrm>
          <a:prstGeom prst="borderCallout1">
            <a:avLst>
              <a:gd name="adj1" fmla="val -1238"/>
              <a:gd name="adj2" fmla="val 40803"/>
              <a:gd name="adj3" fmla="val -135290"/>
              <a:gd name="adj4" fmla="val 25901"/>
            </a:avLst>
          </a:prstGeom>
          <a:solidFill>
            <a:schemeClr val="accent1"/>
          </a:solidFill>
          <a:ln>
            <a:solidFill>
              <a:srgbClr val="00AF8E"/>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000">
                <a:solidFill>
                  <a:schemeClr val="tx1"/>
                </a:solidFill>
              </a:rPr>
              <a:t>Assignment to only </a:t>
            </a:r>
            <a:br>
              <a:rPr lang="en-US" sz="1000">
                <a:solidFill>
                  <a:schemeClr val="tx1"/>
                </a:solidFill>
              </a:rPr>
            </a:br>
            <a:r>
              <a:rPr lang="en-US" sz="1000">
                <a:solidFill>
                  <a:schemeClr val="tx1"/>
                </a:solidFill>
              </a:rPr>
              <a:t>CPU 1 leads to an error during translation!</a:t>
            </a:r>
          </a:p>
        </p:txBody>
      </p:sp>
      <p:sp>
        <p:nvSpPr>
          <p:cNvPr id="21" name="Textfeld 20">
            <a:extLst>
              <a:ext uri="{FF2B5EF4-FFF2-40B4-BE49-F238E27FC236}">
                <a16:creationId xmlns:a16="http://schemas.microsoft.com/office/drawing/2014/main" id="{A7B25241-28C8-14A8-F936-F4A0A4EA992F}"/>
              </a:ext>
            </a:extLst>
          </p:cNvPr>
          <p:cNvSpPr txBox="1"/>
          <p:nvPr/>
        </p:nvSpPr>
        <p:spPr>
          <a:xfrm>
            <a:off x="1132230" y="1350628"/>
            <a:ext cx="9477993" cy="276999"/>
          </a:xfrm>
          <a:prstGeom prst="rect">
            <a:avLst/>
          </a:prstGeom>
          <a:noFill/>
        </p:spPr>
        <p:txBody>
          <a:bodyPr wrap="square" lIns="0" tIns="0" rIns="0" bIns="0" rtlCol="0">
            <a:spAutoFit/>
          </a:bodyPr>
          <a:lstStyle>
            <a:defPPr>
              <a:defRPr lang="en-US"/>
            </a:defPPr>
          </a:lstStyle>
          <a:p>
            <a:r>
              <a:rPr lang="en-US" dirty="0"/>
              <a:t>Even if devices are connected to only one CPU they must be mapped to both CPUs</a:t>
            </a:r>
          </a:p>
        </p:txBody>
      </p:sp>
      <p:pic>
        <p:nvPicPr>
          <p:cNvPr id="7" name="Grafik 6">
            <a:extLst>
              <a:ext uri="{FF2B5EF4-FFF2-40B4-BE49-F238E27FC236}">
                <a16:creationId xmlns:a16="http://schemas.microsoft.com/office/drawing/2014/main" id="{9F965C0E-7B65-25E7-173D-7E6AD13842CC}"/>
              </a:ext>
            </a:extLst>
          </p:cNvPr>
          <p:cNvPicPr>
            <a:picLocks noChangeAspect="1"/>
          </p:cNvPicPr>
          <p:nvPr/>
        </p:nvPicPr>
        <p:blipFill rotWithShape="1">
          <a:blip r:embed="rId9"/>
          <a:srcRect l="70847" t="71461" r="1394" b="3042"/>
          <a:stretch/>
        </p:blipFill>
        <p:spPr>
          <a:xfrm>
            <a:off x="7486336" y="3866479"/>
            <a:ext cx="1063480" cy="376223"/>
          </a:xfrm>
          <a:prstGeom prst="rect">
            <a:avLst/>
          </a:prstGeom>
        </p:spPr>
      </p:pic>
    </p:spTree>
    <p:custDataLst>
      <p:tags r:id="rId1"/>
    </p:custDataLst>
    <p:extLst>
      <p:ext uri="{BB962C8B-B14F-4D97-AF65-F5344CB8AC3E}">
        <p14:creationId xmlns:p14="http://schemas.microsoft.com/office/powerpoint/2010/main" val="491844424"/>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System IP Address at </a:t>
            </a:r>
            <a:br>
              <a:rPr lang="en-US" dirty="0"/>
            </a:br>
            <a:r>
              <a:rPr lang="en-US" dirty="0"/>
              <a:t>S2 ring and line structure</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2169948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2669A8DE-FE69-79C1-AB14-12DF317CB7E8}"/>
              </a:ext>
            </a:extLst>
          </p:cNvPr>
          <p:cNvSpPr/>
          <p:nvPr/>
        </p:nvSpPr>
        <p:spPr>
          <a:xfrm>
            <a:off x="7264831" y="1951693"/>
            <a:ext cx="3554129" cy="20840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sp>
        <p:nvSpPr>
          <p:cNvPr id="4" name="Rechteck 3">
            <a:extLst>
              <a:ext uri="{FF2B5EF4-FFF2-40B4-BE49-F238E27FC236}">
                <a16:creationId xmlns:a16="http://schemas.microsoft.com/office/drawing/2014/main" id="{2CFD7142-C05C-F415-3475-20BAB7971AED}"/>
              </a:ext>
            </a:extLst>
          </p:cNvPr>
          <p:cNvSpPr/>
          <p:nvPr/>
        </p:nvSpPr>
        <p:spPr>
          <a:xfrm>
            <a:off x="1719054" y="1951693"/>
            <a:ext cx="3554129" cy="20840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3" imgW="532" imgH="533" progId="TCLayout.ActiveDocument.1">
                  <p:embed/>
                </p:oleObj>
              </mc:Choice>
              <mc:Fallback>
                <p:oleObj name="think-cell Folie" r:id="rId23"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Network configuration with S7-1500 H</a:t>
            </a:r>
            <a:br>
              <a:rPr lang="en-US" altLang="de-DE" dirty="0"/>
            </a:br>
            <a:r>
              <a:rPr lang="en-US" altLang="de-DE" b="0" dirty="0"/>
              <a:t>Use of System IP with MRP Ring</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47" name="Freihandform: Form 246">
            <a:extLst>
              <a:ext uri="{FF2B5EF4-FFF2-40B4-BE49-F238E27FC236}">
                <a16:creationId xmlns:a16="http://schemas.microsoft.com/office/drawing/2014/main" id="{4058F77D-F556-64D3-0D9B-3C046D333A1D}"/>
              </a:ext>
            </a:extLst>
          </p:cNvPr>
          <p:cNvSpPr/>
          <p:nvPr/>
        </p:nvSpPr>
        <p:spPr bwMode="auto">
          <a:xfrm>
            <a:off x="2472392" y="2839672"/>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48" name="Freihandform: Form 247">
            <a:extLst>
              <a:ext uri="{FF2B5EF4-FFF2-40B4-BE49-F238E27FC236}">
                <a16:creationId xmlns:a16="http://schemas.microsoft.com/office/drawing/2014/main" id="{862C1800-3D72-4632-EA5A-BF2C8BA5E706}"/>
              </a:ext>
            </a:extLst>
          </p:cNvPr>
          <p:cNvSpPr/>
          <p:nvPr/>
        </p:nvSpPr>
        <p:spPr bwMode="auto">
          <a:xfrm flipH="1">
            <a:off x="4039956" y="2836132"/>
            <a:ext cx="488575"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49" name="Gruppieren 248">
            <a:extLst>
              <a:ext uri="{FF2B5EF4-FFF2-40B4-BE49-F238E27FC236}">
                <a16:creationId xmlns:a16="http://schemas.microsoft.com/office/drawing/2014/main" id="{CED7F32F-1344-778F-E1D1-BB175311AC5C}"/>
              </a:ext>
            </a:extLst>
          </p:cNvPr>
          <p:cNvGrpSpPr/>
          <p:nvPr/>
        </p:nvGrpSpPr>
        <p:grpSpPr>
          <a:xfrm>
            <a:off x="2202658" y="2187420"/>
            <a:ext cx="2842603" cy="640310"/>
            <a:chOff x="4310893" y="2280729"/>
            <a:chExt cx="2842603" cy="640310"/>
          </a:xfrm>
          <a:solidFill>
            <a:schemeClr val="tx1"/>
          </a:solidFill>
        </p:grpSpPr>
        <p:grpSp>
          <p:nvGrpSpPr>
            <p:cNvPr id="252" name="Gruppieren 251">
              <a:extLst>
                <a:ext uri="{FF2B5EF4-FFF2-40B4-BE49-F238E27FC236}">
                  <a16:creationId xmlns:a16="http://schemas.microsoft.com/office/drawing/2014/main" id="{54CE4811-6A01-FA74-D3DB-3115E8BC382C}"/>
                </a:ext>
              </a:extLst>
            </p:cNvPr>
            <p:cNvGrpSpPr/>
            <p:nvPr/>
          </p:nvGrpSpPr>
          <p:grpSpPr>
            <a:xfrm>
              <a:off x="4310893" y="2280729"/>
              <a:ext cx="774298" cy="640310"/>
              <a:chOff x="5633257" y="2448326"/>
              <a:chExt cx="3891741" cy="2958295"/>
            </a:xfrm>
            <a:grpFill/>
          </p:grpSpPr>
          <p:pic>
            <p:nvPicPr>
              <p:cNvPr id="260" name="product_simatic-s7-1500.png">
                <a:extLst>
                  <a:ext uri="{FF2B5EF4-FFF2-40B4-BE49-F238E27FC236}">
                    <a16:creationId xmlns:a16="http://schemas.microsoft.com/office/drawing/2014/main" id="{C107BD0C-3DCA-5BF8-D1C6-8894BB5C6110}"/>
                  </a:ext>
                </a:extLst>
              </p:cNvPr>
              <p:cNvPicPr>
                <a:picLocks noChangeAspect="1"/>
              </p:cNvPicPr>
              <p:nvPr>
                <p:custDataLst>
                  <p:tags r:id="rId18"/>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61" name="product_simatic-s7-1500.png">
                <a:extLst>
                  <a:ext uri="{FF2B5EF4-FFF2-40B4-BE49-F238E27FC236}">
                    <a16:creationId xmlns:a16="http://schemas.microsoft.com/office/drawing/2014/main" id="{296AD9A2-1303-BFEF-A464-4E8185E0D5F5}"/>
                  </a:ext>
                </a:extLst>
              </p:cNvPr>
              <p:cNvPicPr>
                <a:picLocks noChangeAspect="1"/>
              </p:cNvPicPr>
              <p:nvPr>
                <p:custDataLst>
                  <p:tags r:id="rId19"/>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62" name="product_simatic-s7-1500.png">
                <a:extLst>
                  <a:ext uri="{FF2B5EF4-FFF2-40B4-BE49-F238E27FC236}">
                    <a16:creationId xmlns:a16="http://schemas.microsoft.com/office/drawing/2014/main" id="{18FBBBC6-2A70-8DA4-3435-0121965FD333}"/>
                  </a:ext>
                </a:extLst>
              </p:cNvPr>
              <p:cNvPicPr>
                <a:picLocks noChangeAspect="1"/>
              </p:cNvPicPr>
              <p:nvPr>
                <p:custDataLst>
                  <p:tags r:id="rId20"/>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53" name="Gruppieren 252">
              <a:extLst>
                <a:ext uri="{FF2B5EF4-FFF2-40B4-BE49-F238E27FC236}">
                  <a16:creationId xmlns:a16="http://schemas.microsoft.com/office/drawing/2014/main" id="{14F55F1B-B627-CF71-5A94-06B976CD0984}"/>
                </a:ext>
              </a:extLst>
            </p:cNvPr>
            <p:cNvGrpSpPr/>
            <p:nvPr/>
          </p:nvGrpSpPr>
          <p:grpSpPr>
            <a:xfrm>
              <a:off x="6379198" y="2280729"/>
              <a:ext cx="774298" cy="640310"/>
              <a:chOff x="5633257" y="2448326"/>
              <a:chExt cx="3891741" cy="2958295"/>
            </a:xfrm>
            <a:grpFill/>
          </p:grpSpPr>
          <p:pic>
            <p:nvPicPr>
              <p:cNvPr id="257" name="product_simatic-s7-1500.png">
                <a:extLst>
                  <a:ext uri="{FF2B5EF4-FFF2-40B4-BE49-F238E27FC236}">
                    <a16:creationId xmlns:a16="http://schemas.microsoft.com/office/drawing/2014/main" id="{23ECA13F-BEA2-B92A-A87C-1E175E062215}"/>
                  </a:ext>
                </a:extLst>
              </p:cNvPr>
              <p:cNvPicPr>
                <a:picLocks noChangeAspect="1"/>
              </p:cNvPicPr>
              <p:nvPr>
                <p:custDataLst>
                  <p:tags r:id="rId15"/>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58" name="product_simatic-s7-1500.png">
                <a:extLst>
                  <a:ext uri="{FF2B5EF4-FFF2-40B4-BE49-F238E27FC236}">
                    <a16:creationId xmlns:a16="http://schemas.microsoft.com/office/drawing/2014/main" id="{CAF8257F-B446-5717-478F-1BD82FD2F64F}"/>
                  </a:ext>
                </a:extLst>
              </p:cNvPr>
              <p:cNvPicPr>
                <a:picLocks noChangeAspect="1"/>
              </p:cNvPicPr>
              <p:nvPr>
                <p:custDataLst>
                  <p:tags r:id="rId16"/>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59" name="product_simatic-s7-1500.png">
                <a:extLst>
                  <a:ext uri="{FF2B5EF4-FFF2-40B4-BE49-F238E27FC236}">
                    <a16:creationId xmlns:a16="http://schemas.microsoft.com/office/drawing/2014/main" id="{650BB2CB-8252-8549-4B35-4CD84B87E6E7}"/>
                  </a:ext>
                </a:extLst>
              </p:cNvPr>
              <p:cNvPicPr>
                <a:picLocks noChangeAspect="1"/>
              </p:cNvPicPr>
              <p:nvPr>
                <p:custDataLst>
                  <p:tags r:id="rId17"/>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54" name="Line 29">
              <a:extLst>
                <a:ext uri="{FF2B5EF4-FFF2-40B4-BE49-F238E27FC236}">
                  <a16:creationId xmlns:a16="http://schemas.microsoft.com/office/drawing/2014/main" id="{B215A96E-1115-B502-FE53-4D6516B5E8C3}"/>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255" name="Line 30">
              <a:extLst>
                <a:ext uri="{FF2B5EF4-FFF2-40B4-BE49-F238E27FC236}">
                  <a16:creationId xmlns:a16="http://schemas.microsoft.com/office/drawing/2014/main" id="{36DE6FED-3446-0068-03D6-9FD0B6B84782}"/>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63" name="Freihandform: Form 262">
            <a:extLst>
              <a:ext uri="{FF2B5EF4-FFF2-40B4-BE49-F238E27FC236}">
                <a16:creationId xmlns:a16="http://schemas.microsoft.com/office/drawing/2014/main" id="{26D9C2DF-5679-B805-7DD2-04CFD3040A9B}"/>
              </a:ext>
            </a:extLst>
          </p:cNvPr>
          <p:cNvSpPr/>
          <p:nvPr/>
        </p:nvSpPr>
        <p:spPr bwMode="auto">
          <a:xfrm>
            <a:off x="2735228" y="3352359"/>
            <a:ext cx="1026230"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67" name="product_distributed-io.png">
            <a:extLst>
              <a:ext uri="{FF2B5EF4-FFF2-40B4-BE49-F238E27FC236}">
                <a16:creationId xmlns:a16="http://schemas.microsoft.com/office/drawing/2014/main" id="{0D915113-0986-15BC-F0AA-B515757F13E7}"/>
              </a:ext>
            </a:extLst>
          </p:cNvPr>
          <p:cNvPicPr>
            <a:picLocks noChangeAspect="1"/>
          </p:cNvPicPr>
          <p:nvPr>
            <p:custDataLst>
              <p:tags r:id="rId3"/>
            </p:custDataLst>
          </p:nvPr>
        </p:nvPicPr>
        <p:blipFill>
          <a:blip r:embed="rId27" cstate="print">
            <a:extLst>
              <a:ext uri="{28A0092B-C50C-407E-A947-70E740481C1C}">
                <a14:useLocalDpi xmlns:a14="http://schemas.microsoft.com/office/drawing/2010/main" val="0"/>
              </a:ext>
            </a:extLst>
          </a:blip>
          <a:stretch>
            <a:fillRect/>
          </a:stretch>
        </p:blipFill>
        <p:spPr>
          <a:xfrm>
            <a:off x="2610104" y="3309866"/>
            <a:ext cx="474986" cy="474986"/>
          </a:xfrm>
          <a:prstGeom prst="rect">
            <a:avLst/>
          </a:prstGeom>
          <a:solidFill>
            <a:schemeClr val="tx1"/>
          </a:solidFill>
        </p:spPr>
      </p:pic>
      <p:sp>
        <p:nvSpPr>
          <p:cNvPr id="270" name="Freihandform: Form 269">
            <a:extLst>
              <a:ext uri="{FF2B5EF4-FFF2-40B4-BE49-F238E27FC236}">
                <a16:creationId xmlns:a16="http://schemas.microsoft.com/office/drawing/2014/main" id="{C7D56EBE-D5D9-FBAE-8796-9C821465260B}"/>
              </a:ext>
            </a:extLst>
          </p:cNvPr>
          <p:cNvSpPr/>
          <p:nvPr/>
        </p:nvSpPr>
        <p:spPr bwMode="auto">
          <a:xfrm>
            <a:off x="2550029" y="2831046"/>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121" name="product_comfort-panel.png">
            <a:extLst>
              <a:ext uri="{FF2B5EF4-FFF2-40B4-BE49-F238E27FC236}">
                <a16:creationId xmlns:a16="http://schemas.microsoft.com/office/drawing/2014/main" id="{3F733E5A-F8ED-11FF-3E9F-22302ED7CC2E}"/>
              </a:ext>
            </a:extLst>
          </p:cNvPr>
          <p:cNvPicPr>
            <a:picLocks noChangeAspect="1"/>
          </p:cNvPicPr>
          <p:nvPr>
            <p:custDataLst>
              <p:tags r:id="rId4"/>
            </p:custDataLst>
          </p:nvPr>
        </p:nvPicPr>
        <p:blipFill rotWithShape="1">
          <a:blip r:embed="rId28" cstate="print">
            <a:extLst>
              <a:ext uri="{28A0092B-C50C-407E-A947-70E740481C1C}">
                <a14:useLocalDpi xmlns:a14="http://schemas.microsoft.com/office/drawing/2010/main" val="0"/>
              </a:ext>
            </a:extLst>
          </a:blip>
          <a:srcRect t="8123" b="8285"/>
          <a:stretch/>
        </p:blipFill>
        <p:spPr>
          <a:xfrm>
            <a:off x="3374259" y="3219889"/>
            <a:ext cx="719069" cy="601079"/>
          </a:xfrm>
          <a:prstGeom prst="rect">
            <a:avLst/>
          </a:prstGeom>
          <a:solidFill>
            <a:schemeClr val="tx1"/>
          </a:solidFill>
        </p:spPr>
      </p:pic>
      <p:sp>
        <p:nvSpPr>
          <p:cNvPr id="3" name="Textfeld 2">
            <a:extLst>
              <a:ext uri="{FF2B5EF4-FFF2-40B4-BE49-F238E27FC236}">
                <a16:creationId xmlns:a16="http://schemas.microsoft.com/office/drawing/2014/main" id="{9A75F186-F24D-98E6-A7A8-BC188F0176F2}"/>
              </a:ext>
            </a:extLst>
          </p:cNvPr>
          <p:cNvSpPr txBox="1"/>
          <p:nvPr/>
        </p:nvSpPr>
        <p:spPr>
          <a:xfrm>
            <a:off x="2317593" y="1997841"/>
            <a:ext cx="464871" cy="161583"/>
          </a:xfrm>
          <a:prstGeom prst="rect">
            <a:avLst/>
          </a:prstGeom>
          <a:noFill/>
        </p:spPr>
        <p:txBody>
          <a:bodyPr wrap="none" lIns="0" tIns="0" rIns="0" bIns="0" rtlCol="0">
            <a:spAutoFit/>
          </a:bodyPr>
          <a:lstStyle/>
          <a:p>
            <a:pPr algn="l"/>
            <a:r>
              <a:rPr lang="en-US" sz="1050" dirty="0">
                <a:solidFill>
                  <a:schemeClr val="bg1"/>
                </a:solidFill>
              </a:rPr>
              <a:t>Primary</a:t>
            </a:r>
          </a:p>
        </p:txBody>
      </p:sp>
      <p:sp>
        <p:nvSpPr>
          <p:cNvPr id="36" name="Textfeld 35">
            <a:extLst>
              <a:ext uri="{FF2B5EF4-FFF2-40B4-BE49-F238E27FC236}">
                <a16:creationId xmlns:a16="http://schemas.microsoft.com/office/drawing/2014/main" id="{2B0900D2-5D3C-F88E-AF71-BEAABD6721AF}"/>
              </a:ext>
            </a:extLst>
          </p:cNvPr>
          <p:cNvSpPr txBox="1"/>
          <p:nvPr/>
        </p:nvSpPr>
        <p:spPr>
          <a:xfrm>
            <a:off x="1808974" y="2871260"/>
            <a:ext cx="612347" cy="161583"/>
          </a:xfrm>
          <a:prstGeom prst="rect">
            <a:avLst/>
          </a:prstGeom>
          <a:noFill/>
        </p:spPr>
        <p:txBody>
          <a:bodyPr wrap="none" lIns="0" tIns="0" rIns="0" bIns="0" rtlCol="0">
            <a:spAutoFit/>
          </a:bodyPr>
          <a:lstStyle/>
          <a:p>
            <a:pPr algn="l"/>
            <a:r>
              <a:rPr lang="en-US" sz="1050" dirty="0">
                <a:solidFill>
                  <a:schemeClr val="bg1"/>
                </a:solidFill>
              </a:rPr>
              <a:t>System IP</a:t>
            </a:r>
          </a:p>
        </p:txBody>
      </p:sp>
      <p:sp>
        <p:nvSpPr>
          <p:cNvPr id="40" name="Freihandform: Form 39">
            <a:extLst>
              <a:ext uri="{FF2B5EF4-FFF2-40B4-BE49-F238E27FC236}">
                <a16:creationId xmlns:a16="http://schemas.microsoft.com/office/drawing/2014/main" id="{EE2DFE2C-4196-A18C-33E5-B730891A0C9D}"/>
              </a:ext>
            </a:extLst>
          </p:cNvPr>
          <p:cNvSpPr/>
          <p:nvPr/>
        </p:nvSpPr>
        <p:spPr bwMode="auto">
          <a:xfrm>
            <a:off x="8039885" y="2843109"/>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41" name="Freihandform: Form 40">
            <a:extLst>
              <a:ext uri="{FF2B5EF4-FFF2-40B4-BE49-F238E27FC236}">
                <a16:creationId xmlns:a16="http://schemas.microsoft.com/office/drawing/2014/main" id="{6350CAC7-5922-159E-78FB-8669A16DA4E6}"/>
              </a:ext>
            </a:extLst>
          </p:cNvPr>
          <p:cNvSpPr/>
          <p:nvPr/>
        </p:nvSpPr>
        <p:spPr bwMode="auto">
          <a:xfrm flipH="1">
            <a:off x="9540347" y="2839569"/>
            <a:ext cx="555677"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42" name="Gruppieren 41">
            <a:extLst>
              <a:ext uri="{FF2B5EF4-FFF2-40B4-BE49-F238E27FC236}">
                <a16:creationId xmlns:a16="http://schemas.microsoft.com/office/drawing/2014/main" id="{3FA49528-FC94-5C43-DB90-3A38985161DC}"/>
              </a:ext>
            </a:extLst>
          </p:cNvPr>
          <p:cNvGrpSpPr/>
          <p:nvPr/>
        </p:nvGrpSpPr>
        <p:grpSpPr>
          <a:xfrm>
            <a:off x="7770151" y="2190857"/>
            <a:ext cx="2842603" cy="640310"/>
            <a:chOff x="4310893" y="2280729"/>
            <a:chExt cx="2842603" cy="640310"/>
          </a:xfrm>
          <a:solidFill>
            <a:schemeClr val="tx1"/>
          </a:solidFill>
        </p:grpSpPr>
        <p:grpSp>
          <p:nvGrpSpPr>
            <p:cNvPr id="43" name="Gruppieren 42">
              <a:extLst>
                <a:ext uri="{FF2B5EF4-FFF2-40B4-BE49-F238E27FC236}">
                  <a16:creationId xmlns:a16="http://schemas.microsoft.com/office/drawing/2014/main" id="{08DA4F75-834F-4BAC-A6D6-A25AFC16B06B}"/>
                </a:ext>
              </a:extLst>
            </p:cNvPr>
            <p:cNvGrpSpPr/>
            <p:nvPr/>
          </p:nvGrpSpPr>
          <p:grpSpPr>
            <a:xfrm>
              <a:off x="4310893" y="2280729"/>
              <a:ext cx="774298" cy="640310"/>
              <a:chOff x="5633257" y="2448326"/>
              <a:chExt cx="3891741" cy="2958295"/>
            </a:xfrm>
            <a:grpFill/>
          </p:grpSpPr>
          <p:pic>
            <p:nvPicPr>
              <p:cNvPr id="50" name="product_simatic-s7-1500.png">
                <a:extLst>
                  <a:ext uri="{FF2B5EF4-FFF2-40B4-BE49-F238E27FC236}">
                    <a16:creationId xmlns:a16="http://schemas.microsoft.com/office/drawing/2014/main" id="{79C46305-7F04-4930-BC8B-A47D0A0B172F}"/>
                  </a:ext>
                </a:extLst>
              </p:cNvPr>
              <p:cNvPicPr>
                <a:picLocks noChangeAspect="1"/>
              </p:cNvPicPr>
              <p:nvPr>
                <p:custDataLst>
                  <p:tags r:id="rId12"/>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1" name="product_simatic-s7-1500.png">
                <a:extLst>
                  <a:ext uri="{FF2B5EF4-FFF2-40B4-BE49-F238E27FC236}">
                    <a16:creationId xmlns:a16="http://schemas.microsoft.com/office/drawing/2014/main" id="{25E13DF1-C599-9880-3F84-F117C34B720B}"/>
                  </a:ext>
                </a:extLst>
              </p:cNvPr>
              <p:cNvPicPr>
                <a:picLocks noChangeAspect="1"/>
              </p:cNvPicPr>
              <p:nvPr>
                <p:custDataLst>
                  <p:tags r:id="rId13"/>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2" name="product_simatic-s7-1500.png">
                <a:extLst>
                  <a:ext uri="{FF2B5EF4-FFF2-40B4-BE49-F238E27FC236}">
                    <a16:creationId xmlns:a16="http://schemas.microsoft.com/office/drawing/2014/main" id="{7B0B6A9A-47A8-26D9-3C6B-35F66D82D6E7}"/>
                  </a:ext>
                </a:extLst>
              </p:cNvPr>
              <p:cNvPicPr>
                <a:picLocks noChangeAspect="1"/>
              </p:cNvPicPr>
              <p:nvPr>
                <p:custDataLst>
                  <p:tags r:id="rId14"/>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44" name="Gruppieren 43">
              <a:extLst>
                <a:ext uri="{FF2B5EF4-FFF2-40B4-BE49-F238E27FC236}">
                  <a16:creationId xmlns:a16="http://schemas.microsoft.com/office/drawing/2014/main" id="{C0EB2102-6063-F838-F162-6FF959D9569F}"/>
                </a:ext>
              </a:extLst>
            </p:cNvPr>
            <p:cNvGrpSpPr/>
            <p:nvPr/>
          </p:nvGrpSpPr>
          <p:grpSpPr>
            <a:xfrm>
              <a:off x="6379198" y="2280729"/>
              <a:ext cx="774298" cy="640310"/>
              <a:chOff x="5633257" y="2448326"/>
              <a:chExt cx="3891741" cy="2958295"/>
            </a:xfrm>
            <a:grpFill/>
          </p:grpSpPr>
          <p:pic>
            <p:nvPicPr>
              <p:cNvPr id="47" name="product_simatic-s7-1500.png">
                <a:extLst>
                  <a:ext uri="{FF2B5EF4-FFF2-40B4-BE49-F238E27FC236}">
                    <a16:creationId xmlns:a16="http://schemas.microsoft.com/office/drawing/2014/main" id="{C813A50E-9A72-57AF-376A-E3BDED50366E}"/>
                  </a:ext>
                </a:extLst>
              </p:cNvPr>
              <p:cNvPicPr>
                <a:picLocks noChangeAspect="1"/>
              </p:cNvPicPr>
              <p:nvPr>
                <p:custDataLst>
                  <p:tags r:id="rId9"/>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48" name="product_simatic-s7-1500.png">
                <a:extLst>
                  <a:ext uri="{FF2B5EF4-FFF2-40B4-BE49-F238E27FC236}">
                    <a16:creationId xmlns:a16="http://schemas.microsoft.com/office/drawing/2014/main" id="{E560B8D3-0E60-E5DC-AD1B-0DA456958439}"/>
                  </a:ext>
                </a:extLst>
              </p:cNvPr>
              <p:cNvPicPr>
                <a:picLocks noChangeAspect="1"/>
              </p:cNvPicPr>
              <p:nvPr>
                <p:custDataLst>
                  <p:tags r:id="rId10"/>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49" name="product_simatic-s7-1500.png">
                <a:extLst>
                  <a:ext uri="{FF2B5EF4-FFF2-40B4-BE49-F238E27FC236}">
                    <a16:creationId xmlns:a16="http://schemas.microsoft.com/office/drawing/2014/main" id="{474966D1-828D-80DD-DEB0-D5A69D3F16D8}"/>
                  </a:ext>
                </a:extLst>
              </p:cNvPr>
              <p:cNvPicPr>
                <a:picLocks noChangeAspect="1"/>
              </p:cNvPicPr>
              <p:nvPr>
                <p:custDataLst>
                  <p:tags r:id="rId11"/>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45" name="Line 29">
              <a:extLst>
                <a:ext uri="{FF2B5EF4-FFF2-40B4-BE49-F238E27FC236}">
                  <a16:creationId xmlns:a16="http://schemas.microsoft.com/office/drawing/2014/main" id="{6F5ABF31-B570-9272-F0FE-44484197CD20}"/>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46" name="Line 30">
              <a:extLst>
                <a:ext uri="{FF2B5EF4-FFF2-40B4-BE49-F238E27FC236}">
                  <a16:creationId xmlns:a16="http://schemas.microsoft.com/office/drawing/2014/main" id="{EF15ACC4-E6D3-D447-6034-21032E722671}"/>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53" name="Freihandform: Form 52">
            <a:extLst>
              <a:ext uri="{FF2B5EF4-FFF2-40B4-BE49-F238E27FC236}">
                <a16:creationId xmlns:a16="http://schemas.microsoft.com/office/drawing/2014/main" id="{EB59D2DE-D722-227E-53A8-4DA117C04398}"/>
              </a:ext>
            </a:extLst>
          </p:cNvPr>
          <p:cNvSpPr/>
          <p:nvPr/>
        </p:nvSpPr>
        <p:spPr bwMode="auto">
          <a:xfrm>
            <a:off x="8302721" y="3355796"/>
            <a:ext cx="1026230"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38100">
            <a:solidFill>
              <a:srgbClr val="FF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pic>
        <p:nvPicPr>
          <p:cNvPr id="54" name="product_distributed-io.png">
            <a:extLst>
              <a:ext uri="{FF2B5EF4-FFF2-40B4-BE49-F238E27FC236}">
                <a16:creationId xmlns:a16="http://schemas.microsoft.com/office/drawing/2014/main" id="{8515E480-B739-7ACB-8C9D-DE37E324E47B}"/>
              </a:ext>
            </a:extLst>
          </p:cNvPr>
          <p:cNvPicPr>
            <a:picLocks noChangeAspect="1"/>
          </p:cNvPicPr>
          <p:nvPr>
            <p:custDataLst>
              <p:tags r:id="rId5"/>
            </p:custDataLst>
          </p:nvPr>
        </p:nvPicPr>
        <p:blipFill>
          <a:blip r:embed="rId27" cstate="print">
            <a:extLst>
              <a:ext uri="{28A0092B-C50C-407E-A947-70E740481C1C}">
                <a14:useLocalDpi xmlns:a14="http://schemas.microsoft.com/office/drawing/2010/main" val="0"/>
              </a:ext>
            </a:extLst>
          </a:blip>
          <a:stretch>
            <a:fillRect/>
          </a:stretch>
        </p:blipFill>
        <p:spPr>
          <a:xfrm>
            <a:off x="8177597" y="3313303"/>
            <a:ext cx="474986" cy="474986"/>
          </a:xfrm>
          <a:prstGeom prst="rect">
            <a:avLst/>
          </a:prstGeom>
          <a:solidFill>
            <a:schemeClr val="tx1"/>
          </a:solidFill>
        </p:spPr>
      </p:pic>
      <p:sp>
        <p:nvSpPr>
          <p:cNvPr id="55" name="Freihandform: Form 54">
            <a:extLst>
              <a:ext uri="{FF2B5EF4-FFF2-40B4-BE49-F238E27FC236}">
                <a16:creationId xmlns:a16="http://schemas.microsoft.com/office/drawing/2014/main" id="{212C136A-B4B7-99C3-4AE0-968C470D2FA0}"/>
              </a:ext>
            </a:extLst>
          </p:cNvPr>
          <p:cNvSpPr/>
          <p:nvPr/>
        </p:nvSpPr>
        <p:spPr bwMode="auto">
          <a:xfrm>
            <a:off x="8117522" y="2834483"/>
            <a:ext cx="1897811" cy="138022"/>
          </a:xfrm>
          <a:custGeom>
            <a:avLst/>
            <a:gdLst>
              <a:gd name="connsiteX0" fmla="*/ 0 w 1897811"/>
              <a:gd name="connsiteY0" fmla="*/ 0 h 138022"/>
              <a:gd name="connsiteX1" fmla="*/ 0 w 1897811"/>
              <a:gd name="connsiteY1" fmla="*/ 138022 h 138022"/>
              <a:gd name="connsiteX2" fmla="*/ 1897811 w 1897811"/>
              <a:gd name="connsiteY2" fmla="*/ 138022 h 138022"/>
              <a:gd name="connsiteX3" fmla="*/ 1897811 w 1897811"/>
              <a:gd name="connsiteY3" fmla="*/ 8626 h 138022"/>
            </a:gdLst>
            <a:ahLst/>
            <a:cxnLst>
              <a:cxn ang="0">
                <a:pos x="connsiteX0" y="connsiteY0"/>
              </a:cxn>
              <a:cxn ang="0">
                <a:pos x="connsiteX1" y="connsiteY1"/>
              </a:cxn>
              <a:cxn ang="0">
                <a:pos x="connsiteX2" y="connsiteY2"/>
              </a:cxn>
              <a:cxn ang="0">
                <a:pos x="connsiteX3" y="connsiteY3"/>
              </a:cxn>
            </a:cxnLst>
            <a:rect l="l" t="t" r="r" b="b"/>
            <a:pathLst>
              <a:path w="1897811" h="138022">
                <a:moveTo>
                  <a:pt x="0" y="0"/>
                </a:moveTo>
                <a:lnTo>
                  <a:pt x="0" y="138022"/>
                </a:lnTo>
                <a:lnTo>
                  <a:pt x="1897811" y="138022"/>
                </a:lnTo>
                <a:lnTo>
                  <a:pt x="1897811" y="8626"/>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59" name="product_comfort-panel.png">
            <a:extLst>
              <a:ext uri="{FF2B5EF4-FFF2-40B4-BE49-F238E27FC236}">
                <a16:creationId xmlns:a16="http://schemas.microsoft.com/office/drawing/2014/main" id="{7786CB75-1347-5623-503D-B358DE50A336}"/>
              </a:ext>
            </a:extLst>
          </p:cNvPr>
          <p:cNvPicPr>
            <a:picLocks noChangeAspect="1"/>
          </p:cNvPicPr>
          <p:nvPr>
            <p:custDataLst>
              <p:tags r:id="rId6"/>
            </p:custDataLst>
          </p:nvPr>
        </p:nvPicPr>
        <p:blipFill rotWithShape="1">
          <a:blip r:embed="rId28" cstate="print">
            <a:extLst>
              <a:ext uri="{28A0092B-C50C-407E-A947-70E740481C1C}">
                <a14:useLocalDpi xmlns:a14="http://schemas.microsoft.com/office/drawing/2010/main" val="0"/>
              </a:ext>
            </a:extLst>
          </a:blip>
          <a:srcRect t="8123" b="8285"/>
          <a:stretch/>
        </p:blipFill>
        <p:spPr>
          <a:xfrm>
            <a:off x="8973586" y="3238154"/>
            <a:ext cx="719069" cy="601079"/>
          </a:xfrm>
          <a:prstGeom prst="rect">
            <a:avLst/>
          </a:prstGeom>
          <a:solidFill>
            <a:schemeClr val="tx1"/>
          </a:solidFill>
        </p:spPr>
      </p:pic>
      <p:sp>
        <p:nvSpPr>
          <p:cNvPr id="60" name="Textfeld 59">
            <a:extLst>
              <a:ext uri="{FF2B5EF4-FFF2-40B4-BE49-F238E27FC236}">
                <a16:creationId xmlns:a16="http://schemas.microsoft.com/office/drawing/2014/main" id="{DE7F9C97-2C1D-284F-7956-E9A245B9835B}"/>
              </a:ext>
            </a:extLst>
          </p:cNvPr>
          <p:cNvSpPr txBox="1"/>
          <p:nvPr/>
        </p:nvSpPr>
        <p:spPr>
          <a:xfrm>
            <a:off x="7885086" y="2001278"/>
            <a:ext cx="464871" cy="161583"/>
          </a:xfrm>
          <a:prstGeom prst="rect">
            <a:avLst/>
          </a:prstGeom>
          <a:noFill/>
        </p:spPr>
        <p:txBody>
          <a:bodyPr wrap="none" lIns="0" tIns="0" rIns="0" bIns="0" rtlCol="0">
            <a:spAutoFit/>
          </a:bodyPr>
          <a:lstStyle/>
          <a:p>
            <a:pPr algn="l"/>
            <a:r>
              <a:rPr lang="en-US" sz="1050" dirty="0">
                <a:solidFill>
                  <a:schemeClr val="bg1"/>
                </a:solidFill>
              </a:rPr>
              <a:t>Primary</a:t>
            </a:r>
          </a:p>
        </p:txBody>
      </p:sp>
      <p:sp>
        <p:nvSpPr>
          <p:cNvPr id="61" name="Textfeld 60">
            <a:extLst>
              <a:ext uri="{FF2B5EF4-FFF2-40B4-BE49-F238E27FC236}">
                <a16:creationId xmlns:a16="http://schemas.microsoft.com/office/drawing/2014/main" id="{6B927A25-8A64-32F6-808E-DD2A402E1BEB}"/>
              </a:ext>
            </a:extLst>
          </p:cNvPr>
          <p:cNvSpPr txBox="1"/>
          <p:nvPr/>
        </p:nvSpPr>
        <p:spPr>
          <a:xfrm>
            <a:off x="7376467" y="2874697"/>
            <a:ext cx="612347" cy="161583"/>
          </a:xfrm>
          <a:prstGeom prst="rect">
            <a:avLst/>
          </a:prstGeom>
          <a:noFill/>
        </p:spPr>
        <p:txBody>
          <a:bodyPr wrap="none" lIns="0" tIns="0" rIns="0" bIns="0" rtlCol="0">
            <a:spAutoFit/>
          </a:bodyPr>
          <a:lstStyle/>
          <a:p>
            <a:pPr algn="l"/>
            <a:r>
              <a:rPr lang="en-US" sz="1050" dirty="0">
                <a:solidFill>
                  <a:schemeClr val="bg1"/>
                </a:solidFill>
              </a:rPr>
              <a:t>System IP</a:t>
            </a:r>
          </a:p>
        </p:txBody>
      </p:sp>
      <p:sp>
        <p:nvSpPr>
          <p:cNvPr id="8" name="Freihandform: Form 7">
            <a:extLst>
              <a:ext uri="{FF2B5EF4-FFF2-40B4-BE49-F238E27FC236}">
                <a16:creationId xmlns:a16="http://schemas.microsoft.com/office/drawing/2014/main" id="{9FDF6062-2D36-9A01-7196-487E7684538F}"/>
              </a:ext>
            </a:extLst>
          </p:cNvPr>
          <p:cNvSpPr/>
          <p:nvPr/>
        </p:nvSpPr>
        <p:spPr>
          <a:xfrm>
            <a:off x="2569886" y="2969300"/>
            <a:ext cx="768963" cy="276225"/>
          </a:xfrm>
          <a:custGeom>
            <a:avLst/>
            <a:gdLst>
              <a:gd name="connsiteX0" fmla="*/ 981075 w 981075"/>
              <a:gd name="connsiteY0" fmla="*/ 276225 h 276225"/>
              <a:gd name="connsiteX1" fmla="*/ 0 w 981075"/>
              <a:gd name="connsiteY1" fmla="*/ 276225 h 276225"/>
              <a:gd name="connsiteX2" fmla="*/ 0 w 981075"/>
              <a:gd name="connsiteY2" fmla="*/ 0 h 276225"/>
            </a:gdLst>
            <a:ahLst/>
            <a:cxnLst>
              <a:cxn ang="0">
                <a:pos x="connsiteX0" y="connsiteY0"/>
              </a:cxn>
              <a:cxn ang="0">
                <a:pos x="connsiteX1" y="connsiteY1"/>
              </a:cxn>
              <a:cxn ang="0">
                <a:pos x="connsiteX2" y="connsiteY2"/>
              </a:cxn>
            </a:cxnLst>
            <a:rect l="l" t="t" r="r" b="b"/>
            <a:pathLst>
              <a:path w="981075" h="276225">
                <a:moveTo>
                  <a:pt x="981075" y="276225"/>
                </a:moveTo>
                <a:lnTo>
                  <a:pt x="0" y="276225"/>
                </a:lnTo>
                <a:lnTo>
                  <a:pt x="0" y="0"/>
                </a:lnTo>
              </a:path>
            </a:pathLst>
          </a:cu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solidFill>
                <a:schemeClr val="bg1"/>
              </a:solidFill>
            </a:endParaRPr>
          </a:p>
        </p:txBody>
      </p:sp>
      <p:sp>
        <p:nvSpPr>
          <p:cNvPr id="10" name="Freihandform: Form 9">
            <a:extLst>
              <a:ext uri="{FF2B5EF4-FFF2-40B4-BE49-F238E27FC236}">
                <a16:creationId xmlns:a16="http://schemas.microsoft.com/office/drawing/2014/main" id="{F33D4C5C-1C6D-CC2E-50D6-B7223EDD13E5}"/>
              </a:ext>
            </a:extLst>
          </p:cNvPr>
          <p:cNvSpPr/>
          <p:nvPr/>
        </p:nvSpPr>
        <p:spPr>
          <a:xfrm>
            <a:off x="8183805" y="3048937"/>
            <a:ext cx="1790700" cy="190500"/>
          </a:xfrm>
          <a:custGeom>
            <a:avLst/>
            <a:gdLst>
              <a:gd name="connsiteX0" fmla="*/ 1543050 w 1790700"/>
              <a:gd name="connsiteY0" fmla="*/ 190500 h 190500"/>
              <a:gd name="connsiteX1" fmla="*/ 1790700 w 1790700"/>
              <a:gd name="connsiteY1" fmla="*/ 190500 h 190500"/>
              <a:gd name="connsiteX2" fmla="*/ 1790700 w 1790700"/>
              <a:gd name="connsiteY2" fmla="*/ 0 h 190500"/>
              <a:gd name="connsiteX3" fmla="*/ 0 w 1790700"/>
              <a:gd name="connsiteY3" fmla="*/ 0 h 190500"/>
            </a:gdLst>
            <a:ahLst/>
            <a:cxnLst>
              <a:cxn ang="0">
                <a:pos x="connsiteX0" y="connsiteY0"/>
              </a:cxn>
              <a:cxn ang="0">
                <a:pos x="connsiteX1" y="connsiteY1"/>
              </a:cxn>
              <a:cxn ang="0">
                <a:pos x="connsiteX2" y="connsiteY2"/>
              </a:cxn>
              <a:cxn ang="0">
                <a:pos x="connsiteX3" y="connsiteY3"/>
              </a:cxn>
            </a:cxnLst>
            <a:rect l="l" t="t" r="r" b="b"/>
            <a:pathLst>
              <a:path w="1790700" h="190500">
                <a:moveTo>
                  <a:pt x="1543050" y="190500"/>
                </a:moveTo>
                <a:lnTo>
                  <a:pt x="1790700" y="190500"/>
                </a:lnTo>
                <a:lnTo>
                  <a:pt x="1790700" y="0"/>
                </a:lnTo>
                <a:lnTo>
                  <a:pt x="0" y="0"/>
                </a:lnTo>
              </a:path>
            </a:pathLst>
          </a:cu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solidFill>
                <a:schemeClr val="bg1"/>
              </a:solidFill>
            </a:endParaRPr>
          </a:p>
        </p:txBody>
      </p:sp>
      <p:sp>
        <p:nvSpPr>
          <p:cNvPr id="14" name="Textfeld 13">
            <a:extLst>
              <a:ext uri="{FF2B5EF4-FFF2-40B4-BE49-F238E27FC236}">
                <a16:creationId xmlns:a16="http://schemas.microsoft.com/office/drawing/2014/main" id="{5EE1568C-2DC9-FB53-E444-19B8B3656904}"/>
              </a:ext>
            </a:extLst>
          </p:cNvPr>
          <p:cNvSpPr txBox="1"/>
          <p:nvPr/>
        </p:nvSpPr>
        <p:spPr>
          <a:xfrm>
            <a:off x="2510765" y="1560253"/>
            <a:ext cx="1500411" cy="276999"/>
          </a:xfrm>
          <a:prstGeom prst="rect">
            <a:avLst/>
          </a:prstGeom>
          <a:noFill/>
        </p:spPr>
        <p:txBody>
          <a:bodyPr wrap="none" lIns="0" tIns="0" rIns="0" bIns="0" rtlCol="0">
            <a:spAutoFit/>
          </a:bodyPr>
          <a:lstStyle/>
          <a:p>
            <a:pPr algn="l"/>
            <a:r>
              <a:rPr lang="en-US" dirty="0"/>
              <a:t>Initial Situation</a:t>
            </a:r>
          </a:p>
        </p:txBody>
      </p:sp>
      <p:sp>
        <p:nvSpPr>
          <p:cNvPr id="63" name="Gewitterblitz 62">
            <a:extLst>
              <a:ext uri="{FF2B5EF4-FFF2-40B4-BE49-F238E27FC236}">
                <a16:creationId xmlns:a16="http://schemas.microsoft.com/office/drawing/2014/main" id="{00AB9CCC-B3F0-03E8-6133-8425424EC47A}"/>
              </a:ext>
            </a:extLst>
          </p:cNvPr>
          <p:cNvSpPr/>
          <p:nvPr/>
        </p:nvSpPr>
        <p:spPr bwMode="auto">
          <a:xfrm>
            <a:off x="8602870" y="3140694"/>
            <a:ext cx="368840" cy="366986"/>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chemeClr val="bg1"/>
              </a:solidFill>
              <a:latin typeface="Arial"/>
              <a:ea typeface="Arial Unicode MS" panose="020B0604020202020204" pitchFamily="34" charset="-128"/>
              <a:cs typeface="Arial Unicode MS" panose="020B0604020202020204" pitchFamily="34" charset="-128"/>
            </a:endParaRPr>
          </a:p>
        </p:txBody>
      </p:sp>
      <p:pic>
        <p:nvPicPr>
          <p:cNvPr id="124" name="product_distributed-io.png">
            <a:extLst>
              <a:ext uri="{FF2B5EF4-FFF2-40B4-BE49-F238E27FC236}">
                <a16:creationId xmlns:a16="http://schemas.microsoft.com/office/drawing/2014/main" id="{08DFCFF0-2C7C-B291-C088-FD5DE089763A}"/>
              </a:ext>
            </a:extLst>
          </p:cNvPr>
          <p:cNvPicPr>
            <a:picLocks noChangeAspect="1"/>
          </p:cNvPicPr>
          <p:nvPr>
            <p:custDataLst>
              <p:tags r:id="rId7"/>
            </p:custDataLst>
          </p:nvPr>
        </p:nvPicPr>
        <p:blipFill>
          <a:blip r:embed="rId27" cstate="print">
            <a:extLst>
              <a:ext uri="{28A0092B-C50C-407E-A947-70E740481C1C}">
                <a14:useLocalDpi xmlns:a14="http://schemas.microsoft.com/office/drawing/2010/main" val="0"/>
              </a:ext>
            </a:extLst>
          </a:blip>
          <a:stretch>
            <a:fillRect/>
          </a:stretch>
        </p:blipFill>
        <p:spPr>
          <a:xfrm>
            <a:off x="4287690" y="3291646"/>
            <a:ext cx="474986" cy="474986"/>
          </a:xfrm>
          <a:prstGeom prst="rect">
            <a:avLst/>
          </a:prstGeom>
          <a:solidFill>
            <a:schemeClr val="tx1"/>
          </a:solidFill>
        </p:spPr>
      </p:pic>
      <p:pic>
        <p:nvPicPr>
          <p:cNvPr id="125" name="product_distributed-io.png">
            <a:extLst>
              <a:ext uri="{FF2B5EF4-FFF2-40B4-BE49-F238E27FC236}">
                <a16:creationId xmlns:a16="http://schemas.microsoft.com/office/drawing/2014/main" id="{A56DC32A-E293-6C07-6525-854BEDB50017}"/>
              </a:ext>
            </a:extLst>
          </p:cNvPr>
          <p:cNvPicPr>
            <a:picLocks noChangeAspect="1"/>
          </p:cNvPicPr>
          <p:nvPr>
            <p:custDataLst>
              <p:tags r:id="rId8"/>
            </p:custDataLst>
          </p:nvPr>
        </p:nvPicPr>
        <p:blipFill>
          <a:blip r:embed="rId27" cstate="print">
            <a:extLst>
              <a:ext uri="{28A0092B-C50C-407E-A947-70E740481C1C}">
                <a14:useLocalDpi xmlns:a14="http://schemas.microsoft.com/office/drawing/2010/main" val="0"/>
              </a:ext>
            </a:extLst>
          </a:blip>
          <a:stretch>
            <a:fillRect/>
          </a:stretch>
        </p:blipFill>
        <p:spPr>
          <a:xfrm>
            <a:off x="9921954" y="3302328"/>
            <a:ext cx="474986" cy="474986"/>
          </a:xfrm>
          <a:prstGeom prst="rect">
            <a:avLst/>
          </a:prstGeom>
          <a:solidFill>
            <a:schemeClr val="tx1"/>
          </a:solidFill>
        </p:spPr>
      </p:pic>
      <p:pic>
        <p:nvPicPr>
          <p:cNvPr id="128" name="Grafik 127">
            <a:extLst>
              <a:ext uri="{FF2B5EF4-FFF2-40B4-BE49-F238E27FC236}">
                <a16:creationId xmlns:a16="http://schemas.microsoft.com/office/drawing/2014/main" id="{C5BB4F6F-F3EC-7AEF-180D-B6D5D3571D4B}"/>
              </a:ext>
            </a:extLst>
          </p:cNvPr>
          <p:cNvPicPr>
            <a:picLocks noChangeAspect="1"/>
          </p:cNvPicPr>
          <p:nvPr/>
        </p:nvPicPr>
        <p:blipFill>
          <a:blip r:embed="rId29"/>
          <a:stretch>
            <a:fillRect/>
          </a:stretch>
        </p:blipFill>
        <p:spPr>
          <a:xfrm>
            <a:off x="9255513" y="3843060"/>
            <a:ext cx="146876" cy="155869"/>
          </a:xfrm>
          <a:prstGeom prst="rect">
            <a:avLst/>
          </a:prstGeom>
        </p:spPr>
      </p:pic>
      <p:sp>
        <p:nvSpPr>
          <p:cNvPr id="19" name="Pfeil: nach rechts 18">
            <a:extLst>
              <a:ext uri="{FF2B5EF4-FFF2-40B4-BE49-F238E27FC236}">
                <a16:creationId xmlns:a16="http://schemas.microsoft.com/office/drawing/2014/main" id="{CF95FB38-C99E-7D9B-5A87-39FFB41CB83F}"/>
              </a:ext>
            </a:extLst>
          </p:cNvPr>
          <p:cNvSpPr/>
          <p:nvPr/>
        </p:nvSpPr>
        <p:spPr>
          <a:xfrm>
            <a:off x="5563531" y="2620900"/>
            <a:ext cx="1295400" cy="81292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dirty="0"/>
              <a:t>Fault</a:t>
            </a:r>
          </a:p>
        </p:txBody>
      </p:sp>
      <p:sp>
        <p:nvSpPr>
          <p:cNvPr id="23" name="Rechteck 22">
            <a:extLst>
              <a:ext uri="{FF2B5EF4-FFF2-40B4-BE49-F238E27FC236}">
                <a16:creationId xmlns:a16="http://schemas.microsoft.com/office/drawing/2014/main" id="{94CF494A-0926-998A-3830-0DAB13A0331A}"/>
              </a:ext>
            </a:extLst>
          </p:cNvPr>
          <p:cNvSpPr/>
          <p:nvPr/>
        </p:nvSpPr>
        <p:spPr>
          <a:xfrm>
            <a:off x="2245409" y="223208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 name="Rechteck 23">
            <a:extLst>
              <a:ext uri="{FF2B5EF4-FFF2-40B4-BE49-F238E27FC236}">
                <a16:creationId xmlns:a16="http://schemas.microsoft.com/office/drawing/2014/main" id="{7E6D27FA-27B1-3FFA-A0B0-B52FEABCE941}"/>
              </a:ext>
            </a:extLst>
          </p:cNvPr>
          <p:cNvSpPr/>
          <p:nvPr/>
        </p:nvSpPr>
        <p:spPr>
          <a:xfrm>
            <a:off x="4316999" y="224212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5" name="Rechteck 24">
            <a:extLst>
              <a:ext uri="{FF2B5EF4-FFF2-40B4-BE49-F238E27FC236}">
                <a16:creationId xmlns:a16="http://schemas.microsoft.com/office/drawing/2014/main" id="{499CA564-4CF9-12CC-60C8-9C736AD94C68}"/>
              </a:ext>
            </a:extLst>
          </p:cNvPr>
          <p:cNvSpPr/>
          <p:nvPr/>
        </p:nvSpPr>
        <p:spPr>
          <a:xfrm>
            <a:off x="7805236" y="2231580"/>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 name="Rechteck 25">
            <a:extLst>
              <a:ext uri="{FF2B5EF4-FFF2-40B4-BE49-F238E27FC236}">
                <a16:creationId xmlns:a16="http://schemas.microsoft.com/office/drawing/2014/main" id="{F694C1A5-11F0-CA46-76BA-B85C1E9A5470}"/>
              </a:ext>
            </a:extLst>
          </p:cNvPr>
          <p:cNvSpPr/>
          <p:nvPr/>
        </p:nvSpPr>
        <p:spPr>
          <a:xfrm>
            <a:off x="9885879" y="2241623"/>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2" name="Textfeld 11">
            <a:extLst>
              <a:ext uri="{FF2B5EF4-FFF2-40B4-BE49-F238E27FC236}">
                <a16:creationId xmlns:a16="http://schemas.microsoft.com/office/drawing/2014/main" id="{8101872E-81BC-84D1-0301-71CF59D2DB31}"/>
              </a:ext>
            </a:extLst>
          </p:cNvPr>
          <p:cNvSpPr txBox="1"/>
          <p:nvPr/>
        </p:nvSpPr>
        <p:spPr>
          <a:xfrm>
            <a:off x="7380035" y="1560254"/>
            <a:ext cx="3757439" cy="276999"/>
          </a:xfrm>
          <a:prstGeom prst="rect">
            <a:avLst/>
          </a:prstGeom>
          <a:noFill/>
        </p:spPr>
        <p:txBody>
          <a:bodyPr wrap="none" lIns="0" tIns="0" rIns="0" bIns="0" rtlCol="0">
            <a:spAutoFit/>
          </a:bodyPr>
          <a:lstStyle/>
          <a:p>
            <a:pPr algn="l"/>
            <a:r>
              <a:rPr lang="en-US" dirty="0"/>
              <a:t>Behavior in case of ring interruption</a:t>
            </a:r>
          </a:p>
        </p:txBody>
      </p:sp>
      <p:pic>
        <p:nvPicPr>
          <p:cNvPr id="15" name="Grafik 14">
            <a:extLst>
              <a:ext uri="{FF2B5EF4-FFF2-40B4-BE49-F238E27FC236}">
                <a16:creationId xmlns:a16="http://schemas.microsoft.com/office/drawing/2014/main" id="{B3A8BBF1-EDDB-A877-8A62-8003F96292A6}"/>
              </a:ext>
            </a:extLst>
          </p:cNvPr>
          <p:cNvPicPr>
            <a:picLocks noChangeAspect="1"/>
          </p:cNvPicPr>
          <p:nvPr/>
        </p:nvPicPr>
        <p:blipFill>
          <a:blip r:embed="rId29"/>
          <a:stretch>
            <a:fillRect/>
          </a:stretch>
        </p:blipFill>
        <p:spPr>
          <a:xfrm>
            <a:off x="8389052" y="3843060"/>
            <a:ext cx="146876" cy="155869"/>
          </a:xfrm>
          <a:prstGeom prst="rect">
            <a:avLst/>
          </a:prstGeom>
        </p:spPr>
      </p:pic>
      <p:pic>
        <p:nvPicPr>
          <p:cNvPr id="17" name="Grafik 16">
            <a:extLst>
              <a:ext uri="{FF2B5EF4-FFF2-40B4-BE49-F238E27FC236}">
                <a16:creationId xmlns:a16="http://schemas.microsoft.com/office/drawing/2014/main" id="{F8D56E0E-DF83-1011-ECED-91BB0FE3E898}"/>
              </a:ext>
            </a:extLst>
          </p:cNvPr>
          <p:cNvPicPr>
            <a:picLocks noChangeAspect="1"/>
          </p:cNvPicPr>
          <p:nvPr/>
        </p:nvPicPr>
        <p:blipFill>
          <a:blip r:embed="rId29"/>
          <a:stretch>
            <a:fillRect/>
          </a:stretch>
        </p:blipFill>
        <p:spPr>
          <a:xfrm>
            <a:off x="10146563" y="3843060"/>
            <a:ext cx="146876" cy="155869"/>
          </a:xfrm>
          <a:prstGeom prst="rect">
            <a:avLst/>
          </a:prstGeom>
        </p:spPr>
      </p:pic>
      <p:pic>
        <p:nvPicPr>
          <p:cNvPr id="18" name="Grafik 17">
            <a:extLst>
              <a:ext uri="{FF2B5EF4-FFF2-40B4-BE49-F238E27FC236}">
                <a16:creationId xmlns:a16="http://schemas.microsoft.com/office/drawing/2014/main" id="{72B46525-3E9E-3971-2641-96EEF0B2E726}"/>
              </a:ext>
            </a:extLst>
          </p:cNvPr>
          <p:cNvPicPr>
            <a:picLocks noChangeAspect="1"/>
          </p:cNvPicPr>
          <p:nvPr/>
        </p:nvPicPr>
        <p:blipFill>
          <a:blip r:embed="rId29"/>
          <a:stretch>
            <a:fillRect/>
          </a:stretch>
        </p:blipFill>
        <p:spPr>
          <a:xfrm>
            <a:off x="3546309" y="3843060"/>
            <a:ext cx="146876" cy="155869"/>
          </a:xfrm>
          <a:prstGeom prst="rect">
            <a:avLst/>
          </a:prstGeom>
        </p:spPr>
      </p:pic>
      <p:pic>
        <p:nvPicPr>
          <p:cNvPr id="20" name="Grafik 19">
            <a:extLst>
              <a:ext uri="{FF2B5EF4-FFF2-40B4-BE49-F238E27FC236}">
                <a16:creationId xmlns:a16="http://schemas.microsoft.com/office/drawing/2014/main" id="{B9C8F002-36E2-CCAF-C940-1A7E4C9B5075}"/>
              </a:ext>
            </a:extLst>
          </p:cNvPr>
          <p:cNvPicPr>
            <a:picLocks noChangeAspect="1"/>
          </p:cNvPicPr>
          <p:nvPr/>
        </p:nvPicPr>
        <p:blipFill>
          <a:blip r:embed="rId29"/>
          <a:stretch>
            <a:fillRect/>
          </a:stretch>
        </p:blipFill>
        <p:spPr>
          <a:xfrm>
            <a:off x="2679848" y="3843060"/>
            <a:ext cx="146876" cy="155869"/>
          </a:xfrm>
          <a:prstGeom prst="rect">
            <a:avLst/>
          </a:prstGeom>
        </p:spPr>
      </p:pic>
      <p:pic>
        <p:nvPicPr>
          <p:cNvPr id="22" name="Grafik 21">
            <a:extLst>
              <a:ext uri="{FF2B5EF4-FFF2-40B4-BE49-F238E27FC236}">
                <a16:creationId xmlns:a16="http://schemas.microsoft.com/office/drawing/2014/main" id="{296FF5F2-074D-2572-A6C2-20C723348573}"/>
              </a:ext>
            </a:extLst>
          </p:cNvPr>
          <p:cNvPicPr>
            <a:picLocks noChangeAspect="1"/>
          </p:cNvPicPr>
          <p:nvPr/>
        </p:nvPicPr>
        <p:blipFill>
          <a:blip r:embed="rId29"/>
          <a:stretch>
            <a:fillRect/>
          </a:stretch>
        </p:blipFill>
        <p:spPr>
          <a:xfrm>
            <a:off x="4437359" y="3843060"/>
            <a:ext cx="146876" cy="155869"/>
          </a:xfrm>
          <a:prstGeom prst="rect">
            <a:avLst/>
          </a:prstGeom>
        </p:spPr>
      </p:pic>
      <p:sp>
        <p:nvSpPr>
          <p:cNvPr id="31" name="Textfeld 30">
            <a:extLst>
              <a:ext uri="{FF2B5EF4-FFF2-40B4-BE49-F238E27FC236}">
                <a16:creationId xmlns:a16="http://schemas.microsoft.com/office/drawing/2014/main" id="{2429C294-B850-9463-0DCB-6A1D6E04C040}"/>
              </a:ext>
            </a:extLst>
          </p:cNvPr>
          <p:cNvSpPr txBox="1"/>
          <p:nvPr/>
        </p:nvSpPr>
        <p:spPr>
          <a:xfrm>
            <a:off x="6686551" y="4266228"/>
            <a:ext cx="4933450" cy="1661993"/>
          </a:xfrm>
          <a:prstGeom prst="rect">
            <a:avLst/>
          </a:prstGeom>
          <a:solidFill>
            <a:srgbClr val="009999"/>
          </a:solidFill>
        </p:spPr>
        <p:txBody>
          <a:bodyPr wrap="square" lIns="0" tIns="0" rIns="0" bIns="0" rtlCol="0">
            <a:spAutoFit/>
          </a:bodyPr>
          <a:lstStyle/>
          <a:p>
            <a:pPr algn="l"/>
            <a:r>
              <a:rPr lang="en-US" dirty="0"/>
              <a:t>Reconfiguration of the MRP Ring</a:t>
            </a:r>
          </a:p>
          <a:p>
            <a:pPr marL="285750" indent="-285750" algn="l">
              <a:buFont typeface="Wingdings" panose="05000000000000000000" pitchFamily="2" charset="2"/>
              <a:buChar char="§"/>
            </a:pPr>
            <a:r>
              <a:rPr lang="en-US" dirty="0">
                <a:sym typeface="Wingdings" panose="05000000000000000000" pitchFamily="2" charset="2"/>
              </a:rPr>
              <a:t>IO data continues to be transferred</a:t>
            </a:r>
          </a:p>
          <a:p>
            <a:pPr marL="285750" indent="-285750" algn="l">
              <a:buFont typeface="Wingdings" panose="05000000000000000000" pitchFamily="2" charset="2"/>
              <a:buChar char="§"/>
            </a:pPr>
            <a:r>
              <a:rPr lang="en-US" dirty="0">
                <a:sym typeface="Wingdings" panose="05000000000000000000" pitchFamily="2" charset="2"/>
              </a:rPr>
              <a:t>Communication between HMI panel</a:t>
            </a:r>
            <a:br>
              <a:rPr lang="en-US" dirty="0">
                <a:sym typeface="Wingdings" panose="05000000000000000000" pitchFamily="2" charset="2"/>
              </a:rPr>
            </a:br>
            <a:r>
              <a:rPr lang="en-US" dirty="0">
                <a:sym typeface="Wingdings" panose="05000000000000000000" pitchFamily="2" charset="2"/>
              </a:rPr>
              <a:t>and primary CPU is done via the</a:t>
            </a:r>
            <a:br>
              <a:rPr lang="en-US" dirty="0">
                <a:sym typeface="Wingdings" panose="05000000000000000000" pitchFamily="2" charset="2"/>
              </a:rPr>
            </a:br>
            <a:r>
              <a:rPr lang="en-US" dirty="0">
                <a:sym typeface="Wingdings" panose="05000000000000000000" pitchFamily="2" charset="2"/>
              </a:rPr>
              <a:t>remaining route</a:t>
            </a:r>
          </a:p>
          <a:p>
            <a:pPr marL="285750" indent="-285750" algn="l">
              <a:buFont typeface="Wingdings" panose="05000000000000000000" pitchFamily="2" charset="2"/>
              <a:buChar char="§"/>
            </a:pPr>
            <a:r>
              <a:rPr lang="en-US" dirty="0">
                <a:sym typeface="Wingdings" panose="05000000000000000000" pitchFamily="2" charset="2"/>
              </a:rPr>
              <a:t> HMI communication is maintained</a:t>
            </a:r>
            <a:r>
              <a:rPr lang="en-US" dirty="0"/>
              <a:t> </a:t>
            </a:r>
          </a:p>
        </p:txBody>
      </p:sp>
    </p:spTree>
    <p:custDataLst>
      <p:tags r:id="rId1"/>
    </p:custDataLst>
    <p:extLst>
      <p:ext uri="{BB962C8B-B14F-4D97-AF65-F5344CB8AC3E}">
        <p14:creationId xmlns:p14="http://schemas.microsoft.com/office/powerpoint/2010/main" val="317606010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2669A8DE-FE69-79C1-AB14-12DF317CB7E8}"/>
              </a:ext>
            </a:extLst>
          </p:cNvPr>
          <p:cNvSpPr/>
          <p:nvPr/>
        </p:nvSpPr>
        <p:spPr>
          <a:xfrm>
            <a:off x="7264831" y="1951693"/>
            <a:ext cx="3554129" cy="20840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sp>
        <p:nvSpPr>
          <p:cNvPr id="4" name="Rechteck 3">
            <a:extLst>
              <a:ext uri="{FF2B5EF4-FFF2-40B4-BE49-F238E27FC236}">
                <a16:creationId xmlns:a16="http://schemas.microsoft.com/office/drawing/2014/main" id="{2CFD7142-C05C-F415-3475-20BAB7971AED}"/>
              </a:ext>
            </a:extLst>
          </p:cNvPr>
          <p:cNvSpPr/>
          <p:nvPr/>
        </p:nvSpPr>
        <p:spPr>
          <a:xfrm>
            <a:off x="1719054" y="1951693"/>
            <a:ext cx="3554129" cy="20840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9" name="Objekt 8" hidden="1">
            <a:extLst>
              <a:ext uri="{FF2B5EF4-FFF2-40B4-BE49-F238E27FC236}">
                <a16:creationId xmlns:a16="http://schemas.microsoft.com/office/drawing/2014/main" id="{28E54C6D-2BD3-46EE-B10D-E625C280E29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3" imgW="532" imgH="533" progId="TCLayout.ActiveDocument.1">
                  <p:embed/>
                </p:oleObj>
              </mc:Choice>
              <mc:Fallback>
                <p:oleObj name="think-cell Folie" r:id="rId23" imgW="532" imgH="533" progId="TCLayout.ActiveDocument.1">
                  <p:embed/>
                  <p:pic>
                    <p:nvPicPr>
                      <p:cNvPr id="9" name="Objekt 8" hidden="1">
                        <a:extLst>
                          <a:ext uri="{FF2B5EF4-FFF2-40B4-BE49-F238E27FC236}">
                            <a16:creationId xmlns:a16="http://schemas.microsoft.com/office/drawing/2014/main" id="{28E54C6D-2BD3-46EE-B10D-E625C280E29A}"/>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en-US" altLang="de-DE" dirty="0"/>
              <a:t>Network configuration with S7-1500 H</a:t>
            </a:r>
            <a:br>
              <a:rPr lang="en-US" altLang="de-DE" dirty="0"/>
            </a:br>
            <a:r>
              <a:rPr lang="en-US" altLang="de-DE" b="0" dirty="0"/>
              <a:t>Use of System IP with line topology</a:t>
            </a:r>
            <a:endParaRPr lang="en-US" b="0" dirty="0"/>
          </a:p>
        </p:txBody>
      </p:sp>
      <p:sp>
        <p:nvSpPr>
          <p:cNvPr id="6" name="Fußzeilenplatzhalter 5">
            <a:extLst>
              <a:ext uri="{FF2B5EF4-FFF2-40B4-BE49-F238E27FC236}">
                <a16:creationId xmlns:a16="http://schemas.microsoft.com/office/drawing/2014/main" id="{52486D80-3DF7-470D-823E-765DCE86C85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47" name="Freihandform: Form 246">
            <a:extLst>
              <a:ext uri="{FF2B5EF4-FFF2-40B4-BE49-F238E27FC236}">
                <a16:creationId xmlns:a16="http://schemas.microsoft.com/office/drawing/2014/main" id="{4058F77D-F556-64D3-0D9B-3C046D333A1D}"/>
              </a:ext>
            </a:extLst>
          </p:cNvPr>
          <p:cNvSpPr/>
          <p:nvPr/>
        </p:nvSpPr>
        <p:spPr bwMode="auto">
          <a:xfrm>
            <a:off x="2472392" y="2839672"/>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248" name="Freihandform: Form 247">
            <a:extLst>
              <a:ext uri="{FF2B5EF4-FFF2-40B4-BE49-F238E27FC236}">
                <a16:creationId xmlns:a16="http://schemas.microsoft.com/office/drawing/2014/main" id="{862C1800-3D72-4632-EA5A-BF2C8BA5E706}"/>
              </a:ext>
            </a:extLst>
          </p:cNvPr>
          <p:cNvSpPr/>
          <p:nvPr/>
        </p:nvSpPr>
        <p:spPr bwMode="auto">
          <a:xfrm flipH="1">
            <a:off x="4039956" y="2836132"/>
            <a:ext cx="488575"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249" name="Gruppieren 248">
            <a:extLst>
              <a:ext uri="{FF2B5EF4-FFF2-40B4-BE49-F238E27FC236}">
                <a16:creationId xmlns:a16="http://schemas.microsoft.com/office/drawing/2014/main" id="{CED7F32F-1344-778F-E1D1-BB175311AC5C}"/>
              </a:ext>
            </a:extLst>
          </p:cNvPr>
          <p:cNvGrpSpPr/>
          <p:nvPr/>
        </p:nvGrpSpPr>
        <p:grpSpPr>
          <a:xfrm>
            <a:off x="2202658" y="2187420"/>
            <a:ext cx="2842603" cy="640310"/>
            <a:chOff x="4310893" y="2280729"/>
            <a:chExt cx="2842603" cy="640310"/>
          </a:xfrm>
          <a:solidFill>
            <a:schemeClr val="tx1"/>
          </a:solidFill>
        </p:grpSpPr>
        <p:grpSp>
          <p:nvGrpSpPr>
            <p:cNvPr id="252" name="Gruppieren 251">
              <a:extLst>
                <a:ext uri="{FF2B5EF4-FFF2-40B4-BE49-F238E27FC236}">
                  <a16:creationId xmlns:a16="http://schemas.microsoft.com/office/drawing/2014/main" id="{54CE4811-6A01-FA74-D3DB-3115E8BC382C}"/>
                </a:ext>
              </a:extLst>
            </p:cNvPr>
            <p:cNvGrpSpPr/>
            <p:nvPr/>
          </p:nvGrpSpPr>
          <p:grpSpPr>
            <a:xfrm>
              <a:off x="4310893" y="2280729"/>
              <a:ext cx="774298" cy="640310"/>
              <a:chOff x="5633257" y="2448326"/>
              <a:chExt cx="3891741" cy="2958295"/>
            </a:xfrm>
            <a:grpFill/>
          </p:grpSpPr>
          <p:pic>
            <p:nvPicPr>
              <p:cNvPr id="260" name="product_simatic-s7-1500.png">
                <a:extLst>
                  <a:ext uri="{FF2B5EF4-FFF2-40B4-BE49-F238E27FC236}">
                    <a16:creationId xmlns:a16="http://schemas.microsoft.com/office/drawing/2014/main" id="{C107BD0C-3DCA-5BF8-D1C6-8894BB5C6110}"/>
                  </a:ext>
                </a:extLst>
              </p:cNvPr>
              <p:cNvPicPr>
                <a:picLocks noChangeAspect="1"/>
              </p:cNvPicPr>
              <p:nvPr>
                <p:custDataLst>
                  <p:tags r:id="rId18"/>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61" name="product_simatic-s7-1500.png">
                <a:extLst>
                  <a:ext uri="{FF2B5EF4-FFF2-40B4-BE49-F238E27FC236}">
                    <a16:creationId xmlns:a16="http://schemas.microsoft.com/office/drawing/2014/main" id="{296AD9A2-1303-BFEF-A464-4E8185E0D5F5}"/>
                  </a:ext>
                </a:extLst>
              </p:cNvPr>
              <p:cNvPicPr>
                <a:picLocks noChangeAspect="1"/>
              </p:cNvPicPr>
              <p:nvPr>
                <p:custDataLst>
                  <p:tags r:id="rId19"/>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62" name="product_simatic-s7-1500.png">
                <a:extLst>
                  <a:ext uri="{FF2B5EF4-FFF2-40B4-BE49-F238E27FC236}">
                    <a16:creationId xmlns:a16="http://schemas.microsoft.com/office/drawing/2014/main" id="{18FBBBC6-2A70-8DA4-3435-0121965FD333}"/>
                  </a:ext>
                </a:extLst>
              </p:cNvPr>
              <p:cNvPicPr>
                <a:picLocks noChangeAspect="1"/>
              </p:cNvPicPr>
              <p:nvPr>
                <p:custDataLst>
                  <p:tags r:id="rId20"/>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53" name="Gruppieren 252">
              <a:extLst>
                <a:ext uri="{FF2B5EF4-FFF2-40B4-BE49-F238E27FC236}">
                  <a16:creationId xmlns:a16="http://schemas.microsoft.com/office/drawing/2014/main" id="{14F55F1B-B627-CF71-5A94-06B976CD0984}"/>
                </a:ext>
              </a:extLst>
            </p:cNvPr>
            <p:cNvGrpSpPr/>
            <p:nvPr/>
          </p:nvGrpSpPr>
          <p:grpSpPr>
            <a:xfrm>
              <a:off x="6379198" y="2280729"/>
              <a:ext cx="774298" cy="640310"/>
              <a:chOff x="5633257" y="2448326"/>
              <a:chExt cx="3891741" cy="2958295"/>
            </a:xfrm>
            <a:grpFill/>
          </p:grpSpPr>
          <p:pic>
            <p:nvPicPr>
              <p:cNvPr id="257" name="product_simatic-s7-1500.png">
                <a:extLst>
                  <a:ext uri="{FF2B5EF4-FFF2-40B4-BE49-F238E27FC236}">
                    <a16:creationId xmlns:a16="http://schemas.microsoft.com/office/drawing/2014/main" id="{23ECA13F-BEA2-B92A-A87C-1E175E062215}"/>
                  </a:ext>
                </a:extLst>
              </p:cNvPr>
              <p:cNvPicPr>
                <a:picLocks noChangeAspect="1"/>
              </p:cNvPicPr>
              <p:nvPr>
                <p:custDataLst>
                  <p:tags r:id="rId15"/>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58" name="product_simatic-s7-1500.png">
                <a:extLst>
                  <a:ext uri="{FF2B5EF4-FFF2-40B4-BE49-F238E27FC236}">
                    <a16:creationId xmlns:a16="http://schemas.microsoft.com/office/drawing/2014/main" id="{CAF8257F-B446-5717-478F-1BD82FD2F64F}"/>
                  </a:ext>
                </a:extLst>
              </p:cNvPr>
              <p:cNvPicPr>
                <a:picLocks noChangeAspect="1"/>
              </p:cNvPicPr>
              <p:nvPr>
                <p:custDataLst>
                  <p:tags r:id="rId16"/>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59" name="product_simatic-s7-1500.png">
                <a:extLst>
                  <a:ext uri="{FF2B5EF4-FFF2-40B4-BE49-F238E27FC236}">
                    <a16:creationId xmlns:a16="http://schemas.microsoft.com/office/drawing/2014/main" id="{650BB2CB-8252-8549-4B35-4CD84B87E6E7}"/>
                  </a:ext>
                </a:extLst>
              </p:cNvPr>
              <p:cNvPicPr>
                <a:picLocks noChangeAspect="1"/>
              </p:cNvPicPr>
              <p:nvPr>
                <p:custDataLst>
                  <p:tags r:id="rId17"/>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54" name="Line 29">
              <a:extLst>
                <a:ext uri="{FF2B5EF4-FFF2-40B4-BE49-F238E27FC236}">
                  <a16:creationId xmlns:a16="http://schemas.microsoft.com/office/drawing/2014/main" id="{B215A96E-1115-B502-FE53-4D6516B5E8C3}"/>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255" name="Line 30">
              <a:extLst>
                <a:ext uri="{FF2B5EF4-FFF2-40B4-BE49-F238E27FC236}">
                  <a16:creationId xmlns:a16="http://schemas.microsoft.com/office/drawing/2014/main" id="{36DE6FED-3446-0068-03D6-9FD0B6B84782}"/>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263" name="Freihandform: Form 262">
            <a:extLst>
              <a:ext uri="{FF2B5EF4-FFF2-40B4-BE49-F238E27FC236}">
                <a16:creationId xmlns:a16="http://schemas.microsoft.com/office/drawing/2014/main" id="{26D9C2DF-5679-B805-7DD2-04CFD3040A9B}"/>
              </a:ext>
            </a:extLst>
          </p:cNvPr>
          <p:cNvSpPr/>
          <p:nvPr/>
        </p:nvSpPr>
        <p:spPr bwMode="auto">
          <a:xfrm>
            <a:off x="2735228" y="3352359"/>
            <a:ext cx="1026230"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pic>
        <p:nvPicPr>
          <p:cNvPr id="267" name="product_distributed-io.png">
            <a:extLst>
              <a:ext uri="{FF2B5EF4-FFF2-40B4-BE49-F238E27FC236}">
                <a16:creationId xmlns:a16="http://schemas.microsoft.com/office/drawing/2014/main" id="{0D915113-0986-15BC-F0AA-B515757F13E7}"/>
              </a:ext>
            </a:extLst>
          </p:cNvPr>
          <p:cNvPicPr>
            <a:picLocks noChangeAspect="1"/>
          </p:cNvPicPr>
          <p:nvPr>
            <p:custDataLst>
              <p:tags r:id="rId3"/>
            </p:custDataLst>
          </p:nvPr>
        </p:nvPicPr>
        <p:blipFill>
          <a:blip r:embed="rId27" cstate="print">
            <a:extLst>
              <a:ext uri="{28A0092B-C50C-407E-A947-70E740481C1C}">
                <a14:useLocalDpi xmlns:a14="http://schemas.microsoft.com/office/drawing/2010/main" val="0"/>
              </a:ext>
            </a:extLst>
          </a:blip>
          <a:stretch>
            <a:fillRect/>
          </a:stretch>
        </p:blipFill>
        <p:spPr>
          <a:xfrm>
            <a:off x="2610104" y="3309866"/>
            <a:ext cx="474986" cy="474986"/>
          </a:xfrm>
          <a:prstGeom prst="rect">
            <a:avLst/>
          </a:prstGeom>
          <a:solidFill>
            <a:schemeClr val="tx1"/>
          </a:solidFill>
        </p:spPr>
      </p:pic>
      <p:pic>
        <p:nvPicPr>
          <p:cNvPr id="121" name="product_comfort-panel.png">
            <a:extLst>
              <a:ext uri="{FF2B5EF4-FFF2-40B4-BE49-F238E27FC236}">
                <a16:creationId xmlns:a16="http://schemas.microsoft.com/office/drawing/2014/main" id="{3F733E5A-F8ED-11FF-3E9F-22302ED7CC2E}"/>
              </a:ext>
            </a:extLst>
          </p:cNvPr>
          <p:cNvPicPr>
            <a:picLocks noChangeAspect="1"/>
          </p:cNvPicPr>
          <p:nvPr>
            <p:custDataLst>
              <p:tags r:id="rId4"/>
            </p:custDataLst>
          </p:nvPr>
        </p:nvPicPr>
        <p:blipFill rotWithShape="1">
          <a:blip r:embed="rId28" cstate="print">
            <a:extLst>
              <a:ext uri="{28A0092B-C50C-407E-A947-70E740481C1C}">
                <a14:useLocalDpi xmlns:a14="http://schemas.microsoft.com/office/drawing/2010/main" val="0"/>
              </a:ext>
            </a:extLst>
          </a:blip>
          <a:srcRect t="8123" b="8285"/>
          <a:stretch/>
        </p:blipFill>
        <p:spPr>
          <a:xfrm>
            <a:off x="3374259" y="3219889"/>
            <a:ext cx="719069" cy="601079"/>
          </a:xfrm>
          <a:prstGeom prst="rect">
            <a:avLst/>
          </a:prstGeom>
          <a:solidFill>
            <a:schemeClr val="tx1"/>
          </a:solidFill>
        </p:spPr>
      </p:pic>
      <p:sp>
        <p:nvSpPr>
          <p:cNvPr id="3" name="Textfeld 2">
            <a:extLst>
              <a:ext uri="{FF2B5EF4-FFF2-40B4-BE49-F238E27FC236}">
                <a16:creationId xmlns:a16="http://schemas.microsoft.com/office/drawing/2014/main" id="{9A75F186-F24D-98E6-A7A8-BC188F0176F2}"/>
              </a:ext>
            </a:extLst>
          </p:cNvPr>
          <p:cNvSpPr txBox="1"/>
          <p:nvPr/>
        </p:nvSpPr>
        <p:spPr>
          <a:xfrm>
            <a:off x="2317593" y="1997841"/>
            <a:ext cx="464871" cy="161583"/>
          </a:xfrm>
          <a:prstGeom prst="rect">
            <a:avLst/>
          </a:prstGeom>
          <a:noFill/>
        </p:spPr>
        <p:txBody>
          <a:bodyPr wrap="none" lIns="0" tIns="0" rIns="0" bIns="0" rtlCol="0">
            <a:spAutoFit/>
          </a:bodyPr>
          <a:lstStyle/>
          <a:p>
            <a:pPr algn="l"/>
            <a:r>
              <a:rPr lang="en-US" sz="1050" dirty="0">
                <a:solidFill>
                  <a:schemeClr val="bg1"/>
                </a:solidFill>
              </a:rPr>
              <a:t>Primary</a:t>
            </a:r>
          </a:p>
        </p:txBody>
      </p:sp>
      <p:sp>
        <p:nvSpPr>
          <p:cNvPr id="36" name="Textfeld 35">
            <a:extLst>
              <a:ext uri="{FF2B5EF4-FFF2-40B4-BE49-F238E27FC236}">
                <a16:creationId xmlns:a16="http://schemas.microsoft.com/office/drawing/2014/main" id="{2B0900D2-5D3C-F88E-AF71-BEAABD6721AF}"/>
              </a:ext>
            </a:extLst>
          </p:cNvPr>
          <p:cNvSpPr txBox="1"/>
          <p:nvPr/>
        </p:nvSpPr>
        <p:spPr>
          <a:xfrm>
            <a:off x="1808974" y="2871260"/>
            <a:ext cx="612347" cy="161583"/>
          </a:xfrm>
          <a:prstGeom prst="rect">
            <a:avLst/>
          </a:prstGeom>
          <a:noFill/>
        </p:spPr>
        <p:txBody>
          <a:bodyPr wrap="none" lIns="0" tIns="0" rIns="0" bIns="0" rtlCol="0">
            <a:spAutoFit/>
          </a:bodyPr>
          <a:lstStyle/>
          <a:p>
            <a:pPr algn="l"/>
            <a:r>
              <a:rPr lang="en-US" sz="1050" dirty="0">
                <a:solidFill>
                  <a:schemeClr val="bg1"/>
                </a:solidFill>
              </a:rPr>
              <a:t>System IP</a:t>
            </a:r>
          </a:p>
        </p:txBody>
      </p:sp>
      <p:sp>
        <p:nvSpPr>
          <p:cNvPr id="40" name="Freihandform: Form 39">
            <a:extLst>
              <a:ext uri="{FF2B5EF4-FFF2-40B4-BE49-F238E27FC236}">
                <a16:creationId xmlns:a16="http://schemas.microsoft.com/office/drawing/2014/main" id="{EE2DFE2C-4196-A18C-33E5-B730891A0C9D}"/>
              </a:ext>
            </a:extLst>
          </p:cNvPr>
          <p:cNvSpPr/>
          <p:nvPr/>
        </p:nvSpPr>
        <p:spPr bwMode="auto">
          <a:xfrm>
            <a:off x="8039885" y="2843109"/>
            <a:ext cx="198408"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sp>
        <p:nvSpPr>
          <p:cNvPr id="41" name="Freihandform: Form 40">
            <a:extLst>
              <a:ext uri="{FF2B5EF4-FFF2-40B4-BE49-F238E27FC236}">
                <a16:creationId xmlns:a16="http://schemas.microsoft.com/office/drawing/2014/main" id="{6350CAC7-5922-159E-78FB-8669A16DA4E6}"/>
              </a:ext>
            </a:extLst>
          </p:cNvPr>
          <p:cNvSpPr/>
          <p:nvPr/>
        </p:nvSpPr>
        <p:spPr bwMode="auto">
          <a:xfrm flipH="1">
            <a:off x="9540347" y="2839569"/>
            <a:ext cx="555677" cy="664234"/>
          </a:xfrm>
          <a:custGeom>
            <a:avLst/>
            <a:gdLst>
              <a:gd name="connsiteX0" fmla="*/ 0 w 543465"/>
              <a:gd name="connsiteY0" fmla="*/ 0 h 664234"/>
              <a:gd name="connsiteX1" fmla="*/ 0 w 543465"/>
              <a:gd name="connsiteY1" fmla="*/ 508959 h 664234"/>
              <a:gd name="connsiteX2" fmla="*/ 543465 w 543465"/>
              <a:gd name="connsiteY2" fmla="*/ 508959 h 664234"/>
              <a:gd name="connsiteX3" fmla="*/ 543465 w 543465"/>
              <a:gd name="connsiteY3" fmla="*/ 664234 h 664234"/>
            </a:gdLst>
            <a:ahLst/>
            <a:cxnLst>
              <a:cxn ang="0">
                <a:pos x="connsiteX0" y="connsiteY0"/>
              </a:cxn>
              <a:cxn ang="0">
                <a:pos x="connsiteX1" y="connsiteY1"/>
              </a:cxn>
              <a:cxn ang="0">
                <a:pos x="connsiteX2" y="connsiteY2"/>
              </a:cxn>
              <a:cxn ang="0">
                <a:pos x="connsiteX3" y="connsiteY3"/>
              </a:cxn>
            </a:cxnLst>
            <a:rect l="l" t="t" r="r" b="b"/>
            <a:pathLst>
              <a:path w="543465" h="664234">
                <a:moveTo>
                  <a:pt x="0" y="0"/>
                </a:moveTo>
                <a:lnTo>
                  <a:pt x="0" y="508959"/>
                </a:lnTo>
                <a:lnTo>
                  <a:pt x="543465" y="508959"/>
                </a:lnTo>
                <a:lnTo>
                  <a:pt x="543465" y="664234"/>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endParaRPr lang="en-US" dirty="0"/>
          </a:p>
        </p:txBody>
      </p:sp>
      <p:grpSp>
        <p:nvGrpSpPr>
          <p:cNvPr id="42" name="Gruppieren 41">
            <a:extLst>
              <a:ext uri="{FF2B5EF4-FFF2-40B4-BE49-F238E27FC236}">
                <a16:creationId xmlns:a16="http://schemas.microsoft.com/office/drawing/2014/main" id="{3FA49528-FC94-5C43-DB90-3A38985161DC}"/>
              </a:ext>
            </a:extLst>
          </p:cNvPr>
          <p:cNvGrpSpPr/>
          <p:nvPr/>
        </p:nvGrpSpPr>
        <p:grpSpPr>
          <a:xfrm>
            <a:off x="7770151" y="2190857"/>
            <a:ext cx="2842603" cy="640310"/>
            <a:chOff x="4310893" y="2280729"/>
            <a:chExt cx="2842603" cy="640310"/>
          </a:xfrm>
          <a:solidFill>
            <a:schemeClr val="tx1"/>
          </a:solidFill>
        </p:grpSpPr>
        <p:grpSp>
          <p:nvGrpSpPr>
            <p:cNvPr id="43" name="Gruppieren 42">
              <a:extLst>
                <a:ext uri="{FF2B5EF4-FFF2-40B4-BE49-F238E27FC236}">
                  <a16:creationId xmlns:a16="http://schemas.microsoft.com/office/drawing/2014/main" id="{08DA4F75-834F-4BAC-A6D6-A25AFC16B06B}"/>
                </a:ext>
              </a:extLst>
            </p:cNvPr>
            <p:cNvGrpSpPr/>
            <p:nvPr/>
          </p:nvGrpSpPr>
          <p:grpSpPr>
            <a:xfrm>
              <a:off x="4310893" y="2280729"/>
              <a:ext cx="774298" cy="640310"/>
              <a:chOff x="5633257" y="2448326"/>
              <a:chExt cx="3891741" cy="2958295"/>
            </a:xfrm>
            <a:grpFill/>
          </p:grpSpPr>
          <p:pic>
            <p:nvPicPr>
              <p:cNvPr id="50" name="product_simatic-s7-1500.png">
                <a:extLst>
                  <a:ext uri="{FF2B5EF4-FFF2-40B4-BE49-F238E27FC236}">
                    <a16:creationId xmlns:a16="http://schemas.microsoft.com/office/drawing/2014/main" id="{79C46305-7F04-4930-BC8B-A47D0A0B172F}"/>
                  </a:ext>
                </a:extLst>
              </p:cNvPr>
              <p:cNvPicPr>
                <a:picLocks noChangeAspect="1"/>
              </p:cNvPicPr>
              <p:nvPr>
                <p:custDataLst>
                  <p:tags r:id="rId12"/>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1" name="product_simatic-s7-1500.png">
                <a:extLst>
                  <a:ext uri="{FF2B5EF4-FFF2-40B4-BE49-F238E27FC236}">
                    <a16:creationId xmlns:a16="http://schemas.microsoft.com/office/drawing/2014/main" id="{25E13DF1-C599-9880-3F84-F117C34B720B}"/>
                  </a:ext>
                </a:extLst>
              </p:cNvPr>
              <p:cNvPicPr>
                <a:picLocks noChangeAspect="1"/>
              </p:cNvPicPr>
              <p:nvPr>
                <p:custDataLst>
                  <p:tags r:id="rId13"/>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2" name="product_simatic-s7-1500.png">
                <a:extLst>
                  <a:ext uri="{FF2B5EF4-FFF2-40B4-BE49-F238E27FC236}">
                    <a16:creationId xmlns:a16="http://schemas.microsoft.com/office/drawing/2014/main" id="{7B0B6A9A-47A8-26D9-3C6B-35F66D82D6E7}"/>
                  </a:ext>
                </a:extLst>
              </p:cNvPr>
              <p:cNvPicPr>
                <a:picLocks noChangeAspect="1"/>
              </p:cNvPicPr>
              <p:nvPr>
                <p:custDataLst>
                  <p:tags r:id="rId14"/>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44" name="Gruppieren 43">
              <a:extLst>
                <a:ext uri="{FF2B5EF4-FFF2-40B4-BE49-F238E27FC236}">
                  <a16:creationId xmlns:a16="http://schemas.microsoft.com/office/drawing/2014/main" id="{C0EB2102-6063-F838-F162-6FF959D9569F}"/>
                </a:ext>
              </a:extLst>
            </p:cNvPr>
            <p:cNvGrpSpPr/>
            <p:nvPr/>
          </p:nvGrpSpPr>
          <p:grpSpPr>
            <a:xfrm>
              <a:off x="6379198" y="2280729"/>
              <a:ext cx="774298" cy="640310"/>
              <a:chOff x="5633257" y="2448326"/>
              <a:chExt cx="3891741" cy="2958295"/>
            </a:xfrm>
            <a:grpFill/>
          </p:grpSpPr>
          <p:pic>
            <p:nvPicPr>
              <p:cNvPr id="47" name="product_simatic-s7-1500.png">
                <a:extLst>
                  <a:ext uri="{FF2B5EF4-FFF2-40B4-BE49-F238E27FC236}">
                    <a16:creationId xmlns:a16="http://schemas.microsoft.com/office/drawing/2014/main" id="{C813A50E-9A72-57AF-376A-E3BDED50366E}"/>
                  </a:ext>
                </a:extLst>
              </p:cNvPr>
              <p:cNvPicPr>
                <a:picLocks noChangeAspect="1"/>
              </p:cNvPicPr>
              <p:nvPr>
                <p:custDataLst>
                  <p:tags r:id="rId9"/>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48" name="product_simatic-s7-1500.png">
                <a:extLst>
                  <a:ext uri="{FF2B5EF4-FFF2-40B4-BE49-F238E27FC236}">
                    <a16:creationId xmlns:a16="http://schemas.microsoft.com/office/drawing/2014/main" id="{E560B8D3-0E60-E5DC-AD1B-0DA456958439}"/>
                  </a:ext>
                </a:extLst>
              </p:cNvPr>
              <p:cNvPicPr>
                <a:picLocks noChangeAspect="1"/>
              </p:cNvPicPr>
              <p:nvPr>
                <p:custDataLst>
                  <p:tags r:id="rId10"/>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49" name="product_simatic-s7-1500.png">
                <a:extLst>
                  <a:ext uri="{FF2B5EF4-FFF2-40B4-BE49-F238E27FC236}">
                    <a16:creationId xmlns:a16="http://schemas.microsoft.com/office/drawing/2014/main" id="{474966D1-828D-80DD-DEB0-D5A69D3F16D8}"/>
                  </a:ext>
                </a:extLst>
              </p:cNvPr>
              <p:cNvPicPr>
                <a:picLocks noChangeAspect="1"/>
              </p:cNvPicPr>
              <p:nvPr>
                <p:custDataLst>
                  <p:tags r:id="rId11"/>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45" name="Line 29">
              <a:extLst>
                <a:ext uri="{FF2B5EF4-FFF2-40B4-BE49-F238E27FC236}">
                  <a16:creationId xmlns:a16="http://schemas.microsoft.com/office/drawing/2014/main" id="{6F5ABF31-B570-9272-F0FE-44484197CD20}"/>
                </a:ext>
              </a:extLst>
            </p:cNvPr>
            <p:cNvSpPr>
              <a:spLocks noChangeShapeType="1"/>
            </p:cNvSpPr>
            <p:nvPr/>
          </p:nvSpPr>
          <p:spPr bwMode="auto">
            <a:xfrm>
              <a:off x="5085189" y="2796963"/>
              <a:ext cx="1294007"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sp>
          <p:nvSpPr>
            <p:cNvPr id="46" name="Line 30">
              <a:extLst>
                <a:ext uri="{FF2B5EF4-FFF2-40B4-BE49-F238E27FC236}">
                  <a16:creationId xmlns:a16="http://schemas.microsoft.com/office/drawing/2014/main" id="{EF15ACC4-E6D3-D447-6034-21032E722671}"/>
                </a:ext>
              </a:extLst>
            </p:cNvPr>
            <p:cNvSpPr>
              <a:spLocks noChangeShapeType="1"/>
            </p:cNvSpPr>
            <p:nvPr/>
          </p:nvSpPr>
          <p:spPr bwMode="auto">
            <a:xfrm>
              <a:off x="5085189" y="2848624"/>
              <a:ext cx="1294008"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nchor="ctr">
              <a:noAutofit/>
            </a:bodyPr>
            <a:lstStyle/>
            <a:p>
              <a:endParaRPr lang="en-US" dirty="0">
                <a:solidFill>
                  <a:schemeClr val="bg1"/>
                </a:solidFill>
              </a:endParaRPr>
            </a:p>
          </p:txBody>
        </p:sp>
      </p:grpSp>
      <p:sp>
        <p:nvSpPr>
          <p:cNvPr id="53" name="Freihandform: Form 52">
            <a:extLst>
              <a:ext uri="{FF2B5EF4-FFF2-40B4-BE49-F238E27FC236}">
                <a16:creationId xmlns:a16="http://schemas.microsoft.com/office/drawing/2014/main" id="{EB59D2DE-D722-227E-53A8-4DA117C04398}"/>
              </a:ext>
            </a:extLst>
          </p:cNvPr>
          <p:cNvSpPr/>
          <p:nvPr/>
        </p:nvSpPr>
        <p:spPr bwMode="auto">
          <a:xfrm>
            <a:off x="8302721" y="3355796"/>
            <a:ext cx="1026230" cy="187701"/>
          </a:xfrm>
          <a:custGeom>
            <a:avLst/>
            <a:gdLst>
              <a:gd name="connsiteX0" fmla="*/ 0 w 654843"/>
              <a:gd name="connsiteY0" fmla="*/ 147638 h 157163"/>
              <a:gd name="connsiteX1" fmla="*/ 0 w 654843"/>
              <a:gd name="connsiteY1" fmla="*/ 0 h 157163"/>
              <a:gd name="connsiteX2" fmla="*/ 654843 w 654843"/>
              <a:gd name="connsiteY2" fmla="*/ 0 h 157163"/>
              <a:gd name="connsiteX3" fmla="*/ 654843 w 654843"/>
              <a:gd name="connsiteY3" fmla="*/ 157163 h 157163"/>
            </a:gdLst>
            <a:ahLst/>
            <a:cxnLst>
              <a:cxn ang="0">
                <a:pos x="connsiteX0" y="connsiteY0"/>
              </a:cxn>
              <a:cxn ang="0">
                <a:pos x="connsiteX1" y="connsiteY1"/>
              </a:cxn>
              <a:cxn ang="0">
                <a:pos x="connsiteX2" y="connsiteY2"/>
              </a:cxn>
              <a:cxn ang="0">
                <a:pos x="connsiteX3" y="connsiteY3"/>
              </a:cxn>
            </a:cxnLst>
            <a:rect l="l" t="t" r="r" b="b"/>
            <a:pathLst>
              <a:path w="654843" h="157163">
                <a:moveTo>
                  <a:pt x="0" y="147638"/>
                </a:moveTo>
                <a:lnTo>
                  <a:pt x="0" y="0"/>
                </a:lnTo>
                <a:lnTo>
                  <a:pt x="654843" y="0"/>
                </a:lnTo>
                <a:lnTo>
                  <a:pt x="654843" y="157163"/>
                </a:lnTo>
              </a:path>
            </a:pathLst>
          </a:custGeom>
          <a:noFill/>
          <a:ln w="38100">
            <a:solidFill>
              <a:srgbClr val="FF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dirty="0">
              <a:solidFill>
                <a:schemeClr val="bg1"/>
              </a:solidFill>
            </a:endParaRPr>
          </a:p>
        </p:txBody>
      </p:sp>
      <p:pic>
        <p:nvPicPr>
          <p:cNvPr id="54" name="product_distributed-io.png">
            <a:extLst>
              <a:ext uri="{FF2B5EF4-FFF2-40B4-BE49-F238E27FC236}">
                <a16:creationId xmlns:a16="http://schemas.microsoft.com/office/drawing/2014/main" id="{8515E480-B739-7ACB-8C9D-DE37E324E47B}"/>
              </a:ext>
            </a:extLst>
          </p:cNvPr>
          <p:cNvPicPr>
            <a:picLocks noChangeAspect="1"/>
          </p:cNvPicPr>
          <p:nvPr>
            <p:custDataLst>
              <p:tags r:id="rId5"/>
            </p:custDataLst>
          </p:nvPr>
        </p:nvPicPr>
        <p:blipFill>
          <a:blip r:embed="rId27" cstate="print">
            <a:extLst>
              <a:ext uri="{28A0092B-C50C-407E-A947-70E740481C1C}">
                <a14:useLocalDpi xmlns:a14="http://schemas.microsoft.com/office/drawing/2010/main" val="0"/>
              </a:ext>
            </a:extLst>
          </a:blip>
          <a:stretch>
            <a:fillRect/>
          </a:stretch>
        </p:blipFill>
        <p:spPr>
          <a:xfrm>
            <a:off x="8177597" y="3313303"/>
            <a:ext cx="474986" cy="474986"/>
          </a:xfrm>
          <a:prstGeom prst="rect">
            <a:avLst/>
          </a:prstGeom>
          <a:solidFill>
            <a:schemeClr val="tx1"/>
          </a:solidFill>
        </p:spPr>
      </p:pic>
      <p:pic>
        <p:nvPicPr>
          <p:cNvPr id="59" name="product_comfort-panel.png">
            <a:extLst>
              <a:ext uri="{FF2B5EF4-FFF2-40B4-BE49-F238E27FC236}">
                <a16:creationId xmlns:a16="http://schemas.microsoft.com/office/drawing/2014/main" id="{7786CB75-1347-5623-503D-B358DE50A336}"/>
              </a:ext>
            </a:extLst>
          </p:cNvPr>
          <p:cNvPicPr>
            <a:picLocks noChangeAspect="1"/>
          </p:cNvPicPr>
          <p:nvPr>
            <p:custDataLst>
              <p:tags r:id="rId6"/>
            </p:custDataLst>
          </p:nvPr>
        </p:nvPicPr>
        <p:blipFill rotWithShape="1">
          <a:blip r:embed="rId28" cstate="print">
            <a:extLst>
              <a:ext uri="{28A0092B-C50C-407E-A947-70E740481C1C}">
                <a14:useLocalDpi xmlns:a14="http://schemas.microsoft.com/office/drawing/2010/main" val="0"/>
              </a:ext>
            </a:extLst>
          </a:blip>
          <a:srcRect t="8123" b="8285"/>
          <a:stretch/>
        </p:blipFill>
        <p:spPr>
          <a:xfrm>
            <a:off x="8973586" y="3238154"/>
            <a:ext cx="719069" cy="601079"/>
          </a:xfrm>
          <a:prstGeom prst="rect">
            <a:avLst/>
          </a:prstGeom>
          <a:solidFill>
            <a:srgbClr val="FF9000"/>
          </a:solidFill>
        </p:spPr>
      </p:pic>
      <p:sp>
        <p:nvSpPr>
          <p:cNvPr id="60" name="Textfeld 59">
            <a:extLst>
              <a:ext uri="{FF2B5EF4-FFF2-40B4-BE49-F238E27FC236}">
                <a16:creationId xmlns:a16="http://schemas.microsoft.com/office/drawing/2014/main" id="{DE7F9C97-2C1D-284F-7956-E9A245B9835B}"/>
              </a:ext>
            </a:extLst>
          </p:cNvPr>
          <p:cNvSpPr txBox="1"/>
          <p:nvPr/>
        </p:nvSpPr>
        <p:spPr>
          <a:xfrm>
            <a:off x="7885086" y="2001278"/>
            <a:ext cx="464871" cy="161583"/>
          </a:xfrm>
          <a:prstGeom prst="rect">
            <a:avLst/>
          </a:prstGeom>
          <a:noFill/>
        </p:spPr>
        <p:txBody>
          <a:bodyPr wrap="none" lIns="0" tIns="0" rIns="0" bIns="0" rtlCol="0">
            <a:spAutoFit/>
          </a:bodyPr>
          <a:lstStyle/>
          <a:p>
            <a:pPr algn="l"/>
            <a:r>
              <a:rPr lang="en-US" sz="1050" dirty="0">
                <a:solidFill>
                  <a:schemeClr val="bg1"/>
                </a:solidFill>
              </a:rPr>
              <a:t>Primary</a:t>
            </a:r>
          </a:p>
        </p:txBody>
      </p:sp>
      <p:sp>
        <p:nvSpPr>
          <p:cNvPr id="61" name="Textfeld 60">
            <a:extLst>
              <a:ext uri="{FF2B5EF4-FFF2-40B4-BE49-F238E27FC236}">
                <a16:creationId xmlns:a16="http://schemas.microsoft.com/office/drawing/2014/main" id="{6B927A25-8A64-32F6-808E-DD2A402E1BEB}"/>
              </a:ext>
            </a:extLst>
          </p:cNvPr>
          <p:cNvSpPr txBox="1"/>
          <p:nvPr/>
        </p:nvSpPr>
        <p:spPr>
          <a:xfrm>
            <a:off x="7376467" y="2874697"/>
            <a:ext cx="612347" cy="161583"/>
          </a:xfrm>
          <a:prstGeom prst="rect">
            <a:avLst/>
          </a:prstGeom>
          <a:noFill/>
        </p:spPr>
        <p:txBody>
          <a:bodyPr wrap="none" lIns="0" tIns="0" rIns="0" bIns="0" rtlCol="0">
            <a:spAutoFit/>
          </a:bodyPr>
          <a:lstStyle/>
          <a:p>
            <a:pPr algn="l"/>
            <a:r>
              <a:rPr lang="en-US" sz="1050" dirty="0">
                <a:solidFill>
                  <a:schemeClr val="bg1"/>
                </a:solidFill>
              </a:rPr>
              <a:t>System IP</a:t>
            </a:r>
          </a:p>
        </p:txBody>
      </p:sp>
      <p:sp>
        <p:nvSpPr>
          <p:cNvPr id="8" name="Freihandform: Form 7">
            <a:extLst>
              <a:ext uri="{FF2B5EF4-FFF2-40B4-BE49-F238E27FC236}">
                <a16:creationId xmlns:a16="http://schemas.microsoft.com/office/drawing/2014/main" id="{9FDF6062-2D36-9A01-7196-487E7684538F}"/>
              </a:ext>
            </a:extLst>
          </p:cNvPr>
          <p:cNvSpPr/>
          <p:nvPr/>
        </p:nvSpPr>
        <p:spPr>
          <a:xfrm>
            <a:off x="2569886" y="2969300"/>
            <a:ext cx="768963" cy="276225"/>
          </a:xfrm>
          <a:custGeom>
            <a:avLst/>
            <a:gdLst>
              <a:gd name="connsiteX0" fmla="*/ 981075 w 981075"/>
              <a:gd name="connsiteY0" fmla="*/ 276225 h 276225"/>
              <a:gd name="connsiteX1" fmla="*/ 0 w 981075"/>
              <a:gd name="connsiteY1" fmla="*/ 276225 h 276225"/>
              <a:gd name="connsiteX2" fmla="*/ 0 w 981075"/>
              <a:gd name="connsiteY2" fmla="*/ 0 h 276225"/>
            </a:gdLst>
            <a:ahLst/>
            <a:cxnLst>
              <a:cxn ang="0">
                <a:pos x="connsiteX0" y="connsiteY0"/>
              </a:cxn>
              <a:cxn ang="0">
                <a:pos x="connsiteX1" y="connsiteY1"/>
              </a:cxn>
              <a:cxn ang="0">
                <a:pos x="connsiteX2" y="connsiteY2"/>
              </a:cxn>
            </a:cxnLst>
            <a:rect l="l" t="t" r="r" b="b"/>
            <a:pathLst>
              <a:path w="981075" h="276225">
                <a:moveTo>
                  <a:pt x="981075" y="276225"/>
                </a:moveTo>
                <a:lnTo>
                  <a:pt x="0" y="276225"/>
                </a:lnTo>
                <a:lnTo>
                  <a:pt x="0" y="0"/>
                </a:lnTo>
              </a:path>
            </a:pathLst>
          </a:custGeom>
          <a:ln w="38100">
            <a:headEnd type="triangl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solidFill>
                <a:schemeClr val="bg1"/>
              </a:solidFill>
            </a:endParaRPr>
          </a:p>
        </p:txBody>
      </p:sp>
      <p:sp>
        <p:nvSpPr>
          <p:cNvPr id="14" name="Textfeld 13">
            <a:extLst>
              <a:ext uri="{FF2B5EF4-FFF2-40B4-BE49-F238E27FC236}">
                <a16:creationId xmlns:a16="http://schemas.microsoft.com/office/drawing/2014/main" id="{5EE1568C-2DC9-FB53-E444-19B8B3656904}"/>
              </a:ext>
            </a:extLst>
          </p:cNvPr>
          <p:cNvSpPr txBox="1"/>
          <p:nvPr/>
        </p:nvSpPr>
        <p:spPr>
          <a:xfrm>
            <a:off x="2510765" y="1560253"/>
            <a:ext cx="1500411" cy="553998"/>
          </a:xfrm>
          <a:prstGeom prst="rect">
            <a:avLst/>
          </a:prstGeom>
          <a:noFill/>
        </p:spPr>
        <p:txBody>
          <a:bodyPr wrap="none" lIns="0" tIns="0" rIns="0" bIns="0" rtlCol="0">
            <a:spAutoFit/>
          </a:bodyPr>
          <a:lstStyle/>
          <a:p>
            <a:r>
              <a:rPr lang="en-US" dirty="0"/>
              <a:t>Initial Situation</a:t>
            </a:r>
          </a:p>
          <a:p>
            <a:pPr algn="l"/>
            <a:endParaRPr lang="en-US" dirty="0"/>
          </a:p>
        </p:txBody>
      </p:sp>
      <p:sp>
        <p:nvSpPr>
          <p:cNvPr id="63" name="Gewitterblitz 62">
            <a:extLst>
              <a:ext uri="{FF2B5EF4-FFF2-40B4-BE49-F238E27FC236}">
                <a16:creationId xmlns:a16="http://schemas.microsoft.com/office/drawing/2014/main" id="{00AB9CCC-B3F0-03E8-6133-8425424EC47A}"/>
              </a:ext>
            </a:extLst>
          </p:cNvPr>
          <p:cNvSpPr/>
          <p:nvPr/>
        </p:nvSpPr>
        <p:spPr bwMode="auto">
          <a:xfrm>
            <a:off x="8602870" y="3140694"/>
            <a:ext cx="368840" cy="366986"/>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chemeClr val="bg1"/>
              </a:solidFill>
              <a:latin typeface="Arial"/>
              <a:ea typeface="Arial Unicode MS" panose="020B0604020202020204" pitchFamily="34" charset="-128"/>
              <a:cs typeface="Arial Unicode MS" panose="020B0604020202020204" pitchFamily="34" charset="-128"/>
            </a:endParaRPr>
          </a:p>
        </p:txBody>
      </p:sp>
      <p:pic>
        <p:nvPicPr>
          <p:cNvPr id="124" name="product_distributed-io.png">
            <a:extLst>
              <a:ext uri="{FF2B5EF4-FFF2-40B4-BE49-F238E27FC236}">
                <a16:creationId xmlns:a16="http://schemas.microsoft.com/office/drawing/2014/main" id="{08DFCFF0-2C7C-B291-C088-FD5DE089763A}"/>
              </a:ext>
            </a:extLst>
          </p:cNvPr>
          <p:cNvPicPr>
            <a:picLocks noChangeAspect="1"/>
          </p:cNvPicPr>
          <p:nvPr>
            <p:custDataLst>
              <p:tags r:id="rId7"/>
            </p:custDataLst>
          </p:nvPr>
        </p:nvPicPr>
        <p:blipFill>
          <a:blip r:embed="rId27" cstate="print">
            <a:extLst>
              <a:ext uri="{28A0092B-C50C-407E-A947-70E740481C1C}">
                <a14:useLocalDpi xmlns:a14="http://schemas.microsoft.com/office/drawing/2010/main" val="0"/>
              </a:ext>
            </a:extLst>
          </a:blip>
          <a:stretch>
            <a:fillRect/>
          </a:stretch>
        </p:blipFill>
        <p:spPr>
          <a:xfrm>
            <a:off x="4287690" y="3291646"/>
            <a:ext cx="474986" cy="474986"/>
          </a:xfrm>
          <a:prstGeom prst="rect">
            <a:avLst/>
          </a:prstGeom>
          <a:solidFill>
            <a:schemeClr val="tx1"/>
          </a:solidFill>
        </p:spPr>
      </p:pic>
      <p:pic>
        <p:nvPicPr>
          <p:cNvPr id="125" name="product_distributed-io.png">
            <a:extLst>
              <a:ext uri="{FF2B5EF4-FFF2-40B4-BE49-F238E27FC236}">
                <a16:creationId xmlns:a16="http://schemas.microsoft.com/office/drawing/2014/main" id="{A56DC32A-E293-6C07-6525-854BEDB50017}"/>
              </a:ext>
            </a:extLst>
          </p:cNvPr>
          <p:cNvPicPr>
            <a:picLocks noChangeAspect="1"/>
          </p:cNvPicPr>
          <p:nvPr>
            <p:custDataLst>
              <p:tags r:id="rId8"/>
            </p:custDataLst>
          </p:nvPr>
        </p:nvPicPr>
        <p:blipFill>
          <a:blip r:embed="rId27" cstate="print">
            <a:extLst>
              <a:ext uri="{28A0092B-C50C-407E-A947-70E740481C1C}">
                <a14:useLocalDpi xmlns:a14="http://schemas.microsoft.com/office/drawing/2010/main" val="0"/>
              </a:ext>
            </a:extLst>
          </a:blip>
          <a:stretch>
            <a:fillRect/>
          </a:stretch>
        </p:blipFill>
        <p:spPr>
          <a:xfrm>
            <a:off x="9921954" y="3302328"/>
            <a:ext cx="474986" cy="474986"/>
          </a:xfrm>
          <a:prstGeom prst="rect">
            <a:avLst/>
          </a:prstGeom>
          <a:solidFill>
            <a:schemeClr val="tx1"/>
          </a:solidFill>
        </p:spPr>
      </p:pic>
      <p:pic>
        <p:nvPicPr>
          <p:cNvPr id="128" name="Grafik 127">
            <a:extLst>
              <a:ext uri="{FF2B5EF4-FFF2-40B4-BE49-F238E27FC236}">
                <a16:creationId xmlns:a16="http://schemas.microsoft.com/office/drawing/2014/main" id="{C5BB4F6F-F3EC-7AEF-180D-B6D5D3571D4B}"/>
              </a:ext>
            </a:extLst>
          </p:cNvPr>
          <p:cNvPicPr>
            <a:picLocks noChangeAspect="1"/>
          </p:cNvPicPr>
          <p:nvPr/>
        </p:nvPicPr>
        <p:blipFill>
          <a:blip r:embed="rId29"/>
          <a:stretch>
            <a:fillRect/>
          </a:stretch>
        </p:blipFill>
        <p:spPr>
          <a:xfrm>
            <a:off x="9255513" y="3843060"/>
            <a:ext cx="146876" cy="155869"/>
          </a:xfrm>
          <a:prstGeom prst="rect">
            <a:avLst/>
          </a:prstGeom>
        </p:spPr>
      </p:pic>
      <p:sp>
        <p:nvSpPr>
          <p:cNvPr id="19" name="Pfeil: nach rechts 18">
            <a:extLst>
              <a:ext uri="{FF2B5EF4-FFF2-40B4-BE49-F238E27FC236}">
                <a16:creationId xmlns:a16="http://schemas.microsoft.com/office/drawing/2014/main" id="{CF95FB38-C99E-7D9B-5A87-39FFB41CB83F}"/>
              </a:ext>
            </a:extLst>
          </p:cNvPr>
          <p:cNvSpPr/>
          <p:nvPr/>
        </p:nvSpPr>
        <p:spPr>
          <a:xfrm>
            <a:off x="5563531" y="2620900"/>
            <a:ext cx="1295400" cy="81292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dirty="0"/>
              <a:t>Sortie</a:t>
            </a:r>
          </a:p>
        </p:txBody>
      </p:sp>
      <p:sp>
        <p:nvSpPr>
          <p:cNvPr id="23" name="Rechteck 22">
            <a:extLst>
              <a:ext uri="{FF2B5EF4-FFF2-40B4-BE49-F238E27FC236}">
                <a16:creationId xmlns:a16="http://schemas.microsoft.com/office/drawing/2014/main" id="{94CF494A-0926-998A-3830-0DAB13A0331A}"/>
              </a:ext>
            </a:extLst>
          </p:cNvPr>
          <p:cNvSpPr/>
          <p:nvPr/>
        </p:nvSpPr>
        <p:spPr>
          <a:xfrm>
            <a:off x="2245409" y="2232085"/>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 name="Rechteck 23">
            <a:extLst>
              <a:ext uri="{FF2B5EF4-FFF2-40B4-BE49-F238E27FC236}">
                <a16:creationId xmlns:a16="http://schemas.microsoft.com/office/drawing/2014/main" id="{7E6D27FA-27B1-3FFA-A0B0-B52FEABCE941}"/>
              </a:ext>
            </a:extLst>
          </p:cNvPr>
          <p:cNvSpPr/>
          <p:nvPr/>
        </p:nvSpPr>
        <p:spPr>
          <a:xfrm>
            <a:off x="4316999" y="2242128"/>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5" name="Rechteck 24">
            <a:extLst>
              <a:ext uri="{FF2B5EF4-FFF2-40B4-BE49-F238E27FC236}">
                <a16:creationId xmlns:a16="http://schemas.microsoft.com/office/drawing/2014/main" id="{499CA564-4CF9-12CC-60C8-9C736AD94C68}"/>
              </a:ext>
            </a:extLst>
          </p:cNvPr>
          <p:cNvSpPr/>
          <p:nvPr/>
        </p:nvSpPr>
        <p:spPr>
          <a:xfrm>
            <a:off x="7805236" y="2231580"/>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 name="Rechteck 25">
            <a:extLst>
              <a:ext uri="{FF2B5EF4-FFF2-40B4-BE49-F238E27FC236}">
                <a16:creationId xmlns:a16="http://schemas.microsoft.com/office/drawing/2014/main" id="{F694C1A5-11F0-CA46-76BA-B85C1E9A5470}"/>
              </a:ext>
            </a:extLst>
          </p:cNvPr>
          <p:cNvSpPr/>
          <p:nvPr/>
        </p:nvSpPr>
        <p:spPr>
          <a:xfrm>
            <a:off x="9885879" y="2241623"/>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2" name="Textfeld 11">
            <a:extLst>
              <a:ext uri="{FF2B5EF4-FFF2-40B4-BE49-F238E27FC236}">
                <a16:creationId xmlns:a16="http://schemas.microsoft.com/office/drawing/2014/main" id="{8101872E-81BC-84D1-0301-71CF59D2DB31}"/>
              </a:ext>
            </a:extLst>
          </p:cNvPr>
          <p:cNvSpPr txBox="1"/>
          <p:nvPr/>
        </p:nvSpPr>
        <p:spPr>
          <a:xfrm>
            <a:off x="7380035" y="1560254"/>
            <a:ext cx="3757439" cy="276999"/>
          </a:xfrm>
          <a:prstGeom prst="rect">
            <a:avLst/>
          </a:prstGeom>
          <a:noFill/>
        </p:spPr>
        <p:txBody>
          <a:bodyPr wrap="none" lIns="0" tIns="0" rIns="0" bIns="0" rtlCol="0">
            <a:spAutoFit/>
          </a:bodyPr>
          <a:lstStyle/>
          <a:p>
            <a:pPr algn="l"/>
            <a:r>
              <a:rPr lang="en-US" dirty="0"/>
              <a:t>Behavior in case of ring interruption</a:t>
            </a:r>
          </a:p>
        </p:txBody>
      </p:sp>
      <p:pic>
        <p:nvPicPr>
          <p:cNvPr id="15" name="Grafik 14">
            <a:extLst>
              <a:ext uri="{FF2B5EF4-FFF2-40B4-BE49-F238E27FC236}">
                <a16:creationId xmlns:a16="http://schemas.microsoft.com/office/drawing/2014/main" id="{B3A8BBF1-EDDB-A877-8A62-8003F96292A6}"/>
              </a:ext>
            </a:extLst>
          </p:cNvPr>
          <p:cNvPicPr>
            <a:picLocks noChangeAspect="1"/>
          </p:cNvPicPr>
          <p:nvPr/>
        </p:nvPicPr>
        <p:blipFill>
          <a:blip r:embed="rId29"/>
          <a:stretch>
            <a:fillRect/>
          </a:stretch>
        </p:blipFill>
        <p:spPr>
          <a:xfrm>
            <a:off x="8389052" y="3843060"/>
            <a:ext cx="146876" cy="155869"/>
          </a:xfrm>
          <a:prstGeom prst="rect">
            <a:avLst/>
          </a:prstGeom>
        </p:spPr>
      </p:pic>
      <p:pic>
        <p:nvPicPr>
          <p:cNvPr id="17" name="Grafik 16">
            <a:extLst>
              <a:ext uri="{FF2B5EF4-FFF2-40B4-BE49-F238E27FC236}">
                <a16:creationId xmlns:a16="http://schemas.microsoft.com/office/drawing/2014/main" id="{F8D56E0E-DF83-1011-ECED-91BB0FE3E898}"/>
              </a:ext>
            </a:extLst>
          </p:cNvPr>
          <p:cNvPicPr>
            <a:picLocks noChangeAspect="1"/>
          </p:cNvPicPr>
          <p:nvPr/>
        </p:nvPicPr>
        <p:blipFill>
          <a:blip r:embed="rId29"/>
          <a:stretch>
            <a:fillRect/>
          </a:stretch>
        </p:blipFill>
        <p:spPr>
          <a:xfrm>
            <a:off x="10146563" y="3843060"/>
            <a:ext cx="146876" cy="155869"/>
          </a:xfrm>
          <a:prstGeom prst="rect">
            <a:avLst/>
          </a:prstGeom>
        </p:spPr>
      </p:pic>
      <p:pic>
        <p:nvPicPr>
          <p:cNvPr id="18" name="Grafik 17">
            <a:extLst>
              <a:ext uri="{FF2B5EF4-FFF2-40B4-BE49-F238E27FC236}">
                <a16:creationId xmlns:a16="http://schemas.microsoft.com/office/drawing/2014/main" id="{72B46525-3E9E-3971-2641-96EEF0B2E726}"/>
              </a:ext>
            </a:extLst>
          </p:cNvPr>
          <p:cNvPicPr>
            <a:picLocks noChangeAspect="1"/>
          </p:cNvPicPr>
          <p:nvPr/>
        </p:nvPicPr>
        <p:blipFill>
          <a:blip r:embed="rId29"/>
          <a:stretch>
            <a:fillRect/>
          </a:stretch>
        </p:blipFill>
        <p:spPr>
          <a:xfrm>
            <a:off x="3546309" y="3843060"/>
            <a:ext cx="146876" cy="155869"/>
          </a:xfrm>
          <a:prstGeom prst="rect">
            <a:avLst/>
          </a:prstGeom>
        </p:spPr>
      </p:pic>
      <p:pic>
        <p:nvPicPr>
          <p:cNvPr id="20" name="Grafik 19">
            <a:extLst>
              <a:ext uri="{FF2B5EF4-FFF2-40B4-BE49-F238E27FC236}">
                <a16:creationId xmlns:a16="http://schemas.microsoft.com/office/drawing/2014/main" id="{B9C8F002-36E2-CCAF-C940-1A7E4C9B5075}"/>
              </a:ext>
            </a:extLst>
          </p:cNvPr>
          <p:cNvPicPr>
            <a:picLocks noChangeAspect="1"/>
          </p:cNvPicPr>
          <p:nvPr/>
        </p:nvPicPr>
        <p:blipFill>
          <a:blip r:embed="rId29"/>
          <a:stretch>
            <a:fillRect/>
          </a:stretch>
        </p:blipFill>
        <p:spPr>
          <a:xfrm>
            <a:off x="2679848" y="3843060"/>
            <a:ext cx="146876" cy="155869"/>
          </a:xfrm>
          <a:prstGeom prst="rect">
            <a:avLst/>
          </a:prstGeom>
        </p:spPr>
      </p:pic>
      <p:pic>
        <p:nvPicPr>
          <p:cNvPr id="22" name="Grafik 21">
            <a:extLst>
              <a:ext uri="{FF2B5EF4-FFF2-40B4-BE49-F238E27FC236}">
                <a16:creationId xmlns:a16="http://schemas.microsoft.com/office/drawing/2014/main" id="{296FF5F2-074D-2572-A6C2-20C723348573}"/>
              </a:ext>
            </a:extLst>
          </p:cNvPr>
          <p:cNvPicPr>
            <a:picLocks noChangeAspect="1"/>
          </p:cNvPicPr>
          <p:nvPr/>
        </p:nvPicPr>
        <p:blipFill>
          <a:blip r:embed="rId29"/>
          <a:stretch>
            <a:fillRect/>
          </a:stretch>
        </p:blipFill>
        <p:spPr>
          <a:xfrm>
            <a:off x="4437359" y="3843060"/>
            <a:ext cx="146876" cy="155869"/>
          </a:xfrm>
          <a:prstGeom prst="rect">
            <a:avLst/>
          </a:prstGeom>
        </p:spPr>
      </p:pic>
      <p:sp>
        <p:nvSpPr>
          <p:cNvPr id="7" name="Gewitterblitz 6">
            <a:extLst>
              <a:ext uri="{FF2B5EF4-FFF2-40B4-BE49-F238E27FC236}">
                <a16:creationId xmlns:a16="http://schemas.microsoft.com/office/drawing/2014/main" id="{61459C94-C2F5-CA0E-43F2-8AE96681D5DD}"/>
              </a:ext>
            </a:extLst>
          </p:cNvPr>
          <p:cNvSpPr/>
          <p:nvPr/>
        </p:nvSpPr>
        <p:spPr bwMode="auto">
          <a:xfrm>
            <a:off x="9133576" y="3345646"/>
            <a:ext cx="368840" cy="366986"/>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A18915FD-0E6A-C55F-CE43-590AC22BC359}"/>
              </a:ext>
            </a:extLst>
          </p:cNvPr>
          <p:cNvSpPr txBox="1"/>
          <p:nvPr/>
        </p:nvSpPr>
        <p:spPr>
          <a:xfrm>
            <a:off x="6686551" y="4266228"/>
            <a:ext cx="4933450" cy="1107996"/>
          </a:xfrm>
          <a:prstGeom prst="rect">
            <a:avLst/>
          </a:prstGeom>
          <a:solidFill>
            <a:srgbClr val="009999"/>
          </a:solidFill>
        </p:spPr>
        <p:txBody>
          <a:bodyPr wrap="square" lIns="0" tIns="0" rIns="0" bIns="0" rtlCol="0">
            <a:spAutoFit/>
          </a:bodyPr>
          <a:lstStyle/>
          <a:p>
            <a:pPr marL="285750" indent="-285750" algn="l">
              <a:buFont typeface="Wingdings" panose="05000000000000000000" pitchFamily="2" charset="2"/>
              <a:buChar char="§"/>
            </a:pPr>
            <a:r>
              <a:rPr lang="en-US" dirty="0">
                <a:sym typeface="Wingdings" panose="05000000000000000000" pitchFamily="2" charset="2"/>
              </a:rPr>
              <a:t>IO data continues to be transferred</a:t>
            </a:r>
          </a:p>
          <a:p>
            <a:pPr marL="285750" indent="-285750" algn="l">
              <a:buFont typeface="Wingdings" panose="05000000000000000000" pitchFamily="2" charset="2"/>
              <a:buChar char="§"/>
            </a:pPr>
            <a:r>
              <a:rPr lang="en-US" dirty="0">
                <a:sym typeface="Wingdings" panose="05000000000000000000" pitchFamily="2" charset="2"/>
              </a:rPr>
              <a:t>No more connection between HMI panel and primary CPU </a:t>
            </a:r>
            <a:r>
              <a:rPr lang="en-US" baseline="30000" dirty="0">
                <a:sym typeface="Wingdings" panose="05000000000000000000" pitchFamily="2" charset="2"/>
              </a:rPr>
              <a:t>1)</a:t>
            </a:r>
          </a:p>
          <a:p>
            <a:pPr marL="285750" indent="-285750" algn="l">
              <a:buFont typeface="Wingdings" panose="05000000000000000000" pitchFamily="2" charset="2"/>
              <a:buChar char="§"/>
            </a:pPr>
            <a:r>
              <a:rPr lang="en-US" dirty="0">
                <a:sym typeface="Wingdings" panose="05000000000000000000" pitchFamily="2" charset="2"/>
              </a:rPr>
              <a:t> Communication to HMI panel fails</a:t>
            </a:r>
          </a:p>
        </p:txBody>
      </p:sp>
      <p:sp>
        <p:nvSpPr>
          <p:cNvPr id="13" name="Textfeld 12">
            <a:extLst>
              <a:ext uri="{FF2B5EF4-FFF2-40B4-BE49-F238E27FC236}">
                <a16:creationId xmlns:a16="http://schemas.microsoft.com/office/drawing/2014/main" id="{4B64E9A4-1F33-63A4-35ED-45782D824206}"/>
              </a:ext>
            </a:extLst>
          </p:cNvPr>
          <p:cNvSpPr txBox="1"/>
          <p:nvPr/>
        </p:nvSpPr>
        <p:spPr>
          <a:xfrm>
            <a:off x="1620864" y="5909822"/>
            <a:ext cx="9999137" cy="276999"/>
          </a:xfrm>
          <a:prstGeom prst="rect">
            <a:avLst/>
          </a:prstGeom>
          <a:solidFill>
            <a:srgbClr val="006487"/>
          </a:solidFill>
        </p:spPr>
        <p:txBody>
          <a:bodyPr wrap="square" lIns="0" tIns="0" rIns="0" bIns="0" rtlCol="0">
            <a:spAutoFit/>
          </a:bodyPr>
          <a:lstStyle/>
          <a:p>
            <a:pPr algn="ctr"/>
            <a:r>
              <a:rPr lang="en-US" dirty="0">
                <a:sym typeface="Wingdings" panose="05000000000000000000" pitchFamily="2" charset="2"/>
              </a:rPr>
              <a:t>Recommendation: Use the device IP address of the CPUs for HMI communication</a:t>
            </a:r>
            <a:endParaRPr lang="en-US" dirty="0"/>
          </a:p>
        </p:txBody>
      </p:sp>
      <p:sp>
        <p:nvSpPr>
          <p:cNvPr id="21" name="Textfeld 20">
            <a:extLst>
              <a:ext uri="{FF2B5EF4-FFF2-40B4-BE49-F238E27FC236}">
                <a16:creationId xmlns:a16="http://schemas.microsoft.com/office/drawing/2014/main" id="{BA4C143B-0F05-8725-E633-174B64E35B8A}"/>
              </a:ext>
            </a:extLst>
          </p:cNvPr>
          <p:cNvSpPr txBox="1"/>
          <p:nvPr/>
        </p:nvSpPr>
        <p:spPr>
          <a:xfrm>
            <a:off x="5239612" y="5436521"/>
            <a:ext cx="6952388" cy="276999"/>
          </a:xfrm>
          <a:prstGeom prst="rect">
            <a:avLst/>
          </a:prstGeom>
          <a:noFill/>
        </p:spPr>
        <p:txBody>
          <a:bodyPr wrap="square">
            <a:spAutoFit/>
          </a:bodyPr>
          <a:lstStyle/>
          <a:p>
            <a:pPr algn="l"/>
            <a:r>
              <a:rPr lang="en-US" sz="1200" dirty="0"/>
              <a:t>1) Only IO data is forwarded via the H-Sync line but no IP communication</a:t>
            </a:r>
          </a:p>
        </p:txBody>
      </p:sp>
    </p:spTree>
    <p:custDataLst>
      <p:tags r:id="rId1"/>
    </p:custDataLst>
    <p:extLst>
      <p:ext uri="{BB962C8B-B14F-4D97-AF65-F5344CB8AC3E}">
        <p14:creationId xmlns:p14="http://schemas.microsoft.com/office/powerpoint/2010/main" val="223876279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a:t>System IP Address at </a:t>
            </a:r>
            <a:br>
              <a:rPr lang="en-US"/>
            </a:br>
            <a:r>
              <a:rPr lang="en-US"/>
              <a:t>R1 ring and line structure</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563333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hteck 86">
            <a:extLst>
              <a:ext uri="{FF2B5EF4-FFF2-40B4-BE49-F238E27FC236}">
                <a16:creationId xmlns:a16="http://schemas.microsoft.com/office/drawing/2014/main" id="{1D1CDBEA-CFED-985C-3CB1-FDB4F892BB6B}"/>
              </a:ext>
            </a:extLst>
          </p:cNvPr>
          <p:cNvSpPr/>
          <p:nvPr/>
        </p:nvSpPr>
        <p:spPr>
          <a:xfrm flipH="1">
            <a:off x="4326464" y="1172895"/>
            <a:ext cx="6981615" cy="48151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4" name="Rechteck: abgerundete Ecken 53">
            <a:extLst>
              <a:ext uri="{FF2B5EF4-FFF2-40B4-BE49-F238E27FC236}">
                <a16:creationId xmlns:a16="http://schemas.microsoft.com/office/drawing/2014/main" id="{57E808ED-8026-AFE2-8BBD-128A68AADCC0}"/>
              </a:ext>
            </a:extLst>
          </p:cNvPr>
          <p:cNvSpPr/>
          <p:nvPr/>
        </p:nvSpPr>
        <p:spPr>
          <a:xfrm>
            <a:off x="8791102" y="4902032"/>
            <a:ext cx="846671" cy="675469"/>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50" name="Gerade Verbindung 132">
            <a:extLst>
              <a:ext uri="{FF2B5EF4-FFF2-40B4-BE49-F238E27FC236}">
                <a16:creationId xmlns:a16="http://schemas.microsoft.com/office/drawing/2014/main" id="{57BCB23C-972B-CD9F-DE0A-A1FCFE712480}"/>
              </a:ext>
            </a:extLst>
          </p:cNvPr>
          <p:cNvCxnSpPr>
            <a:cxnSpLocks/>
          </p:cNvCxnSpPr>
          <p:nvPr/>
        </p:nvCxnSpPr>
        <p:spPr bwMode="auto">
          <a:xfrm flipV="1">
            <a:off x="7811180" y="4778381"/>
            <a:ext cx="2633848" cy="1040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a:extLst>
              <a:ext uri="{FF2B5EF4-FFF2-40B4-BE49-F238E27FC236}">
                <a16:creationId xmlns:a16="http://schemas.microsoft.com/office/drawing/2014/main" id="{63DF9877-DD35-6969-BEA5-BA03ACDEB10B}"/>
              </a:ext>
            </a:extLst>
          </p:cNvPr>
          <p:cNvSpPr>
            <a:spLocks noGrp="1"/>
          </p:cNvSpPr>
          <p:nvPr>
            <p:ph type="title"/>
          </p:nvPr>
        </p:nvSpPr>
        <p:spPr/>
        <p:txBody>
          <a:bodyPr/>
          <a:lstStyle/>
          <a:p>
            <a:r>
              <a:rPr lang="en-US" altLang="de-DE" dirty="0"/>
              <a:t>Configuration examples S7-1500H with R1 Redundancy</a:t>
            </a:r>
            <a:br>
              <a:rPr lang="en-US" altLang="de-DE" dirty="0"/>
            </a:br>
            <a:r>
              <a:rPr lang="en-US" b="0" dirty="0"/>
              <a:t>Combination of R1 and HMI devices</a:t>
            </a:r>
          </a:p>
        </p:txBody>
      </p:sp>
      <p:sp>
        <p:nvSpPr>
          <p:cNvPr id="3" name="Fußzeilenplatzhalter 2">
            <a:extLst>
              <a:ext uri="{FF2B5EF4-FFF2-40B4-BE49-F238E27FC236}">
                <a16:creationId xmlns:a16="http://schemas.microsoft.com/office/drawing/2014/main" id="{5B29ED0E-BD37-60C9-B59B-A2601008EAE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Ellipse 3">
            <a:extLst>
              <a:ext uri="{FF2B5EF4-FFF2-40B4-BE49-F238E27FC236}">
                <a16:creationId xmlns:a16="http://schemas.microsoft.com/office/drawing/2014/main" id="{0CBB8433-8C1D-1842-2D5C-8778F5566F9E}"/>
              </a:ext>
            </a:extLst>
          </p:cNvPr>
          <p:cNvSpPr/>
          <p:nvPr/>
        </p:nvSpPr>
        <p:spPr>
          <a:xfrm>
            <a:off x="7251257" y="4369249"/>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Rechteck: abgerundete Ecken 4">
            <a:extLst>
              <a:ext uri="{FF2B5EF4-FFF2-40B4-BE49-F238E27FC236}">
                <a16:creationId xmlns:a16="http://schemas.microsoft.com/office/drawing/2014/main" id="{5B510664-3D23-B629-3D23-B67ACB7780DB}"/>
              </a:ext>
            </a:extLst>
          </p:cNvPr>
          <p:cNvSpPr/>
          <p:nvPr/>
        </p:nvSpPr>
        <p:spPr>
          <a:xfrm>
            <a:off x="4844854" y="2442726"/>
            <a:ext cx="3609975" cy="1678790"/>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sp>
        <p:nvSpPr>
          <p:cNvPr id="6" name="Rechteck: abgerundete Ecken 5">
            <a:extLst>
              <a:ext uri="{FF2B5EF4-FFF2-40B4-BE49-F238E27FC236}">
                <a16:creationId xmlns:a16="http://schemas.microsoft.com/office/drawing/2014/main" id="{34D04DF0-F8CD-7B8D-CFE4-68324A111265}"/>
              </a:ext>
            </a:extLst>
          </p:cNvPr>
          <p:cNvSpPr/>
          <p:nvPr/>
        </p:nvSpPr>
        <p:spPr>
          <a:xfrm>
            <a:off x="4692454" y="2293252"/>
            <a:ext cx="3609975" cy="1669293"/>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7" name="product_distributed-io.png">
            <a:extLst>
              <a:ext uri="{FF2B5EF4-FFF2-40B4-BE49-F238E27FC236}">
                <a16:creationId xmlns:a16="http://schemas.microsoft.com/office/drawing/2014/main" id="{4555D06D-8569-DCEE-F29E-0402E751755F}"/>
              </a:ext>
            </a:extLst>
          </p:cNvPr>
          <p:cNvPicPr>
            <a:picLocks noChangeAspect="1"/>
          </p:cNvPicPr>
          <p:nvPr>
            <p:custDataLst>
              <p:tags r:id="rId1"/>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5301565" y="4567953"/>
            <a:ext cx="151812" cy="415878"/>
          </a:xfrm>
          <a:prstGeom prst="rect">
            <a:avLst/>
          </a:prstGeom>
        </p:spPr>
      </p:pic>
      <p:cxnSp>
        <p:nvCxnSpPr>
          <p:cNvPr id="8" name="Gerade Verbindung 132">
            <a:extLst>
              <a:ext uri="{FF2B5EF4-FFF2-40B4-BE49-F238E27FC236}">
                <a16:creationId xmlns:a16="http://schemas.microsoft.com/office/drawing/2014/main" id="{301D4531-0690-C012-6DBC-1D929EE77B59}"/>
              </a:ext>
            </a:extLst>
          </p:cNvPr>
          <p:cNvCxnSpPr>
            <a:stCxn id="9" idx="2"/>
            <a:endCxn id="17" idx="2"/>
          </p:cNvCxnSpPr>
          <p:nvPr/>
        </p:nvCxnSpPr>
        <p:spPr bwMode="auto">
          <a:xfrm flipH="1" flipV="1">
            <a:off x="5560983" y="2070093"/>
            <a:ext cx="2988" cy="14970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hteck 8">
            <a:extLst>
              <a:ext uri="{FF2B5EF4-FFF2-40B4-BE49-F238E27FC236}">
                <a16:creationId xmlns:a16="http://schemas.microsoft.com/office/drawing/2014/main" id="{7966C8F3-1B9C-E472-BF9D-132DF5972FBA}"/>
              </a:ext>
            </a:extLst>
          </p:cNvPr>
          <p:cNvSpPr/>
          <p:nvPr/>
        </p:nvSpPr>
        <p:spPr bwMode="auto">
          <a:xfrm rot="10800000">
            <a:off x="5500971" y="221979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10" name="Gerade Verbindung 132">
            <a:extLst>
              <a:ext uri="{FF2B5EF4-FFF2-40B4-BE49-F238E27FC236}">
                <a16:creationId xmlns:a16="http://schemas.microsoft.com/office/drawing/2014/main" id="{613FBF91-6566-3973-17A5-0C6C04C85937}"/>
              </a:ext>
            </a:extLst>
          </p:cNvPr>
          <p:cNvCxnSpPr>
            <a:cxnSpLocks/>
            <a:stCxn id="7" idx="0"/>
            <a:endCxn id="11" idx="0"/>
          </p:cNvCxnSpPr>
          <p:nvPr/>
        </p:nvCxnSpPr>
        <p:spPr bwMode="auto">
          <a:xfrm flipH="1" flipV="1">
            <a:off x="5376471" y="4182042"/>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hteck 10">
            <a:extLst>
              <a:ext uri="{FF2B5EF4-FFF2-40B4-BE49-F238E27FC236}">
                <a16:creationId xmlns:a16="http://schemas.microsoft.com/office/drawing/2014/main" id="{66CA47D3-526B-C33C-0F2D-5DAF69579180}"/>
              </a:ext>
            </a:extLst>
          </p:cNvPr>
          <p:cNvSpPr/>
          <p:nvPr/>
        </p:nvSpPr>
        <p:spPr bwMode="auto">
          <a:xfrm rot="10800000">
            <a:off x="5313471" y="406534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12" name="Gruppieren 11">
            <a:extLst>
              <a:ext uri="{FF2B5EF4-FFF2-40B4-BE49-F238E27FC236}">
                <a16:creationId xmlns:a16="http://schemas.microsoft.com/office/drawing/2014/main" id="{A0BBC705-2BAF-2BB3-9B7C-D6C7683E305D}"/>
              </a:ext>
            </a:extLst>
          </p:cNvPr>
          <p:cNvGrpSpPr/>
          <p:nvPr/>
        </p:nvGrpSpPr>
        <p:grpSpPr>
          <a:xfrm>
            <a:off x="5406929" y="1477065"/>
            <a:ext cx="776765" cy="593257"/>
            <a:chOff x="5724048" y="2578894"/>
            <a:chExt cx="776765" cy="640557"/>
          </a:xfrm>
          <a:solidFill>
            <a:schemeClr val="tx1"/>
          </a:solidFill>
        </p:grpSpPr>
        <p:sp>
          <p:nvSpPr>
            <p:cNvPr id="13" name="Rechteck 12">
              <a:extLst>
                <a:ext uri="{FF2B5EF4-FFF2-40B4-BE49-F238E27FC236}">
                  <a16:creationId xmlns:a16="http://schemas.microsoft.com/office/drawing/2014/main" id="{5C3B3EF0-A0A1-4A8E-A2F4-03567EBCF997}"/>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4" name="Gruppieren 13">
              <a:extLst>
                <a:ext uri="{FF2B5EF4-FFF2-40B4-BE49-F238E27FC236}">
                  <a16:creationId xmlns:a16="http://schemas.microsoft.com/office/drawing/2014/main" id="{77376BA0-AFDB-ADC8-7EF4-940EFF70D41C}"/>
                </a:ext>
              </a:extLst>
            </p:cNvPr>
            <p:cNvGrpSpPr/>
            <p:nvPr/>
          </p:nvGrpSpPr>
          <p:grpSpPr>
            <a:xfrm>
              <a:off x="5724048" y="2578894"/>
              <a:ext cx="774297" cy="640310"/>
              <a:chOff x="5633257" y="2448326"/>
              <a:chExt cx="3891741" cy="2958295"/>
            </a:xfrm>
            <a:grpFill/>
          </p:grpSpPr>
          <p:pic>
            <p:nvPicPr>
              <p:cNvPr id="15" name="product_simatic-s7-1500.png">
                <a:extLst>
                  <a:ext uri="{FF2B5EF4-FFF2-40B4-BE49-F238E27FC236}">
                    <a16:creationId xmlns:a16="http://schemas.microsoft.com/office/drawing/2014/main" id="{A0EFABB1-CC2F-CE2F-14B4-9BE3B045B62F}"/>
                  </a:ext>
                </a:extLst>
              </p:cNvPr>
              <p:cNvPicPr>
                <a:picLocks noChangeAspect="1"/>
              </p:cNvPicPr>
              <p:nvPr>
                <p:custDataLst>
                  <p:tags r:id="rId15"/>
                </p:custDataLst>
              </p:nvPr>
            </p:nvPicPr>
            <p:blipFill rotWithShape="1">
              <a:blip r:embed="rId20"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6" name="product_simatic-s7-1500.png">
                <a:extLst>
                  <a:ext uri="{FF2B5EF4-FFF2-40B4-BE49-F238E27FC236}">
                    <a16:creationId xmlns:a16="http://schemas.microsoft.com/office/drawing/2014/main" id="{62852FFF-3B83-9EC5-60BF-25C3803D628D}"/>
                  </a:ext>
                </a:extLst>
              </p:cNvPr>
              <p:cNvPicPr>
                <a:picLocks noChangeAspect="1"/>
              </p:cNvPicPr>
              <p:nvPr>
                <p:custDataLst>
                  <p:tags r:id="rId16"/>
                </p:custDataLst>
              </p:nvPr>
            </p:nvPicPr>
            <p:blipFill rotWithShape="1">
              <a:blip r:embed="rId21"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7" name="product_simatic-s7-1500.png">
                <a:extLst>
                  <a:ext uri="{FF2B5EF4-FFF2-40B4-BE49-F238E27FC236}">
                    <a16:creationId xmlns:a16="http://schemas.microsoft.com/office/drawing/2014/main" id="{45753770-8019-3431-B53C-9211F84C5F0A}"/>
                  </a:ext>
                </a:extLst>
              </p:cNvPr>
              <p:cNvPicPr>
                <a:picLocks noChangeAspect="1"/>
              </p:cNvPicPr>
              <p:nvPr>
                <p:custDataLst>
                  <p:tags r:id="rId17"/>
                </p:custDataLst>
              </p:nvPr>
            </p:nvPicPr>
            <p:blipFill rotWithShape="1">
              <a:blip r:embed="rId22"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18" name="product_distributed-io.png">
            <a:extLst>
              <a:ext uri="{FF2B5EF4-FFF2-40B4-BE49-F238E27FC236}">
                <a16:creationId xmlns:a16="http://schemas.microsoft.com/office/drawing/2014/main" id="{4D9724A2-696B-E2A4-37F6-A8B49532AEA2}"/>
              </a:ext>
            </a:extLst>
          </p:cNvPr>
          <p:cNvPicPr>
            <a:picLocks noChangeAspect="1"/>
          </p:cNvPicPr>
          <p:nvPr>
            <p:custDataLst>
              <p:tags r:id="rId2"/>
            </p:custDataLst>
          </p:nvPr>
        </p:nvPicPr>
        <p:blipFill rotWithShape="1">
          <a:blip r:embed="rId19">
            <a:extLst>
              <a:ext uri="{28A0092B-C50C-407E-A947-70E740481C1C}">
                <a14:useLocalDpi xmlns:a14="http://schemas.microsoft.com/office/drawing/2010/main" val="0"/>
              </a:ext>
            </a:extLst>
          </a:blip>
          <a:srcRect l="34654" t="335" b="1032"/>
          <a:stretch/>
        </p:blipFill>
        <p:spPr>
          <a:xfrm>
            <a:off x="5478038" y="4552961"/>
            <a:ext cx="297497" cy="449036"/>
          </a:xfrm>
          <a:prstGeom prst="rect">
            <a:avLst/>
          </a:prstGeom>
        </p:spPr>
      </p:pic>
      <p:cxnSp>
        <p:nvCxnSpPr>
          <p:cNvPr id="19" name="Gerade Verbindung 132">
            <a:extLst>
              <a:ext uri="{FF2B5EF4-FFF2-40B4-BE49-F238E27FC236}">
                <a16:creationId xmlns:a16="http://schemas.microsoft.com/office/drawing/2014/main" id="{9DA0152B-3C8D-BF1C-CEA1-E766BD6ECA35}"/>
              </a:ext>
            </a:extLst>
          </p:cNvPr>
          <p:cNvCxnSpPr>
            <a:stCxn id="20" idx="2"/>
            <a:endCxn id="26" idx="2"/>
          </p:cNvCxnSpPr>
          <p:nvPr/>
        </p:nvCxnSpPr>
        <p:spPr bwMode="auto">
          <a:xfrm flipH="1" flipV="1">
            <a:off x="7342497" y="2070093"/>
            <a:ext cx="2988" cy="301294"/>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echteck 19">
            <a:extLst>
              <a:ext uri="{FF2B5EF4-FFF2-40B4-BE49-F238E27FC236}">
                <a16:creationId xmlns:a16="http://schemas.microsoft.com/office/drawing/2014/main" id="{116A3953-3D4D-9975-F0AF-30360F0EBBAA}"/>
              </a:ext>
            </a:extLst>
          </p:cNvPr>
          <p:cNvSpPr/>
          <p:nvPr/>
        </p:nvSpPr>
        <p:spPr bwMode="auto">
          <a:xfrm rot="10800000">
            <a:off x="7282485" y="2371387"/>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21" name="Gruppieren 20">
            <a:extLst>
              <a:ext uri="{FF2B5EF4-FFF2-40B4-BE49-F238E27FC236}">
                <a16:creationId xmlns:a16="http://schemas.microsoft.com/office/drawing/2014/main" id="{5F55D575-997D-4C20-DF5E-3D52CE65C4DB}"/>
              </a:ext>
            </a:extLst>
          </p:cNvPr>
          <p:cNvGrpSpPr/>
          <p:nvPr/>
        </p:nvGrpSpPr>
        <p:grpSpPr>
          <a:xfrm>
            <a:off x="7188443" y="1477065"/>
            <a:ext cx="776765" cy="593257"/>
            <a:chOff x="5724048" y="2578894"/>
            <a:chExt cx="776765" cy="640557"/>
          </a:xfrm>
          <a:solidFill>
            <a:schemeClr val="tx1"/>
          </a:solidFill>
        </p:grpSpPr>
        <p:sp>
          <p:nvSpPr>
            <p:cNvPr id="22" name="Rechteck 21">
              <a:extLst>
                <a:ext uri="{FF2B5EF4-FFF2-40B4-BE49-F238E27FC236}">
                  <a16:creationId xmlns:a16="http://schemas.microsoft.com/office/drawing/2014/main" id="{1210B446-7FDF-EF88-C418-BAC29FBB083B}"/>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3" name="Gruppieren 22">
              <a:extLst>
                <a:ext uri="{FF2B5EF4-FFF2-40B4-BE49-F238E27FC236}">
                  <a16:creationId xmlns:a16="http://schemas.microsoft.com/office/drawing/2014/main" id="{048F41D9-42A2-12A7-1012-E1D7CBC3896E}"/>
                </a:ext>
              </a:extLst>
            </p:cNvPr>
            <p:cNvGrpSpPr/>
            <p:nvPr/>
          </p:nvGrpSpPr>
          <p:grpSpPr>
            <a:xfrm>
              <a:off x="5724048" y="2578894"/>
              <a:ext cx="774297" cy="640310"/>
              <a:chOff x="5633257" y="2448326"/>
              <a:chExt cx="3891741" cy="2958295"/>
            </a:xfrm>
            <a:grpFill/>
          </p:grpSpPr>
          <p:pic>
            <p:nvPicPr>
              <p:cNvPr id="24" name="product_simatic-s7-1500.png">
                <a:extLst>
                  <a:ext uri="{FF2B5EF4-FFF2-40B4-BE49-F238E27FC236}">
                    <a16:creationId xmlns:a16="http://schemas.microsoft.com/office/drawing/2014/main" id="{029F751F-507D-FF2D-0A1C-5963CBE1E0E6}"/>
                  </a:ext>
                </a:extLst>
              </p:cNvPr>
              <p:cNvPicPr>
                <a:picLocks noChangeAspect="1"/>
              </p:cNvPicPr>
              <p:nvPr>
                <p:custDataLst>
                  <p:tags r:id="rId12"/>
                </p:custDataLst>
              </p:nvPr>
            </p:nvPicPr>
            <p:blipFill rotWithShape="1">
              <a:blip r:embed="rId20"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25" name="product_simatic-s7-1500.png">
                <a:extLst>
                  <a:ext uri="{FF2B5EF4-FFF2-40B4-BE49-F238E27FC236}">
                    <a16:creationId xmlns:a16="http://schemas.microsoft.com/office/drawing/2014/main" id="{DDDB2ED0-089D-363E-8B8F-07F316071C9A}"/>
                  </a:ext>
                </a:extLst>
              </p:cNvPr>
              <p:cNvPicPr>
                <a:picLocks noChangeAspect="1"/>
              </p:cNvPicPr>
              <p:nvPr>
                <p:custDataLst>
                  <p:tags r:id="rId13"/>
                </p:custDataLst>
              </p:nvPr>
            </p:nvPicPr>
            <p:blipFill rotWithShape="1">
              <a:blip r:embed="rId21"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26" name="product_simatic-s7-1500.png">
                <a:extLst>
                  <a:ext uri="{FF2B5EF4-FFF2-40B4-BE49-F238E27FC236}">
                    <a16:creationId xmlns:a16="http://schemas.microsoft.com/office/drawing/2014/main" id="{74E47306-42B8-A57A-79A5-BEFA677F083E}"/>
                  </a:ext>
                </a:extLst>
              </p:cNvPr>
              <p:cNvPicPr>
                <a:picLocks noChangeAspect="1"/>
              </p:cNvPicPr>
              <p:nvPr>
                <p:custDataLst>
                  <p:tags r:id="rId14"/>
                </p:custDataLst>
              </p:nvPr>
            </p:nvPicPr>
            <p:blipFill rotWithShape="1">
              <a:blip r:embed="rId22"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27" name="product_distributed-io.png">
            <a:extLst>
              <a:ext uri="{FF2B5EF4-FFF2-40B4-BE49-F238E27FC236}">
                <a16:creationId xmlns:a16="http://schemas.microsoft.com/office/drawing/2014/main" id="{EABE495A-1BAF-34E7-9635-D666C1562A31}"/>
              </a:ext>
            </a:extLst>
          </p:cNvPr>
          <p:cNvPicPr>
            <a:picLocks noChangeAspect="1"/>
          </p:cNvPicPr>
          <p:nvPr>
            <p:custDataLst>
              <p:tags r:id="rId3"/>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5130158" y="4567953"/>
            <a:ext cx="151812" cy="415878"/>
          </a:xfrm>
          <a:prstGeom prst="rect">
            <a:avLst/>
          </a:prstGeom>
        </p:spPr>
      </p:pic>
      <p:cxnSp>
        <p:nvCxnSpPr>
          <p:cNvPr id="28" name="Gerade Verbindung 132">
            <a:extLst>
              <a:ext uri="{FF2B5EF4-FFF2-40B4-BE49-F238E27FC236}">
                <a16:creationId xmlns:a16="http://schemas.microsoft.com/office/drawing/2014/main" id="{DC837CCE-58BC-E49B-180F-FDCA5FAD5785}"/>
              </a:ext>
            </a:extLst>
          </p:cNvPr>
          <p:cNvCxnSpPr>
            <a:cxnSpLocks/>
            <a:stCxn id="27" idx="0"/>
            <a:endCxn id="29" idx="0"/>
          </p:cNvCxnSpPr>
          <p:nvPr/>
        </p:nvCxnSpPr>
        <p:spPr bwMode="auto">
          <a:xfrm flipH="1" flipV="1">
            <a:off x="5205064" y="4026407"/>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Rechteck 28">
            <a:extLst>
              <a:ext uri="{FF2B5EF4-FFF2-40B4-BE49-F238E27FC236}">
                <a16:creationId xmlns:a16="http://schemas.microsoft.com/office/drawing/2014/main" id="{17FAA8A4-BB46-F1D0-3B66-0907576A22B4}"/>
              </a:ext>
            </a:extLst>
          </p:cNvPr>
          <p:cNvSpPr/>
          <p:nvPr/>
        </p:nvSpPr>
        <p:spPr bwMode="auto">
          <a:xfrm rot="10800000">
            <a:off x="5142064" y="3909711"/>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30" name="Textfeld 29">
            <a:extLst>
              <a:ext uri="{FF2B5EF4-FFF2-40B4-BE49-F238E27FC236}">
                <a16:creationId xmlns:a16="http://schemas.microsoft.com/office/drawing/2014/main" id="{F39BEE3B-0FE8-1880-58BC-E31229A0FAC3}"/>
              </a:ext>
            </a:extLst>
          </p:cNvPr>
          <p:cNvSpPr txBox="1"/>
          <p:nvPr/>
        </p:nvSpPr>
        <p:spPr>
          <a:xfrm>
            <a:off x="5406930" y="1267214"/>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31" name="Textfeld 30">
            <a:extLst>
              <a:ext uri="{FF2B5EF4-FFF2-40B4-BE49-F238E27FC236}">
                <a16:creationId xmlns:a16="http://schemas.microsoft.com/office/drawing/2014/main" id="{DB904CDE-E5D3-1276-23D3-34A33DB6D151}"/>
              </a:ext>
            </a:extLst>
          </p:cNvPr>
          <p:cNvSpPr txBox="1"/>
          <p:nvPr/>
        </p:nvSpPr>
        <p:spPr>
          <a:xfrm>
            <a:off x="7186650" y="1265090"/>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32" name="Gerader Verbinder 31">
            <a:extLst>
              <a:ext uri="{FF2B5EF4-FFF2-40B4-BE49-F238E27FC236}">
                <a16:creationId xmlns:a16="http://schemas.microsoft.com/office/drawing/2014/main" id="{8AFE2317-EC8C-58A3-BDA8-27B46033A3A5}"/>
              </a:ext>
            </a:extLst>
          </p:cNvPr>
          <p:cNvCxnSpPr>
            <a:cxnSpLocks/>
            <a:stCxn id="16" idx="3"/>
            <a:endCxn id="26" idx="1"/>
          </p:cNvCxnSpPr>
          <p:nvPr/>
        </p:nvCxnSpPr>
        <p:spPr>
          <a:xfrm>
            <a:off x="6181226" y="1773579"/>
            <a:ext cx="100721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83F5E677-EE52-07CB-6A25-E4E7BA9706EB}"/>
              </a:ext>
            </a:extLst>
          </p:cNvPr>
          <p:cNvSpPr/>
          <p:nvPr/>
        </p:nvSpPr>
        <p:spPr>
          <a:xfrm>
            <a:off x="5451835" y="152375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4" name="Rechteck 33">
            <a:extLst>
              <a:ext uri="{FF2B5EF4-FFF2-40B4-BE49-F238E27FC236}">
                <a16:creationId xmlns:a16="http://schemas.microsoft.com/office/drawing/2014/main" id="{6DFB3FD3-DBB0-3A87-D512-D447AC300B12}"/>
              </a:ext>
            </a:extLst>
          </p:cNvPr>
          <p:cNvSpPr/>
          <p:nvPr/>
        </p:nvSpPr>
        <p:spPr>
          <a:xfrm>
            <a:off x="7226033" y="152375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5" name="Rechteck 34">
            <a:extLst>
              <a:ext uri="{FF2B5EF4-FFF2-40B4-BE49-F238E27FC236}">
                <a16:creationId xmlns:a16="http://schemas.microsoft.com/office/drawing/2014/main" id="{F4EF0340-3055-DFF9-9BE7-2B6ABF01B9D9}"/>
              </a:ext>
            </a:extLst>
          </p:cNvPr>
          <p:cNvSpPr/>
          <p:nvPr/>
        </p:nvSpPr>
        <p:spPr>
          <a:xfrm>
            <a:off x="7845671" y="2092447"/>
            <a:ext cx="923621" cy="22048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36" name="product_distributed-io.png">
            <a:extLst>
              <a:ext uri="{FF2B5EF4-FFF2-40B4-BE49-F238E27FC236}">
                <a16:creationId xmlns:a16="http://schemas.microsoft.com/office/drawing/2014/main" id="{A0D98F5D-E044-65DA-B9A4-B57D1F7BC8A4}"/>
              </a:ext>
            </a:extLst>
          </p:cNvPr>
          <p:cNvPicPr>
            <a:picLocks noChangeAspect="1"/>
          </p:cNvPicPr>
          <p:nvPr>
            <p:custDataLst>
              <p:tags r:id="rId4"/>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7663106" y="4555191"/>
            <a:ext cx="151812" cy="415878"/>
          </a:xfrm>
          <a:prstGeom prst="rect">
            <a:avLst/>
          </a:prstGeom>
        </p:spPr>
      </p:pic>
      <p:cxnSp>
        <p:nvCxnSpPr>
          <p:cNvPr id="37" name="Gerade Verbindung 132">
            <a:extLst>
              <a:ext uri="{FF2B5EF4-FFF2-40B4-BE49-F238E27FC236}">
                <a16:creationId xmlns:a16="http://schemas.microsoft.com/office/drawing/2014/main" id="{B01B2906-333D-CEAD-06E5-E4F9A6BC35F7}"/>
              </a:ext>
            </a:extLst>
          </p:cNvPr>
          <p:cNvCxnSpPr>
            <a:cxnSpLocks/>
            <a:stCxn id="36" idx="0"/>
            <a:endCxn id="38" idx="0"/>
          </p:cNvCxnSpPr>
          <p:nvPr/>
        </p:nvCxnSpPr>
        <p:spPr bwMode="auto">
          <a:xfrm flipH="1" flipV="1">
            <a:off x="7738012" y="4169280"/>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echteck 37">
            <a:extLst>
              <a:ext uri="{FF2B5EF4-FFF2-40B4-BE49-F238E27FC236}">
                <a16:creationId xmlns:a16="http://schemas.microsoft.com/office/drawing/2014/main" id="{0A72613F-F5F5-39EA-0997-6FF4439D36EA}"/>
              </a:ext>
            </a:extLst>
          </p:cNvPr>
          <p:cNvSpPr/>
          <p:nvPr/>
        </p:nvSpPr>
        <p:spPr bwMode="auto">
          <a:xfrm rot="10800000">
            <a:off x="7675012" y="405258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39" name="product_distributed-io.png">
            <a:extLst>
              <a:ext uri="{FF2B5EF4-FFF2-40B4-BE49-F238E27FC236}">
                <a16:creationId xmlns:a16="http://schemas.microsoft.com/office/drawing/2014/main" id="{9606D8A8-6C28-7F71-5C02-2EB72F751634}"/>
              </a:ext>
            </a:extLst>
          </p:cNvPr>
          <p:cNvPicPr>
            <a:picLocks noChangeAspect="1"/>
          </p:cNvPicPr>
          <p:nvPr>
            <p:custDataLst>
              <p:tags r:id="rId5"/>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7491699" y="4555191"/>
            <a:ext cx="151812" cy="415878"/>
          </a:xfrm>
          <a:prstGeom prst="rect">
            <a:avLst/>
          </a:prstGeom>
        </p:spPr>
      </p:pic>
      <p:cxnSp>
        <p:nvCxnSpPr>
          <p:cNvPr id="40" name="Gerade Verbindung 132">
            <a:extLst>
              <a:ext uri="{FF2B5EF4-FFF2-40B4-BE49-F238E27FC236}">
                <a16:creationId xmlns:a16="http://schemas.microsoft.com/office/drawing/2014/main" id="{C9B90BF8-A3CE-6F70-C957-3AA3447DC9F0}"/>
              </a:ext>
            </a:extLst>
          </p:cNvPr>
          <p:cNvCxnSpPr>
            <a:cxnSpLocks/>
            <a:stCxn id="39" idx="0"/>
            <a:endCxn id="41" idx="0"/>
          </p:cNvCxnSpPr>
          <p:nvPr/>
        </p:nvCxnSpPr>
        <p:spPr bwMode="auto">
          <a:xfrm flipH="1" flipV="1">
            <a:off x="7566605" y="4019995"/>
            <a:ext cx="1000" cy="53519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Rechteck 40">
            <a:extLst>
              <a:ext uri="{FF2B5EF4-FFF2-40B4-BE49-F238E27FC236}">
                <a16:creationId xmlns:a16="http://schemas.microsoft.com/office/drawing/2014/main" id="{BB75C713-56FE-2557-36C7-D4D360C5A4F0}"/>
              </a:ext>
            </a:extLst>
          </p:cNvPr>
          <p:cNvSpPr/>
          <p:nvPr/>
        </p:nvSpPr>
        <p:spPr bwMode="auto">
          <a:xfrm rot="10800000">
            <a:off x="7503605" y="3903299"/>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p>
        </p:txBody>
      </p:sp>
      <p:cxnSp>
        <p:nvCxnSpPr>
          <p:cNvPr id="42" name="Gerade Verbindung 132">
            <a:extLst>
              <a:ext uri="{FF2B5EF4-FFF2-40B4-BE49-F238E27FC236}">
                <a16:creationId xmlns:a16="http://schemas.microsoft.com/office/drawing/2014/main" id="{C9124833-0D34-2147-C6DF-87CE7454C3DE}"/>
              </a:ext>
            </a:extLst>
          </p:cNvPr>
          <p:cNvCxnSpPr>
            <a:cxnSpLocks/>
          </p:cNvCxnSpPr>
          <p:nvPr/>
        </p:nvCxnSpPr>
        <p:spPr bwMode="auto">
          <a:xfrm flipV="1">
            <a:off x="7814918" y="4752725"/>
            <a:ext cx="2633848" cy="1040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Gerade Verbindung 132">
            <a:extLst>
              <a:ext uri="{FF2B5EF4-FFF2-40B4-BE49-F238E27FC236}">
                <a16:creationId xmlns:a16="http://schemas.microsoft.com/office/drawing/2014/main" id="{CB786E65-06C6-1656-E911-BD63219CFF80}"/>
              </a:ext>
            </a:extLst>
          </p:cNvPr>
          <p:cNvCxnSpPr>
            <a:cxnSpLocks/>
            <a:endCxn id="49" idx="0"/>
          </p:cNvCxnSpPr>
          <p:nvPr/>
        </p:nvCxnSpPr>
        <p:spPr bwMode="auto">
          <a:xfrm flipH="1" flipV="1">
            <a:off x="9017539" y="4815164"/>
            <a:ext cx="1000" cy="2880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Rechteck 48">
            <a:extLst>
              <a:ext uri="{FF2B5EF4-FFF2-40B4-BE49-F238E27FC236}">
                <a16:creationId xmlns:a16="http://schemas.microsoft.com/office/drawing/2014/main" id="{A332CED8-75C4-DCD6-E149-2268B0A34A03}"/>
              </a:ext>
            </a:extLst>
          </p:cNvPr>
          <p:cNvSpPr/>
          <p:nvPr/>
        </p:nvSpPr>
        <p:spPr bwMode="auto">
          <a:xfrm rot="10800000">
            <a:off x="8954539" y="4698468"/>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64" name="product_distributed-io.png">
            <a:extLst>
              <a:ext uri="{FF2B5EF4-FFF2-40B4-BE49-F238E27FC236}">
                <a16:creationId xmlns:a16="http://schemas.microsoft.com/office/drawing/2014/main" id="{B4895F50-AF24-A800-53F1-490782B39CC5}"/>
              </a:ext>
            </a:extLst>
          </p:cNvPr>
          <p:cNvPicPr>
            <a:picLocks noChangeAspect="1"/>
          </p:cNvPicPr>
          <p:nvPr>
            <p:custDataLst>
              <p:tags r:id="rId6"/>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10436860" y="4991244"/>
            <a:ext cx="151812" cy="415878"/>
          </a:xfrm>
          <a:prstGeom prst="rect">
            <a:avLst/>
          </a:prstGeom>
        </p:spPr>
      </p:pic>
      <p:cxnSp>
        <p:nvCxnSpPr>
          <p:cNvPr id="65" name="Gerade Verbindung 132">
            <a:extLst>
              <a:ext uri="{FF2B5EF4-FFF2-40B4-BE49-F238E27FC236}">
                <a16:creationId xmlns:a16="http://schemas.microsoft.com/office/drawing/2014/main" id="{1B31BE74-7BB6-47A0-0266-4DBD8A19B1A5}"/>
              </a:ext>
            </a:extLst>
          </p:cNvPr>
          <p:cNvCxnSpPr>
            <a:cxnSpLocks/>
            <a:stCxn id="64" idx="0"/>
            <a:endCxn id="66" idx="0"/>
          </p:cNvCxnSpPr>
          <p:nvPr/>
        </p:nvCxnSpPr>
        <p:spPr bwMode="auto">
          <a:xfrm flipH="1" flipV="1">
            <a:off x="10511766" y="4811073"/>
            <a:ext cx="1000" cy="18017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Rechteck 65">
            <a:extLst>
              <a:ext uri="{FF2B5EF4-FFF2-40B4-BE49-F238E27FC236}">
                <a16:creationId xmlns:a16="http://schemas.microsoft.com/office/drawing/2014/main" id="{66C1B07F-E093-20C0-562C-5BEB43F7FE0F}"/>
              </a:ext>
            </a:extLst>
          </p:cNvPr>
          <p:cNvSpPr/>
          <p:nvPr/>
        </p:nvSpPr>
        <p:spPr bwMode="auto">
          <a:xfrm rot="10800000">
            <a:off x="10448766" y="4694377"/>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67" name="product_distributed-io.png">
            <a:extLst>
              <a:ext uri="{FF2B5EF4-FFF2-40B4-BE49-F238E27FC236}">
                <a16:creationId xmlns:a16="http://schemas.microsoft.com/office/drawing/2014/main" id="{91E3FAD9-6320-F4BE-2EEA-178BACE6DB7C}"/>
              </a:ext>
            </a:extLst>
          </p:cNvPr>
          <p:cNvPicPr>
            <a:picLocks noChangeAspect="1"/>
          </p:cNvPicPr>
          <p:nvPr>
            <p:custDataLst>
              <p:tags r:id="rId7"/>
            </p:custDataLst>
          </p:nvPr>
        </p:nvPicPr>
        <p:blipFill rotWithShape="1">
          <a:blip r:embed="rId19">
            <a:extLst>
              <a:ext uri="{28A0092B-C50C-407E-A947-70E740481C1C}">
                <a14:useLocalDpi xmlns:a14="http://schemas.microsoft.com/office/drawing/2010/main" val="0"/>
              </a:ext>
            </a:extLst>
          </a:blip>
          <a:srcRect l="34654" t="335" b="1032"/>
          <a:stretch/>
        </p:blipFill>
        <p:spPr>
          <a:xfrm>
            <a:off x="10594283" y="4991492"/>
            <a:ext cx="297497" cy="449036"/>
          </a:xfrm>
          <a:prstGeom prst="rect">
            <a:avLst/>
          </a:prstGeom>
        </p:spPr>
      </p:pic>
      <p:pic>
        <p:nvPicPr>
          <p:cNvPr id="68" name="product_distributed-io.png">
            <a:extLst>
              <a:ext uri="{FF2B5EF4-FFF2-40B4-BE49-F238E27FC236}">
                <a16:creationId xmlns:a16="http://schemas.microsoft.com/office/drawing/2014/main" id="{DD4B1395-9367-8E7A-2D21-E4BFAF4C1D1E}"/>
              </a:ext>
            </a:extLst>
          </p:cNvPr>
          <p:cNvPicPr>
            <a:picLocks noChangeAspect="1"/>
          </p:cNvPicPr>
          <p:nvPr>
            <p:custDataLst>
              <p:tags r:id="rId8"/>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6283488" y="4571777"/>
            <a:ext cx="151812" cy="415878"/>
          </a:xfrm>
          <a:prstGeom prst="rect">
            <a:avLst/>
          </a:prstGeom>
        </p:spPr>
      </p:pic>
      <p:cxnSp>
        <p:nvCxnSpPr>
          <p:cNvPr id="69" name="Gerade Verbindung 132">
            <a:extLst>
              <a:ext uri="{FF2B5EF4-FFF2-40B4-BE49-F238E27FC236}">
                <a16:creationId xmlns:a16="http://schemas.microsoft.com/office/drawing/2014/main" id="{973D586D-8AAE-869C-9EDF-EF493B5D69FE}"/>
              </a:ext>
            </a:extLst>
          </p:cNvPr>
          <p:cNvCxnSpPr>
            <a:cxnSpLocks/>
            <a:stCxn id="68" idx="0"/>
            <a:endCxn id="70" idx="0"/>
          </p:cNvCxnSpPr>
          <p:nvPr/>
        </p:nvCxnSpPr>
        <p:spPr bwMode="auto">
          <a:xfrm flipH="1" flipV="1">
            <a:off x="6358394" y="4185866"/>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Rechteck 69">
            <a:extLst>
              <a:ext uri="{FF2B5EF4-FFF2-40B4-BE49-F238E27FC236}">
                <a16:creationId xmlns:a16="http://schemas.microsoft.com/office/drawing/2014/main" id="{CD6E3C64-A95A-E2F7-221A-8D5D2C1B3AAB}"/>
              </a:ext>
            </a:extLst>
          </p:cNvPr>
          <p:cNvSpPr/>
          <p:nvPr/>
        </p:nvSpPr>
        <p:spPr bwMode="auto">
          <a:xfrm rot="10800000">
            <a:off x="6295394" y="4069170"/>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71" name="product_distributed-io.png">
            <a:extLst>
              <a:ext uri="{FF2B5EF4-FFF2-40B4-BE49-F238E27FC236}">
                <a16:creationId xmlns:a16="http://schemas.microsoft.com/office/drawing/2014/main" id="{6314E425-B92A-13F0-DBF7-0C5E342282C8}"/>
              </a:ext>
            </a:extLst>
          </p:cNvPr>
          <p:cNvPicPr>
            <a:picLocks noChangeAspect="1"/>
          </p:cNvPicPr>
          <p:nvPr>
            <p:custDataLst>
              <p:tags r:id="rId9"/>
            </p:custDataLst>
          </p:nvPr>
        </p:nvPicPr>
        <p:blipFill rotWithShape="1">
          <a:blip r:embed="rId19">
            <a:extLst>
              <a:ext uri="{28A0092B-C50C-407E-A947-70E740481C1C}">
                <a14:useLocalDpi xmlns:a14="http://schemas.microsoft.com/office/drawing/2010/main" val="0"/>
              </a:ext>
            </a:extLst>
          </a:blip>
          <a:srcRect l="34654" t="335" b="1032"/>
          <a:stretch/>
        </p:blipFill>
        <p:spPr>
          <a:xfrm>
            <a:off x="6459961" y="4556785"/>
            <a:ext cx="297497" cy="449036"/>
          </a:xfrm>
          <a:prstGeom prst="rect">
            <a:avLst/>
          </a:prstGeom>
        </p:spPr>
      </p:pic>
      <p:pic>
        <p:nvPicPr>
          <p:cNvPr id="72" name="product_distributed-io.png">
            <a:extLst>
              <a:ext uri="{FF2B5EF4-FFF2-40B4-BE49-F238E27FC236}">
                <a16:creationId xmlns:a16="http://schemas.microsoft.com/office/drawing/2014/main" id="{4EF900E4-7C4C-A341-F6D8-FDCCE8B88B1A}"/>
              </a:ext>
            </a:extLst>
          </p:cNvPr>
          <p:cNvPicPr>
            <a:picLocks noChangeAspect="1"/>
          </p:cNvPicPr>
          <p:nvPr>
            <p:custDataLst>
              <p:tags r:id="rId10"/>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6112081" y="4571777"/>
            <a:ext cx="151812" cy="415878"/>
          </a:xfrm>
          <a:prstGeom prst="rect">
            <a:avLst/>
          </a:prstGeom>
        </p:spPr>
      </p:pic>
      <p:cxnSp>
        <p:nvCxnSpPr>
          <p:cNvPr id="73" name="Gerade Verbindung 132">
            <a:extLst>
              <a:ext uri="{FF2B5EF4-FFF2-40B4-BE49-F238E27FC236}">
                <a16:creationId xmlns:a16="http://schemas.microsoft.com/office/drawing/2014/main" id="{6E87AB79-5364-3702-B5B0-087442ACB97A}"/>
              </a:ext>
            </a:extLst>
          </p:cNvPr>
          <p:cNvCxnSpPr>
            <a:cxnSpLocks/>
            <a:stCxn id="72" idx="0"/>
            <a:endCxn id="74" idx="0"/>
          </p:cNvCxnSpPr>
          <p:nvPr/>
        </p:nvCxnSpPr>
        <p:spPr bwMode="auto">
          <a:xfrm flipH="1" flipV="1">
            <a:off x="6186987" y="4020706"/>
            <a:ext cx="1000" cy="55107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Rechteck 73">
            <a:extLst>
              <a:ext uri="{FF2B5EF4-FFF2-40B4-BE49-F238E27FC236}">
                <a16:creationId xmlns:a16="http://schemas.microsoft.com/office/drawing/2014/main" id="{44C3BEF4-95F1-AF3C-56C0-34C081F66BBE}"/>
              </a:ext>
            </a:extLst>
          </p:cNvPr>
          <p:cNvSpPr/>
          <p:nvPr/>
        </p:nvSpPr>
        <p:spPr bwMode="auto">
          <a:xfrm rot="10800000">
            <a:off x="6123987" y="3904010"/>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75" name="Textfeld 74">
            <a:extLst>
              <a:ext uri="{FF2B5EF4-FFF2-40B4-BE49-F238E27FC236}">
                <a16:creationId xmlns:a16="http://schemas.microsoft.com/office/drawing/2014/main" id="{BB6199B2-1BC5-F18A-F80E-3DBA74CC8E32}"/>
              </a:ext>
            </a:extLst>
          </p:cNvPr>
          <p:cNvSpPr txBox="1"/>
          <p:nvPr/>
        </p:nvSpPr>
        <p:spPr>
          <a:xfrm>
            <a:off x="5083253" y="3488554"/>
            <a:ext cx="1504152" cy="307777"/>
          </a:xfrm>
          <a:prstGeom prst="rect">
            <a:avLst/>
          </a:prstGeom>
          <a:noFill/>
        </p:spPr>
        <p:txBody>
          <a:bodyPr wrap="square">
            <a:spAutoFit/>
          </a:bodyPr>
          <a:lstStyle/>
          <a:p>
            <a:pPr algn="ctr"/>
            <a:r>
              <a:rPr lang="en-US" sz="1400" b="1" dirty="0">
                <a:solidFill>
                  <a:schemeClr val="bg1"/>
                </a:solidFill>
              </a:rPr>
              <a:t>R1 devices</a:t>
            </a:r>
            <a:endParaRPr lang="en-US" sz="1400" dirty="0">
              <a:solidFill>
                <a:schemeClr val="bg1"/>
              </a:solidFill>
            </a:endParaRPr>
          </a:p>
        </p:txBody>
      </p:sp>
      <p:sp>
        <p:nvSpPr>
          <p:cNvPr id="76" name="Textfeld 75">
            <a:extLst>
              <a:ext uri="{FF2B5EF4-FFF2-40B4-BE49-F238E27FC236}">
                <a16:creationId xmlns:a16="http://schemas.microsoft.com/office/drawing/2014/main" id="{281E5639-A8B1-79EB-0027-FBE9BDA1D135}"/>
              </a:ext>
            </a:extLst>
          </p:cNvPr>
          <p:cNvSpPr txBox="1"/>
          <p:nvPr/>
        </p:nvSpPr>
        <p:spPr>
          <a:xfrm>
            <a:off x="6070140" y="2058830"/>
            <a:ext cx="951710" cy="276999"/>
          </a:xfrm>
          <a:prstGeom prst="rect">
            <a:avLst/>
          </a:prstGeom>
          <a:noFill/>
        </p:spPr>
        <p:txBody>
          <a:bodyPr wrap="square">
            <a:spAutoFit/>
          </a:bodyPr>
          <a:lstStyle/>
          <a:p>
            <a:pPr algn="ctr"/>
            <a:r>
              <a:rPr lang="en-US" sz="1200" dirty="0">
                <a:solidFill>
                  <a:schemeClr val="bg1"/>
                </a:solidFill>
              </a:rPr>
              <a:t>Network 1</a:t>
            </a:r>
          </a:p>
        </p:txBody>
      </p:sp>
      <p:sp>
        <p:nvSpPr>
          <p:cNvPr id="77" name="Textfeld 76">
            <a:extLst>
              <a:ext uri="{FF2B5EF4-FFF2-40B4-BE49-F238E27FC236}">
                <a16:creationId xmlns:a16="http://schemas.microsoft.com/office/drawing/2014/main" id="{00EA95DD-DE75-44AA-988C-0BE888EE014C}"/>
              </a:ext>
            </a:extLst>
          </p:cNvPr>
          <p:cNvSpPr txBox="1"/>
          <p:nvPr/>
        </p:nvSpPr>
        <p:spPr>
          <a:xfrm>
            <a:off x="5033737" y="2505931"/>
            <a:ext cx="1067046" cy="276999"/>
          </a:xfrm>
          <a:prstGeom prst="rect">
            <a:avLst/>
          </a:prstGeom>
          <a:noFill/>
        </p:spPr>
        <p:txBody>
          <a:bodyPr wrap="square">
            <a:spAutoFit/>
          </a:bodyPr>
          <a:lstStyle/>
          <a:p>
            <a:pPr algn="ctr"/>
            <a:r>
              <a:rPr lang="en-US" sz="1200" dirty="0">
                <a:solidFill>
                  <a:schemeClr val="bg1"/>
                </a:solidFill>
              </a:rPr>
              <a:t>Network 2</a:t>
            </a:r>
          </a:p>
        </p:txBody>
      </p:sp>
      <p:pic>
        <p:nvPicPr>
          <p:cNvPr id="79" name="Grafik 78">
            <a:extLst>
              <a:ext uri="{FF2B5EF4-FFF2-40B4-BE49-F238E27FC236}">
                <a16:creationId xmlns:a16="http://schemas.microsoft.com/office/drawing/2014/main" id="{887E42A3-A683-5BDB-B88E-D291F1B55938}"/>
              </a:ext>
            </a:extLst>
          </p:cNvPr>
          <p:cNvPicPr>
            <a:picLocks noChangeAspect="1"/>
          </p:cNvPicPr>
          <p:nvPr/>
        </p:nvPicPr>
        <p:blipFill>
          <a:blip r:embed="rId23"/>
          <a:stretch>
            <a:fillRect/>
          </a:stretch>
        </p:blipFill>
        <p:spPr>
          <a:xfrm>
            <a:off x="8535646" y="1504714"/>
            <a:ext cx="1434803" cy="1450617"/>
          </a:xfrm>
          <a:prstGeom prst="rect">
            <a:avLst/>
          </a:prstGeom>
        </p:spPr>
      </p:pic>
      <p:sp>
        <p:nvSpPr>
          <p:cNvPr id="80" name="Textfeld 79">
            <a:extLst>
              <a:ext uri="{FF2B5EF4-FFF2-40B4-BE49-F238E27FC236}">
                <a16:creationId xmlns:a16="http://schemas.microsoft.com/office/drawing/2014/main" id="{DC829CE5-6D40-6599-5400-9471D83CD978}"/>
              </a:ext>
            </a:extLst>
          </p:cNvPr>
          <p:cNvSpPr txBox="1"/>
          <p:nvPr/>
        </p:nvSpPr>
        <p:spPr>
          <a:xfrm>
            <a:off x="8294645" y="2900145"/>
            <a:ext cx="2268909" cy="577081"/>
          </a:xfrm>
          <a:prstGeom prst="rect">
            <a:avLst/>
          </a:prstGeom>
          <a:solidFill>
            <a:srgbClr val="009999"/>
          </a:solidFill>
        </p:spPr>
        <p:txBody>
          <a:bodyPr wrap="square">
            <a:spAutoFit/>
          </a:bodyPr>
          <a:lstStyle/>
          <a:p>
            <a:pPr algn="ctr" fontAlgn="base"/>
            <a:r>
              <a:rPr lang="en-US" sz="1050" b="1" i="0" dirty="0">
                <a:solidFill>
                  <a:srgbClr val="333333"/>
                </a:solidFill>
                <a:effectLst/>
                <a:latin typeface="Arial" panose="020B0604020202020204" pitchFamily="34" charset="0"/>
              </a:rPr>
              <a:t>Y-Switch </a:t>
            </a:r>
            <a:br>
              <a:rPr lang="en-US" sz="1050" b="1" i="0" dirty="0">
                <a:solidFill>
                  <a:srgbClr val="333333"/>
                </a:solidFill>
                <a:effectLst/>
                <a:latin typeface="Arial" panose="020B0604020202020204" pitchFamily="34" charset="0"/>
              </a:rPr>
            </a:br>
            <a:r>
              <a:rPr lang="en-US" sz="1050" b="1" i="0" dirty="0">
                <a:solidFill>
                  <a:srgbClr val="333333"/>
                </a:solidFill>
                <a:effectLst/>
                <a:latin typeface="Arial" panose="020B0604020202020204" pitchFamily="34" charset="0"/>
              </a:rPr>
              <a:t>SCALANCE XF204-2BA DNA</a:t>
            </a:r>
            <a:br>
              <a:rPr lang="en-US" sz="1050" b="1" i="0" dirty="0">
                <a:solidFill>
                  <a:srgbClr val="333333"/>
                </a:solidFill>
                <a:effectLst/>
                <a:latin typeface="Arial" panose="020B0604020202020204" pitchFamily="34" charset="0"/>
              </a:rPr>
            </a:br>
            <a:r>
              <a:rPr lang="en-US" sz="1050" i="0" u="none" strike="noStrike" dirty="0">
                <a:solidFill>
                  <a:schemeClr val="bg1"/>
                </a:solidFill>
                <a:effectLst/>
                <a:latin typeface="Arial" panose="020B0604020202020204" pitchFamily="34" charset="0"/>
              </a:rPr>
              <a:t>6GK5204-0BA00-2YF2</a:t>
            </a:r>
            <a:endParaRPr lang="en-US" sz="1050" i="0" dirty="0">
              <a:solidFill>
                <a:schemeClr val="bg1"/>
              </a:solidFill>
              <a:effectLst/>
              <a:latin typeface="Arial" panose="020B0604020202020204" pitchFamily="34" charset="0"/>
            </a:endParaRPr>
          </a:p>
        </p:txBody>
      </p:sp>
      <p:cxnSp>
        <p:nvCxnSpPr>
          <p:cNvPr id="81" name="Gerade Verbindung mit Pfeil 80">
            <a:extLst>
              <a:ext uri="{FF2B5EF4-FFF2-40B4-BE49-F238E27FC236}">
                <a16:creationId xmlns:a16="http://schemas.microsoft.com/office/drawing/2014/main" id="{18294C70-518A-5E9D-F534-9948E503BA7F}"/>
              </a:ext>
            </a:extLst>
          </p:cNvPr>
          <p:cNvCxnSpPr>
            <a:cxnSpLocks/>
            <a:stCxn id="4" idx="7"/>
          </p:cNvCxnSpPr>
          <p:nvPr/>
        </p:nvCxnSpPr>
        <p:spPr>
          <a:xfrm flipV="1">
            <a:off x="7933482" y="3474449"/>
            <a:ext cx="1223407" cy="1014476"/>
          </a:xfrm>
          <a:prstGeom prst="straightConnector1">
            <a:avLst/>
          </a:prstGeom>
          <a:ln w="952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2" name="Verbinder: gewinkelt 81">
            <a:extLst>
              <a:ext uri="{FF2B5EF4-FFF2-40B4-BE49-F238E27FC236}">
                <a16:creationId xmlns:a16="http://schemas.microsoft.com/office/drawing/2014/main" id="{A435BD44-EB82-35A3-9E97-31C4058FBA43}"/>
              </a:ext>
            </a:extLst>
          </p:cNvPr>
          <p:cNvCxnSpPr>
            <a:cxnSpLocks/>
            <a:stCxn id="66" idx="1"/>
            <a:endCxn id="36" idx="2"/>
          </p:cNvCxnSpPr>
          <p:nvPr/>
        </p:nvCxnSpPr>
        <p:spPr>
          <a:xfrm flipH="1">
            <a:off x="7739012" y="4752725"/>
            <a:ext cx="2835754" cy="218344"/>
          </a:xfrm>
          <a:prstGeom prst="bentConnector4">
            <a:avLst>
              <a:gd name="adj1" fmla="val -13488"/>
              <a:gd name="adj2" fmla="val 387140"/>
            </a:avLst>
          </a:prstGeom>
          <a:noFill/>
          <a:ln w="28575" cap="flat" cmpd="sng" algn="ctr">
            <a:solidFill>
              <a:srgbClr val="00963F"/>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feld 82">
            <a:extLst>
              <a:ext uri="{FF2B5EF4-FFF2-40B4-BE49-F238E27FC236}">
                <a16:creationId xmlns:a16="http://schemas.microsoft.com/office/drawing/2014/main" id="{AB1D89C8-63FD-4EFD-003E-0FFDEA59B3BE}"/>
              </a:ext>
            </a:extLst>
          </p:cNvPr>
          <p:cNvSpPr txBox="1"/>
          <p:nvPr/>
        </p:nvSpPr>
        <p:spPr>
          <a:xfrm>
            <a:off x="7629141" y="5711034"/>
            <a:ext cx="1651376" cy="276999"/>
          </a:xfrm>
          <a:prstGeom prst="rect">
            <a:avLst/>
          </a:prstGeom>
          <a:noFill/>
        </p:spPr>
        <p:txBody>
          <a:bodyPr wrap="square">
            <a:spAutoFit/>
          </a:bodyPr>
          <a:lstStyle/>
          <a:p>
            <a:pPr algn="ctr"/>
            <a:r>
              <a:rPr lang="en-US" sz="1200" dirty="0">
                <a:solidFill>
                  <a:schemeClr val="bg1"/>
                </a:solidFill>
              </a:rPr>
              <a:t>MRP Ring (optional)</a:t>
            </a:r>
          </a:p>
        </p:txBody>
      </p:sp>
      <p:sp>
        <p:nvSpPr>
          <p:cNvPr id="84" name="Rechteck 83">
            <a:extLst>
              <a:ext uri="{FF2B5EF4-FFF2-40B4-BE49-F238E27FC236}">
                <a16:creationId xmlns:a16="http://schemas.microsoft.com/office/drawing/2014/main" id="{0EC7BCF1-FA63-9DAC-6BF8-193877F6D131}"/>
              </a:ext>
            </a:extLst>
          </p:cNvPr>
          <p:cNvSpPr/>
          <p:nvPr/>
        </p:nvSpPr>
        <p:spPr>
          <a:xfrm>
            <a:off x="6086268" y="2812152"/>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cxnSp>
        <p:nvCxnSpPr>
          <p:cNvPr id="51" name="Verbinder: gewinkelt 50">
            <a:extLst>
              <a:ext uri="{FF2B5EF4-FFF2-40B4-BE49-F238E27FC236}">
                <a16:creationId xmlns:a16="http://schemas.microsoft.com/office/drawing/2014/main" id="{4F1DDE34-CDCF-ACBA-B3A7-4FC17360F6B4}"/>
              </a:ext>
            </a:extLst>
          </p:cNvPr>
          <p:cNvCxnSpPr>
            <a:cxnSpLocks/>
          </p:cNvCxnSpPr>
          <p:nvPr/>
        </p:nvCxnSpPr>
        <p:spPr>
          <a:xfrm flipH="1">
            <a:off x="7739012" y="4778125"/>
            <a:ext cx="2835754" cy="218344"/>
          </a:xfrm>
          <a:prstGeom prst="bentConnector4">
            <a:avLst>
              <a:gd name="adj1" fmla="val -13488"/>
              <a:gd name="adj2" fmla="val 387140"/>
            </a:avLst>
          </a:prstGeom>
          <a:noFill/>
          <a:ln w="28575" cap="flat" cmpd="sng" algn="ctr">
            <a:solidFill>
              <a:srgbClr val="0070C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2" name="product_comfort-panel.png">
            <a:extLst>
              <a:ext uri="{FF2B5EF4-FFF2-40B4-BE49-F238E27FC236}">
                <a16:creationId xmlns:a16="http://schemas.microsoft.com/office/drawing/2014/main" id="{679828CF-2DA4-57DF-1D2D-8E1F0BA4B66D}"/>
              </a:ext>
            </a:extLst>
          </p:cNvPr>
          <p:cNvPicPr>
            <a:picLocks noChangeAspect="1"/>
          </p:cNvPicPr>
          <p:nvPr>
            <p:custDataLst>
              <p:tags r:id="rId11"/>
            </p:custDataLst>
          </p:nvPr>
        </p:nvPicPr>
        <p:blipFill rotWithShape="1">
          <a:blip r:embed="rId24" cstate="print">
            <a:extLst>
              <a:ext uri="{28A0092B-C50C-407E-A947-70E740481C1C}">
                <a14:useLocalDpi xmlns:a14="http://schemas.microsoft.com/office/drawing/2010/main" val="0"/>
              </a:ext>
            </a:extLst>
          </a:blip>
          <a:srcRect t="8123" b="8285"/>
          <a:stretch/>
        </p:blipFill>
        <p:spPr>
          <a:xfrm>
            <a:off x="8856301" y="4939502"/>
            <a:ext cx="719069" cy="601079"/>
          </a:xfrm>
          <a:prstGeom prst="rect">
            <a:avLst/>
          </a:prstGeom>
          <a:solidFill>
            <a:schemeClr val="tx1"/>
          </a:solidFill>
        </p:spPr>
      </p:pic>
      <p:sp>
        <p:nvSpPr>
          <p:cNvPr id="53" name="Textfeld 52">
            <a:extLst>
              <a:ext uri="{FF2B5EF4-FFF2-40B4-BE49-F238E27FC236}">
                <a16:creationId xmlns:a16="http://schemas.microsoft.com/office/drawing/2014/main" id="{98B2CBBC-B0BB-2A3E-94A4-E52564DB84CE}"/>
              </a:ext>
            </a:extLst>
          </p:cNvPr>
          <p:cNvSpPr txBox="1"/>
          <p:nvPr/>
        </p:nvSpPr>
        <p:spPr>
          <a:xfrm>
            <a:off x="534606" y="1598738"/>
            <a:ext cx="3285404" cy="830997"/>
          </a:xfrm>
          <a:prstGeom prst="rect">
            <a:avLst/>
          </a:prstGeom>
          <a:noFill/>
        </p:spPr>
        <p:txBody>
          <a:bodyPr wrap="square" lIns="0" tIns="0" rIns="0" bIns="0" rtlCol="0">
            <a:spAutoFit/>
          </a:bodyPr>
          <a:lstStyle/>
          <a:p>
            <a:pPr algn="l"/>
            <a:r>
              <a:rPr lang="en-US" dirty="0"/>
              <a:t>R1 configurations can be extended with HMI devices using a Y-switch.</a:t>
            </a:r>
          </a:p>
        </p:txBody>
      </p:sp>
      <p:sp>
        <p:nvSpPr>
          <p:cNvPr id="55" name="Rechteck 54">
            <a:extLst>
              <a:ext uri="{FF2B5EF4-FFF2-40B4-BE49-F238E27FC236}">
                <a16:creationId xmlns:a16="http://schemas.microsoft.com/office/drawing/2014/main" id="{0E622B39-37FF-FFAA-1882-14531BF3E230}"/>
              </a:ext>
            </a:extLst>
          </p:cNvPr>
          <p:cNvSpPr/>
          <p:nvPr/>
        </p:nvSpPr>
        <p:spPr>
          <a:xfrm>
            <a:off x="8063520" y="5059967"/>
            <a:ext cx="677729" cy="40285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b="1" dirty="0"/>
              <a:t>HMI</a:t>
            </a:r>
          </a:p>
        </p:txBody>
      </p:sp>
    </p:spTree>
    <p:extLst>
      <p:ext uri="{BB962C8B-B14F-4D97-AF65-F5344CB8AC3E}">
        <p14:creationId xmlns:p14="http://schemas.microsoft.com/office/powerpoint/2010/main" val="3332254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hteck 86">
            <a:extLst>
              <a:ext uri="{FF2B5EF4-FFF2-40B4-BE49-F238E27FC236}">
                <a16:creationId xmlns:a16="http://schemas.microsoft.com/office/drawing/2014/main" id="{1D1CDBEA-CFED-985C-3CB1-FDB4F892BB6B}"/>
              </a:ext>
            </a:extLst>
          </p:cNvPr>
          <p:cNvSpPr/>
          <p:nvPr/>
        </p:nvSpPr>
        <p:spPr>
          <a:xfrm flipH="1">
            <a:off x="4326464" y="1172895"/>
            <a:ext cx="6981615" cy="48151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4" name="Rechteck: abgerundete Ecken 53">
            <a:extLst>
              <a:ext uri="{FF2B5EF4-FFF2-40B4-BE49-F238E27FC236}">
                <a16:creationId xmlns:a16="http://schemas.microsoft.com/office/drawing/2014/main" id="{57E808ED-8026-AFE2-8BBD-128A68AADCC0}"/>
              </a:ext>
            </a:extLst>
          </p:cNvPr>
          <p:cNvSpPr/>
          <p:nvPr/>
        </p:nvSpPr>
        <p:spPr>
          <a:xfrm>
            <a:off x="8791102" y="4902032"/>
            <a:ext cx="846671" cy="67546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50" name="Gerade Verbindung 132">
            <a:extLst>
              <a:ext uri="{FF2B5EF4-FFF2-40B4-BE49-F238E27FC236}">
                <a16:creationId xmlns:a16="http://schemas.microsoft.com/office/drawing/2014/main" id="{57BCB23C-972B-CD9F-DE0A-A1FCFE712480}"/>
              </a:ext>
            </a:extLst>
          </p:cNvPr>
          <p:cNvCxnSpPr>
            <a:cxnSpLocks/>
          </p:cNvCxnSpPr>
          <p:nvPr/>
        </p:nvCxnSpPr>
        <p:spPr bwMode="auto">
          <a:xfrm flipV="1">
            <a:off x="7811180" y="4778381"/>
            <a:ext cx="2633848" cy="1040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a:extLst>
              <a:ext uri="{FF2B5EF4-FFF2-40B4-BE49-F238E27FC236}">
                <a16:creationId xmlns:a16="http://schemas.microsoft.com/office/drawing/2014/main" id="{63DF9877-DD35-6969-BEA5-BA03ACDEB10B}"/>
              </a:ext>
            </a:extLst>
          </p:cNvPr>
          <p:cNvSpPr>
            <a:spLocks noGrp="1"/>
          </p:cNvSpPr>
          <p:nvPr>
            <p:ph type="title"/>
          </p:nvPr>
        </p:nvSpPr>
        <p:spPr/>
        <p:txBody>
          <a:bodyPr/>
          <a:lstStyle/>
          <a:p>
            <a:r>
              <a:rPr lang="en-US" altLang="de-DE" dirty="0"/>
              <a:t>Configuration examples S7-1500H with R1 Redundancy</a:t>
            </a:r>
            <a:br>
              <a:rPr lang="en-US" altLang="de-DE" dirty="0"/>
            </a:br>
            <a:r>
              <a:rPr lang="en-US" b="0" dirty="0"/>
              <a:t>Combination of R1 and HMI devices</a:t>
            </a:r>
          </a:p>
        </p:txBody>
      </p:sp>
      <p:sp>
        <p:nvSpPr>
          <p:cNvPr id="3" name="Fußzeilenplatzhalter 2">
            <a:extLst>
              <a:ext uri="{FF2B5EF4-FFF2-40B4-BE49-F238E27FC236}">
                <a16:creationId xmlns:a16="http://schemas.microsoft.com/office/drawing/2014/main" id="{5B29ED0E-BD37-60C9-B59B-A2601008EAE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Ellipse 3">
            <a:extLst>
              <a:ext uri="{FF2B5EF4-FFF2-40B4-BE49-F238E27FC236}">
                <a16:creationId xmlns:a16="http://schemas.microsoft.com/office/drawing/2014/main" id="{0CBB8433-8C1D-1842-2D5C-8778F5566F9E}"/>
              </a:ext>
            </a:extLst>
          </p:cNvPr>
          <p:cNvSpPr/>
          <p:nvPr/>
        </p:nvSpPr>
        <p:spPr>
          <a:xfrm>
            <a:off x="7251257" y="4369249"/>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Rechteck: abgerundete Ecken 4">
            <a:extLst>
              <a:ext uri="{FF2B5EF4-FFF2-40B4-BE49-F238E27FC236}">
                <a16:creationId xmlns:a16="http://schemas.microsoft.com/office/drawing/2014/main" id="{5B510664-3D23-B629-3D23-B67ACB7780DB}"/>
              </a:ext>
            </a:extLst>
          </p:cNvPr>
          <p:cNvSpPr/>
          <p:nvPr/>
        </p:nvSpPr>
        <p:spPr>
          <a:xfrm>
            <a:off x="4844854" y="2442726"/>
            <a:ext cx="3609975" cy="1678790"/>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sp>
        <p:nvSpPr>
          <p:cNvPr id="6" name="Rechteck: abgerundete Ecken 5">
            <a:extLst>
              <a:ext uri="{FF2B5EF4-FFF2-40B4-BE49-F238E27FC236}">
                <a16:creationId xmlns:a16="http://schemas.microsoft.com/office/drawing/2014/main" id="{34D04DF0-F8CD-7B8D-CFE4-68324A111265}"/>
              </a:ext>
            </a:extLst>
          </p:cNvPr>
          <p:cNvSpPr/>
          <p:nvPr/>
        </p:nvSpPr>
        <p:spPr>
          <a:xfrm>
            <a:off x="4692454" y="2293252"/>
            <a:ext cx="3609975" cy="1669293"/>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7" name="product_distributed-io.png">
            <a:extLst>
              <a:ext uri="{FF2B5EF4-FFF2-40B4-BE49-F238E27FC236}">
                <a16:creationId xmlns:a16="http://schemas.microsoft.com/office/drawing/2014/main" id="{4555D06D-8569-DCEE-F29E-0402E751755F}"/>
              </a:ext>
            </a:extLst>
          </p:cNvPr>
          <p:cNvPicPr>
            <a:picLocks noChangeAspect="1"/>
          </p:cNvPicPr>
          <p:nvPr>
            <p:custDataLst>
              <p:tags r:id="rId1"/>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5301565" y="4567953"/>
            <a:ext cx="151812" cy="415878"/>
          </a:xfrm>
          <a:prstGeom prst="rect">
            <a:avLst/>
          </a:prstGeom>
        </p:spPr>
      </p:pic>
      <p:cxnSp>
        <p:nvCxnSpPr>
          <p:cNvPr id="8" name="Gerade Verbindung 132">
            <a:extLst>
              <a:ext uri="{FF2B5EF4-FFF2-40B4-BE49-F238E27FC236}">
                <a16:creationId xmlns:a16="http://schemas.microsoft.com/office/drawing/2014/main" id="{301D4531-0690-C012-6DBC-1D929EE77B59}"/>
              </a:ext>
            </a:extLst>
          </p:cNvPr>
          <p:cNvCxnSpPr>
            <a:stCxn id="9" idx="2"/>
            <a:endCxn id="17" idx="2"/>
          </p:cNvCxnSpPr>
          <p:nvPr/>
        </p:nvCxnSpPr>
        <p:spPr bwMode="auto">
          <a:xfrm flipH="1" flipV="1">
            <a:off x="5560983" y="2070093"/>
            <a:ext cx="2988" cy="14970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hteck 8">
            <a:extLst>
              <a:ext uri="{FF2B5EF4-FFF2-40B4-BE49-F238E27FC236}">
                <a16:creationId xmlns:a16="http://schemas.microsoft.com/office/drawing/2014/main" id="{7966C8F3-1B9C-E472-BF9D-132DF5972FBA}"/>
              </a:ext>
            </a:extLst>
          </p:cNvPr>
          <p:cNvSpPr/>
          <p:nvPr/>
        </p:nvSpPr>
        <p:spPr bwMode="auto">
          <a:xfrm rot="10800000">
            <a:off x="5500971" y="221979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10" name="Gerade Verbindung 132">
            <a:extLst>
              <a:ext uri="{FF2B5EF4-FFF2-40B4-BE49-F238E27FC236}">
                <a16:creationId xmlns:a16="http://schemas.microsoft.com/office/drawing/2014/main" id="{613FBF91-6566-3973-17A5-0C6C04C85937}"/>
              </a:ext>
            </a:extLst>
          </p:cNvPr>
          <p:cNvCxnSpPr>
            <a:cxnSpLocks/>
            <a:stCxn id="7" idx="0"/>
            <a:endCxn id="11" idx="0"/>
          </p:cNvCxnSpPr>
          <p:nvPr/>
        </p:nvCxnSpPr>
        <p:spPr bwMode="auto">
          <a:xfrm flipH="1" flipV="1">
            <a:off x="5376471" y="4182042"/>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hteck 10">
            <a:extLst>
              <a:ext uri="{FF2B5EF4-FFF2-40B4-BE49-F238E27FC236}">
                <a16:creationId xmlns:a16="http://schemas.microsoft.com/office/drawing/2014/main" id="{66CA47D3-526B-C33C-0F2D-5DAF69579180}"/>
              </a:ext>
            </a:extLst>
          </p:cNvPr>
          <p:cNvSpPr/>
          <p:nvPr/>
        </p:nvSpPr>
        <p:spPr bwMode="auto">
          <a:xfrm rot="10800000">
            <a:off x="5313471" y="406534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12" name="Gruppieren 11">
            <a:extLst>
              <a:ext uri="{FF2B5EF4-FFF2-40B4-BE49-F238E27FC236}">
                <a16:creationId xmlns:a16="http://schemas.microsoft.com/office/drawing/2014/main" id="{A0BBC705-2BAF-2BB3-9B7C-D6C7683E305D}"/>
              </a:ext>
            </a:extLst>
          </p:cNvPr>
          <p:cNvGrpSpPr/>
          <p:nvPr/>
        </p:nvGrpSpPr>
        <p:grpSpPr>
          <a:xfrm>
            <a:off x="5406929" y="1477065"/>
            <a:ext cx="776765" cy="593257"/>
            <a:chOff x="5724048" y="2578894"/>
            <a:chExt cx="776765" cy="640557"/>
          </a:xfrm>
          <a:solidFill>
            <a:schemeClr val="tx1"/>
          </a:solidFill>
        </p:grpSpPr>
        <p:sp>
          <p:nvSpPr>
            <p:cNvPr id="13" name="Rechteck 12">
              <a:extLst>
                <a:ext uri="{FF2B5EF4-FFF2-40B4-BE49-F238E27FC236}">
                  <a16:creationId xmlns:a16="http://schemas.microsoft.com/office/drawing/2014/main" id="{5C3B3EF0-A0A1-4A8E-A2F4-03567EBCF997}"/>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4" name="Gruppieren 13">
              <a:extLst>
                <a:ext uri="{FF2B5EF4-FFF2-40B4-BE49-F238E27FC236}">
                  <a16:creationId xmlns:a16="http://schemas.microsoft.com/office/drawing/2014/main" id="{77376BA0-AFDB-ADC8-7EF4-940EFF70D41C}"/>
                </a:ext>
              </a:extLst>
            </p:cNvPr>
            <p:cNvGrpSpPr/>
            <p:nvPr/>
          </p:nvGrpSpPr>
          <p:grpSpPr>
            <a:xfrm>
              <a:off x="5724048" y="2578894"/>
              <a:ext cx="774297" cy="640310"/>
              <a:chOff x="5633257" y="2448326"/>
              <a:chExt cx="3891741" cy="2958295"/>
            </a:xfrm>
            <a:grpFill/>
          </p:grpSpPr>
          <p:pic>
            <p:nvPicPr>
              <p:cNvPr id="15" name="product_simatic-s7-1500.png">
                <a:extLst>
                  <a:ext uri="{FF2B5EF4-FFF2-40B4-BE49-F238E27FC236}">
                    <a16:creationId xmlns:a16="http://schemas.microsoft.com/office/drawing/2014/main" id="{A0EFABB1-CC2F-CE2F-14B4-9BE3B045B62F}"/>
                  </a:ext>
                </a:extLst>
              </p:cNvPr>
              <p:cNvPicPr>
                <a:picLocks noChangeAspect="1"/>
              </p:cNvPicPr>
              <p:nvPr>
                <p:custDataLst>
                  <p:tags r:id="rId15"/>
                </p:custDataLst>
              </p:nvPr>
            </p:nvPicPr>
            <p:blipFill rotWithShape="1">
              <a:blip r:embed="rId20"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16" name="product_simatic-s7-1500.png">
                <a:extLst>
                  <a:ext uri="{FF2B5EF4-FFF2-40B4-BE49-F238E27FC236}">
                    <a16:creationId xmlns:a16="http://schemas.microsoft.com/office/drawing/2014/main" id="{62852FFF-3B83-9EC5-60BF-25C3803D628D}"/>
                  </a:ext>
                </a:extLst>
              </p:cNvPr>
              <p:cNvPicPr>
                <a:picLocks noChangeAspect="1"/>
              </p:cNvPicPr>
              <p:nvPr>
                <p:custDataLst>
                  <p:tags r:id="rId16"/>
                </p:custDataLst>
              </p:nvPr>
            </p:nvPicPr>
            <p:blipFill rotWithShape="1">
              <a:blip r:embed="rId21"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17" name="product_simatic-s7-1500.png">
                <a:extLst>
                  <a:ext uri="{FF2B5EF4-FFF2-40B4-BE49-F238E27FC236}">
                    <a16:creationId xmlns:a16="http://schemas.microsoft.com/office/drawing/2014/main" id="{45753770-8019-3431-B53C-9211F84C5F0A}"/>
                  </a:ext>
                </a:extLst>
              </p:cNvPr>
              <p:cNvPicPr>
                <a:picLocks noChangeAspect="1"/>
              </p:cNvPicPr>
              <p:nvPr>
                <p:custDataLst>
                  <p:tags r:id="rId17"/>
                </p:custDataLst>
              </p:nvPr>
            </p:nvPicPr>
            <p:blipFill rotWithShape="1">
              <a:blip r:embed="rId22"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18" name="product_distributed-io.png">
            <a:extLst>
              <a:ext uri="{FF2B5EF4-FFF2-40B4-BE49-F238E27FC236}">
                <a16:creationId xmlns:a16="http://schemas.microsoft.com/office/drawing/2014/main" id="{4D9724A2-696B-E2A4-37F6-A8B49532AEA2}"/>
              </a:ext>
            </a:extLst>
          </p:cNvPr>
          <p:cNvPicPr>
            <a:picLocks noChangeAspect="1"/>
          </p:cNvPicPr>
          <p:nvPr>
            <p:custDataLst>
              <p:tags r:id="rId2"/>
            </p:custDataLst>
          </p:nvPr>
        </p:nvPicPr>
        <p:blipFill rotWithShape="1">
          <a:blip r:embed="rId19">
            <a:extLst>
              <a:ext uri="{28A0092B-C50C-407E-A947-70E740481C1C}">
                <a14:useLocalDpi xmlns:a14="http://schemas.microsoft.com/office/drawing/2010/main" val="0"/>
              </a:ext>
            </a:extLst>
          </a:blip>
          <a:srcRect l="34654" t="335" b="1032"/>
          <a:stretch/>
        </p:blipFill>
        <p:spPr>
          <a:xfrm>
            <a:off x="5478038" y="4552961"/>
            <a:ext cx="297497" cy="449036"/>
          </a:xfrm>
          <a:prstGeom prst="rect">
            <a:avLst/>
          </a:prstGeom>
        </p:spPr>
      </p:pic>
      <p:cxnSp>
        <p:nvCxnSpPr>
          <p:cNvPr id="19" name="Gerade Verbindung 132">
            <a:extLst>
              <a:ext uri="{FF2B5EF4-FFF2-40B4-BE49-F238E27FC236}">
                <a16:creationId xmlns:a16="http://schemas.microsoft.com/office/drawing/2014/main" id="{9DA0152B-3C8D-BF1C-CEA1-E766BD6ECA35}"/>
              </a:ext>
            </a:extLst>
          </p:cNvPr>
          <p:cNvCxnSpPr>
            <a:stCxn id="20" idx="2"/>
            <a:endCxn id="26" idx="2"/>
          </p:cNvCxnSpPr>
          <p:nvPr/>
        </p:nvCxnSpPr>
        <p:spPr bwMode="auto">
          <a:xfrm flipH="1" flipV="1">
            <a:off x="7342497" y="2070093"/>
            <a:ext cx="2988" cy="301294"/>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echteck 19">
            <a:extLst>
              <a:ext uri="{FF2B5EF4-FFF2-40B4-BE49-F238E27FC236}">
                <a16:creationId xmlns:a16="http://schemas.microsoft.com/office/drawing/2014/main" id="{116A3953-3D4D-9975-F0AF-30360F0EBBAA}"/>
              </a:ext>
            </a:extLst>
          </p:cNvPr>
          <p:cNvSpPr/>
          <p:nvPr/>
        </p:nvSpPr>
        <p:spPr bwMode="auto">
          <a:xfrm rot="10800000">
            <a:off x="7282485" y="2371387"/>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21" name="Gruppieren 20">
            <a:extLst>
              <a:ext uri="{FF2B5EF4-FFF2-40B4-BE49-F238E27FC236}">
                <a16:creationId xmlns:a16="http://schemas.microsoft.com/office/drawing/2014/main" id="{5F55D575-997D-4C20-DF5E-3D52CE65C4DB}"/>
              </a:ext>
            </a:extLst>
          </p:cNvPr>
          <p:cNvGrpSpPr/>
          <p:nvPr/>
        </p:nvGrpSpPr>
        <p:grpSpPr>
          <a:xfrm>
            <a:off x="7188443" y="1477065"/>
            <a:ext cx="776765" cy="593257"/>
            <a:chOff x="5724048" y="2578894"/>
            <a:chExt cx="776765" cy="640557"/>
          </a:xfrm>
          <a:solidFill>
            <a:schemeClr val="tx1"/>
          </a:solidFill>
        </p:grpSpPr>
        <p:sp>
          <p:nvSpPr>
            <p:cNvPr id="22" name="Rechteck 21">
              <a:extLst>
                <a:ext uri="{FF2B5EF4-FFF2-40B4-BE49-F238E27FC236}">
                  <a16:creationId xmlns:a16="http://schemas.microsoft.com/office/drawing/2014/main" id="{1210B446-7FDF-EF88-C418-BAC29FBB083B}"/>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3" name="Gruppieren 22">
              <a:extLst>
                <a:ext uri="{FF2B5EF4-FFF2-40B4-BE49-F238E27FC236}">
                  <a16:creationId xmlns:a16="http://schemas.microsoft.com/office/drawing/2014/main" id="{048F41D9-42A2-12A7-1012-E1D7CBC3896E}"/>
                </a:ext>
              </a:extLst>
            </p:cNvPr>
            <p:cNvGrpSpPr/>
            <p:nvPr/>
          </p:nvGrpSpPr>
          <p:grpSpPr>
            <a:xfrm>
              <a:off x="5724048" y="2578894"/>
              <a:ext cx="774297" cy="640310"/>
              <a:chOff x="5633257" y="2448326"/>
              <a:chExt cx="3891741" cy="2958295"/>
            </a:xfrm>
            <a:grpFill/>
          </p:grpSpPr>
          <p:pic>
            <p:nvPicPr>
              <p:cNvPr id="24" name="product_simatic-s7-1500.png">
                <a:extLst>
                  <a:ext uri="{FF2B5EF4-FFF2-40B4-BE49-F238E27FC236}">
                    <a16:creationId xmlns:a16="http://schemas.microsoft.com/office/drawing/2014/main" id="{029F751F-507D-FF2D-0A1C-5963CBE1E0E6}"/>
                  </a:ext>
                </a:extLst>
              </p:cNvPr>
              <p:cNvPicPr>
                <a:picLocks noChangeAspect="1"/>
              </p:cNvPicPr>
              <p:nvPr>
                <p:custDataLst>
                  <p:tags r:id="rId12"/>
                </p:custDataLst>
              </p:nvPr>
            </p:nvPicPr>
            <p:blipFill rotWithShape="1">
              <a:blip r:embed="rId20"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25" name="product_simatic-s7-1500.png">
                <a:extLst>
                  <a:ext uri="{FF2B5EF4-FFF2-40B4-BE49-F238E27FC236}">
                    <a16:creationId xmlns:a16="http://schemas.microsoft.com/office/drawing/2014/main" id="{DDDB2ED0-089D-363E-8B8F-07F316071C9A}"/>
                  </a:ext>
                </a:extLst>
              </p:cNvPr>
              <p:cNvPicPr>
                <a:picLocks noChangeAspect="1"/>
              </p:cNvPicPr>
              <p:nvPr>
                <p:custDataLst>
                  <p:tags r:id="rId13"/>
                </p:custDataLst>
              </p:nvPr>
            </p:nvPicPr>
            <p:blipFill rotWithShape="1">
              <a:blip r:embed="rId21"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26" name="product_simatic-s7-1500.png">
                <a:extLst>
                  <a:ext uri="{FF2B5EF4-FFF2-40B4-BE49-F238E27FC236}">
                    <a16:creationId xmlns:a16="http://schemas.microsoft.com/office/drawing/2014/main" id="{74E47306-42B8-A57A-79A5-BEFA677F083E}"/>
                  </a:ext>
                </a:extLst>
              </p:cNvPr>
              <p:cNvPicPr>
                <a:picLocks noChangeAspect="1"/>
              </p:cNvPicPr>
              <p:nvPr>
                <p:custDataLst>
                  <p:tags r:id="rId14"/>
                </p:custDataLst>
              </p:nvPr>
            </p:nvPicPr>
            <p:blipFill rotWithShape="1">
              <a:blip r:embed="rId22"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27" name="product_distributed-io.png">
            <a:extLst>
              <a:ext uri="{FF2B5EF4-FFF2-40B4-BE49-F238E27FC236}">
                <a16:creationId xmlns:a16="http://schemas.microsoft.com/office/drawing/2014/main" id="{EABE495A-1BAF-34E7-9635-D666C1562A31}"/>
              </a:ext>
            </a:extLst>
          </p:cNvPr>
          <p:cNvPicPr>
            <a:picLocks noChangeAspect="1"/>
          </p:cNvPicPr>
          <p:nvPr>
            <p:custDataLst>
              <p:tags r:id="rId3"/>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5130158" y="4567953"/>
            <a:ext cx="151812" cy="415878"/>
          </a:xfrm>
          <a:prstGeom prst="rect">
            <a:avLst/>
          </a:prstGeom>
        </p:spPr>
      </p:pic>
      <p:cxnSp>
        <p:nvCxnSpPr>
          <p:cNvPr id="28" name="Gerade Verbindung 132">
            <a:extLst>
              <a:ext uri="{FF2B5EF4-FFF2-40B4-BE49-F238E27FC236}">
                <a16:creationId xmlns:a16="http://schemas.microsoft.com/office/drawing/2014/main" id="{DC837CCE-58BC-E49B-180F-FDCA5FAD5785}"/>
              </a:ext>
            </a:extLst>
          </p:cNvPr>
          <p:cNvCxnSpPr>
            <a:cxnSpLocks/>
            <a:stCxn id="27" idx="0"/>
            <a:endCxn id="29" idx="0"/>
          </p:cNvCxnSpPr>
          <p:nvPr/>
        </p:nvCxnSpPr>
        <p:spPr bwMode="auto">
          <a:xfrm flipH="1" flipV="1">
            <a:off x="5205064" y="4026407"/>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Rechteck 28">
            <a:extLst>
              <a:ext uri="{FF2B5EF4-FFF2-40B4-BE49-F238E27FC236}">
                <a16:creationId xmlns:a16="http://schemas.microsoft.com/office/drawing/2014/main" id="{17FAA8A4-BB46-F1D0-3B66-0907576A22B4}"/>
              </a:ext>
            </a:extLst>
          </p:cNvPr>
          <p:cNvSpPr/>
          <p:nvPr/>
        </p:nvSpPr>
        <p:spPr bwMode="auto">
          <a:xfrm rot="10800000">
            <a:off x="5142064" y="3909711"/>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30" name="Textfeld 29">
            <a:extLst>
              <a:ext uri="{FF2B5EF4-FFF2-40B4-BE49-F238E27FC236}">
                <a16:creationId xmlns:a16="http://schemas.microsoft.com/office/drawing/2014/main" id="{F39BEE3B-0FE8-1880-58BC-E31229A0FAC3}"/>
              </a:ext>
            </a:extLst>
          </p:cNvPr>
          <p:cNvSpPr txBox="1"/>
          <p:nvPr/>
        </p:nvSpPr>
        <p:spPr>
          <a:xfrm>
            <a:off x="5406930" y="1267214"/>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31" name="Textfeld 30">
            <a:extLst>
              <a:ext uri="{FF2B5EF4-FFF2-40B4-BE49-F238E27FC236}">
                <a16:creationId xmlns:a16="http://schemas.microsoft.com/office/drawing/2014/main" id="{DB904CDE-E5D3-1276-23D3-34A33DB6D151}"/>
              </a:ext>
            </a:extLst>
          </p:cNvPr>
          <p:cNvSpPr txBox="1"/>
          <p:nvPr/>
        </p:nvSpPr>
        <p:spPr>
          <a:xfrm>
            <a:off x="7186650" y="1265090"/>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32" name="Gerader Verbinder 31">
            <a:extLst>
              <a:ext uri="{FF2B5EF4-FFF2-40B4-BE49-F238E27FC236}">
                <a16:creationId xmlns:a16="http://schemas.microsoft.com/office/drawing/2014/main" id="{8AFE2317-EC8C-58A3-BDA8-27B46033A3A5}"/>
              </a:ext>
            </a:extLst>
          </p:cNvPr>
          <p:cNvCxnSpPr>
            <a:cxnSpLocks/>
            <a:stCxn id="16" idx="3"/>
            <a:endCxn id="26" idx="1"/>
          </p:cNvCxnSpPr>
          <p:nvPr/>
        </p:nvCxnSpPr>
        <p:spPr>
          <a:xfrm>
            <a:off x="6181226" y="1773579"/>
            <a:ext cx="100721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83F5E677-EE52-07CB-6A25-E4E7BA9706EB}"/>
              </a:ext>
            </a:extLst>
          </p:cNvPr>
          <p:cNvSpPr/>
          <p:nvPr/>
        </p:nvSpPr>
        <p:spPr>
          <a:xfrm>
            <a:off x="5451835" y="152375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4" name="Rechteck 33">
            <a:extLst>
              <a:ext uri="{FF2B5EF4-FFF2-40B4-BE49-F238E27FC236}">
                <a16:creationId xmlns:a16="http://schemas.microsoft.com/office/drawing/2014/main" id="{6DFB3FD3-DBB0-3A87-D512-D447AC300B12}"/>
              </a:ext>
            </a:extLst>
          </p:cNvPr>
          <p:cNvSpPr/>
          <p:nvPr/>
        </p:nvSpPr>
        <p:spPr>
          <a:xfrm>
            <a:off x="7226033" y="1523759"/>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5" name="Rechteck 34">
            <a:extLst>
              <a:ext uri="{FF2B5EF4-FFF2-40B4-BE49-F238E27FC236}">
                <a16:creationId xmlns:a16="http://schemas.microsoft.com/office/drawing/2014/main" id="{F4EF0340-3055-DFF9-9BE7-2B6ABF01B9D9}"/>
              </a:ext>
            </a:extLst>
          </p:cNvPr>
          <p:cNvSpPr/>
          <p:nvPr/>
        </p:nvSpPr>
        <p:spPr>
          <a:xfrm>
            <a:off x="7845671" y="2092447"/>
            <a:ext cx="923621" cy="22048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36" name="product_distributed-io.png">
            <a:extLst>
              <a:ext uri="{FF2B5EF4-FFF2-40B4-BE49-F238E27FC236}">
                <a16:creationId xmlns:a16="http://schemas.microsoft.com/office/drawing/2014/main" id="{A0D98F5D-E044-65DA-B9A4-B57D1F7BC8A4}"/>
              </a:ext>
            </a:extLst>
          </p:cNvPr>
          <p:cNvPicPr>
            <a:picLocks noChangeAspect="1"/>
          </p:cNvPicPr>
          <p:nvPr>
            <p:custDataLst>
              <p:tags r:id="rId4"/>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7663106" y="4555191"/>
            <a:ext cx="151812" cy="415878"/>
          </a:xfrm>
          <a:prstGeom prst="rect">
            <a:avLst/>
          </a:prstGeom>
        </p:spPr>
      </p:pic>
      <p:cxnSp>
        <p:nvCxnSpPr>
          <p:cNvPr id="37" name="Gerade Verbindung 132">
            <a:extLst>
              <a:ext uri="{FF2B5EF4-FFF2-40B4-BE49-F238E27FC236}">
                <a16:creationId xmlns:a16="http://schemas.microsoft.com/office/drawing/2014/main" id="{B01B2906-333D-CEAD-06E5-E4F9A6BC35F7}"/>
              </a:ext>
            </a:extLst>
          </p:cNvPr>
          <p:cNvCxnSpPr>
            <a:cxnSpLocks/>
            <a:stCxn id="36" idx="0"/>
            <a:endCxn id="38" idx="0"/>
          </p:cNvCxnSpPr>
          <p:nvPr/>
        </p:nvCxnSpPr>
        <p:spPr bwMode="auto">
          <a:xfrm flipH="1" flipV="1">
            <a:off x="7738012" y="4169280"/>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echteck 37">
            <a:extLst>
              <a:ext uri="{FF2B5EF4-FFF2-40B4-BE49-F238E27FC236}">
                <a16:creationId xmlns:a16="http://schemas.microsoft.com/office/drawing/2014/main" id="{0A72613F-F5F5-39EA-0997-6FF4439D36EA}"/>
              </a:ext>
            </a:extLst>
          </p:cNvPr>
          <p:cNvSpPr/>
          <p:nvPr/>
        </p:nvSpPr>
        <p:spPr bwMode="auto">
          <a:xfrm rot="10800000">
            <a:off x="7675012" y="405258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39" name="product_distributed-io.png">
            <a:extLst>
              <a:ext uri="{FF2B5EF4-FFF2-40B4-BE49-F238E27FC236}">
                <a16:creationId xmlns:a16="http://schemas.microsoft.com/office/drawing/2014/main" id="{9606D8A8-6C28-7F71-5C02-2EB72F751634}"/>
              </a:ext>
            </a:extLst>
          </p:cNvPr>
          <p:cNvPicPr>
            <a:picLocks noChangeAspect="1"/>
          </p:cNvPicPr>
          <p:nvPr>
            <p:custDataLst>
              <p:tags r:id="rId5"/>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7491699" y="4555191"/>
            <a:ext cx="151812" cy="415878"/>
          </a:xfrm>
          <a:prstGeom prst="rect">
            <a:avLst/>
          </a:prstGeom>
        </p:spPr>
      </p:pic>
      <p:cxnSp>
        <p:nvCxnSpPr>
          <p:cNvPr id="40" name="Gerade Verbindung 132">
            <a:extLst>
              <a:ext uri="{FF2B5EF4-FFF2-40B4-BE49-F238E27FC236}">
                <a16:creationId xmlns:a16="http://schemas.microsoft.com/office/drawing/2014/main" id="{C9B90BF8-A3CE-6F70-C957-3AA3447DC9F0}"/>
              </a:ext>
            </a:extLst>
          </p:cNvPr>
          <p:cNvCxnSpPr>
            <a:cxnSpLocks/>
            <a:stCxn id="39" idx="0"/>
            <a:endCxn id="41" idx="0"/>
          </p:cNvCxnSpPr>
          <p:nvPr/>
        </p:nvCxnSpPr>
        <p:spPr bwMode="auto">
          <a:xfrm flipH="1" flipV="1">
            <a:off x="7566605" y="4019995"/>
            <a:ext cx="1000" cy="53519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Rechteck 40">
            <a:extLst>
              <a:ext uri="{FF2B5EF4-FFF2-40B4-BE49-F238E27FC236}">
                <a16:creationId xmlns:a16="http://schemas.microsoft.com/office/drawing/2014/main" id="{BB75C713-56FE-2557-36C7-D4D360C5A4F0}"/>
              </a:ext>
            </a:extLst>
          </p:cNvPr>
          <p:cNvSpPr/>
          <p:nvPr/>
        </p:nvSpPr>
        <p:spPr bwMode="auto">
          <a:xfrm rot="10800000">
            <a:off x="7503605" y="3903299"/>
            <a:ext cx="126000" cy="116696"/>
          </a:xfrm>
          <a:prstGeom prst="rect">
            <a:avLst/>
          </a:prstGeom>
          <a:solidFill>
            <a:srgbClr val="FE8389"/>
          </a:solidFill>
          <a:ln w="9525" cap="flat" cmpd="sng" algn="ctr">
            <a:solidFill>
              <a:srgbClr val="FF0000"/>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42" name="Gerade Verbindung 132">
            <a:extLst>
              <a:ext uri="{FF2B5EF4-FFF2-40B4-BE49-F238E27FC236}">
                <a16:creationId xmlns:a16="http://schemas.microsoft.com/office/drawing/2014/main" id="{C9124833-0D34-2147-C6DF-87CE7454C3DE}"/>
              </a:ext>
            </a:extLst>
          </p:cNvPr>
          <p:cNvCxnSpPr>
            <a:cxnSpLocks/>
          </p:cNvCxnSpPr>
          <p:nvPr/>
        </p:nvCxnSpPr>
        <p:spPr bwMode="auto">
          <a:xfrm flipV="1">
            <a:off x="7814918" y="4752725"/>
            <a:ext cx="2633848" cy="1040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Gerade Verbindung 132">
            <a:extLst>
              <a:ext uri="{FF2B5EF4-FFF2-40B4-BE49-F238E27FC236}">
                <a16:creationId xmlns:a16="http://schemas.microsoft.com/office/drawing/2014/main" id="{CB786E65-06C6-1656-E911-BD63219CFF80}"/>
              </a:ext>
            </a:extLst>
          </p:cNvPr>
          <p:cNvCxnSpPr>
            <a:cxnSpLocks/>
            <a:endCxn id="49" idx="0"/>
          </p:cNvCxnSpPr>
          <p:nvPr/>
        </p:nvCxnSpPr>
        <p:spPr bwMode="auto">
          <a:xfrm flipH="1" flipV="1">
            <a:off x="9017539" y="4815164"/>
            <a:ext cx="1000" cy="28800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Rechteck 48">
            <a:extLst>
              <a:ext uri="{FF2B5EF4-FFF2-40B4-BE49-F238E27FC236}">
                <a16:creationId xmlns:a16="http://schemas.microsoft.com/office/drawing/2014/main" id="{A332CED8-75C4-DCD6-E149-2268B0A34A03}"/>
              </a:ext>
            </a:extLst>
          </p:cNvPr>
          <p:cNvSpPr/>
          <p:nvPr/>
        </p:nvSpPr>
        <p:spPr bwMode="auto">
          <a:xfrm rot="10800000">
            <a:off x="8954539" y="4698468"/>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64" name="product_distributed-io.png">
            <a:extLst>
              <a:ext uri="{FF2B5EF4-FFF2-40B4-BE49-F238E27FC236}">
                <a16:creationId xmlns:a16="http://schemas.microsoft.com/office/drawing/2014/main" id="{B4895F50-AF24-A800-53F1-490782B39CC5}"/>
              </a:ext>
            </a:extLst>
          </p:cNvPr>
          <p:cNvPicPr>
            <a:picLocks noChangeAspect="1"/>
          </p:cNvPicPr>
          <p:nvPr>
            <p:custDataLst>
              <p:tags r:id="rId6"/>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10436860" y="4991244"/>
            <a:ext cx="151812" cy="415878"/>
          </a:xfrm>
          <a:prstGeom prst="rect">
            <a:avLst/>
          </a:prstGeom>
        </p:spPr>
      </p:pic>
      <p:cxnSp>
        <p:nvCxnSpPr>
          <p:cNvPr id="65" name="Gerade Verbindung 132">
            <a:extLst>
              <a:ext uri="{FF2B5EF4-FFF2-40B4-BE49-F238E27FC236}">
                <a16:creationId xmlns:a16="http://schemas.microsoft.com/office/drawing/2014/main" id="{1B31BE74-7BB6-47A0-0266-4DBD8A19B1A5}"/>
              </a:ext>
            </a:extLst>
          </p:cNvPr>
          <p:cNvCxnSpPr>
            <a:cxnSpLocks/>
            <a:stCxn id="64" idx="0"/>
            <a:endCxn id="66" idx="0"/>
          </p:cNvCxnSpPr>
          <p:nvPr/>
        </p:nvCxnSpPr>
        <p:spPr bwMode="auto">
          <a:xfrm flipH="1" flipV="1">
            <a:off x="10511766" y="4811073"/>
            <a:ext cx="1000" cy="18017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Rechteck 65">
            <a:extLst>
              <a:ext uri="{FF2B5EF4-FFF2-40B4-BE49-F238E27FC236}">
                <a16:creationId xmlns:a16="http://schemas.microsoft.com/office/drawing/2014/main" id="{66C1B07F-E093-20C0-562C-5BEB43F7FE0F}"/>
              </a:ext>
            </a:extLst>
          </p:cNvPr>
          <p:cNvSpPr/>
          <p:nvPr/>
        </p:nvSpPr>
        <p:spPr bwMode="auto">
          <a:xfrm rot="10800000">
            <a:off x="10448766" y="4694377"/>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67" name="product_distributed-io.png">
            <a:extLst>
              <a:ext uri="{FF2B5EF4-FFF2-40B4-BE49-F238E27FC236}">
                <a16:creationId xmlns:a16="http://schemas.microsoft.com/office/drawing/2014/main" id="{91E3FAD9-6320-F4BE-2EEA-178BACE6DB7C}"/>
              </a:ext>
            </a:extLst>
          </p:cNvPr>
          <p:cNvPicPr>
            <a:picLocks noChangeAspect="1"/>
          </p:cNvPicPr>
          <p:nvPr>
            <p:custDataLst>
              <p:tags r:id="rId7"/>
            </p:custDataLst>
          </p:nvPr>
        </p:nvPicPr>
        <p:blipFill rotWithShape="1">
          <a:blip r:embed="rId19">
            <a:extLst>
              <a:ext uri="{28A0092B-C50C-407E-A947-70E740481C1C}">
                <a14:useLocalDpi xmlns:a14="http://schemas.microsoft.com/office/drawing/2010/main" val="0"/>
              </a:ext>
            </a:extLst>
          </a:blip>
          <a:srcRect l="34654" t="335" b="1032"/>
          <a:stretch/>
        </p:blipFill>
        <p:spPr>
          <a:xfrm>
            <a:off x="10594283" y="4991492"/>
            <a:ext cx="297497" cy="449036"/>
          </a:xfrm>
          <a:prstGeom prst="rect">
            <a:avLst/>
          </a:prstGeom>
        </p:spPr>
      </p:pic>
      <p:pic>
        <p:nvPicPr>
          <p:cNvPr id="68" name="product_distributed-io.png">
            <a:extLst>
              <a:ext uri="{FF2B5EF4-FFF2-40B4-BE49-F238E27FC236}">
                <a16:creationId xmlns:a16="http://schemas.microsoft.com/office/drawing/2014/main" id="{DD4B1395-9367-8E7A-2D21-E4BFAF4C1D1E}"/>
              </a:ext>
            </a:extLst>
          </p:cNvPr>
          <p:cNvPicPr>
            <a:picLocks noChangeAspect="1"/>
          </p:cNvPicPr>
          <p:nvPr>
            <p:custDataLst>
              <p:tags r:id="rId8"/>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6283488" y="4571777"/>
            <a:ext cx="151812" cy="415878"/>
          </a:xfrm>
          <a:prstGeom prst="rect">
            <a:avLst/>
          </a:prstGeom>
        </p:spPr>
      </p:pic>
      <p:cxnSp>
        <p:nvCxnSpPr>
          <p:cNvPr id="69" name="Gerade Verbindung 132">
            <a:extLst>
              <a:ext uri="{FF2B5EF4-FFF2-40B4-BE49-F238E27FC236}">
                <a16:creationId xmlns:a16="http://schemas.microsoft.com/office/drawing/2014/main" id="{973D586D-8AAE-869C-9EDF-EF493B5D69FE}"/>
              </a:ext>
            </a:extLst>
          </p:cNvPr>
          <p:cNvCxnSpPr>
            <a:cxnSpLocks/>
            <a:stCxn id="68" idx="0"/>
            <a:endCxn id="70" idx="0"/>
          </p:cNvCxnSpPr>
          <p:nvPr/>
        </p:nvCxnSpPr>
        <p:spPr bwMode="auto">
          <a:xfrm flipH="1" flipV="1">
            <a:off x="6358394" y="4185866"/>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Rechteck 69">
            <a:extLst>
              <a:ext uri="{FF2B5EF4-FFF2-40B4-BE49-F238E27FC236}">
                <a16:creationId xmlns:a16="http://schemas.microsoft.com/office/drawing/2014/main" id="{CD6E3C64-A95A-E2F7-221A-8D5D2C1B3AAB}"/>
              </a:ext>
            </a:extLst>
          </p:cNvPr>
          <p:cNvSpPr/>
          <p:nvPr/>
        </p:nvSpPr>
        <p:spPr bwMode="auto">
          <a:xfrm rot="10800000">
            <a:off x="6295394" y="4069170"/>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71" name="product_distributed-io.png">
            <a:extLst>
              <a:ext uri="{FF2B5EF4-FFF2-40B4-BE49-F238E27FC236}">
                <a16:creationId xmlns:a16="http://schemas.microsoft.com/office/drawing/2014/main" id="{6314E425-B92A-13F0-DBF7-0C5E342282C8}"/>
              </a:ext>
            </a:extLst>
          </p:cNvPr>
          <p:cNvPicPr>
            <a:picLocks noChangeAspect="1"/>
          </p:cNvPicPr>
          <p:nvPr>
            <p:custDataLst>
              <p:tags r:id="rId9"/>
            </p:custDataLst>
          </p:nvPr>
        </p:nvPicPr>
        <p:blipFill rotWithShape="1">
          <a:blip r:embed="rId19">
            <a:extLst>
              <a:ext uri="{28A0092B-C50C-407E-A947-70E740481C1C}">
                <a14:useLocalDpi xmlns:a14="http://schemas.microsoft.com/office/drawing/2010/main" val="0"/>
              </a:ext>
            </a:extLst>
          </a:blip>
          <a:srcRect l="34654" t="335" b="1032"/>
          <a:stretch/>
        </p:blipFill>
        <p:spPr>
          <a:xfrm>
            <a:off x="6459961" y="4556785"/>
            <a:ext cx="297497" cy="449036"/>
          </a:xfrm>
          <a:prstGeom prst="rect">
            <a:avLst/>
          </a:prstGeom>
        </p:spPr>
      </p:pic>
      <p:pic>
        <p:nvPicPr>
          <p:cNvPr id="72" name="product_distributed-io.png">
            <a:extLst>
              <a:ext uri="{FF2B5EF4-FFF2-40B4-BE49-F238E27FC236}">
                <a16:creationId xmlns:a16="http://schemas.microsoft.com/office/drawing/2014/main" id="{4EF900E4-7C4C-A341-F6D8-FDCCE8B88B1A}"/>
              </a:ext>
            </a:extLst>
          </p:cNvPr>
          <p:cNvPicPr>
            <a:picLocks noChangeAspect="1"/>
          </p:cNvPicPr>
          <p:nvPr>
            <p:custDataLst>
              <p:tags r:id="rId10"/>
            </p:custDataLst>
          </p:nvPr>
        </p:nvPicPr>
        <p:blipFill rotWithShape="1">
          <a:blip r:embed="rId19">
            <a:extLst>
              <a:ext uri="{28A0092B-C50C-407E-A947-70E740481C1C}">
                <a14:useLocalDpi xmlns:a14="http://schemas.microsoft.com/office/drawing/2010/main" val="0"/>
              </a:ext>
            </a:extLst>
          </a:blip>
          <a:srcRect l="681" t="335" r="65973" b="1032"/>
          <a:stretch/>
        </p:blipFill>
        <p:spPr>
          <a:xfrm>
            <a:off x="6112081" y="4571777"/>
            <a:ext cx="151812" cy="415878"/>
          </a:xfrm>
          <a:prstGeom prst="rect">
            <a:avLst/>
          </a:prstGeom>
        </p:spPr>
      </p:pic>
      <p:cxnSp>
        <p:nvCxnSpPr>
          <p:cNvPr id="73" name="Gerade Verbindung 132">
            <a:extLst>
              <a:ext uri="{FF2B5EF4-FFF2-40B4-BE49-F238E27FC236}">
                <a16:creationId xmlns:a16="http://schemas.microsoft.com/office/drawing/2014/main" id="{6E87AB79-5364-3702-B5B0-087442ACB97A}"/>
              </a:ext>
            </a:extLst>
          </p:cNvPr>
          <p:cNvCxnSpPr>
            <a:cxnSpLocks/>
            <a:stCxn id="72" idx="0"/>
            <a:endCxn id="74" idx="0"/>
          </p:cNvCxnSpPr>
          <p:nvPr/>
        </p:nvCxnSpPr>
        <p:spPr bwMode="auto">
          <a:xfrm flipH="1" flipV="1">
            <a:off x="6186987" y="4020706"/>
            <a:ext cx="1000" cy="55107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Rechteck 73">
            <a:extLst>
              <a:ext uri="{FF2B5EF4-FFF2-40B4-BE49-F238E27FC236}">
                <a16:creationId xmlns:a16="http://schemas.microsoft.com/office/drawing/2014/main" id="{44C3BEF4-95F1-AF3C-56C0-34C081F66BBE}"/>
              </a:ext>
            </a:extLst>
          </p:cNvPr>
          <p:cNvSpPr/>
          <p:nvPr/>
        </p:nvSpPr>
        <p:spPr bwMode="auto">
          <a:xfrm rot="10800000">
            <a:off x="6123987" y="3904010"/>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75" name="Textfeld 74">
            <a:extLst>
              <a:ext uri="{FF2B5EF4-FFF2-40B4-BE49-F238E27FC236}">
                <a16:creationId xmlns:a16="http://schemas.microsoft.com/office/drawing/2014/main" id="{BB6199B2-1BC5-F18A-F80E-3DBA74CC8E32}"/>
              </a:ext>
            </a:extLst>
          </p:cNvPr>
          <p:cNvSpPr txBox="1"/>
          <p:nvPr/>
        </p:nvSpPr>
        <p:spPr>
          <a:xfrm>
            <a:off x="5083253" y="3488554"/>
            <a:ext cx="1504152" cy="307777"/>
          </a:xfrm>
          <a:prstGeom prst="rect">
            <a:avLst/>
          </a:prstGeom>
          <a:noFill/>
        </p:spPr>
        <p:txBody>
          <a:bodyPr wrap="square">
            <a:spAutoFit/>
          </a:bodyPr>
          <a:lstStyle/>
          <a:p>
            <a:pPr algn="ctr"/>
            <a:r>
              <a:rPr lang="en-US" sz="1400" b="1" dirty="0">
                <a:solidFill>
                  <a:schemeClr val="bg1"/>
                </a:solidFill>
              </a:rPr>
              <a:t>R1 devices</a:t>
            </a:r>
            <a:endParaRPr lang="en-US" sz="1400" dirty="0">
              <a:solidFill>
                <a:schemeClr val="bg1"/>
              </a:solidFill>
            </a:endParaRPr>
          </a:p>
        </p:txBody>
      </p:sp>
      <p:sp>
        <p:nvSpPr>
          <p:cNvPr id="76" name="Textfeld 75">
            <a:extLst>
              <a:ext uri="{FF2B5EF4-FFF2-40B4-BE49-F238E27FC236}">
                <a16:creationId xmlns:a16="http://schemas.microsoft.com/office/drawing/2014/main" id="{281E5639-A8B1-79EB-0027-FBE9BDA1D135}"/>
              </a:ext>
            </a:extLst>
          </p:cNvPr>
          <p:cNvSpPr txBox="1"/>
          <p:nvPr/>
        </p:nvSpPr>
        <p:spPr>
          <a:xfrm>
            <a:off x="6070140" y="2058830"/>
            <a:ext cx="951710" cy="276999"/>
          </a:xfrm>
          <a:prstGeom prst="rect">
            <a:avLst/>
          </a:prstGeom>
          <a:noFill/>
        </p:spPr>
        <p:txBody>
          <a:bodyPr wrap="square">
            <a:spAutoFit/>
          </a:bodyPr>
          <a:lstStyle/>
          <a:p>
            <a:pPr algn="ctr"/>
            <a:r>
              <a:rPr lang="en-US" sz="1200" dirty="0">
                <a:solidFill>
                  <a:schemeClr val="bg1"/>
                </a:solidFill>
              </a:rPr>
              <a:t>Network 1</a:t>
            </a:r>
          </a:p>
        </p:txBody>
      </p:sp>
      <p:sp>
        <p:nvSpPr>
          <p:cNvPr id="77" name="Textfeld 76">
            <a:extLst>
              <a:ext uri="{FF2B5EF4-FFF2-40B4-BE49-F238E27FC236}">
                <a16:creationId xmlns:a16="http://schemas.microsoft.com/office/drawing/2014/main" id="{00EA95DD-DE75-44AA-988C-0BE888EE014C}"/>
              </a:ext>
            </a:extLst>
          </p:cNvPr>
          <p:cNvSpPr txBox="1"/>
          <p:nvPr/>
        </p:nvSpPr>
        <p:spPr>
          <a:xfrm>
            <a:off x="5033737" y="2505931"/>
            <a:ext cx="1067046" cy="276999"/>
          </a:xfrm>
          <a:prstGeom prst="rect">
            <a:avLst/>
          </a:prstGeom>
          <a:noFill/>
        </p:spPr>
        <p:txBody>
          <a:bodyPr wrap="square">
            <a:spAutoFit/>
          </a:bodyPr>
          <a:lstStyle/>
          <a:p>
            <a:pPr algn="ctr"/>
            <a:r>
              <a:rPr lang="en-US" sz="1200" dirty="0">
                <a:solidFill>
                  <a:schemeClr val="bg1"/>
                </a:solidFill>
              </a:rPr>
              <a:t>Network 2</a:t>
            </a:r>
          </a:p>
        </p:txBody>
      </p:sp>
      <p:pic>
        <p:nvPicPr>
          <p:cNvPr id="79" name="Grafik 78">
            <a:extLst>
              <a:ext uri="{FF2B5EF4-FFF2-40B4-BE49-F238E27FC236}">
                <a16:creationId xmlns:a16="http://schemas.microsoft.com/office/drawing/2014/main" id="{887E42A3-A683-5BDB-B88E-D291F1B55938}"/>
              </a:ext>
            </a:extLst>
          </p:cNvPr>
          <p:cNvPicPr>
            <a:picLocks noChangeAspect="1"/>
          </p:cNvPicPr>
          <p:nvPr/>
        </p:nvPicPr>
        <p:blipFill>
          <a:blip r:embed="rId23"/>
          <a:stretch>
            <a:fillRect/>
          </a:stretch>
        </p:blipFill>
        <p:spPr>
          <a:xfrm>
            <a:off x="8535646" y="1504714"/>
            <a:ext cx="1434803" cy="1450617"/>
          </a:xfrm>
          <a:prstGeom prst="rect">
            <a:avLst/>
          </a:prstGeom>
        </p:spPr>
      </p:pic>
      <p:sp>
        <p:nvSpPr>
          <p:cNvPr id="80" name="Textfeld 79">
            <a:extLst>
              <a:ext uri="{FF2B5EF4-FFF2-40B4-BE49-F238E27FC236}">
                <a16:creationId xmlns:a16="http://schemas.microsoft.com/office/drawing/2014/main" id="{DC829CE5-6D40-6599-5400-9471D83CD978}"/>
              </a:ext>
            </a:extLst>
          </p:cNvPr>
          <p:cNvSpPr txBox="1"/>
          <p:nvPr/>
        </p:nvSpPr>
        <p:spPr>
          <a:xfrm>
            <a:off x="8294645" y="2900145"/>
            <a:ext cx="2268909" cy="577081"/>
          </a:xfrm>
          <a:prstGeom prst="rect">
            <a:avLst/>
          </a:prstGeom>
          <a:solidFill>
            <a:srgbClr val="009999"/>
          </a:solidFill>
        </p:spPr>
        <p:txBody>
          <a:bodyPr wrap="square">
            <a:spAutoFit/>
          </a:bodyPr>
          <a:lstStyle/>
          <a:p>
            <a:pPr algn="ctr" fontAlgn="base"/>
            <a:r>
              <a:rPr lang="en-US" sz="1050" b="1" i="0" dirty="0">
                <a:solidFill>
                  <a:srgbClr val="333333"/>
                </a:solidFill>
                <a:effectLst/>
                <a:latin typeface="Arial" panose="020B0604020202020204" pitchFamily="34" charset="0"/>
              </a:rPr>
              <a:t>Y-Switch </a:t>
            </a:r>
            <a:br>
              <a:rPr lang="en-US" sz="1050" b="1" i="0" dirty="0">
                <a:solidFill>
                  <a:srgbClr val="333333"/>
                </a:solidFill>
                <a:effectLst/>
                <a:latin typeface="Arial" panose="020B0604020202020204" pitchFamily="34" charset="0"/>
              </a:rPr>
            </a:br>
            <a:r>
              <a:rPr lang="en-US" sz="1050" b="1" i="0" dirty="0">
                <a:solidFill>
                  <a:srgbClr val="333333"/>
                </a:solidFill>
                <a:effectLst/>
                <a:latin typeface="Arial" panose="020B0604020202020204" pitchFamily="34" charset="0"/>
              </a:rPr>
              <a:t>SCALANCE XF204-2BA DNA</a:t>
            </a:r>
            <a:br>
              <a:rPr lang="en-US" sz="1050" b="1" i="0" dirty="0">
                <a:solidFill>
                  <a:srgbClr val="333333"/>
                </a:solidFill>
                <a:effectLst/>
                <a:latin typeface="Arial" panose="020B0604020202020204" pitchFamily="34" charset="0"/>
              </a:rPr>
            </a:br>
            <a:r>
              <a:rPr lang="en-US" sz="1050" i="0" u="none" strike="noStrike" dirty="0">
                <a:solidFill>
                  <a:schemeClr val="bg1"/>
                </a:solidFill>
                <a:effectLst/>
                <a:latin typeface="Arial" panose="020B0604020202020204" pitchFamily="34" charset="0"/>
              </a:rPr>
              <a:t>6GK5204-0BA00-2YF2</a:t>
            </a:r>
            <a:endParaRPr lang="en-US" sz="1050" i="0" dirty="0">
              <a:solidFill>
                <a:schemeClr val="bg1"/>
              </a:solidFill>
              <a:effectLst/>
              <a:latin typeface="Arial" panose="020B0604020202020204" pitchFamily="34" charset="0"/>
            </a:endParaRPr>
          </a:p>
        </p:txBody>
      </p:sp>
      <p:cxnSp>
        <p:nvCxnSpPr>
          <p:cNvPr id="81" name="Gerade Verbindung mit Pfeil 80">
            <a:extLst>
              <a:ext uri="{FF2B5EF4-FFF2-40B4-BE49-F238E27FC236}">
                <a16:creationId xmlns:a16="http://schemas.microsoft.com/office/drawing/2014/main" id="{18294C70-518A-5E9D-F534-9948E503BA7F}"/>
              </a:ext>
            </a:extLst>
          </p:cNvPr>
          <p:cNvCxnSpPr>
            <a:cxnSpLocks/>
            <a:stCxn id="4" idx="7"/>
          </p:cNvCxnSpPr>
          <p:nvPr/>
        </p:nvCxnSpPr>
        <p:spPr>
          <a:xfrm flipV="1">
            <a:off x="7933482" y="3474449"/>
            <a:ext cx="1223407" cy="1014476"/>
          </a:xfrm>
          <a:prstGeom prst="straightConnector1">
            <a:avLst/>
          </a:prstGeom>
          <a:ln w="952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2" name="Verbinder: gewinkelt 81">
            <a:extLst>
              <a:ext uri="{FF2B5EF4-FFF2-40B4-BE49-F238E27FC236}">
                <a16:creationId xmlns:a16="http://schemas.microsoft.com/office/drawing/2014/main" id="{A435BD44-EB82-35A3-9E97-31C4058FBA43}"/>
              </a:ext>
            </a:extLst>
          </p:cNvPr>
          <p:cNvCxnSpPr>
            <a:cxnSpLocks/>
            <a:stCxn id="66" idx="1"/>
            <a:endCxn id="36" idx="2"/>
          </p:cNvCxnSpPr>
          <p:nvPr/>
        </p:nvCxnSpPr>
        <p:spPr>
          <a:xfrm flipH="1">
            <a:off x="7739012" y="4752725"/>
            <a:ext cx="2835754" cy="218344"/>
          </a:xfrm>
          <a:prstGeom prst="bentConnector4">
            <a:avLst>
              <a:gd name="adj1" fmla="val -13488"/>
              <a:gd name="adj2" fmla="val 387140"/>
            </a:avLst>
          </a:prstGeom>
          <a:noFill/>
          <a:ln w="28575" cap="flat" cmpd="sng" algn="ctr">
            <a:solidFill>
              <a:srgbClr val="00963F"/>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feld 82">
            <a:extLst>
              <a:ext uri="{FF2B5EF4-FFF2-40B4-BE49-F238E27FC236}">
                <a16:creationId xmlns:a16="http://schemas.microsoft.com/office/drawing/2014/main" id="{AB1D89C8-63FD-4EFD-003E-0FFDEA59B3BE}"/>
              </a:ext>
            </a:extLst>
          </p:cNvPr>
          <p:cNvSpPr txBox="1"/>
          <p:nvPr/>
        </p:nvSpPr>
        <p:spPr>
          <a:xfrm>
            <a:off x="7629141" y="5711034"/>
            <a:ext cx="1651376" cy="276999"/>
          </a:xfrm>
          <a:prstGeom prst="rect">
            <a:avLst/>
          </a:prstGeom>
          <a:noFill/>
        </p:spPr>
        <p:txBody>
          <a:bodyPr wrap="square">
            <a:spAutoFit/>
          </a:bodyPr>
          <a:lstStyle/>
          <a:p>
            <a:pPr algn="ctr"/>
            <a:r>
              <a:rPr lang="en-US" sz="1200" dirty="0">
                <a:solidFill>
                  <a:schemeClr val="bg1"/>
                </a:solidFill>
              </a:rPr>
              <a:t>MRP Ring (optional)</a:t>
            </a:r>
          </a:p>
        </p:txBody>
      </p:sp>
      <p:sp>
        <p:nvSpPr>
          <p:cNvPr id="84" name="Rechteck 83">
            <a:extLst>
              <a:ext uri="{FF2B5EF4-FFF2-40B4-BE49-F238E27FC236}">
                <a16:creationId xmlns:a16="http://schemas.microsoft.com/office/drawing/2014/main" id="{0EC7BCF1-FA63-9DAC-6BF8-193877F6D131}"/>
              </a:ext>
            </a:extLst>
          </p:cNvPr>
          <p:cNvSpPr/>
          <p:nvPr/>
        </p:nvSpPr>
        <p:spPr>
          <a:xfrm>
            <a:off x="6086268" y="2812152"/>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cxnSp>
        <p:nvCxnSpPr>
          <p:cNvPr id="51" name="Verbinder: gewinkelt 50">
            <a:extLst>
              <a:ext uri="{FF2B5EF4-FFF2-40B4-BE49-F238E27FC236}">
                <a16:creationId xmlns:a16="http://schemas.microsoft.com/office/drawing/2014/main" id="{4F1DDE34-CDCF-ACBA-B3A7-4FC17360F6B4}"/>
              </a:ext>
            </a:extLst>
          </p:cNvPr>
          <p:cNvCxnSpPr>
            <a:cxnSpLocks/>
          </p:cNvCxnSpPr>
          <p:nvPr/>
        </p:nvCxnSpPr>
        <p:spPr>
          <a:xfrm flipH="1">
            <a:off x="7739012" y="4778125"/>
            <a:ext cx="2835754" cy="218344"/>
          </a:xfrm>
          <a:prstGeom prst="bentConnector4">
            <a:avLst>
              <a:gd name="adj1" fmla="val -13488"/>
              <a:gd name="adj2" fmla="val 387140"/>
            </a:avLst>
          </a:prstGeom>
          <a:noFill/>
          <a:ln w="28575" cap="flat" cmpd="sng" algn="ctr">
            <a:solidFill>
              <a:srgbClr val="0070C0"/>
            </a:solidFill>
            <a:prstDash val="dash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2" name="product_comfort-panel.png">
            <a:extLst>
              <a:ext uri="{FF2B5EF4-FFF2-40B4-BE49-F238E27FC236}">
                <a16:creationId xmlns:a16="http://schemas.microsoft.com/office/drawing/2014/main" id="{679828CF-2DA4-57DF-1D2D-8E1F0BA4B66D}"/>
              </a:ext>
            </a:extLst>
          </p:cNvPr>
          <p:cNvPicPr>
            <a:picLocks noChangeAspect="1"/>
          </p:cNvPicPr>
          <p:nvPr>
            <p:custDataLst>
              <p:tags r:id="rId11"/>
            </p:custDataLst>
          </p:nvPr>
        </p:nvPicPr>
        <p:blipFill rotWithShape="1">
          <a:blip r:embed="rId24" cstate="print">
            <a:extLst>
              <a:ext uri="{28A0092B-C50C-407E-A947-70E740481C1C}">
                <a14:useLocalDpi xmlns:a14="http://schemas.microsoft.com/office/drawing/2010/main" val="0"/>
              </a:ext>
            </a:extLst>
          </a:blip>
          <a:srcRect t="8123" b="8285"/>
          <a:stretch/>
        </p:blipFill>
        <p:spPr>
          <a:xfrm>
            <a:off x="8856301" y="4939502"/>
            <a:ext cx="719069" cy="601079"/>
          </a:xfrm>
          <a:prstGeom prst="rect">
            <a:avLst/>
          </a:prstGeom>
          <a:solidFill>
            <a:srgbClr val="FFC000"/>
          </a:solidFill>
        </p:spPr>
      </p:pic>
      <p:sp>
        <p:nvSpPr>
          <p:cNvPr id="55" name="Rechteck 54">
            <a:extLst>
              <a:ext uri="{FF2B5EF4-FFF2-40B4-BE49-F238E27FC236}">
                <a16:creationId xmlns:a16="http://schemas.microsoft.com/office/drawing/2014/main" id="{0E622B39-37FF-FFAA-1882-14531BF3E230}"/>
              </a:ext>
            </a:extLst>
          </p:cNvPr>
          <p:cNvSpPr/>
          <p:nvPr/>
        </p:nvSpPr>
        <p:spPr>
          <a:xfrm>
            <a:off x="8063520" y="5059967"/>
            <a:ext cx="677729" cy="40285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b="1" dirty="0"/>
              <a:t>HMI</a:t>
            </a:r>
          </a:p>
        </p:txBody>
      </p:sp>
      <p:sp>
        <p:nvSpPr>
          <p:cNvPr id="44" name="Gewitterblitz 43">
            <a:extLst>
              <a:ext uri="{FF2B5EF4-FFF2-40B4-BE49-F238E27FC236}">
                <a16:creationId xmlns:a16="http://schemas.microsoft.com/office/drawing/2014/main" id="{66EE0B5D-60A7-7061-8395-186EC07A1BC3}"/>
              </a:ext>
            </a:extLst>
          </p:cNvPr>
          <p:cNvSpPr/>
          <p:nvPr/>
        </p:nvSpPr>
        <p:spPr bwMode="auto">
          <a:xfrm>
            <a:off x="6782841" y="3732421"/>
            <a:ext cx="368840" cy="366986"/>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chemeClr val="bg1"/>
              </a:solidFill>
              <a:latin typeface="Arial"/>
              <a:ea typeface="Arial Unicode MS" panose="020B0604020202020204" pitchFamily="34" charset="-128"/>
              <a:cs typeface="Arial Unicode MS" panose="020B0604020202020204" pitchFamily="34" charset="-128"/>
            </a:endParaRPr>
          </a:p>
        </p:txBody>
      </p:sp>
      <p:cxnSp>
        <p:nvCxnSpPr>
          <p:cNvPr id="45" name="Gerade Verbindung 132">
            <a:extLst>
              <a:ext uri="{FF2B5EF4-FFF2-40B4-BE49-F238E27FC236}">
                <a16:creationId xmlns:a16="http://schemas.microsoft.com/office/drawing/2014/main" id="{F4D1008C-A443-8AA5-6A85-529679B86E81}"/>
              </a:ext>
            </a:extLst>
          </p:cNvPr>
          <p:cNvCxnSpPr>
            <a:stCxn id="41" idx="3"/>
            <a:endCxn id="74" idx="1"/>
          </p:cNvCxnSpPr>
          <p:nvPr/>
        </p:nvCxnSpPr>
        <p:spPr bwMode="auto">
          <a:xfrm flipH="1">
            <a:off x="6249987" y="3961647"/>
            <a:ext cx="1253618" cy="711"/>
          </a:xfrm>
          <a:prstGeom prst="line">
            <a:avLst/>
          </a:prstGeom>
          <a:noFill/>
          <a:ln w="2857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Gerade Verbindung 132">
            <a:extLst>
              <a:ext uri="{FF2B5EF4-FFF2-40B4-BE49-F238E27FC236}">
                <a16:creationId xmlns:a16="http://schemas.microsoft.com/office/drawing/2014/main" id="{9DC189ED-DC1D-7A4B-1DF5-B0F7A91C7615}"/>
              </a:ext>
            </a:extLst>
          </p:cNvPr>
          <p:cNvCxnSpPr/>
          <p:nvPr/>
        </p:nvCxnSpPr>
        <p:spPr bwMode="auto">
          <a:xfrm flipH="1">
            <a:off x="7629172" y="3962482"/>
            <a:ext cx="221483" cy="0"/>
          </a:xfrm>
          <a:prstGeom prst="line">
            <a:avLst/>
          </a:prstGeom>
          <a:noFill/>
          <a:ln w="2857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Gerade Verbindung 132">
            <a:extLst>
              <a:ext uri="{FF2B5EF4-FFF2-40B4-BE49-F238E27FC236}">
                <a16:creationId xmlns:a16="http://schemas.microsoft.com/office/drawing/2014/main" id="{112169E8-E125-76E1-FE92-B4D87D86F2A2}"/>
              </a:ext>
            </a:extLst>
          </p:cNvPr>
          <p:cNvCxnSpPr>
            <a:stCxn id="39" idx="0"/>
          </p:cNvCxnSpPr>
          <p:nvPr/>
        </p:nvCxnSpPr>
        <p:spPr bwMode="auto">
          <a:xfrm flipV="1">
            <a:off x="7567605" y="4026407"/>
            <a:ext cx="0" cy="528784"/>
          </a:xfrm>
          <a:prstGeom prst="line">
            <a:avLst/>
          </a:prstGeom>
          <a:noFill/>
          <a:ln w="2857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Textfeld 77">
            <a:extLst>
              <a:ext uri="{FF2B5EF4-FFF2-40B4-BE49-F238E27FC236}">
                <a16:creationId xmlns:a16="http://schemas.microsoft.com/office/drawing/2014/main" id="{520FF496-F3BE-15E1-6368-989E20F4606F}"/>
              </a:ext>
            </a:extLst>
          </p:cNvPr>
          <p:cNvSpPr txBox="1"/>
          <p:nvPr/>
        </p:nvSpPr>
        <p:spPr>
          <a:xfrm>
            <a:off x="534606" y="1598738"/>
            <a:ext cx="3285404" cy="1938992"/>
          </a:xfrm>
          <a:prstGeom prst="rect">
            <a:avLst/>
          </a:prstGeom>
          <a:noFill/>
        </p:spPr>
        <p:txBody>
          <a:bodyPr wrap="square" lIns="0" tIns="0" rIns="0" bIns="0" rtlCol="0">
            <a:spAutoFit/>
          </a:bodyPr>
          <a:lstStyle/>
          <a:p>
            <a:pPr algn="l"/>
            <a:r>
              <a:rPr lang="en-US" dirty="0"/>
              <a:t>If the connection to the Y-Switch fails, the connected HMI device also fails in line topology.</a:t>
            </a:r>
          </a:p>
          <a:p>
            <a:pPr algn="l"/>
            <a:endParaRPr lang="en-US" dirty="0"/>
          </a:p>
          <a:p>
            <a:pPr algn="l"/>
            <a:r>
              <a:rPr lang="en-US" dirty="0"/>
              <a:t>Solution:</a:t>
            </a:r>
          </a:p>
          <a:p>
            <a:pPr algn="l"/>
            <a:r>
              <a:rPr lang="en-US" dirty="0"/>
              <a:t>Use device IP addresses of the CPUs or build a ring structure</a:t>
            </a:r>
          </a:p>
        </p:txBody>
      </p:sp>
    </p:spTree>
    <p:extLst>
      <p:ext uri="{BB962C8B-B14F-4D97-AF65-F5344CB8AC3E}">
        <p14:creationId xmlns:p14="http://schemas.microsoft.com/office/powerpoint/2010/main" val="3536078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de-DE" dirty="0"/>
              <a:t>Connection of subordinate components</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it-IT" dirty="0" err="1"/>
              <a:t>Unrestricted</a:t>
            </a:r>
            <a:r>
              <a:rPr lang="it-IT" dirty="0"/>
              <a:t> | © Siemens 2022 | DI FA | 08.12.2022</a:t>
            </a:r>
            <a:endParaRPr lang="de-DE" dirty="0"/>
          </a:p>
        </p:txBody>
      </p:sp>
    </p:spTree>
    <p:extLst>
      <p:ext uri="{BB962C8B-B14F-4D97-AF65-F5344CB8AC3E}">
        <p14:creationId xmlns:p14="http://schemas.microsoft.com/office/powerpoint/2010/main" val="1318178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803047C8-EE53-624B-35E2-39FBDAE6A01F}"/>
              </a:ext>
            </a:extLst>
          </p:cNvPr>
          <p:cNvSpPr/>
          <p:nvPr/>
        </p:nvSpPr>
        <p:spPr bwMode="auto">
          <a:xfrm>
            <a:off x="626738" y="1450419"/>
            <a:ext cx="11235313" cy="4901314"/>
          </a:xfrm>
          <a:prstGeom prst="rect">
            <a:avLst/>
          </a:prstGeom>
          <a:solidFill>
            <a:schemeClr val="tx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aphicFrame>
        <p:nvGraphicFramePr>
          <p:cNvPr id="6" name="Objekt 5" hidden="1">
            <a:extLst>
              <a:ext uri="{FF2B5EF4-FFF2-40B4-BE49-F238E27FC236}">
                <a16:creationId xmlns:a16="http://schemas.microsoft.com/office/drawing/2014/main" id="{E3ED8CC3-04CF-474D-A046-797C764FC526}"/>
              </a:ext>
            </a:extLst>
          </p:cNvPr>
          <p:cNvGraphicFramePr>
            <a:graphicFrameLocks noChangeAspect="1"/>
          </p:cNvGraphicFramePr>
          <p:nvPr>
            <p:custDataLst>
              <p:tags r:id="rId2"/>
            </p:custDataLst>
            <p:extLst>
              <p:ext uri="{D42A27DB-BD31-4B8C-83A1-F6EECF244321}">
                <p14:modId xmlns:p14="http://schemas.microsoft.com/office/powerpoint/2010/main" val="2237003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0" imgW="532" imgH="533" progId="TCLayout.ActiveDocument.1">
                  <p:embed/>
                </p:oleObj>
              </mc:Choice>
              <mc:Fallback>
                <p:oleObj name="think-cell Folie" r:id="rId30" imgW="532" imgH="533" progId="TCLayout.ActiveDocument.1">
                  <p:embed/>
                  <p:pic>
                    <p:nvPicPr>
                      <p:cNvPr id="6" name="Objekt 5" hidden="1">
                        <a:extLst>
                          <a:ext uri="{FF2B5EF4-FFF2-40B4-BE49-F238E27FC236}">
                            <a16:creationId xmlns:a16="http://schemas.microsoft.com/office/drawing/2014/main" id="{E3ED8CC3-04CF-474D-A046-797C764FC526}"/>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cxnSp>
        <p:nvCxnSpPr>
          <p:cNvPr id="128" name="Gerade Verbindung 132">
            <a:extLst>
              <a:ext uri="{FF2B5EF4-FFF2-40B4-BE49-F238E27FC236}">
                <a16:creationId xmlns:a16="http://schemas.microsoft.com/office/drawing/2014/main" id="{0B46818A-2D9F-4A2F-A180-50A9320DACA1}"/>
              </a:ext>
            </a:extLst>
          </p:cNvPr>
          <p:cNvCxnSpPr/>
          <p:nvPr/>
        </p:nvCxnSpPr>
        <p:spPr bwMode="auto">
          <a:xfrm>
            <a:off x="5730505" y="3133697"/>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3" name="product_simatic-s7-1500-control-unit.png">
            <a:extLst>
              <a:ext uri="{FF2B5EF4-FFF2-40B4-BE49-F238E27FC236}">
                <a16:creationId xmlns:a16="http://schemas.microsoft.com/office/drawing/2014/main" id="{B98AEEDA-4FFC-4C29-AC65-B3C0A10D363E}"/>
              </a:ext>
            </a:extLst>
          </p:cNvPr>
          <p:cNvPicPr>
            <a:picLocks noChangeAspect="1"/>
          </p:cNvPicPr>
          <p:nvPr>
            <p:custDataLst>
              <p:tags r:id="rId3"/>
            </p:custDataLst>
          </p:nvPr>
        </p:nvPicPr>
        <p:blipFill>
          <a:blip r:embed="rId32" cstate="print">
            <a:extLst>
              <a:ext uri="{28A0092B-C50C-407E-A947-70E740481C1C}">
                <a14:useLocalDpi xmlns:a14="http://schemas.microsoft.com/office/drawing/2010/main" val="0"/>
              </a:ext>
            </a:extLst>
          </a:blip>
          <a:stretch>
            <a:fillRect/>
          </a:stretch>
        </p:blipFill>
        <p:spPr>
          <a:xfrm>
            <a:off x="5482052" y="3263269"/>
            <a:ext cx="496907" cy="511711"/>
          </a:xfrm>
          <a:prstGeom prst="rect">
            <a:avLst/>
          </a:prstGeom>
        </p:spPr>
      </p:pic>
      <p:sp>
        <p:nvSpPr>
          <p:cNvPr id="105" name="Rechteck 104"/>
          <p:cNvSpPr/>
          <p:nvPr/>
        </p:nvSpPr>
        <p:spPr bwMode="auto">
          <a:xfrm>
            <a:off x="626738" y="1369655"/>
            <a:ext cx="11082913" cy="4829678"/>
          </a:xfrm>
          <a:prstGeom prst="rect">
            <a:avLst/>
          </a:prstGeom>
          <a:no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 name="Titel 3"/>
          <p:cNvSpPr>
            <a:spLocks noGrp="1"/>
          </p:cNvSpPr>
          <p:nvPr>
            <p:ph type="title"/>
          </p:nvPr>
        </p:nvSpPr>
        <p:spPr/>
        <p:txBody>
          <a:bodyPr vert="horz"/>
          <a:lstStyle/>
          <a:p>
            <a:r>
              <a:rPr lang="en-US" altLang="de-DE" dirty="0"/>
              <a:t>Network configuration with S7-1500 R/H</a:t>
            </a:r>
            <a:br>
              <a:rPr lang="en-US" dirty="0"/>
            </a:br>
            <a:r>
              <a:rPr lang="en-US" b="0" dirty="0"/>
              <a:t>Connection of subordinate controllers</a:t>
            </a:r>
          </a:p>
        </p:txBody>
      </p:sp>
      <p:sp>
        <p:nvSpPr>
          <p:cNvPr id="2" name="Fußzeilenplatzhalter 1">
            <a:extLst>
              <a:ext uri="{FF2B5EF4-FFF2-40B4-BE49-F238E27FC236}">
                <a16:creationId xmlns:a16="http://schemas.microsoft.com/office/drawing/2014/main" id="{14B36D8B-A456-4817-BDD8-C29BA942C350}"/>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97" name="Ellipse 96"/>
          <p:cNvSpPr/>
          <p:nvPr/>
        </p:nvSpPr>
        <p:spPr bwMode="auto">
          <a:xfrm>
            <a:off x="2641000" y="3099781"/>
            <a:ext cx="5073921" cy="1223124"/>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106" name="Rechteck 105"/>
          <p:cNvSpPr/>
          <p:nvPr/>
        </p:nvSpPr>
        <p:spPr bwMode="auto">
          <a:xfrm>
            <a:off x="6168850" y="3054725"/>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07" name="Gerade Verbindung 106"/>
          <p:cNvCxnSpPr/>
          <p:nvPr/>
        </p:nvCxnSpPr>
        <p:spPr bwMode="auto">
          <a:xfrm>
            <a:off x="6268193" y="2670466"/>
            <a:ext cx="0" cy="501117"/>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Gerade Verbindung 107"/>
          <p:cNvCxnSpPr/>
          <p:nvPr/>
        </p:nvCxnSpPr>
        <p:spPr bwMode="auto">
          <a:xfrm>
            <a:off x="6159087" y="2703477"/>
            <a:ext cx="9763"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Gerade Verbindung 109"/>
          <p:cNvCxnSpPr/>
          <p:nvPr/>
        </p:nvCxnSpPr>
        <p:spPr bwMode="auto">
          <a:xfrm>
            <a:off x="4717156" y="2641904"/>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Gerade Verbindung 122"/>
          <p:cNvCxnSpPr/>
          <p:nvPr/>
        </p:nvCxnSpPr>
        <p:spPr bwMode="auto">
          <a:xfrm>
            <a:off x="4819460" y="2757287"/>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1" name="Gruppieren 150">
            <a:extLst>
              <a:ext uri="{FF2B5EF4-FFF2-40B4-BE49-F238E27FC236}">
                <a16:creationId xmlns:a16="http://schemas.microsoft.com/office/drawing/2014/main" id="{361A28F4-E9B0-46F4-A417-E605697314F6}"/>
              </a:ext>
            </a:extLst>
          </p:cNvPr>
          <p:cNvGrpSpPr/>
          <p:nvPr/>
        </p:nvGrpSpPr>
        <p:grpSpPr>
          <a:xfrm>
            <a:off x="3324720" y="4096671"/>
            <a:ext cx="125934" cy="447756"/>
            <a:chOff x="7094633" y="3873495"/>
            <a:chExt cx="126000" cy="447989"/>
          </a:xfrm>
        </p:grpSpPr>
        <p:cxnSp>
          <p:nvCxnSpPr>
            <p:cNvPr id="152" name="Gerade Verbindung 132">
              <a:extLst>
                <a:ext uri="{FF2B5EF4-FFF2-40B4-BE49-F238E27FC236}">
                  <a16:creationId xmlns:a16="http://schemas.microsoft.com/office/drawing/2014/main" id="{ECBD3183-E091-4E87-B1F7-21289639D2BD}"/>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Rechteck 152">
              <a:extLst>
                <a:ext uri="{FF2B5EF4-FFF2-40B4-BE49-F238E27FC236}">
                  <a16:creationId xmlns:a16="http://schemas.microsoft.com/office/drawing/2014/main" id="{592D8A51-B003-44D4-8D98-ECB3DBA606DA}"/>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54" name="Gruppieren 153">
            <a:extLst>
              <a:ext uri="{FF2B5EF4-FFF2-40B4-BE49-F238E27FC236}">
                <a16:creationId xmlns:a16="http://schemas.microsoft.com/office/drawing/2014/main" id="{EA9404F3-CF79-432D-A198-78D5A0043D96}"/>
              </a:ext>
            </a:extLst>
          </p:cNvPr>
          <p:cNvGrpSpPr/>
          <p:nvPr/>
        </p:nvGrpSpPr>
        <p:grpSpPr>
          <a:xfrm>
            <a:off x="3324720" y="4346832"/>
            <a:ext cx="317859" cy="455031"/>
            <a:chOff x="2287722" y="4432346"/>
            <a:chExt cx="318025" cy="455268"/>
          </a:xfrm>
        </p:grpSpPr>
        <p:pic>
          <p:nvPicPr>
            <p:cNvPr id="155" name="product_distributed-io.png">
              <a:extLst>
                <a:ext uri="{FF2B5EF4-FFF2-40B4-BE49-F238E27FC236}">
                  <a16:creationId xmlns:a16="http://schemas.microsoft.com/office/drawing/2014/main" id="{7CBB8758-8AFC-4A65-9E1C-CF4CB3B5CB53}"/>
                </a:ext>
              </a:extLst>
            </p:cNvPr>
            <p:cNvPicPr>
              <a:picLocks noChangeAspect="1"/>
            </p:cNvPicPr>
            <p:nvPr>
              <p:custDataLst>
                <p:tags r:id="rId26"/>
              </p:custDataLst>
            </p:nvPr>
          </p:nvPicPr>
          <p:blipFill rotWithShape="1">
            <a:blip r:embed="rId33" cstate="print">
              <a:extLst>
                <a:ext uri="{28A0092B-C50C-407E-A947-70E740481C1C}">
                  <a14:useLocalDpi xmlns:a14="http://schemas.microsoft.com/office/drawing/2010/main" val="0"/>
                </a:ext>
              </a:extLst>
            </a:blip>
            <a:srcRect l="1" r="65334"/>
            <a:stretch/>
          </p:blipFill>
          <p:spPr>
            <a:xfrm>
              <a:off x="2287722" y="4432346"/>
              <a:ext cx="157822" cy="455268"/>
            </a:xfrm>
            <a:prstGeom prst="rect">
              <a:avLst/>
            </a:prstGeom>
          </p:spPr>
        </p:pic>
        <p:pic>
          <p:nvPicPr>
            <p:cNvPr id="156" name="product_distributed-io.png">
              <a:extLst>
                <a:ext uri="{FF2B5EF4-FFF2-40B4-BE49-F238E27FC236}">
                  <a16:creationId xmlns:a16="http://schemas.microsoft.com/office/drawing/2014/main" id="{47E28198-D9DA-4C83-A739-3C7E0D675909}"/>
                </a:ext>
              </a:extLst>
            </p:cNvPr>
            <p:cNvPicPr>
              <a:picLocks noChangeAspect="1"/>
            </p:cNvPicPr>
            <p:nvPr>
              <p:custDataLst>
                <p:tags r:id="rId27"/>
              </p:custDataLst>
            </p:nvPr>
          </p:nvPicPr>
          <p:blipFill rotWithShape="1">
            <a:blip r:embed="rId33" cstate="print">
              <a:extLst>
                <a:ext uri="{28A0092B-C50C-407E-A947-70E740481C1C}">
                  <a14:useLocalDpi xmlns:a14="http://schemas.microsoft.com/office/drawing/2010/main" val="0"/>
                </a:ext>
              </a:extLst>
            </a:blip>
            <a:srcRect l="1" r="65334"/>
            <a:stretch/>
          </p:blipFill>
          <p:spPr>
            <a:xfrm>
              <a:off x="2447925" y="4432346"/>
              <a:ext cx="157822" cy="455268"/>
            </a:xfrm>
            <a:prstGeom prst="rect">
              <a:avLst/>
            </a:prstGeom>
          </p:spPr>
        </p:pic>
      </p:grpSp>
      <p:cxnSp>
        <p:nvCxnSpPr>
          <p:cNvPr id="157" name="Gewinkelte Verbindung 9">
            <a:extLst>
              <a:ext uri="{FF2B5EF4-FFF2-40B4-BE49-F238E27FC236}">
                <a16:creationId xmlns:a16="http://schemas.microsoft.com/office/drawing/2014/main" id="{8458CE1F-7360-4D9F-B369-03EED88F7E0C}"/>
              </a:ext>
            </a:extLst>
          </p:cNvPr>
          <p:cNvCxnSpPr>
            <a:stCxn id="156" idx="2"/>
          </p:cNvCxnSpPr>
          <p:nvPr/>
        </p:nvCxnSpPr>
        <p:spPr bwMode="auto">
          <a:xfrm rot="16200000" flipH="1">
            <a:off x="4138207" y="4227365"/>
            <a:ext cx="465258" cy="1614253"/>
          </a:xfrm>
          <a:prstGeom prst="bentConnector2">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8" name="Gruppieren 157">
            <a:extLst>
              <a:ext uri="{FF2B5EF4-FFF2-40B4-BE49-F238E27FC236}">
                <a16:creationId xmlns:a16="http://schemas.microsoft.com/office/drawing/2014/main" id="{9B3EDA7E-00A3-4C3B-BCB5-DE08E32BA96F}"/>
              </a:ext>
            </a:extLst>
          </p:cNvPr>
          <p:cNvGrpSpPr/>
          <p:nvPr/>
        </p:nvGrpSpPr>
        <p:grpSpPr>
          <a:xfrm>
            <a:off x="4142395" y="4931451"/>
            <a:ext cx="125934" cy="398635"/>
            <a:chOff x="7763282" y="4615733"/>
            <a:chExt cx="126000" cy="398843"/>
          </a:xfrm>
        </p:grpSpPr>
        <p:cxnSp>
          <p:nvCxnSpPr>
            <p:cNvPr id="159" name="Gerade Verbindung 156">
              <a:extLst>
                <a:ext uri="{FF2B5EF4-FFF2-40B4-BE49-F238E27FC236}">
                  <a16:creationId xmlns:a16="http://schemas.microsoft.com/office/drawing/2014/main" id="{5970A0DF-4372-4D98-85C5-226CF8F1C096}"/>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Rechteck 159">
              <a:extLst>
                <a:ext uri="{FF2B5EF4-FFF2-40B4-BE49-F238E27FC236}">
                  <a16:creationId xmlns:a16="http://schemas.microsoft.com/office/drawing/2014/main" id="{C9BF4961-FAB5-4B56-B8D4-E18747E37296}"/>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62" name="Gruppieren 161">
            <a:extLst>
              <a:ext uri="{FF2B5EF4-FFF2-40B4-BE49-F238E27FC236}">
                <a16:creationId xmlns:a16="http://schemas.microsoft.com/office/drawing/2014/main" id="{7CDF017A-527E-492A-90C6-378D4BB0D1B5}"/>
              </a:ext>
            </a:extLst>
          </p:cNvPr>
          <p:cNvGrpSpPr/>
          <p:nvPr/>
        </p:nvGrpSpPr>
        <p:grpSpPr>
          <a:xfrm>
            <a:off x="4576889" y="4931451"/>
            <a:ext cx="125934" cy="398635"/>
            <a:chOff x="7763282" y="4615733"/>
            <a:chExt cx="126000" cy="398843"/>
          </a:xfrm>
        </p:grpSpPr>
        <p:cxnSp>
          <p:nvCxnSpPr>
            <p:cNvPr id="163" name="Gerade Verbindung 140">
              <a:extLst>
                <a:ext uri="{FF2B5EF4-FFF2-40B4-BE49-F238E27FC236}">
                  <a16:creationId xmlns:a16="http://schemas.microsoft.com/office/drawing/2014/main" id="{B1EE0726-7EFF-470F-A00E-4D970E0B148F}"/>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Rechteck 163">
              <a:extLst>
                <a:ext uri="{FF2B5EF4-FFF2-40B4-BE49-F238E27FC236}">
                  <a16:creationId xmlns:a16="http://schemas.microsoft.com/office/drawing/2014/main" id="{DC423EC9-026A-4976-8225-34ABFD71D6FD}"/>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71" name="Gruppieren 170">
            <a:extLst>
              <a:ext uri="{FF2B5EF4-FFF2-40B4-BE49-F238E27FC236}">
                <a16:creationId xmlns:a16="http://schemas.microsoft.com/office/drawing/2014/main" id="{D3CD7A2E-8636-449A-ADF5-35B64135E7F7}"/>
              </a:ext>
            </a:extLst>
          </p:cNvPr>
          <p:cNvGrpSpPr>
            <a:grpSpLocks noChangeAspect="1"/>
          </p:cNvGrpSpPr>
          <p:nvPr/>
        </p:nvGrpSpPr>
        <p:grpSpPr>
          <a:xfrm>
            <a:off x="4567745" y="4574293"/>
            <a:ext cx="622096" cy="496392"/>
            <a:chOff x="4105359" y="1822075"/>
            <a:chExt cx="4583448" cy="3657298"/>
          </a:xfrm>
        </p:grpSpPr>
        <p:pic>
          <p:nvPicPr>
            <p:cNvPr id="172" name="product_simatic-s7-1500.png">
              <a:extLst>
                <a:ext uri="{FF2B5EF4-FFF2-40B4-BE49-F238E27FC236}">
                  <a16:creationId xmlns:a16="http://schemas.microsoft.com/office/drawing/2014/main" id="{23F976A1-204A-4CC9-A1CD-9E300A1F8722}"/>
                </a:ext>
              </a:extLst>
            </p:cNvPr>
            <p:cNvPicPr>
              <a:picLocks noChangeAspect="1"/>
            </p:cNvPicPr>
            <p:nvPr>
              <p:custDataLst>
                <p:tags r:id="rId22"/>
              </p:custDataLst>
            </p:nvPr>
          </p:nvPicPr>
          <p:blipFill rotWithShape="1">
            <a:blip r:embed="rId34"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73" name="product_simatic-s7-1500.png">
              <a:extLst>
                <a:ext uri="{FF2B5EF4-FFF2-40B4-BE49-F238E27FC236}">
                  <a16:creationId xmlns:a16="http://schemas.microsoft.com/office/drawing/2014/main" id="{8165F84E-97E7-44A4-B024-2FD9083D22B0}"/>
                </a:ext>
              </a:extLst>
            </p:cNvPr>
            <p:cNvPicPr>
              <a:picLocks noChangeAspect="1"/>
            </p:cNvPicPr>
            <p:nvPr>
              <p:custDataLst>
                <p:tags r:id="rId23"/>
              </p:custDataLst>
            </p:nvPr>
          </p:nvPicPr>
          <p:blipFill rotWithShape="1">
            <a:blip r:embed="rId35"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174" name="product_simatic-s7-1500.png">
              <a:extLst>
                <a:ext uri="{FF2B5EF4-FFF2-40B4-BE49-F238E27FC236}">
                  <a16:creationId xmlns:a16="http://schemas.microsoft.com/office/drawing/2014/main" id="{3675FABB-B602-4678-B952-9B73ED855113}"/>
                </a:ext>
              </a:extLst>
            </p:cNvPr>
            <p:cNvPicPr>
              <a:picLocks noChangeAspect="1"/>
            </p:cNvPicPr>
            <p:nvPr>
              <p:custDataLst>
                <p:tags r:id="rId24"/>
              </p:custDataLst>
            </p:nvPr>
          </p:nvPicPr>
          <p:blipFill rotWithShape="1">
            <a:blip r:embed="rId36"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75" name="product_simatic-s7-1500.png">
              <a:extLst>
                <a:ext uri="{FF2B5EF4-FFF2-40B4-BE49-F238E27FC236}">
                  <a16:creationId xmlns:a16="http://schemas.microsoft.com/office/drawing/2014/main" id="{7F6451AE-1C76-4380-A596-5418C62A71F6}"/>
                </a:ext>
              </a:extLst>
            </p:cNvPr>
            <p:cNvPicPr>
              <a:picLocks noChangeAspect="1"/>
            </p:cNvPicPr>
            <p:nvPr>
              <p:custDataLst>
                <p:tags r:id="rId25"/>
              </p:custDataLst>
            </p:nvPr>
          </p:nvPicPr>
          <p:blipFill rotWithShape="1">
            <a:blip r:embed="rId37"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178" name="Legende: Linie 177">
            <a:extLst>
              <a:ext uri="{FF2B5EF4-FFF2-40B4-BE49-F238E27FC236}">
                <a16:creationId xmlns:a16="http://schemas.microsoft.com/office/drawing/2014/main" id="{689AB4B0-B61E-4ED4-A39B-8D76988EFAB3}"/>
              </a:ext>
            </a:extLst>
          </p:cNvPr>
          <p:cNvSpPr/>
          <p:nvPr/>
        </p:nvSpPr>
        <p:spPr bwMode="auto">
          <a:xfrm flipH="1">
            <a:off x="878710" y="1867434"/>
            <a:ext cx="2964617" cy="1223123"/>
          </a:xfrm>
          <a:prstGeom prst="borderCallout1">
            <a:avLst>
              <a:gd name="adj1" fmla="val 67975"/>
              <a:gd name="adj2" fmla="val -1164"/>
              <a:gd name="adj3" fmla="val 149709"/>
              <a:gd name="adj4" fmla="val -55501"/>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1:</a:t>
            </a:r>
          </a:p>
          <a:p>
            <a:pPr algn="ctr" rtl="0" eaLnBrk="1" fontAlgn="base" hangingPunct="1">
              <a:lnSpc>
                <a:spcPct val="110000"/>
              </a:lnSpc>
              <a:spcBef>
                <a:spcPct val="0"/>
              </a:spcBef>
              <a:spcAft>
                <a:spcPct val="0"/>
              </a:spcAft>
              <a:buFont typeface="Wingdings" charset="0"/>
              <a:buNone/>
            </a:pPr>
            <a:r>
              <a:rPr lang="en-US" sz="1399" dirty="0">
                <a:solidFill>
                  <a:schemeClr val="bg1"/>
                </a:solidFill>
                <a:latin typeface="Arial"/>
                <a:ea typeface="Arial Unicode MS" panose="020B0604020202020204" pitchFamily="34" charset="-128"/>
                <a:cs typeface="Arial Unicode MS" panose="020B0604020202020204" pitchFamily="34" charset="-128"/>
              </a:rPr>
              <a:t>Connection as </a:t>
            </a:r>
            <a:r>
              <a:rPr lang="en-US" sz="1399" dirty="0" err="1">
                <a:solidFill>
                  <a:schemeClr val="bg1"/>
                </a:solidFill>
                <a:latin typeface="Arial"/>
                <a:ea typeface="Arial Unicode MS" panose="020B0604020202020204" pitchFamily="34" charset="-128"/>
                <a:cs typeface="Arial Unicode MS" panose="020B0604020202020204" pitchFamily="34" charset="-128"/>
              </a:rPr>
              <a:t>iDevice</a:t>
            </a:r>
            <a:r>
              <a:rPr lang="en-US" sz="1399" dirty="0">
                <a:solidFill>
                  <a:schemeClr val="bg1"/>
                </a:solidFill>
                <a:latin typeface="Arial"/>
                <a:ea typeface="Arial Unicode MS" panose="020B0604020202020204" pitchFamily="34" charset="-128"/>
                <a:cs typeface="Arial Unicode MS" panose="020B0604020202020204" pitchFamily="34" charset="-128"/>
              </a:rPr>
              <a:t> in switched S1 mode</a:t>
            </a:r>
          </a:p>
          <a:p>
            <a:pPr marL="171364" indent="-171364" algn="ctr" fontAlgn="base">
              <a:lnSpc>
                <a:spcPct val="110000"/>
              </a:lnSpc>
              <a:spcBef>
                <a:spcPct val="0"/>
              </a:spcBef>
              <a:spcAft>
                <a:spcPct val="0"/>
              </a:spcAft>
              <a:buFont typeface="Wingdings" panose="05000000000000000000" pitchFamily="2" charset="2"/>
              <a:buChar char="à"/>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Not </a:t>
            </a:r>
            <a:r>
              <a:rPr lang="en-US" sz="1399" dirty="0" err="1">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bumpless</a:t>
            </a:r>
            <a:endPar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endParaRPr>
          </a:p>
          <a:p>
            <a:pPr marL="171364" indent="-171364" algn="ctr" fontAlgn="base">
              <a:lnSpc>
                <a:spcPct val="110000"/>
              </a:lnSpc>
              <a:spcBef>
                <a:spcPct val="0"/>
              </a:spcBef>
              <a:spcAft>
                <a:spcPct val="0"/>
              </a:spcAft>
              <a:buFont typeface="Wingdings" panose="05000000000000000000" pitchFamily="2" charset="2"/>
              <a:buChar char="à"/>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currently only possible via GSD</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grpSp>
        <p:nvGrpSpPr>
          <p:cNvPr id="179" name="Gruppieren 178">
            <a:extLst>
              <a:ext uri="{FF2B5EF4-FFF2-40B4-BE49-F238E27FC236}">
                <a16:creationId xmlns:a16="http://schemas.microsoft.com/office/drawing/2014/main" id="{519DAFD1-ACA7-4D6C-8A69-0C9D3F4785EF}"/>
              </a:ext>
            </a:extLst>
          </p:cNvPr>
          <p:cNvGrpSpPr/>
          <p:nvPr/>
        </p:nvGrpSpPr>
        <p:grpSpPr>
          <a:xfrm>
            <a:off x="3069645" y="4350731"/>
            <a:ext cx="276749" cy="192147"/>
            <a:chOff x="9023050" y="3816544"/>
            <a:chExt cx="276893" cy="192247"/>
          </a:xfrm>
        </p:grpSpPr>
        <p:sp>
          <p:nvSpPr>
            <p:cNvPr id="180" name="Rechteck 179">
              <a:extLst>
                <a:ext uri="{FF2B5EF4-FFF2-40B4-BE49-F238E27FC236}">
                  <a16:creationId xmlns:a16="http://schemas.microsoft.com/office/drawing/2014/main" id="{A6CDE809-CBC1-40AC-954F-85A2651EE6F2}"/>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181" name="Textfeld 180">
              <a:extLst>
                <a:ext uri="{FF2B5EF4-FFF2-40B4-BE49-F238E27FC236}">
                  <a16:creationId xmlns:a16="http://schemas.microsoft.com/office/drawing/2014/main" id="{507C889D-DB55-463B-825C-4EDC3D60D8EE}"/>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S2</a:t>
              </a:r>
            </a:p>
          </p:txBody>
        </p:sp>
      </p:grpSp>
      <p:sp>
        <p:nvSpPr>
          <p:cNvPr id="192" name="Legende: Linie 191">
            <a:extLst>
              <a:ext uri="{FF2B5EF4-FFF2-40B4-BE49-F238E27FC236}">
                <a16:creationId xmlns:a16="http://schemas.microsoft.com/office/drawing/2014/main" id="{7CA7A0E3-E2B2-453E-A587-E25E5AFBDA39}"/>
              </a:ext>
            </a:extLst>
          </p:cNvPr>
          <p:cNvSpPr/>
          <p:nvPr/>
        </p:nvSpPr>
        <p:spPr bwMode="auto">
          <a:xfrm flipH="1">
            <a:off x="878708" y="4366880"/>
            <a:ext cx="1889892" cy="1135687"/>
          </a:xfrm>
          <a:prstGeom prst="borderCallout1">
            <a:avLst>
              <a:gd name="adj1" fmla="val 23943"/>
              <a:gd name="adj2" fmla="val -2633"/>
              <a:gd name="adj3" fmla="val 16043"/>
              <a:gd name="adj4" fmla="val -22226"/>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2:</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Via PN/PN Coupler</a:t>
            </a:r>
            <a:br>
              <a:rPr lang="en-US" sz="1399"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a:t>
            </a:r>
            <a:r>
              <a:rPr lang="en-US" sz="1399" dirty="0" err="1">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switching</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pic>
        <p:nvPicPr>
          <p:cNvPr id="94" name="product_simatic-s7-1500-control-unit.png">
            <a:extLst>
              <a:ext uri="{FF2B5EF4-FFF2-40B4-BE49-F238E27FC236}">
                <a16:creationId xmlns:a16="http://schemas.microsoft.com/office/drawing/2014/main" id="{239A59F5-825D-447C-8D74-7B41F525CA2B}"/>
              </a:ext>
            </a:extLst>
          </p:cNvPr>
          <p:cNvPicPr>
            <a:picLocks noChangeAspect="1"/>
          </p:cNvPicPr>
          <p:nvPr>
            <p:custDataLst>
              <p:tags r:id="rId4"/>
            </p:custDataLst>
          </p:nvPr>
        </p:nvPicPr>
        <p:blipFill>
          <a:blip r:embed="rId32" cstate="print">
            <a:extLst>
              <a:ext uri="{28A0092B-C50C-407E-A947-70E740481C1C}">
                <a14:useLocalDpi xmlns:a14="http://schemas.microsoft.com/office/drawing/2010/main" val="0"/>
              </a:ext>
            </a:extLst>
          </a:blip>
          <a:stretch>
            <a:fillRect/>
          </a:stretch>
        </p:blipFill>
        <p:spPr>
          <a:xfrm>
            <a:off x="3956124" y="4574293"/>
            <a:ext cx="496907" cy="511711"/>
          </a:xfrm>
          <a:prstGeom prst="rect">
            <a:avLst/>
          </a:prstGeom>
        </p:spPr>
      </p:pic>
      <p:grpSp>
        <p:nvGrpSpPr>
          <p:cNvPr id="200" name="Gruppieren 199">
            <a:extLst>
              <a:ext uri="{FF2B5EF4-FFF2-40B4-BE49-F238E27FC236}">
                <a16:creationId xmlns:a16="http://schemas.microsoft.com/office/drawing/2014/main" id="{EA7E943B-27EE-4F99-9289-420A22EA92F0}"/>
              </a:ext>
            </a:extLst>
          </p:cNvPr>
          <p:cNvGrpSpPr/>
          <p:nvPr/>
        </p:nvGrpSpPr>
        <p:grpSpPr>
          <a:xfrm>
            <a:off x="5884035" y="3258931"/>
            <a:ext cx="276749" cy="192147"/>
            <a:chOff x="9023050" y="3816544"/>
            <a:chExt cx="276893" cy="192247"/>
          </a:xfrm>
        </p:grpSpPr>
        <p:sp>
          <p:nvSpPr>
            <p:cNvPr id="201" name="Rechteck 200">
              <a:extLst>
                <a:ext uri="{FF2B5EF4-FFF2-40B4-BE49-F238E27FC236}">
                  <a16:creationId xmlns:a16="http://schemas.microsoft.com/office/drawing/2014/main" id="{5B3BC2B6-8F82-4360-9C59-C407DD08AE9E}"/>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02" name="Textfeld 201">
              <a:extLst>
                <a:ext uri="{FF2B5EF4-FFF2-40B4-BE49-F238E27FC236}">
                  <a16:creationId xmlns:a16="http://schemas.microsoft.com/office/drawing/2014/main" id="{2D25EE59-E50B-4B3A-BD3E-F5F33979059C}"/>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S1</a:t>
              </a:r>
            </a:p>
          </p:txBody>
        </p:sp>
      </p:grpSp>
      <p:sp>
        <p:nvSpPr>
          <p:cNvPr id="129" name="Rechteck 128">
            <a:extLst>
              <a:ext uri="{FF2B5EF4-FFF2-40B4-BE49-F238E27FC236}">
                <a16:creationId xmlns:a16="http://schemas.microsoft.com/office/drawing/2014/main" id="{F97B6C34-D5EE-436E-916E-4F72BD5BDAA9}"/>
              </a:ext>
            </a:extLst>
          </p:cNvPr>
          <p:cNvSpPr/>
          <p:nvPr/>
        </p:nvSpPr>
        <p:spPr bwMode="auto">
          <a:xfrm>
            <a:off x="5667537" y="3051463"/>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4" name="Freihandform: Form 13">
            <a:extLst>
              <a:ext uri="{FF2B5EF4-FFF2-40B4-BE49-F238E27FC236}">
                <a16:creationId xmlns:a16="http://schemas.microsoft.com/office/drawing/2014/main" id="{95E15B7D-E0BA-4736-A1C1-9EE0119DC8C4}"/>
              </a:ext>
            </a:extLst>
          </p:cNvPr>
          <p:cNvSpPr/>
          <p:nvPr/>
        </p:nvSpPr>
        <p:spPr bwMode="auto">
          <a:xfrm>
            <a:off x="5723415" y="3783469"/>
            <a:ext cx="814916" cy="274177"/>
          </a:xfrm>
          <a:custGeom>
            <a:avLst/>
            <a:gdLst>
              <a:gd name="connsiteX0" fmla="*/ 0 w 815340"/>
              <a:gd name="connsiteY0" fmla="*/ 0 h 274320"/>
              <a:gd name="connsiteX1" fmla="*/ 0 w 815340"/>
              <a:gd name="connsiteY1" fmla="*/ 274320 h 274320"/>
              <a:gd name="connsiteX2" fmla="*/ 815340 w 815340"/>
              <a:gd name="connsiteY2" fmla="*/ 274320 h 274320"/>
            </a:gdLst>
            <a:ahLst/>
            <a:cxnLst>
              <a:cxn ang="0">
                <a:pos x="connsiteX0" y="connsiteY0"/>
              </a:cxn>
              <a:cxn ang="0">
                <a:pos x="connsiteX1" y="connsiteY1"/>
              </a:cxn>
              <a:cxn ang="0">
                <a:pos x="connsiteX2" y="connsiteY2"/>
              </a:cxn>
            </a:cxnLst>
            <a:rect l="l" t="t" r="r" b="b"/>
            <a:pathLst>
              <a:path w="815340" h="274320">
                <a:moveTo>
                  <a:pt x="0" y="0"/>
                </a:moveTo>
                <a:lnTo>
                  <a:pt x="0" y="274320"/>
                </a:lnTo>
                <a:lnTo>
                  <a:pt x="815340" y="27432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grpSp>
        <p:nvGrpSpPr>
          <p:cNvPr id="144" name="Gruppieren 143">
            <a:extLst>
              <a:ext uri="{FF2B5EF4-FFF2-40B4-BE49-F238E27FC236}">
                <a16:creationId xmlns:a16="http://schemas.microsoft.com/office/drawing/2014/main" id="{31D85FEB-46FA-4CAD-B1EF-038844D25C3F}"/>
              </a:ext>
            </a:extLst>
          </p:cNvPr>
          <p:cNvGrpSpPr/>
          <p:nvPr/>
        </p:nvGrpSpPr>
        <p:grpSpPr>
          <a:xfrm>
            <a:off x="6274308" y="3741736"/>
            <a:ext cx="125934" cy="398635"/>
            <a:chOff x="7763282" y="4615733"/>
            <a:chExt cx="126000" cy="398843"/>
          </a:xfrm>
        </p:grpSpPr>
        <p:cxnSp>
          <p:nvCxnSpPr>
            <p:cNvPr id="193" name="Gerade Verbindung 140">
              <a:extLst>
                <a:ext uri="{FF2B5EF4-FFF2-40B4-BE49-F238E27FC236}">
                  <a16:creationId xmlns:a16="http://schemas.microsoft.com/office/drawing/2014/main" id="{1A7882C1-63E4-4946-AF5E-28B69E6C5376}"/>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 name="Rechteck 193">
              <a:extLst>
                <a:ext uri="{FF2B5EF4-FFF2-40B4-BE49-F238E27FC236}">
                  <a16:creationId xmlns:a16="http://schemas.microsoft.com/office/drawing/2014/main" id="{87F5F36D-711E-4EAB-9A86-8FAF2F57ACF1}"/>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95" name="Gruppieren 194">
            <a:extLst>
              <a:ext uri="{FF2B5EF4-FFF2-40B4-BE49-F238E27FC236}">
                <a16:creationId xmlns:a16="http://schemas.microsoft.com/office/drawing/2014/main" id="{A3C1B42A-3618-4708-A847-51631177943E}"/>
              </a:ext>
            </a:extLst>
          </p:cNvPr>
          <p:cNvGrpSpPr>
            <a:grpSpLocks noChangeAspect="1"/>
          </p:cNvGrpSpPr>
          <p:nvPr/>
        </p:nvGrpSpPr>
        <p:grpSpPr>
          <a:xfrm>
            <a:off x="6265164" y="3384578"/>
            <a:ext cx="622096" cy="496392"/>
            <a:chOff x="4105359" y="1822075"/>
            <a:chExt cx="4583448" cy="3657298"/>
          </a:xfrm>
        </p:grpSpPr>
        <p:pic>
          <p:nvPicPr>
            <p:cNvPr id="196" name="product_simatic-s7-1500.png">
              <a:extLst>
                <a:ext uri="{FF2B5EF4-FFF2-40B4-BE49-F238E27FC236}">
                  <a16:creationId xmlns:a16="http://schemas.microsoft.com/office/drawing/2014/main" id="{360547BB-F393-498B-8321-41140B14C917}"/>
                </a:ext>
              </a:extLst>
            </p:cNvPr>
            <p:cNvPicPr>
              <a:picLocks noChangeAspect="1"/>
            </p:cNvPicPr>
            <p:nvPr>
              <p:custDataLst>
                <p:tags r:id="rId18"/>
              </p:custDataLst>
            </p:nvPr>
          </p:nvPicPr>
          <p:blipFill rotWithShape="1">
            <a:blip r:embed="rId34"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97" name="product_simatic-s7-1500.png">
              <a:extLst>
                <a:ext uri="{FF2B5EF4-FFF2-40B4-BE49-F238E27FC236}">
                  <a16:creationId xmlns:a16="http://schemas.microsoft.com/office/drawing/2014/main" id="{73A59E88-3F04-4CF4-9D9F-4C6F3F48553D}"/>
                </a:ext>
              </a:extLst>
            </p:cNvPr>
            <p:cNvPicPr>
              <a:picLocks noChangeAspect="1"/>
            </p:cNvPicPr>
            <p:nvPr>
              <p:custDataLst>
                <p:tags r:id="rId19"/>
              </p:custDataLst>
            </p:nvPr>
          </p:nvPicPr>
          <p:blipFill rotWithShape="1">
            <a:blip r:embed="rId35"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198" name="product_simatic-s7-1500.png">
              <a:extLst>
                <a:ext uri="{FF2B5EF4-FFF2-40B4-BE49-F238E27FC236}">
                  <a16:creationId xmlns:a16="http://schemas.microsoft.com/office/drawing/2014/main" id="{87FE52E3-5590-4565-9D4F-589756E1025C}"/>
                </a:ext>
              </a:extLst>
            </p:cNvPr>
            <p:cNvPicPr>
              <a:picLocks noChangeAspect="1"/>
            </p:cNvPicPr>
            <p:nvPr>
              <p:custDataLst>
                <p:tags r:id="rId20"/>
              </p:custDataLst>
            </p:nvPr>
          </p:nvPicPr>
          <p:blipFill rotWithShape="1">
            <a:blip r:embed="rId36"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99" name="product_simatic-s7-1500.png">
              <a:extLst>
                <a:ext uri="{FF2B5EF4-FFF2-40B4-BE49-F238E27FC236}">
                  <a16:creationId xmlns:a16="http://schemas.microsoft.com/office/drawing/2014/main" id="{520475A4-5568-4832-821C-D99B485AF580}"/>
                </a:ext>
              </a:extLst>
            </p:cNvPr>
            <p:cNvPicPr>
              <a:picLocks noChangeAspect="1"/>
            </p:cNvPicPr>
            <p:nvPr>
              <p:custDataLst>
                <p:tags r:id="rId21"/>
              </p:custDataLst>
            </p:nvPr>
          </p:nvPicPr>
          <p:blipFill rotWithShape="1">
            <a:blip r:embed="rId37"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04" name="Rechteck 203">
            <a:extLst>
              <a:ext uri="{FF2B5EF4-FFF2-40B4-BE49-F238E27FC236}">
                <a16:creationId xmlns:a16="http://schemas.microsoft.com/office/drawing/2014/main" id="{DF9F9A49-7D2B-44BB-A980-61D6CA25F6ED}"/>
              </a:ext>
            </a:extLst>
          </p:cNvPr>
          <p:cNvSpPr/>
          <p:nvPr/>
        </p:nvSpPr>
        <p:spPr bwMode="auto">
          <a:xfrm>
            <a:off x="4731061" y="3042021"/>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206" name="Gerade Verbindung 132">
            <a:extLst>
              <a:ext uri="{FF2B5EF4-FFF2-40B4-BE49-F238E27FC236}">
                <a16:creationId xmlns:a16="http://schemas.microsoft.com/office/drawing/2014/main" id="{197A94EB-AB27-4DEC-9529-07F9A3699FF2}"/>
              </a:ext>
            </a:extLst>
          </p:cNvPr>
          <p:cNvCxnSpPr/>
          <p:nvPr/>
        </p:nvCxnSpPr>
        <p:spPr bwMode="auto">
          <a:xfrm>
            <a:off x="7552305" y="3956512"/>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7" name="product_simatic-s7-1500-control-unit.png">
            <a:extLst>
              <a:ext uri="{FF2B5EF4-FFF2-40B4-BE49-F238E27FC236}">
                <a16:creationId xmlns:a16="http://schemas.microsoft.com/office/drawing/2014/main" id="{F3DFB710-377B-46F5-BF0E-F4252C6009E1}"/>
              </a:ext>
            </a:extLst>
          </p:cNvPr>
          <p:cNvPicPr>
            <a:picLocks noChangeAspect="1"/>
          </p:cNvPicPr>
          <p:nvPr>
            <p:custDataLst>
              <p:tags r:id="rId5"/>
            </p:custDataLst>
          </p:nvPr>
        </p:nvPicPr>
        <p:blipFill>
          <a:blip r:embed="rId32" cstate="print">
            <a:extLst>
              <a:ext uri="{28A0092B-C50C-407E-A947-70E740481C1C}">
                <a14:useLocalDpi xmlns:a14="http://schemas.microsoft.com/office/drawing/2010/main" val="0"/>
              </a:ext>
            </a:extLst>
          </a:blip>
          <a:stretch>
            <a:fillRect/>
          </a:stretch>
        </p:blipFill>
        <p:spPr>
          <a:xfrm>
            <a:off x="7303851" y="4086084"/>
            <a:ext cx="496907" cy="511711"/>
          </a:xfrm>
          <a:prstGeom prst="rect">
            <a:avLst/>
          </a:prstGeom>
        </p:spPr>
      </p:pic>
      <p:sp>
        <p:nvSpPr>
          <p:cNvPr id="212" name="Rechteck 211">
            <a:extLst>
              <a:ext uri="{FF2B5EF4-FFF2-40B4-BE49-F238E27FC236}">
                <a16:creationId xmlns:a16="http://schemas.microsoft.com/office/drawing/2014/main" id="{62834075-643D-4B29-B42D-CA5A65ECF9E9}"/>
              </a:ext>
            </a:extLst>
          </p:cNvPr>
          <p:cNvSpPr/>
          <p:nvPr/>
        </p:nvSpPr>
        <p:spPr bwMode="auto">
          <a:xfrm>
            <a:off x="7489337" y="3874278"/>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213" name="Freihandform: Form 212">
            <a:extLst>
              <a:ext uri="{FF2B5EF4-FFF2-40B4-BE49-F238E27FC236}">
                <a16:creationId xmlns:a16="http://schemas.microsoft.com/office/drawing/2014/main" id="{522E2CCB-F00A-4AF0-B2D8-B240EC458F8B}"/>
              </a:ext>
            </a:extLst>
          </p:cNvPr>
          <p:cNvSpPr/>
          <p:nvPr/>
        </p:nvSpPr>
        <p:spPr bwMode="auto">
          <a:xfrm>
            <a:off x="7545214" y="4606285"/>
            <a:ext cx="814916" cy="274177"/>
          </a:xfrm>
          <a:custGeom>
            <a:avLst/>
            <a:gdLst>
              <a:gd name="connsiteX0" fmla="*/ 0 w 815340"/>
              <a:gd name="connsiteY0" fmla="*/ 0 h 274320"/>
              <a:gd name="connsiteX1" fmla="*/ 0 w 815340"/>
              <a:gd name="connsiteY1" fmla="*/ 274320 h 274320"/>
              <a:gd name="connsiteX2" fmla="*/ 815340 w 815340"/>
              <a:gd name="connsiteY2" fmla="*/ 274320 h 274320"/>
            </a:gdLst>
            <a:ahLst/>
            <a:cxnLst>
              <a:cxn ang="0">
                <a:pos x="connsiteX0" y="connsiteY0"/>
              </a:cxn>
              <a:cxn ang="0">
                <a:pos x="connsiteX1" y="connsiteY1"/>
              </a:cxn>
              <a:cxn ang="0">
                <a:pos x="connsiteX2" y="connsiteY2"/>
              </a:cxn>
            </a:cxnLst>
            <a:rect l="l" t="t" r="r" b="b"/>
            <a:pathLst>
              <a:path w="815340" h="274320">
                <a:moveTo>
                  <a:pt x="0" y="0"/>
                </a:moveTo>
                <a:lnTo>
                  <a:pt x="0" y="274320"/>
                </a:lnTo>
                <a:lnTo>
                  <a:pt x="815340" y="27432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grpSp>
        <p:nvGrpSpPr>
          <p:cNvPr id="214" name="Gruppieren 213">
            <a:extLst>
              <a:ext uri="{FF2B5EF4-FFF2-40B4-BE49-F238E27FC236}">
                <a16:creationId xmlns:a16="http://schemas.microsoft.com/office/drawing/2014/main" id="{9AB723FA-7BE8-4D39-8E55-AD8C38C3F482}"/>
              </a:ext>
            </a:extLst>
          </p:cNvPr>
          <p:cNvGrpSpPr/>
          <p:nvPr/>
        </p:nvGrpSpPr>
        <p:grpSpPr>
          <a:xfrm>
            <a:off x="8096107" y="4564551"/>
            <a:ext cx="125934" cy="398635"/>
            <a:chOff x="7763282" y="4615733"/>
            <a:chExt cx="126000" cy="398843"/>
          </a:xfrm>
        </p:grpSpPr>
        <p:cxnSp>
          <p:nvCxnSpPr>
            <p:cNvPr id="215" name="Gerade Verbindung 140">
              <a:extLst>
                <a:ext uri="{FF2B5EF4-FFF2-40B4-BE49-F238E27FC236}">
                  <a16:creationId xmlns:a16="http://schemas.microsoft.com/office/drawing/2014/main" id="{1368D600-3CC4-4A2C-A5EF-F89A7590CE7B}"/>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6" name="Rechteck 215">
              <a:extLst>
                <a:ext uri="{FF2B5EF4-FFF2-40B4-BE49-F238E27FC236}">
                  <a16:creationId xmlns:a16="http://schemas.microsoft.com/office/drawing/2014/main" id="{25354F06-16A3-4947-B6B4-E600A2E9BAA6}"/>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17" name="Gruppieren 216">
            <a:extLst>
              <a:ext uri="{FF2B5EF4-FFF2-40B4-BE49-F238E27FC236}">
                <a16:creationId xmlns:a16="http://schemas.microsoft.com/office/drawing/2014/main" id="{B25632AA-6BD1-4D28-B25A-13D3FC20282E}"/>
              </a:ext>
            </a:extLst>
          </p:cNvPr>
          <p:cNvGrpSpPr>
            <a:grpSpLocks noChangeAspect="1"/>
          </p:cNvGrpSpPr>
          <p:nvPr/>
        </p:nvGrpSpPr>
        <p:grpSpPr>
          <a:xfrm>
            <a:off x="8086963" y="4207393"/>
            <a:ext cx="622096" cy="496392"/>
            <a:chOff x="4105359" y="1822075"/>
            <a:chExt cx="4583448" cy="3657298"/>
          </a:xfrm>
        </p:grpSpPr>
        <p:pic>
          <p:nvPicPr>
            <p:cNvPr id="218" name="product_simatic-s7-1500.png">
              <a:extLst>
                <a:ext uri="{FF2B5EF4-FFF2-40B4-BE49-F238E27FC236}">
                  <a16:creationId xmlns:a16="http://schemas.microsoft.com/office/drawing/2014/main" id="{9FC70008-B42A-44B7-A83E-A6DB6B57AF56}"/>
                </a:ext>
              </a:extLst>
            </p:cNvPr>
            <p:cNvPicPr>
              <a:picLocks noChangeAspect="1"/>
            </p:cNvPicPr>
            <p:nvPr>
              <p:custDataLst>
                <p:tags r:id="rId14"/>
              </p:custDataLst>
            </p:nvPr>
          </p:nvPicPr>
          <p:blipFill rotWithShape="1">
            <a:blip r:embed="rId34"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19" name="product_simatic-s7-1500.png">
              <a:extLst>
                <a:ext uri="{FF2B5EF4-FFF2-40B4-BE49-F238E27FC236}">
                  <a16:creationId xmlns:a16="http://schemas.microsoft.com/office/drawing/2014/main" id="{927A1FDC-AE52-492B-B529-01C6451716FD}"/>
                </a:ext>
              </a:extLst>
            </p:cNvPr>
            <p:cNvPicPr>
              <a:picLocks noChangeAspect="1"/>
            </p:cNvPicPr>
            <p:nvPr>
              <p:custDataLst>
                <p:tags r:id="rId15"/>
              </p:custDataLst>
            </p:nvPr>
          </p:nvPicPr>
          <p:blipFill rotWithShape="1">
            <a:blip r:embed="rId35"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220" name="product_simatic-s7-1500.png">
              <a:extLst>
                <a:ext uri="{FF2B5EF4-FFF2-40B4-BE49-F238E27FC236}">
                  <a16:creationId xmlns:a16="http://schemas.microsoft.com/office/drawing/2014/main" id="{96146183-33F7-45D0-92B5-166290CB6C48}"/>
                </a:ext>
              </a:extLst>
            </p:cNvPr>
            <p:cNvPicPr>
              <a:picLocks noChangeAspect="1"/>
            </p:cNvPicPr>
            <p:nvPr>
              <p:custDataLst>
                <p:tags r:id="rId16"/>
              </p:custDataLst>
            </p:nvPr>
          </p:nvPicPr>
          <p:blipFill rotWithShape="1">
            <a:blip r:embed="rId36"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21" name="product_simatic-s7-1500.png">
              <a:extLst>
                <a:ext uri="{FF2B5EF4-FFF2-40B4-BE49-F238E27FC236}">
                  <a16:creationId xmlns:a16="http://schemas.microsoft.com/office/drawing/2014/main" id="{DF223E7F-C46D-41BF-969D-812F39E71891}"/>
                </a:ext>
              </a:extLst>
            </p:cNvPr>
            <p:cNvPicPr>
              <a:picLocks noChangeAspect="1"/>
            </p:cNvPicPr>
            <p:nvPr>
              <p:custDataLst>
                <p:tags r:id="rId17"/>
              </p:custDataLst>
            </p:nvPr>
          </p:nvPicPr>
          <p:blipFill rotWithShape="1">
            <a:blip r:embed="rId37"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23" name="Legende: Linie 222">
            <a:extLst>
              <a:ext uri="{FF2B5EF4-FFF2-40B4-BE49-F238E27FC236}">
                <a16:creationId xmlns:a16="http://schemas.microsoft.com/office/drawing/2014/main" id="{5EF2B022-5F7B-4F24-84C5-C67A6370DB38}"/>
              </a:ext>
            </a:extLst>
          </p:cNvPr>
          <p:cNvSpPr/>
          <p:nvPr/>
        </p:nvSpPr>
        <p:spPr bwMode="auto">
          <a:xfrm>
            <a:off x="8709060" y="2295873"/>
            <a:ext cx="2790857" cy="1199929"/>
          </a:xfrm>
          <a:prstGeom prst="borderCallout1">
            <a:avLst>
              <a:gd name="adj1" fmla="val 23943"/>
              <a:gd name="adj2" fmla="val -2633"/>
              <a:gd name="adj3" fmla="val 112102"/>
              <a:gd name="adj4" fmla="val -24149"/>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3:</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Open user communication between H-System and </a:t>
            </a:r>
            <a:r>
              <a:rPr lang="en-US" sz="1399">
                <a:solidFill>
                  <a:schemeClr val="bg1"/>
                </a:solidFill>
                <a:latin typeface="Arial"/>
                <a:ea typeface="Arial Unicode MS" panose="020B0604020202020204" pitchFamily="34" charset="-128"/>
                <a:cs typeface="Arial Unicode MS" panose="020B0604020202020204" pitchFamily="34" charset="-128"/>
              </a:rPr>
              <a:t>subordinate controller</a:t>
            </a:r>
            <a:endParaRPr lang="en-US" sz="1399" baseline="30000" dirty="0">
              <a:solidFill>
                <a:schemeClr val="bg1"/>
              </a:solidFill>
              <a:latin typeface="Arial"/>
              <a:ea typeface="Arial Unicode MS" panose="020B0604020202020204" pitchFamily="34" charset="-128"/>
              <a:cs typeface="Arial Unicode MS" panose="020B0604020202020204" pitchFamily="34" charset="-128"/>
            </a:endParaRPr>
          </a:p>
          <a:p>
            <a:pPr algn="ctr" fontAlgn="base">
              <a:lnSpc>
                <a:spcPct val="110000"/>
              </a:lnSpc>
              <a:spcBef>
                <a:spcPct val="0"/>
              </a:spcBef>
              <a:spcAft>
                <a:spcPct val="0"/>
              </a:spcAft>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With short interrupt</a:t>
            </a:r>
          </a:p>
        </p:txBody>
      </p:sp>
      <p:sp>
        <p:nvSpPr>
          <p:cNvPr id="84" name="Freihandform: Form 83">
            <a:extLst>
              <a:ext uri="{FF2B5EF4-FFF2-40B4-BE49-F238E27FC236}">
                <a16:creationId xmlns:a16="http://schemas.microsoft.com/office/drawing/2014/main" id="{CBA7B961-B388-43CE-B377-6CFFEE2B447F}"/>
              </a:ext>
            </a:extLst>
          </p:cNvPr>
          <p:cNvSpPr/>
          <p:nvPr/>
        </p:nvSpPr>
        <p:spPr bwMode="auto">
          <a:xfrm>
            <a:off x="7642755" y="2414144"/>
            <a:ext cx="328054" cy="1826287"/>
          </a:xfrm>
          <a:custGeom>
            <a:avLst/>
            <a:gdLst>
              <a:gd name="connsiteX0" fmla="*/ 99060 w 426720"/>
              <a:gd name="connsiteY0" fmla="*/ 1760220 h 1760220"/>
              <a:gd name="connsiteX1" fmla="*/ 426720 w 426720"/>
              <a:gd name="connsiteY1" fmla="*/ 1760220 h 1760220"/>
              <a:gd name="connsiteX2" fmla="*/ 426720 w 426720"/>
              <a:gd name="connsiteY2" fmla="*/ 0 h 1760220"/>
              <a:gd name="connsiteX3" fmla="*/ 0 w 426720"/>
              <a:gd name="connsiteY3" fmla="*/ 0 h 1760220"/>
            </a:gdLst>
            <a:ahLst/>
            <a:cxnLst>
              <a:cxn ang="0">
                <a:pos x="connsiteX0" y="connsiteY0"/>
              </a:cxn>
              <a:cxn ang="0">
                <a:pos x="connsiteX1" y="connsiteY1"/>
              </a:cxn>
              <a:cxn ang="0">
                <a:pos x="connsiteX2" y="connsiteY2"/>
              </a:cxn>
              <a:cxn ang="0">
                <a:pos x="connsiteX3" y="connsiteY3"/>
              </a:cxn>
            </a:cxnLst>
            <a:rect l="l" t="t" r="r" b="b"/>
            <a:pathLst>
              <a:path w="426720" h="1760220">
                <a:moveTo>
                  <a:pt x="99060" y="1760220"/>
                </a:moveTo>
                <a:lnTo>
                  <a:pt x="426720" y="1760220"/>
                </a:lnTo>
                <a:lnTo>
                  <a:pt x="426720" y="0"/>
                </a:lnTo>
                <a:lnTo>
                  <a:pt x="0" y="0"/>
                </a:lnTo>
              </a:path>
            </a:pathLst>
          </a:custGeom>
          <a:noFill/>
          <a:ln w="19050">
            <a:solidFill>
              <a:srgbClr val="879628"/>
            </a:solidFill>
            <a:prstDash val="solid"/>
            <a:miter lim="800000"/>
            <a:headEnd type="arrow" w="med" len="med"/>
            <a:tailEnd type="arrow"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799" dirty="0"/>
          </a:p>
        </p:txBody>
      </p:sp>
      <p:sp>
        <p:nvSpPr>
          <p:cNvPr id="85" name="Textfeld 84">
            <a:extLst>
              <a:ext uri="{FF2B5EF4-FFF2-40B4-BE49-F238E27FC236}">
                <a16:creationId xmlns:a16="http://schemas.microsoft.com/office/drawing/2014/main" id="{EB707799-7E2B-4DA5-98D0-9ACCAA99039A}"/>
              </a:ext>
            </a:extLst>
          </p:cNvPr>
          <p:cNvSpPr txBox="1"/>
          <p:nvPr/>
        </p:nvSpPr>
        <p:spPr>
          <a:xfrm rot="16200000">
            <a:off x="7009736" y="3043758"/>
            <a:ext cx="1813911" cy="215088"/>
          </a:xfrm>
          <a:prstGeom prst="rect">
            <a:avLst/>
          </a:prstGeom>
          <a:noFill/>
        </p:spPr>
        <p:txBody>
          <a:bodyPr vert="horz" wrap="none" lIns="0" tIns="0" rIns="0" bIns="0" rtlCol="0">
            <a:noAutofit/>
          </a:bodyPr>
          <a:lstStyle/>
          <a:p>
            <a:pPr fontAlgn="base">
              <a:lnSpc>
                <a:spcPct val="110000"/>
              </a:lnSpc>
              <a:spcAft>
                <a:spcPct val="0"/>
              </a:spcAft>
            </a:pPr>
            <a:r>
              <a:rPr lang="en-US" sz="900" dirty="0">
                <a:solidFill>
                  <a:srgbClr val="000000"/>
                </a:solidFill>
                <a:latin typeface="Arial"/>
                <a:ea typeface="Arial Unicode MS" panose="020B0604020202020204" pitchFamily="34" charset="-128"/>
                <a:cs typeface="Arial Unicode MS" panose="020B0604020202020204" pitchFamily="34" charset="-128"/>
              </a:rPr>
              <a:t>Open User Communication</a:t>
            </a:r>
          </a:p>
        </p:txBody>
      </p:sp>
      <p:sp>
        <p:nvSpPr>
          <p:cNvPr id="5" name="Textfeld 4">
            <a:extLst>
              <a:ext uri="{FF2B5EF4-FFF2-40B4-BE49-F238E27FC236}">
                <a16:creationId xmlns:a16="http://schemas.microsoft.com/office/drawing/2014/main" id="{443FCF88-9CD6-42C8-819F-2DB7CA82EDD7}"/>
              </a:ext>
            </a:extLst>
          </p:cNvPr>
          <p:cNvSpPr txBox="1"/>
          <p:nvPr/>
        </p:nvSpPr>
        <p:spPr>
          <a:xfrm>
            <a:off x="9175319" y="4096670"/>
            <a:ext cx="2317558" cy="1770890"/>
          </a:xfrm>
          <a:prstGeom prst="rect">
            <a:avLst/>
          </a:prstGeom>
          <a:noFill/>
        </p:spPr>
        <p:txBody>
          <a:bodyPr vert="horz" wrap="square" lIns="0" tIns="0" rIns="0" bIns="0" rtlCol="0">
            <a:noAutofit/>
          </a:bodyPr>
          <a:lstStyle/>
          <a:p>
            <a:pPr fontAlgn="base">
              <a:lnSpc>
                <a:spcPct val="110000"/>
              </a:lnSpc>
              <a:spcAft>
                <a:spcPct val="0"/>
              </a:spcAft>
            </a:pPr>
            <a:r>
              <a:rPr lang="en-US" sz="1049" b="1" dirty="0">
                <a:solidFill>
                  <a:srgbClr val="000000"/>
                </a:solidFill>
                <a:latin typeface="Arial"/>
                <a:ea typeface="Arial Unicode MS" panose="020B0604020202020204" pitchFamily="34" charset="-128"/>
                <a:cs typeface="Arial Unicode MS" panose="020B0604020202020204" pitchFamily="34" charset="-128"/>
              </a:rPr>
              <a:t>Terms:</a:t>
            </a:r>
          </a:p>
          <a:p>
            <a:pPr fontAlgn="base">
              <a:lnSpc>
                <a:spcPct val="110000"/>
              </a:lnSpc>
              <a:spcAft>
                <a:spcPct val="0"/>
              </a:spcAft>
            </a:pPr>
            <a:r>
              <a:rPr lang="en-US" sz="1049" dirty="0" err="1">
                <a:solidFill>
                  <a:srgbClr val="000000"/>
                </a:solidFill>
                <a:latin typeface="Arial"/>
                <a:ea typeface="Arial Unicode MS" panose="020B0604020202020204" pitchFamily="34" charset="-128"/>
                <a:cs typeface="Arial Unicode MS" panose="020B0604020202020204" pitchFamily="34" charset="-128"/>
              </a:rPr>
              <a:t>Bumpless</a:t>
            </a:r>
            <a:r>
              <a:rPr lang="en-US" sz="1049" dirty="0">
                <a:solidFill>
                  <a:srgbClr val="000000"/>
                </a:solidFill>
                <a:latin typeface="Arial"/>
                <a:ea typeface="Arial Unicode MS" panose="020B0604020202020204" pitchFamily="34" charset="-128"/>
                <a:cs typeface="Arial Unicode MS" panose="020B0604020202020204" pitchFamily="34" charset="-128"/>
              </a:rPr>
              <a:t>: </a:t>
            </a:r>
            <a:br>
              <a:rPr lang="en-US" sz="1049" dirty="0">
                <a:solidFill>
                  <a:srgbClr val="000000"/>
                </a:solidFill>
                <a:latin typeface="Arial"/>
                <a:ea typeface="Arial Unicode MS" panose="020B0604020202020204" pitchFamily="34" charset="-128"/>
                <a:cs typeface="Arial Unicode MS" panose="020B0604020202020204" pitchFamily="34" charset="-128"/>
              </a:rPr>
            </a:br>
            <a:r>
              <a:rPr lang="en-US" sz="1049" dirty="0">
                <a:solidFill>
                  <a:srgbClr val="000000"/>
                </a:solidFill>
                <a:latin typeface="Arial"/>
                <a:ea typeface="Arial Unicode MS" panose="020B0604020202020204" pitchFamily="34" charset="-128"/>
                <a:cs typeface="Arial Unicode MS" panose="020B0604020202020204" pitchFamily="34" charset="-128"/>
              </a:rPr>
              <a:t>When switching the H-system, the outputs remain at the last value. The switching time is very short.</a:t>
            </a:r>
          </a:p>
          <a:p>
            <a:pPr fontAlgn="base">
              <a:lnSpc>
                <a:spcPct val="110000"/>
              </a:lnSpc>
              <a:spcAft>
                <a:spcPct val="0"/>
              </a:spcAft>
            </a:pPr>
            <a:endParaRPr lang="en-US" sz="104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87" name="Text Box 16">
            <a:extLst>
              <a:ext uri="{FF2B5EF4-FFF2-40B4-BE49-F238E27FC236}">
                <a16:creationId xmlns:a16="http://schemas.microsoft.com/office/drawing/2014/main" id="{C3326C46-01B9-4409-BA92-9713DB732F5F}"/>
              </a:ext>
            </a:extLst>
          </p:cNvPr>
          <p:cNvSpPr txBox="1">
            <a:spLocks noChangeArrowheads="1"/>
          </p:cNvSpPr>
          <p:nvPr>
            <p:custDataLst>
              <p:tags r:id="rId6"/>
            </p:custDataLst>
          </p:nvPr>
        </p:nvSpPr>
        <p:spPr bwMode="auto">
          <a:xfrm>
            <a:off x="4787914" y="1998047"/>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88" name="Text Box 21">
            <a:extLst>
              <a:ext uri="{FF2B5EF4-FFF2-40B4-BE49-F238E27FC236}">
                <a16:creationId xmlns:a16="http://schemas.microsoft.com/office/drawing/2014/main" id="{B5CD6018-0F46-430E-B827-1DA8D339CAB5}"/>
              </a:ext>
            </a:extLst>
          </p:cNvPr>
          <p:cNvSpPr txBox="1">
            <a:spLocks noChangeArrowheads="1"/>
          </p:cNvSpPr>
          <p:nvPr>
            <p:custDataLst>
              <p:tags r:id="rId7"/>
            </p:custDataLst>
          </p:nvPr>
        </p:nvSpPr>
        <p:spPr bwMode="auto">
          <a:xfrm>
            <a:off x="6252510" y="1998047"/>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grpSp>
        <p:nvGrpSpPr>
          <p:cNvPr id="89" name="Gruppieren 88">
            <a:extLst>
              <a:ext uri="{FF2B5EF4-FFF2-40B4-BE49-F238E27FC236}">
                <a16:creationId xmlns:a16="http://schemas.microsoft.com/office/drawing/2014/main" id="{6DF17416-F673-40F1-9F62-F9CFE2ED706D}"/>
              </a:ext>
            </a:extLst>
          </p:cNvPr>
          <p:cNvGrpSpPr/>
          <p:nvPr/>
        </p:nvGrpSpPr>
        <p:grpSpPr>
          <a:xfrm>
            <a:off x="4617552" y="2160252"/>
            <a:ext cx="773894" cy="639977"/>
            <a:chOff x="5633257" y="2448326"/>
            <a:chExt cx="3891741" cy="2958295"/>
          </a:xfrm>
          <a:solidFill>
            <a:schemeClr val="tx1"/>
          </a:solidFill>
        </p:grpSpPr>
        <p:pic>
          <p:nvPicPr>
            <p:cNvPr id="99" name="product_simatic-s7-1500.png">
              <a:extLst>
                <a:ext uri="{FF2B5EF4-FFF2-40B4-BE49-F238E27FC236}">
                  <a16:creationId xmlns:a16="http://schemas.microsoft.com/office/drawing/2014/main" id="{BD7F02E6-0D67-4B5D-915A-0263C7810537}"/>
                </a:ext>
              </a:extLst>
            </p:cNvPr>
            <p:cNvPicPr>
              <a:picLocks noChangeAspect="1"/>
            </p:cNvPicPr>
            <p:nvPr>
              <p:custDataLst>
                <p:tags r:id="rId11"/>
              </p:custDataLst>
            </p:nvPr>
          </p:nvPicPr>
          <p:blipFill rotWithShape="1">
            <a:blip r:embed="rId3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09" name="product_simatic-s7-1500.png">
              <a:extLst>
                <a:ext uri="{FF2B5EF4-FFF2-40B4-BE49-F238E27FC236}">
                  <a16:creationId xmlns:a16="http://schemas.microsoft.com/office/drawing/2014/main" id="{CC0275CB-57A0-4020-A306-12C7D44FAF0E}"/>
                </a:ext>
              </a:extLst>
            </p:cNvPr>
            <p:cNvPicPr>
              <a:picLocks noChangeAspect="1"/>
            </p:cNvPicPr>
            <p:nvPr>
              <p:custDataLst>
                <p:tags r:id="rId12"/>
              </p:custDataLst>
            </p:nvPr>
          </p:nvPicPr>
          <p:blipFill rotWithShape="1">
            <a:blip r:embed="rId3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2" name="product_simatic-s7-1500.png">
              <a:extLst>
                <a:ext uri="{FF2B5EF4-FFF2-40B4-BE49-F238E27FC236}">
                  <a16:creationId xmlns:a16="http://schemas.microsoft.com/office/drawing/2014/main" id="{B033D070-8893-4E6F-A45A-0E238018FE0E}"/>
                </a:ext>
              </a:extLst>
            </p:cNvPr>
            <p:cNvPicPr>
              <a:picLocks noChangeAspect="1"/>
            </p:cNvPicPr>
            <p:nvPr>
              <p:custDataLst>
                <p:tags r:id="rId13"/>
              </p:custDataLst>
            </p:nvPr>
          </p:nvPicPr>
          <p:blipFill rotWithShape="1">
            <a:blip r:embed="rId3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90" name="Gruppieren 89">
            <a:extLst>
              <a:ext uri="{FF2B5EF4-FFF2-40B4-BE49-F238E27FC236}">
                <a16:creationId xmlns:a16="http://schemas.microsoft.com/office/drawing/2014/main" id="{08BD35AE-4280-414A-A4AA-5B5ED3E114A5}"/>
              </a:ext>
            </a:extLst>
          </p:cNvPr>
          <p:cNvGrpSpPr/>
          <p:nvPr/>
        </p:nvGrpSpPr>
        <p:grpSpPr>
          <a:xfrm>
            <a:off x="6055383" y="2160252"/>
            <a:ext cx="773894" cy="639977"/>
            <a:chOff x="5633257" y="2448326"/>
            <a:chExt cx="3891741" cy="2958295"/>
          </a:xfrm>
          <a:solidFill>
            <a:schemeClr val="tx1"/>
          </a:solidFill>
        </p:grpSpPr>
        <p:pic>
          <p:nvPicPr>
            <p:cNvPr id="95" name="product_simatic-s7-1500.png">
              <a:extLst>
                <a:ext uri="{FF2B5EF4-FFF2-40B4-BE49-F238E27FC236}">
                  <a16:creationId xmlns:a16="http://schemas.microsoft.com/office/drawing/2014/main" id="{FEBA9DC4-06F3-46F7-B09B-151E18689036}"/>
                </a:ext>
              </a:extLst>
            </p:cNvPr>
            <p:cNvPicPr>
              <a:picLocks noChangeAspect="1"/>
            </p:cNvPicPr>
            <p:nvPr>
              <p:custDataLst>
                <p:tags r:id="rId8"/>
              </p:custDataLst>
            </p:nvPr>
          </p:nvPicPr>
          <p:blipFill rotWithShape="1">
            <a:blip r:embed="rId3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96" name="product_simatic-s7-1500.png">
              <a:extLst>
                <a:ext uri="{FF2B5EF4-FFF2-40B4-BE49-F238E27FC236}">
                  <a16:creationId xmlns:a16="http://schemas.microsoft.com/office/drawing/2014/main" id="{6B9B15EA-EE0A-4B4C-BCB0-439FB6F7F8FA}"/>
                </a:ext>
              </a:extLst>
            </p:cNvPr>
            <p:cNvPicPr>
              <a:picLocks noChangeAspect="1"/>
            </p:cNvPicPr>
            <p:nvPr>
              <p:custDataLst>
                <p:tags r:id="rId9"/>
              </p:custDataLst>
            </p:nvPr>
          </p:nvPicPr>
          <p:blipFill rotWithShape="1">
            <a:blip r:embed="rId3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98" name="product_simatic-s7-1500.png">
              <a:extLst>
                <a:ext uri="{FF2B5EF4-FFF2-40B4-BE49-F238E27FC236}">
                  <a16:creationId xmlns:a16="http://schemas.microsoft.com/office/drawing/2014/main" id="{E7711A55-D917-423B-A429-784BB8849224}"/>
                </a:ext>
              </a:extLst>
            </p:cNvPr>
            <p:cNvPicPr>
              <a:picLocks noChangeAspect="1"/>
            </p:cNvPicPr>
            <p:nvPr>
              <p:custDataLst>
                <p:tags r:id="rId10"/>
              </p:custDataLst>
            </p:nvPr>
          </p:nvPicPr>
          <p:blipFill rotWithShape="1">
            <a:blip r:embed="rId3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91" name="Line 29">
            <a:extLst>
              <a:ext uri="{FF2B5EF4-FFF2-40B4-BE49-F238E27FC236}">
                <a16:creationId xmlns:a16="http://schemas.microsoft.com/office/drawing/2014/main" id="{23C53485-18EB-4DC2-B132-10C8CA9C935C}"/>
              </a:ext>
            </a:extLst>
          </p:cNvPr>
          <p:cNvSpPr>
            <a:spLocks noChangeShapeType="1"/>
          </p:cNvSpPr>
          <p:nvPr/>
        </p:nvSpPr>
        <p:spPr bwMode="auto">
          <a:xfrm>
            <a:off x="5391448" y="2676218"/>
            <a:ext cx="663936"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92" name="Line 30">
            <a:extLst>
              <a:ext uri="{FF2B5EF4-FFF2-40B4-BE49-F238E27FC236}">
                <a16:creationId xmlns:a16="http://schemas.microsoft.com/office/drawing/2014/main" id="{1FEABE64-74D1-4B92-9C0D-3B08F5819E14}"/>
              </a:ext>
            </a:extLst>
          </p:cNvPr>
          <p:cNvSpPr>
            <a:spLocks noChangeShapeType="1"/>
          </p:cNvSpPr>
          <p:nvPr/>
        </p:nvSpPr>
        <p:spPr bwMode="auto">
          <a:xfrm>
            <a:off x="5391447" y="2727852"/>
            <a:ext cx="66393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93" name="Textfeld 92">
            <a:extLst>
              <a:ext uri="{FF2B5EF4-FFF2-40B4-BE49-F238E27FC236}">
                <a16:creationId xmlns:a16="http://schemas.microsoft.com/office/drawing/2014/main" id="{36E31FD6-EBD6-4033-AFAF-77479C73385C}"/>
              </a:ext>
            </a:extLst>
          </p:cNvPr>
          <p:cNvSpPr txBox="1"/>
          <p:nvPr/>
        </p:nvSpPr>
        <p:spPr>
          <a:xfrm>
            <a:off x="5540599" y="2530371"/>
            <a:ext cx="404872" cy="182265"/>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sp>
        <p:nvSpPr>
          <p:cNvPr id="7" name="Rechteck 6">
            <a:extLst>
              <a:ext uri="{FF2B5EF4-FFF2-40B4-BE49-F238E27FC236}">
                <a16:creationId xmlns:a16="http://schemas.microsoft.com/office/drawing/2014/main" id="{B92F17E0-6444-6219-7C84-19B13BCDCC4E}"/>
              </a:ext>
            </a:extLst>
          </p:cNvPr>
          <p:cNvSpPr/>
          <p:nvPr/>
        </p:nvSpPr>
        <p:spPr>
          <a:xfrm>
            <a:off x="4660563" y="2204129"/>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 name="Rechteck 7">
            <a:extLst>
              <a:ext uri="{FF2B5EF4-FFF2-40B4-BE49-F238E27FC236}">
                <a16:creationId xmlns:a16="http://schemas.microsoft.com/office/drawing/2014/main" id="{5CD790B5-05DA-9FC6-DD04-CBA7A47B144A}"/>
              </a:ext>
            </a:extLst>
          </p:cNvPr>
          <p:cNvSpPr/>
          <p:nvPr/>
        </p:nvSpPr>
        <p:spPr>
          <a:xfrm>
            <a:off x="6098416" y="2206552"/>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9" name="Rechteck 8">
            <a:extLst>
              <a:ext uri="{FF2B5EF4-FFF2-40B4-BE49-F238E27FC236}">
                <a16:creationId xmlns:a16="http://schemas.microsoft.com/office/drawing/2014/main" id="{9845C40E-7F53-4BB3-FEA6-0C8FA765248C}"/>
              </a:ext>
            </a:extLst>
          </p:cNvPr>
          <p:cNvSpPr/>
          <p:nvPr/>
        </p:nvSpPr>
        <p:spPr>
          <a:xfrm>
            <a:off x="4110492" y="4613560"/>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10">
            <a:extLst>
              <a:ext uri="{FF2B5EF4-FFF2-40B4-BE49-F238E27FC236}">
                <a16:creationId xmlns:a16="http://schemas.microsoft.com/office/drawing/2014/main" id="{30DACCCF-3209-A194-24A9-EABE28E4066D}"/>
              </a:ext>
            </a:extLst>
          </p:cNvPr>
          <p:cNvSpPr/>
          <p:nvPr/>
        </p:nvSpPr>
        <p:spPr>
          <a:xfrm>
            <a:off x="5628147" y="3298439"/>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2" name="Rechteck 11">
            <a:extLst>
              <a:ext uri="{FF2B5EF4-FFF2-40B4-BE49-F238E27FC236}">
                <a16:creationId xmlns:a16="http://schemas.microsoft.com/office/drawing/2014/main" id="{FBE1BF9E-95D5-48AB-7B22-5F473129CF0C}"/>
              </a:ext>
            </a:extLst>
          </p:cNvPr>
          <p:cNvSpPr/>
          <p:nvPr/>
        </p:nvSpPr>
        <p:spPr>
          <a:xfrm>
            <a:off x="7450813" y="4127571"/>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custDataLst>
      <p:tags r:id="rId1"/>
    </p:custDataLst>
    <p:extLst>
      <p:ext uri="{BB962C8B-B14F-4D97-AF65-F5344CB8AC3E}">
        <p14:creationId xmlns:p14="http://schemas.microsoft.com/office/powerpoint/2010/main" val="807292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968903E-0A16-8320-5B2C-6FC6DBF1A451}"/>
              </a:ext>
            </a:extLst>
          </p:cNvPr>
          <p:cNvSpPr/>
          <p:nvPr/>
        </p:nvSpPr>
        <p:spPr bwMode="auto">
          <a:xfrm>
            <a:off x="626738" y="1450419"/>
            <a:ext cx="11235313" cy="4893694"/>
          </a:xfrm>
          <a:prstGeom prst="rect">
            <a:avLst/>
          </a:prstGeom>
          <a:solidFill>
            <a:schemeClr val="tx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aphicFrame>
        <p:nvGraphicFramePr>
          <p:cNvPr id="6" name="Objekt 5" hidden="1">
            <a:extLst>
              <a:ext uri="{FF2B5EF4-FFF2-40B4-BE49-F238E27FC236}">
                <a16:creationId xmlns:a16="http://schemas.microsoft.com/office/drawing/2014/main" id="{8F9D37E5-ACDE-475D-8701-D926E74F39D6}"/>
              </a:ext>
            </a:extLst>
          </p:cNvPr>
          <p:cNvGraphicFramePr>
            <a:graphicFrameLocks noChangeAspect="1"/>
          </p:cNvGraphicFramePr>
          <p:nvPr>
            <p:custDataLst>
              <p:tags r:id="rId2"/>
            </p:custDataLst>
            <p:extLst>
              <p:ext uri="{D42A27DB-BD31-4B8C-83A1-F6EECF244321}">
                <p14:modId xmlns:p14="http://schemas.microsoft.com/office/powerpoint/2010/main" val="1038422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1" imgW="532" imgH="533" progId="TCLayout.ActiveDocument.1">
                  <p:embed/>
                </p:oleObj>
              </mc:Choice>
              <mc:Fallback>
                <p:oleObj name="think-cell Folie" r:id="rId21" imgW="532" imgH="533" progId="TCLayout.ActiveDocument.1">
                  <p:embed/>
                  <p:pic>
                    <p:nvPicPr>
                      <p:cNvPr id="6" name="Objekt 5" hidden="1">
                        <a:extLst>
                          <a:ext uri="{FF2B5EF4-FFF2-40B4-BE49-F238E27FC236}">
                            <a16:creationId xmlns:a16="http://schemas.microsoft.com/office/drawing/2014/main" id="{8F9D37E5-ACDE-475D-8701-D926E74F39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cxnSp>
        <p:nvCxnSpPr>
          <p:cNvPr id="128" name="Gerade Verbindung 132">
            <a:extLst>
              <a:ext uri="{FF2B5EF4-FFF2-40B4-BE49-F238E27FC236}">
                <a16:creationId xmlns:a16="http://schemas.microsoft.com/office/drawing/2014/main" id="{0B46818A-2D9F-4A2F-A180-50A9320DACA1}"/>
              </a:ext>
            </a:extLst>
          </p:cNvPr>
          <p:cNvCxnSpPr/>
          <p:nvPr/>
        </p:nvCxnSpPr>
        <p:spPr bwMode="auto">
          <a:xfrm>
            <a:off x="5724378" y="3133697"/>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3" name="product_simatic-s7-1500-control-unit.png">
            <a:extLst>
              <a:ext uri="{FF2B5EF4-FFF2-40B4-BE49-F238E27FC236}">
                <a16:creationId xmlns:a16="http://schemas.microsoft.com/office/drawing/2014/main" id="{B98AEEDA-4FFC-4C29-AC65-B3C0A10D363E}"/>
              </a:ext>
            </a:extLst>
          </p:cNvPr>
          <p:cNvPicPr>
            <a:picLocks noChangeAspect="1"/>
          </p:cNvPicPr>
          <p:nvPr>
            <p:custDataLst>
              <p:tags r:id="rId3"/>
            </p:custDataLst>
          </p:nvPr>
        </p:nvPicPr>
        <p:blipFill>
          <a:blip r:embed="rId23" cstate="print">
            <a:extLst>
              <a:ext uri="{28A0092B-C50C-407E-A947-70E740481C1C}">
                <a14:useLocalDpi xmlns:a14="http://schemas.microsoft.com/office/drawing/2010/main" val="0"/>
              </a:ext>
            </a:extLst>
          </a:blip>
          <a:stretch>
            <a:fillRect/>
          </a:stretch>
        </p:blipFill>
        <p:spPr>
          <a:xfrm>
            <a:off x="5475924" y="3263269"/>
            <a:ext cx="496907" cy="511711"/>
          </a:xfrm>
          <a:prstGeom prst="rect">
            <a:avLst/>
          </a:prstGeom>
        </p:spPr>
      </p:pic>
      <p:sp>
        <p:nvSpPr>
          <p:cNvPr id="105" name="Rechteck 104"/>
          <p:cNvSpPr/>
          <p:nvPr/>
        </p:nvSpPr>
        <p:spPr bwMode="auto">
          <a:xfrm>
            <a:off x="626738" y="1450419"/>
            <a:ext cx="11082913" cy="4748914"/>
          </a:xfrm>
          <a:prstGeom prst="rect">
            <a:avLst/>
          </a:prstGeom>
          <a:no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 name="Titel 3"/>
          <p:cNvSpPr>
            <a:spLocks noGrp="1"/>
          </p:cNvSpPr>
          <p:nvPr>
            <p:ph type="title"/>
          </p:nvPr>
        </p:nvSpPr>
        <p:spPr/>
        <p:txBody>
          <a:bodyPr vert="horz"/>
          <a:lstStyle/>
          <a:p>
            <a:r>
              <a:rPr lang="en-US" altLang="de-DE" dirty="0"/>
              <a:t>Network configuration with S7-1500 R/H</a:t>
            </a:r>
            <a:br>
              <a:rPr lang="en-US" altLang="de-DE" dirty="0"/>
            </a:br>
            <a:r>
              <a:rPr lang="en-US" b="0" dirty="0"/>
              <a:t>Connection of PROFIBUS DP slaves</a:t>
            </a:r>
          </a:p>
        </p:txBody>
      </p:sp>
      <p:sp>
        <p:nvSpPr>
          <p:cNvPr id="3" name="Fußzeilenplatzhalter 2">
            <a:extLst>
              <a:ext uri="{FF2B5EF4-FFF2-40B4-BE49-F238E27FC236}">
                <a16:creationId xmlns:a16="http://schemas.microsoft.com/office/drawing/2014/main" id="{6FCA71D7-BA9E-490E-AA69-1D57A0EBC6A4}"/>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97" name="Ellipse 96"/>
          <p:cNvSpPr/>
          <p:nvPr/>
        </p:nvSpPr>
        <p:spPr bwMode="auto">
          <a:xfrm>
            <a:off x="2634872" y="3099781"/>
            <a:ext cx="5073921" cy="1223124"/>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106" name="Rechteck 105"/>
          <p:cNvSpPr/>
          <p:nvPr/>
        </p:nvSpPr>
        <p:spPr bwMode="auto">
          <a:xfrm>
            <a:off x="6162723" y="3054725"/>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07" name="Gerade Verbindung 106"/>
          <p:cNvCxnSpPr/>
          <p:nvPr/>
        </p:nvCxnSpPr>
        <p:spPr bwMode="auto">
          <a:xfrm>
            <a:off x="6262066" y="2670466"/>
            <a:ext cx="0" cy="501117"/>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Gerade Verbindung 107"/>
          <p:cNvCxnSpPr/>
          <p:nvPr/>
        </p:nvCxnSpPr>
        <p:spPr bwMode="auto">
          <a:xfrm>
            <a:off x="6152959" y="2703477"/>
            <a:ext cx="9763"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Gerade Verbindung 109"/>
          <p:cNvCxnSpPr/>
          <p:nvPr/>
        </p:nvCxnSpPr>
        <p:spPr bwMode="auto">
          <a:xfrm>
            <a:off x="4711028" y="2641904"/>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Gerade Verbindung 122"/>
          <p:cNvCxnSpPr/>
          <p:nvPr/>
        </p:nvCxnSpPr>
        <p:spPr bwMode="auto">
          <a:xfrm>
            <a:off x="4813332" y="2757287"/>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1" name="Gruppieren 150">
            <a:extLst>
              <a:ext uri="{FF2B5EF4-FFF2-40B4-BE49-F238E27FC236}">
                <a16:creationId xmlns:a16="http://schemas.microsoft.com/office/drawing/2014/main" id="{361A28F4-E9B0-46F4-A417-E605697314F6}"/>
              </a:ext>
            </a:extLst>
          </p:cNvPr>
          <p:cNvGrpSpPr/>
          <p:nvPr/>
        </p:nvGrpSpPr>
        <p:grpSpPr>
          <a:xfrm>
            <a:off x="3318592" y="4096671"/>
            <a:ext cx="125934" cy="447756"/>
            <a:chOff x="7094633" y="3873495"/>
            <a:chExt cx="126000" cy="447989"/>
          </a:xfrm>
        </p:grpSpPr>
        <p:cxnSp>
          <p:nvCxnSpPr>
            <p:cNvPr id="152" name="Gerade Verbindung 132">
              <a:extLst>
                <a:ext uri="{FF2B5EF4-FFF2-40B4-BE49-F238E27FC236}">
                  <a16:creationId xmlns:a16="http://schemas.microsoft.com/office/drawing/2014/main" id="{ECBD3183-E091-4E87-B1F7-21289639D2BD}"/>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Rechteck 152">
              <a:extLst>
                <a:ext uri="{FF2B5EF4-FFF2-40B4-BE49-F238E27FC236}">
                  <a16:creationId xmlns:a16="http://schemas.microsoft.com/office/drawing/2014/main" id="{592D8A51-B003-44D4-8D98-ECB3DBA606DA}"/>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54" name="Gruppieren 153">
            <a:extLst>
              <a:ext uri="{FF2B5EF4-FFF2-40B4-BE49-F238E27FC236}">
                <a16:creationId xmlns:a16="http://schemas.microsoft.com/office/drawing/2014/main" id="{EA9404F3-CF79-432D-A198-78D5A0043D96}"/>
              </a:ext>
            </a:extLst>
          </p:cNvPr>
          <p:cNvGrpSpPr/>
          <p:nvPr/>
        </p:nvGrpSpPr>
        <p:grpSpPr>
          <a:xfrm>
            <a:off x="3318592" y="4346832"/>
            <a:ext cx="317859" cy="455031"/>
            <a:chOff x="2287722" y="4432346"/>
            <a:chExt cx="318025" cy="455268"/>
          </a:xfrm>
        </p:grpSpPr>
        <p:pic>
          <p:nvPicPr>
            <p:cNvPr id="155" name="product_distributed-io.png">
              <a:extLst>
                <a:ext uri="{FF2B5EF4-FFF2-40B4-BE49-F238E27FC236}">
                  <a16:creationId xmlns:a16="http://schemas.microsoft.com/office/drawing/2014/main" id="{7CBB8758-8AFC-4A65-9E1C-CF4CB3B5CB53}"/>
                </a:ext>
              </a:extLst>
            </p:cNvPr>
            <p:cNvPicPr>
              <a:picLocks noChangeAspect="1"/>
            </p:cNvPicPr>
            <p:nvPr>
              <p:custDataLst>
                <p:tags r:id="rId17"/>
              </p:custDataLst>
            </p:nvPr>
          </p:nvPicPr>
          <p:blipFill rotWithShape="1">
            <a:blip r:embed="rId24" cstate="print">
              <a:extLst>
                <a:ext uri="{28A0092B-C50C-407E-A947-70E740481C1C}">
                  <a14:useLocalDpi xmlns:a14="http://schemas.microsoft.com/office/drawing/2010/main" val="0"/>
                </a:ext>
              </a:extLst>
            </a:blip>
            <a:srcRect l="1" r="65334"/>
            <a:stretch/>
          </p:blipFill>
          <p:spPr>
            <a:xfrm>
              <a:off x="2287722" y="4432346"/>
              <a:ext cx="157822" cy="455268"/>
            </a:xfrm>
            <a:prstGeom prst="rect">
              <a:avLst/>
            </a:prstGeom>
          </p:spPr>
        </p:pic>
        <p:pic>
          <p:nvPicPr>
            <p:cNvPr id="156" name="product_distributed-io.png">
              <a:extLst>
                <a:ext uri="{FF2B5EF4-FFF2-40B4-BE49-F238E27FC236}">
                  <a16:creationId xmlns:a16="http://schemas.microsoft.com/office/drawing/2014/main" id="{47E28198-D9DA-4C83-A739-3C7E0D675909}"/>
                </a:ext>
              </a:extLst>
            </p:cNvPr>
            <p:cNvPicPr>
              <a:picLocks noChangeAspect="1"/>
            </p:cNvPicPr>
            <p:nvPr>
              <p:custDataLst>
                <p:tags r:id="rId18"/>
              </p:custDataLst>
            </p:nvPr>
          </p:nvPicPr>
          <p:blipFill rotWithShape="1">
            <a:blip r:embed="rId24" cstate="print">
              <a:extLst>
                <a:ext uri="{28A0092B-C50C-407E-A947-70E740481C1C}">
                  <a14:useLocalDpi xmlns:a14="http://schemas.microsoft.com/office/drawing/2010/main" val="0"/>
                </a:ext>
              </a:extLst>
            </a:blip>
            <a:srcRect l="1" r="65334"/>
            <a:stretch/>
          </p:blipFill>
          <p:spPr>
            <a:xfrm>
              <a:off x="2447925" y="4432346"/>
              <a:ext cx="157822" cy="455268"/>
            </a:xfrm>
            <a:prstGeom prst="rect">
              <a:avLst/>
            </a:prstGeom>
          </p:spPr>
        </p:pic>
      </p:grpSp>
      <p:cxnSp>
        <p:nvCxnSpPr>
          <p:cNvPr id="157" name="Gewinkelte Verbindung 9">
            <a:extLst>
              <a:ext uri="{FF2B5EF4-FFF2-40B4-BE49-F238E27FC236}">
                <a16:creationId xmlns:a16="http://schemas.microsoft.com/office/drawing/2014/main" id="{8458CE1F-7360-4D9F-B369-03EED88F7E0C}"/>
              </a:ext>
            </a:extLst>
          </p:cNvPr>
          <p:cNvCxnSpPr>
            <a:stCxn id="156" idx="2"/>
          </p:cNvCxnSpPr>
          <p:nvPr/>
        </p:nvCxnSpPr>
        <p:spPr bwMode="auto">
          <a:xfrm rot="16200000" flipH="1">
            <a:off x="3666295" y="4693149"/>
            <a:ext cx="436468" cy="653894"/>
          </a:xfrm>
          <a:prstGeom prst="bentConnector2">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Gerade Verbindung 156">
            <a:extLst>
              <a:ext uri="{FF2B5EF4-FFF2-40B4-BE49-F238E27FC236}">
                <a16:creationId xmlns:a16="http://schemas.microsoft.com/office/drawing/2014/main" id="{5970A0DF-4372-4D98-85C5-226CF8F1C096}"/>
              </a:ext>
            </a:extLst>
          </p:cNvPr>
          <p:cNvCxnSpPr/>
          <p:nvPr/>
        </p:nvCxnSpPr>
        <p:spPr bwMode="auto">
          <a:xfrm flipV="1">
            <a:off x="4199233" y="4931451"/>
            <a:ext cx="0" cy="30688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9" name="Gruppieren 178">
            <a:extLst>
              <a:ext uri="{FF2B5EF4-FFF2-40B4-BE49-F238E27FC236}">
                <a16:creationId xmlns:a16="http://schemas.microsoft.com/office/drawing/2014/main" id="{519DAFD1-ACA7-4D6C-8A69-0C9D3F4785EF}"/>
              </a:ext>
            </a:extLst>
          </p:cNvPr>
          <p:cNvGrpSpPr/>
          <p:nvPr/>
        </p:nvGrpSpPr>
        <p:grpSpPr>
          <a:xfrm>
            <a:off x="3063517" y="4350731"/>
            <a:ext cx="276749" cy="192147"/>
            <a:chOff x="9023050" y="3816544"/>
            <a:chExt cx="276893" cy="192247"/>
          </a:xfrm>
        </p:grpSpPr>
        <p:sp>
          <p:nvSpPr>
            <p:cNvPr id="180" name="Rechteck 179">
              <a:extLst>
                <a:ext uri="{FF2B5EF4-FFF2-40B4-BE49-F238E27FC236}">
                  <a16:creationId xmlns:a16="http://schemas.microsoft.com/office/drawing/2014/main" id="{A6CDE809-CBC1-40AC-954F-85A2651EE6F2}"/>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181" name="Textfeld 180">
              <a:extLst>
                <a:ext uri="{FF2B5EF4-FFF2-40B4-BE49-F238E27FC236}">
                  <a16:creationId xmlns:a16="http://schemas.microsoft.com/office/drawing/2014/main" id="{507C889D-DB55-463B-825C-4EDC3D60D8EE}"/>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S2</a:t>
              </a:r>
            </a:p>
          </p:txBody>
        </p:sp>
      </p:grpSp>
      <p:pic>
        <p:nvPicPr>
          <p:cNvPr id="94" name="product_simatic-s7-1500-control-unit.png">
            <a:extLst>
              <a:ext uri="{FF2B5EF4-FFF2-40B4-BE49-F238E27FC236}">
                <a16:creationId xmlns:a16="http://schemas.microsoft.com/office/drawing/2014/main" id="{239A59F5-825D-447C-8D74-7B41F525CA2B}"/>
              </a:ext>
            </a:extLst>
          </p:cNvPr>
          <p:cNvPicPr>
            <a:picLocks noChangeAspect="1"/>
          </p:cNvPicPr>
          <p:nvPr>
            <p:custDataLst>
              <p:tags r:id="rId4"/>
            </p:custDataLst>
          </p:nvPr>
        </p:nvPicPr>
        <p:blipFill>
          <a:blip r:embed="rId23" cstate="print">
            <a:extLst>
              <a:ext uri="{28A0092B-C50C-407E-A947-70E740481C1C}">
                <a14:useLocalDpi xmlns:a14="http://schemas.microsoft.com/office/drawing/2010/main" val="0"/>
              </a:ext>
            </a:extLst>
          </a:blip>
          <a:stretch>
            <a:fillRect/>
          </a:stretch>
        </p:blipFill>
        <p:spPr>
          <a:xfrm>
            <a:off x="3949996" y="4574293"/>
            <a:ext cx="496907" cy="511711"/>
          </a:xfrm>
          <a:prstGeom prst="rect">
            <a:avLst/>
          </a:prstGeom>
        </p:spPr>
      </p:pic>
      <p:grpSp>
        <p:nvGrpSpPr>
          <p:cNvPr id="200" name="Gruppieren 199">
            <a:extLst>
              <a:ext uri="{FF2B5EF4-FFF2-40B4-BE49-F238E27FC236}">
                <a16:creationId xmlns:a16="http://schemas.microsoft.com/office/drawing/2014/main" id="{EA7E943B-27EE-4F99-9289-420A22EA92F0}"/>
              </a:ext>
            </a:extLst>
          </p:cNvPr>
          <p:cNvGrpSpPr/>
          <p:nvPr/>
        </p:nvGrpSpPr>
        <p:grpSpPr>
          <a:xfrm>
            <a:off x="5877907" y="3258931"/>
            <a:ext cx="276749" cy="192147"/>
            <a:chOff x="9023050" y="3816544"/>
            <a:chExt cx="276893" cy="192247"/>
          </a:xfrm>
        </p:grpSpPr>
        <p:sp>
          <p:nvSpPr>
            <p:cNvPr id="201" name="Rechteck 200">
              <a:extLst>
                <a:ext uri="{FF2B5EF4-FFF2-40B4-BE49-F238E27FC236}">
                  <a16:creationId xmlns:a16="http://schemas.microsoft.com/office/drawing/2014/main" id="{5B3BC2B6-8F82-4360-9C59-C407DD08AE9E}"/>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02" name="Textfeld 201">
              <a:extLst>
                <a:ext uri="{FF2B5EF4-FFF2-40B4-BE49-F238E27FC236}">
                  <a16:creationId xmlns:a16="http://schemas.microsoft.com/office/drawing/2014/main" id="{2D25EE59-E50B-4B3A-BD3E-F5F33979059C}"/>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S1</a:t>
              </a:r>
            </a:p>
          </p:txBody>
        </p:sp>
      </p:grpSp>
      <p:sp>
        <p:nvSpPr>
          <p:cNvPr id="129" name="Rechteck 128">
            <a:extLst>
              <a:ext uri="{FF2B5EF4-FFF2-40B4-BE49-F238E27FC236}">
                <a16:creationId xmlns:a16="http://schemas.microsoft.com/office/drawing/2014/main" id="{F97B6C34-D5EE-436E-916E-4F72BD5BDAA9}"/>
              </a:ext>
            </a:extLst>
          </p:cNvPr>
          <p:cNvSpPr/>
          <p:nvPr/>
        </p:nvSpPr>
        <p:spPr bwMode="auto">
          <a:xfrm>
            <a:off x="5661410" y="3051463"/>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204" name="Rechteck 203">
            <a:extLst>
              <a:ext uri="{FF2B5EF4-FFF2-40B4-BE49-F238E27FC236}">
                <a16:creationId xmlns:a16="http://schemas.microsoft.com/office/drawing/2014/main" id="{DF9F9A49-7D2B-44BB-A980-61D6CA25F6ED}"/>
              </a:ext>
            </a:extLst>
          </p:cNvPr>
          <p:cNvSpPr/>
          <p:nvPr/>
        </p:nvSpPr>
        <p:spPr bwMode="auto">
          <a:xfrm>
            <a:off x="4724933" y="3042021"/>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nvGrpSpPr>
          <p:cNvPr id="67" name="Gruppieren 66">
            <a:extLst>
              <a:ext uri="{FF2B5EF4-FFF2-40B4-BE49-F238E27FC236}">
                <a16:creationId xmlns:a16="http://schemas.microsoft.com/office/drawing/2014/main" id="{EC87CF93-1373-4378-BEA7-24098F023EA7}"/>
              </a:ext>
            </a:extLst>
          </p:cNvPr>
          <p:cNvGrpSpPr/>
          <p:nvPr/>
        </p:nvGrpSpPr>
        <p:grpSpPr>
          <a:xfrm>
            <a:off x="4566507" y="4875121"/>
            <a:ext cx="125934" cy="398635"/>
            <a:chOff x="7763282" y="4615733"/>
            <a:chExt cx="126000" cy="398843"/>
          </a:xfrm>
        </p:grpSpPr>
        <p:cxnSp>
          <p:nvCxnSpPr>
            <p:cNvPr id="68" name="Gerade Verbindung 160">
              <a:extLst>
                <a:ext uri="{FF2B5EF4-FFF2-40B4-BE49-F238E27FC236}">
                  <a16:creationId xmlns:a16="http://schemas.microsoft.com/office/drawing/2014/main" id="{082BB7E2-9A9E-4BF5-BBB4-DEB716C929DA}"/>
                </a:ext>
              </a:extLst>
            </p:cNvPr>
            <p:cNvCxnSpPr/>
            <p:nvPr/>
          </p:nvCxnSpPr>
          <p:spPr bwMode="auto">
            <a:xfrm flipV="1">
              <a:off x="7826281" y="4615733"/>
              <a:ext cx="0" cy="307040"/>
            </a:xfrm>
            <a:prstGeom prst="line">
              <a:avLst/>
            </a:pr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Rechteck 68">
              <a:extLst>
                <a:ext uri="{FF2B5EF4-FFF2-40B4-BE49-F238E27FC236}">
                  <a16:creationId xmlns:a16="http://schemas.microsoft.com/office/drawing/2014/main" id="{49084445-86EB-43E3-937B-E80805ED65D4}"/>
                </a:ext>
              </a:extLst>
            </p:cNvPr>
            <p:cNvSpPr/>
            <p:nvPr/>
          </p:nvSpPr>
          <p:spPr bwMode="auto">
            <a:xfrm rot="10800000">
              <a:off x="7763282" y="4888576"/>
              <a:ext cx="126000" cy="126000"/>
            </a:xfrm>
            <a:prstGeom prst="rect">
              <a:avLst/>
            </a:prstGeom>
            <a:solidFill>
              <a:srgbClr val="AF235F"/>
            </a:solidFill>
            <a:ln w="9525" cap="flat" cmpd="sng" algn="ctr">
              <a:solidFill>
                <a:srgbClr val="AF235F"/>
              </a:solidFill>
              <a:prstDash val="solid"/>
              <a:round/>
              <a:headEnd type="none" w="med" len="med"/>
              <a:tailEnd type="none" w="med" len="med"/>
            </a:ln>
            <a:effectLst/>
          </p:spPr>
          <p:txBody>
            <a:bodyPr rtlCol="0" anchor="ctr"/>
            <a:lstStyle/>
            <a:p>
              <a:pPr algn="ctr"/>
              <a:endParaRPr lang="en-US" sz="1199" b="1" dirty="0"/>
            </a:p>
          </p:txBody>
        </p:sp>
      </p:grpSp>
      <p:pic>
        <p:nvPicPr>
          <p:cNvPr id="70" name="product_distributed-io.png">
            <a:extLst>
              <a:ext uri="{FF2B5EF4-FFF2-40B4-BE49-F238E27FC236}">
                <a16:creationId xmlns:a16="http://schemas.microsoft.com/office/drawing/2014/main" id="{9D977155-28AA-4D1D-9674-EDA854C69CDF}"/>
              </a:ext>
            </a:extLst>
          </p:cNvPr>
          <p:cNvPicPr>
            <a:picLocks noChangeAspect="1"/>
          </p:cNvPicPr>
          <p:nvPr>
            <p:custDataLst>
              <p:tags r:id="rId5"/>
            </p:custDataLst>
          </p:nvPr>
        </p:nvPicPr>
        <p:blipFill>
          <a:blip r:embed="rId24" cstate="print">
            <a:extLst>
              <a:ext uri="{28A0092B-C50C-407E-A947-70E740481C1C}">
                <a14:useLocalDpi xmlns:a14="http://schemas.microsoft.com/office/drawing/2010/main" val="0"/>
              </a:ext>
            </a:extLst>
          </a:blip>
          <a:stretch>
            <a:fillRect/>
          </a:stretch>
        </p:blipFill>
        <p:spPr>
          <a:xfrm>
            <a:off x="4585817" y="4581827"/>
            <a:ext cx="455031" cy="455031"/>
          </a:xfrm>
          <a:prstGeom prst="rect">
            <a:avLst/>
          </a:prstGeom>
        </p:spPr>
      </p:pic>
      <p:sp>
        <p:nvSpPr>
          <p:cNvPr id="7" name="Freihandform: Form 6">
            <a:extLst>
              <a:ext uri="{FF2B5EF4-FFF2-40B4-BE49-F238E27FC236}">
                <a16:creationId xmlns:a16="http://schemas.microsoft.com/office/drawing/2014/main" id="{B5155A04-6D5B-4B25-BB96-6116EBF22066}"/>
              </a:ext>
            </a:extLst>
          </p:cNvPr>
          <p:cNvSpPr/>
          <p:nvPr/>
        </p:nvSpPr>
        <p:spPr bwMode="auto">
          <a:xfrm>
            <a:off x="4270241" y="5093427"/>
            <a:ext cx="860612" cy="144705"/>
          </a:xfrm>
          <a:custGeom>
            <a:avLst/>
            <a:gdLst>
              <a:gd name="connsiteX0" fmla="*/ 0 w 861060"/>
              <a:gd name="connsiteY0" fmla="*/ 0 h 144780"/>
              <a:gd name="connsiteX1" fmla="*/ 0 w 861060"/>
              <a:gd name="connsiteY1" fmla="*/ 144780 h 144780"/>
              <a:gd name="connsiteX2" fmla="*/ 861060 w 861060"/>
              <a:gd name="connsiteY2" fmla="*/ 144780 h 144780"/>
            </a:gdLst>
            <a:ahLst/>
            <a:cxnLst>
              <a:cxn ang="0">
                <a:pos x="connsiteX0" y="connsiteY0"/>
              </a:cxn>
              <a:cxn ang="0">
                <a:pos x="connsiteX1" y="connsiteY1"/>
              </a:cxn>
              <a:cxn ang="0">
                <a:pos x="connsiteX2" y="connsiteY2"/>
              </a:cxn>
            </a:cxnLst>
            <a:rect l="l" t="t" r="r" b="b"/>
            <a:pathLst>
              <a:path w="861060" h="144780">
                <a:moveTo>
                  <a:pt x="0" y="0"/>
                </a:moveTo>
                <a:lnTo>
                  <a:pt x="0" y="144780"/>
                </a:lnTo>
                <a:lnTo>
                  <a:pt x="861060" y="144780"/>
                </a:lnTo>
              </a:path>
            </a:pathLst>
          </a:cu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sp>
        <p:nvSpPr>
          <p:cNvPr id="8" name="Textfeld 7">
            <a:extLst>
              <a:ext uri="{FF2B5EF4-FFF2-40B4-BE49-F238E27FC236}">
                <a16:creationId xmlns:a16="http://schemas.microsoft.com/office/drawing/2014/main" id="{675BC1EB-0A3C-45AE-91E7-582FF722F8B2}"/>
              </a:ext>
            </a:extLst>
          </p:cNvPr>
          <p:cNvSpPr txBox="1"/>
          <p:nvPr/>
        </p:nvSpPr>
        <p:spPr>
          <a:xfrm>
            <a:off x="4752262" y="5253777"/>
            <a:ext cx="431823" cy="105407"/>
          </a:xfrm>
          <a:prstGeom prst="rect">
            <a:avLst/>
          </a:prstGeom>
          <a:noFill/>
        </p:spPr>
        <p:txBody>
          <a:bodyPr vert="horz" wrap="none" lIns="0" tIns="0" rIns="0" bIns="0" rtlCol="0">
            <a:noAutofit/>
          </a:bodyPr>
          <a:lstStyle/>
          <a:p>
            <a:pPr fontAlgn="base">
              <a:lnSpc>
                <a:spcPct val="110000"/>
              </a:lnSpc>
              <a:spcAft>
                <a:spcPct val="0"/>
              </a:spcAft>
            </a:pPr>
            <a:r>
              <a:rPr lang="en-US" sz="600" dirty="0">
                <a:solidFill>
                  <a:srgbClr val="000000"/>
                </a:solidFill>
                <a:latin typeface="Arial"/>
                <a:ea typeface="Arial Unicode MS" panose="020B0604020202020204" pitchFamily="34" charset="-128"/>
                <a:cs typeface="Arial Unicode MS" panose="020B0604020202020204" pitchFamily="34" charset="-128"/>
              </a:rPr>
              <a:t>PROFIBUS</a:t>
            </a:r>
          </a:p>
        </p:txBody>
      </p:sp>
      <p:grpSp>
        <p:nvGrpSpPr>
          <p:cNvPr id="79" name="Gruppieren 78">
            <a:extLst>
              <a:ext uri="{FF2B5EF4-FFF2-40B4-BE49-F238E27FC236}">
                <a16:creationId xmlns:a16="http://schemas.microsoft.com/office/drawing/2014/main" id="{080E1ECE-054A-4C25-8A94-D4FD987E3E45}"/>
              </a:ext>
            </a:extLst>
          </p:cNvPr>
          <p:cNvGrpSpPr/>
          <p:nvPr/>
        </p:nvGrpSpPr>
        <p:grpSpPr>
          <a:xfrm>
            <a:off x="6177571" y="3686116"/>
            <a:ext cx="125934" cy="398635"/>
            <a:chOff x="7763282" y="4615733"/>
            <a:chExt cx="126000" cy="398843"/>
          </a:xfrm>
        </p:grpSpPr>
        <p:cxnSp>
          <p:nvCxnSpPr>
            <p:cNvPr id="80" name="Gerade Verbindung 160">
              <a:extLst>
                <a:ext uri="{FF2B5EF4-FFF2-40B4-BE49-F238E27FC236}">
                  <a16:creationId xmlns:a16="http://schemas.microsoft.com/office/drawing/2014/main" id="{6B9507AA-D765-45DE-B00F-AB1F10A04123}"/>
                </a:ext>
              </a:extLst>
            </p:cNvPr>
            <p:cNvCxnSpPr/>
            <p:nvPr/>
          </p:nvCxnSpPr>
          <p:spPr bwMode="auto">
            <a:xfrm flipV="1">
              <a:off x="7826281" y="4615733"/>
              <a:ext cx="0" cy="307040"/>
            </a:xfrm>
            <a:prstGeom prst="line">
              <a:avLst/>
            </a:pr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Rechteck 80">
              <a:extLst>
                <a:ext uri="{FF2B5EF4-FFF2-40B4-BE49-F238E27FC236}">
                  <a16:creationId xmlns:a16="http://schemas.microsoft.com/office/drawing/2014/main" id="{D91D0502-5753-4479-88FE-F91AA586D6E4}"/>
                </a:ext>
              </a:extLst>
            </p:cNvPr>
            <p:cNvSpPr/>
            <p:nvPr/>
          </p:nvSpPr>
          <p:spPr bwMode="auto">
            <a:xfrm rot="10800000">
              <a:off x="7763282" y="4888576"/>
              <a:ext cx="126000" cy="126000"/>
            </a:xfrm>
            <a:prstGeom prst="rect">
              <a:avLst/>
            </a:prstGeom>
            <a:solidFill>
              <a:srgbClr val="AF235F"/>
            </a:solidFill>
            <a:ln w="9525" cap="flat" cmpd="sng" algn="ctr">
              <a:solidFill>
                <a:srgbClr val="AF235F"/>
              </a:solidFill>
              <a:prstDash val="solid"/>
              <a:round/>
              <a:headEnd type="none" w="med" len="med"/>
              <a:tailEnd type="none" w="med" len="med"/>
            </a:ln>
            <a:effectLst/>
          </p:spPr>
          <p:txBody>
            <a:bodyPr rtlCol="0" anchor="ctr"/>
            <a:lstStyle/>
            <a:p>
              <a:pPr algn="ctr"/>
              <a:endParaRPr lang="en-US" sz="1199" b="1" dirty="0"/>
            </a:p>
          </p:txBody>
        </p:sp>
      </p:grpSp>
      <p:pic>
        <p:nvPicPr>
          <p:cNvPr id="82" name="product_distributed-io.png">
            <a:extLst>
              <a:ext uri="{FF2B5EF4-FFF2-40B4-BE49-F238E27FC236}">
                <a16:creationId xmlns:a16="http://schemas.microsoft.com/office/drawing/2014/main" id="{C0EC168D-04DE-4057-8613-0E806BF11623}"/>
              </a:ext>
            </a:extLst>
          </p:cNvPr>
          <p:cNvPicPr>
            <a:picLocks noChangeAspect="1"/>
          </p:cNvPicPr>
          <p:nvPr>
            <p:custDataLst>
              <p:tags r:id="rId6"/>
            </p:custDataLst>
          </p:nvPr>
        </p:nvPicPr>
        <p:blipFill>
          <a:blip r:embed="rId24" cstate="print">
            <a:extLst>
              <a:ext uri="{28A0092B-C50C-407E-A947-70E740481C1C}">
                <a14:useLocalDpi xmlns:a14="http://schemas.microsoft.com/office/drawing/2010/main" val="0"/>
              </a:ext>
            </a:extLst>
          </a:blip>
          <a:stretch>
            <a:fillRect/>
          </a:stretch>
        </p:blipFill>
        <p:spPr>
          <a:xfrm>
            <a:off x="6196880" y="3392822"/>
            <a:ext cx="455031" cy="455031"/>
          </a:xfrm>
          <a:prstGeom prst="rect">
            <a:avLst/>
          </a:prstGeom>
        </p:spPr>
      </p:pic>
      <p:sp>
        <p:nvSpPr>
          <p:cNvPr id="83" name="Freihandform: Form 82">
            <a:extLst>
              <a:ext uri="{FF2B5EF4-FFF2-40B4-BE49-F238E27FC236}">
                <a16:creationId xmlns:a16="http://schemas.microsoft.com/office/drawing/2014/main" id="{F2E85B72-B79F-4A43-9C7B-ABF6850D6705}"/>
              </a:ext>
            </a:extLst>
          </p:cNvPr>
          <p:cNvSpPr/>
          <p:nvPr/>
        </p:nvSpPr>
        <p:spPr bwMode="auto">
          <a:xfrm>
            <a:off x="5741655" y="3786791"/>
            <a:ext cx="1059891" cy="250155"/>
          </a:xfrm>
          <a:custGeom>
            <a:avLst/>
            <a:gdLst>
              <a:gd name="connsiteX0" fmla="*/ 0 w 861060"/>
              <a:gd name="connsiteY0" fmla="*/ 0 h 144780"/>
              <a:gd name="connsiteX1" fmla="*/ 0 w 861060"/>
              <a:gd name="connsiteY1" fmla="*/ 144780 h 144780"/>
              <a:gd name="connsiteX2" fmla="*/ 861060 w 861060"/>
              <a:gd name="connsiteY2" fmla="*/ 144780 h 144780"/>
            </a:gdLst>
            <a:ahLst/>
            <a:cxnLst>
              <a:cxn ang="0">
                <a:pos x="connsiteX0" y="connsiteY0"/>
              </a:cxn>
              <a:cxn ang="0">
                <a:pos x="connsiteX1" y="connsiteY1"/>
              </a:cxn>
              <a:cxn ang="0">
                <a:pos x="connsiteX2" y="connsiteY2"/>
              </a:cxn>
            </a:cxnLst>
            <a:rect l="l" t="t" r="r" b="b"/>
            <a:pathLst>
              <a:path w="861060" h="144780">
                <a:moveTo>
                  <a:pt x="0" y="0"/>
                </a:moveTo>
                <a:lnTo>
                  <a:pt x="0" y="144780"/>
                </a:lnTo>
                <a:lnTo>
                  <a:pt x="861060" y="144780"/>
                </a:lnTo>
              </a:path>
            </a:pathLst>
          </a:cu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sp>
        <p:nvSpPr>
          <p:cNvPr id="84" name="Textfeld 83">
            <a:extLst>
              <a:ext uri="{FF2B5EF4-FFF2-40B4-BE49-F238E27FC236}">
                <a16:creationId xmlns:a16="http://schemas.microsoft.com/office/drawing/2014/main" id="{7290AB05-F959-4CC6-84AF-640753A44184}"/>
              </a:ext>
            </a:extLst>
          </p:cNvPr>
          <p:cNvSpPr txBox="1"/>
          <p:nvPr/>
        </p:nvSpPr>
        <p:spPr>
          <a:xfrm>
            <a:off x="6363326" y="4064772"/>
            <a:ext cx="431823" cy="105407"/>
          </a:xfrm>
          <a:prstGeom prst="rect">
            <a:avLst/>
          </a:prstGeom>
          <a:noFill/>
        </p:spPr>
        <p:txBody>
          <a:bodyPr vert="horz" wrap="none" lIns="0" tIns="0" rIns="0" bIns="0" rtlCol="0">
            <a:noAutofit/>
          </a:bodyPr>
          <a:lstStyle/>
          <a:p>
            <a:pPr fontAlgn="base">
              <a:lnSpc>
                <a:spcPct val="110000"/>
              </a:lnSpc>
              <a:spcAft>
                <a:spcPct val="0"/>
              </a:spcAft>
            </a:pPr>
            <a:r>
              <a:rPr lang="en-US" sz="600" dirty="0">
                <a:solidFill>
                  <a:srgbClr val="000000"/>
                </a:solidFill>
                <a:latin typeface="Arial"/>
                <a:ea typeface="Arial Unicode MS" panose="020B0604020202020204" pitchFamily="34" charset="-128"/>
                <a:cs typeface="Arial Unicode MS" panose="020B0604020202020204" pitchFamily="34" charset="-128"/>
              </a:rPr>
              <a:t>PROFIBUS</a:t>
            </a:r>
          </a:p>
        </p:txBody>
      </p:sp>
      <p:sp>
        <p:nvSpPr>
          <p:cNvPr id="9" name="Textfeld 8">
            <a:extLst>
              <a:ext uri="{FF2B5EF4-FFF2-40B4-BE49-F238E27FC236}">
                <a16:creationId xmlns:a16="http://schemas.microsoft.com/office/drawing/2014/main" id="{5BD82B44-1361-4B64-817C-78E6CAA029AF}"/>
              </a:ext>
            </a:extLst>
          </p:cNvPr>
          <p:cNvSpPr txBox="1"/>
          <p:nvPr/>
        </p:nvSpPr>
        <p:spPr>
          <a:xfrm>
            <a:off x="8039204" y="5947790"/>
            <a:ext cx="3742467" cy="257037"/>
          </a:xfrm>
          <a:prstGeom prst="rect">
            <a:avLst/>
          </a:prstGeom>
          <a:noFill/>
        </p:spPr>
        <p:txBody>
          <a:bodyPr vert="horz" wrap="none" lIns="0" tIns="0" rIns="0" bIns="0" rtlCol="0">
            <a:noAutofit/>
          </a:bodyPr>
          <a:lstStyle/>
          <a:p>
            <a:pPr>
              <a:lnSpc>
                <a:spcPct val="110000"/>
              </a:lnSpc>
            </a:pPr>
            <a:r>
              <a:rPr lang="en-US" sz="900" dirty="0">
                <a:solidFill>
                  <a:srgbClr val="000000"/>
                </a:solidFill>
                <a:latin typeface="Arial"/>
                <a:ea typeface="Arial Unicode MS" panose="020B0604020202020204" pitchFamily="34" charset="-128"/>
                <a:cs typeface="Arial Unicode MS" panose="020B0604020202020204" pitchFamily="34" charset="-128"/>
              </a:rPr>
              <a:t>Note: IE/PB Link and IE/PB LINK HA are currently not supported</a:t>
            </a:r>
          </a:p>
        </p:txBody>
      </p:sp>
      <p:cxnSp>
        <p:nvCxnSpPr>
          <p:cNvPr id="87" name="Gerade Verbindung 132">
            <a:extLst>
              <a:ext uri="{FF2B5EF4-FFF2-40B4-BE49-F238E27FC236}">
                <a16:creationId xmlns:a16="http://schemas.microsoft.com/office/drawing/2014/main" id="{377ACE64-12E6-4354-AC2E-3007F1C7D1BD}"/>
              </a:ext>
            </a:extLst>
          </p:cNvPr>
          <p:cNvCxnSpPr/>
          <p:nvPr/>
        </p:nvCxnSpPr>
        <p:spPr bwMode="auto">
          <a:xfrm>
            <a:off x="7546177" y="3956512"/>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8" name="product_simatic-s7-1500-control-unit.png">
            <a:extLst>
              <a:ext uri="{FF2B5EF4-FFF2-40B4-BE49-F238E27FC236}">
                <a16:creationId xmlns:a16="http://schemas.microsoft.com/office/drawing/2014/main" id="{CB7A4881-22C7-4851-9D5A-A0DD74409F66}"/>
              </a:ext>
            </a:extLst>
          </p:cNvPr>
          <p:cNvPicPr>
            <a:picLocks noChangeAspect="1"/>
          </p:cNvPicPr>
          <p:nvPr>
            <p:custDataLst>
              <p:tags r:id="rId7"/>
            </p:custDataLst>
          </p:nvPr>
        </p:nvPicPr>
        <p:blipFill>
          <a:blip r:embed="rId23" cstate="print">
            <a:extLst>
              <a:ext uri="{28A0092B-C50C-407E-A947-70E740481C1C}">
                <a14:useLocalDpi xmlns:a14="http://schemas.microsoft.com/office/drawing/2010/main" val="0"/>
              </a:ext>
            </a:extLst>
          </a:blip>
          <a:stretch>
            <a:fillRect/>
          </a:stretch>
        </p:blipFill>
        <p:spPr>
          <a:xfrm>
            <a:off x="7297723" y="4086084"/>
            <a:ext cx="496907" cy="511711"/>
          </a:xfrm>
          <a:prstGeom prst="rect">
            <a:avLst/>
          </a:prstGeom>
        </p:spPr>
      </p:pic>
      <p:sp>
        <p:nvSpPr>
          <p:cNvPr id="89" name="Rechteck 88">
            <a:extLst>
              <a:ext uri="{FF2B5EF4-FFF2-40B4-BE49-F238E27FC236}">
                <a16:creationId xmlns:a16="http://schemas.microsoft.com/office/drawing/2014/main" id="{AD8EA7C3-927A-42F5-A318-34952D6A50C6}"/>
              </a:ext>
            </a:extLst>
          </p:cNvPr>
          <p:cNvSpPr/>
          <p:nvPr/>
        </p:nvSpPr>
        <p:spPr bwMode="auto">
          <a:xfrm>
            <a:off x="7483209" y="3874278"/>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13" name="Freihandform: Form 112">
            <a:extLst>
              <a:ext uri="{FF2B5EF4-FFF2-40B4-BE49-F238E27FC236}">
                <a16:creationId xmlns:a16="http://schemas.microsoft.com/office/drawing/2014/main" id="{6281C85C-D6DC-496C-817D-3FFA313D3D6F}"/>
              </a:ext>
            </a:extLst>
          </p:cNvPr>
          <p:cNvSpPr/>
          <p:nvPr/>
        </p:nvSpPr>
        <p:spPr bwMode="auto">
          <a:xfrm>
            <a:off x="7636627" y="2414144"/>
            <a:ext cx="328054" cy="1826287"/>
          </a:xfrm>
          <a:custGeom>
            <a:avLst/>
            <a:gdLst>
              <a:gd name="connsiteX0" fmla="*/ 99060 w 426720"/>
              <a:gd name="connsiteY0" fmla="*/ 1760220 h 1760220"/>
              <a:gd name="connsiteX1" fmla="*/ 426720 w 426720"/>
              <a:gd name="connsiteY1" fmla="*/ 1760220 h 1760220"/>
              <a:gd name="connsiteX2" fmla="*/ 426720 w 426720"/>
              <a:gd name="connsiteY2" fmla="*/ 0 h 1760220"/>
              <a:gd name="connsiteX3" fmla="*/ 0 w 426720"/>
              <a:gd name="connsiteY3" fmla="*/ 0 h 1760220"/>
            </a:gdLst>
            <a:ahLst/>
            <a:cxnLst>
              <a:cxn ang="0">
                <a:pos x="connsiteX0" y="connsiteY0"/>
              </a:cxn>
              <a:cxn ang="0">
                <a:pos x="connsiteX1" y="connsiteY1"/>
              </a:cxn>
              <a:cxn ang="0">
                <a:pos x="connsiteX2" y="connsiteY2"/>
              </a:cxn>
              <a:cxn ang="0">
                <a:pos x="connsiteX3" y="connsiteY3"/>
              </a:cxn>
            </a:cxnLst>
            <a:rect l="l" t="t" r="r" b="b"/>
            <a:pathLst>
              <a:path w="426720" h="1760220">
                <a:moveTo>
                  <a:pt x="99060" y="1760220"/>
                </a:moveTo>
                <a:lnTo>
                  <a:pt x="426720" y="1760220"/>
                </a:lnTo>
                <a:lnTo>
                  <a:pt x="426720" y="0"/>
                </a:lnTo>
                <a:lnTo>
                  <a:pt x="0" y="0"/>
                </a:lnTo>
              </a:path>
            </a:pathLst>
          </a:custGeom>
          <a:noFill/>
          <a:ln w="19050">
            <a:solidFill>
              <a:srgbClr val="879628"/>
            </a:solidFill>
            <a:prstDash val="solid"/>
            <a:miter lim="800000"/>
            <a:headEnd type="arrow" w="med" len="med"/>
            <a:tailEnd type="arrow"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799" dirty="0"/>
          </a:p>
        </p:txBody>
      </p:sp>
      <p:sp>
        <p:nvSpPr>
          <p:cNvPr id="114" name="Textfeld 113">
            <a:extLst>
              <a:ext uri="{FF2B5EF4-FFF2-40B4-BE49-F238E27FC236}">
                <a16:creationId xmlns:a16="http://schemas.microsoft.com/office/drawing/2014/main" id="{8CC43C2A-2F6C-4175-8175-7B31466DDD50}"/>
              </a:ext>
            </a:extLst>
          </p:cNvPr>
          <p:cNvSpPr txBox="1"/>
          <p:nvPr/>
        </p:nvSpPr>
        <p:spPr>
          <a:xfrm rot="16200000">
            <a:off x="7003608" y="3043758"/>
            <a:ext cx="1813911" cy="215088"/>
          </a:xfrm>
          <a:prstGeom prst="rect">
            <a:avLst/>
          </a:prstGeom>
          <a:noFill/>
        </p:spPr>
        <p:txBody>
          <a:bodyPr vert="horz" wrap="none" lIns="0" tIns="0" rIns="0" bIns="0" rtlCol="0">
            <a:noAutofit/>
          </a:bodyPr>
          <a:lstStyle/>
          <a:p>
            <a:pPr fontAlgn="base">
              <a:lnSpc>
                <a:spcPct val="110000"/>
              </a:lnSpc>
              <a:spcAft>
                <a:spcPct val="0"/>
              </a:spcAft>
            </a:pPr>
            <a:r>
              <a:rPr lang="en-US" sz="900" dirty="0">
                <a:solidFill>
                  <a:srgbClr val="000000"/>
                </a:solidFill>
                <a:latin typeface="Arial"/>
                <a:ea typeface="Arial Unicode MS" panose="020B0604020202020204" pitchFamily="34" charset="-128"/>
                <a:cs typeface="Arial Unicode MS" panose="020B0604020202020204" pitchFamily="34" charset="-128"/>
              </a:rPr>
              <a:t>Open User Communication</a:t>
            </a:r>
          </a:p>
        </p:txBody>
      </p:sp>
      <p:grpSp>
        <p:nvGrpSpPr>
          <p:cNvPr id="115" name="Gruppieren 114">
            <a:extLst>
              <a:ext uri="{FF2B5EF4-FFF2-40B4-BE49-F238E27FC236}">
                <a16:creationId xmlns:a16="http://schemas.microsoft.com/office/drawing/2014/main" id="{583F5218-A9F6-4DA8-AD1A-BBFB7DC218FF}"/>
              </a:ext>
            </a:extLst>
          </p:cNvPr>
          <p:cNvGrpSpPr/>
          <p:nvPr/>
        </p:nvGrpSpPr>
        <p:grpSpPr>
          <a:xfrm>
            <a:off x="8005058" y="4499075"/>
            <a:ext cx="125934" cy="398635"/>
            <a:chOff x="7763282" y="4615733"/>
            <a:chExt cx="126000" cy="398843"/>
          </a:xfrm>
        </p:grpSpPr>
        <p:cxnSp>
          <p:nvCxnSpPr>
            <p:cNvPr id="116" name="Gerade Verbindung 160">
              <a:extLst>
                <a:ext uri="{FF2B5EF4-FFF2-40B4-BE49-F238E27FC236}">
                  <a16:creationId xmlns:a16="http://schemas.microsoft.com/office/drawing/2014/main" id="{DA6A6C47-33B0-4248-AEE8-E21052DFB5C9}"/>
                </a:ext>
              </a:extLst>
            </p:cNvPr>
            <p:cNvCxnSpPr/>
            <p:nvPr/>
          </p:nvCxnSpPr>
          <p:spPr bwMode="auto">
            <a:xfrm flipV="1">
              <a:off x="7826281" y="4615733"/>
              <a:ext cx="0" cy="307040"/>
            </a:xfrm>
            <a:prstGeom prst="line">
              <a:avLst/>
            </a:pr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Rechteck 116">
              <a:extLst>
                <a:ext uri="{FF2B5EF4-FFF2-40B4-BE49-F238E27FC236}">
                  <a16:creationId xmlns:a16="http://schemas.microsoft.com/office/drawing/2014/main" id="{90197D50-08C1-49EB-B3C2-8FF606A80352}"/>
                </a:ext>
              </a:extLst>
            </p:cNvPr>
            <p:cNvSpPr/>
            <p:nvPr/>
          </p:nvSpPr>
          <p:spPr bwMode="auto">
            <a:xfrm rot="10800000">
              <a:off x="7763282" y="4888576"/>
              <a:ext cx="126000" cy="126000"/>
            </a:xfrm>
            <a:prstGeom prst="rect">
              <a:avLst/>
            </a:prstGeom>
            <a:solidFill>
              <a:srgbClr val="AF235F"/>
            </a:solidFill>
            <a:ln w="9525" cap="flat" cmpd="sng" algn="ctr">
              <a:solidFill>
                <a:srgbClr val="AF235F"/>
              </a:solidFill>
              <a:prstDash val="solid"/>
              <a:round/>
              <a:headEnd type="none" w="med" len="med"/>
              <a:tailEnd type="none" w="med" len="med"/>
            </a:ln>
            <a:effectLst/>
          </p:spPr>
          <p:txBody>
            <a:bodyPr rtlCol="0" anchor="ctr"/>
            <a:lstStyle/>
            <a:p>
              <a:pPr algn="ctr"/>
              <a:endParaRPr lang="en-US" sz="1199" b="1" dirty="0"/>
            </a:p>
          </p:txBody>
        </p:sp>
      </p:grpSp>
      <p:pic>
        <p:nvPicPr>
          <p:cNvPr id="118" name="product_distributed-io.png">
            <a:extLst>
              <a:ext uri="{FF2B5EF4-FFF2-40B4-BE49-F238E27FC236}">
                <a16:creationId xmlns:a16="http://schemas.microsoft.com/office/drawing/2014/main" id="{33A73EF0-1E59-4D19-881B-896DD5489023}"/>
              </a:ext>
            </a:extLst>
          </p:cNvPr>
          <p:cNvPicPr>
            <a:picLocks noChangeAspect="1"/>
          </p:cNvPicPr>
          <p:nvPr>
            <p:custDataLst>
              <p:tags r:id="rId8"/>
            </p:custDataLst>
          </p:nvPr>
        </p:nvPicPr>
        <p:blipFill>
          <a:blip r:embed="rId24" cstate="print">
            <a:extLst>
              <a:ext uri="{28A0092B-C50C-407E-A947-70E740481C1C}">
                <a14:useLocalDpi xmlns:a14="http://schemas.microsoft.com/office/drawing/2010/main" val="0"/>
              </a:ext>
            </a:extLst>
          </a:blip>
          <a:stretch>
            <a:fillRect/>
          </a:stretch>
        </p:blipFill>
        <p:spPr>
          <a:xfrm>
            <a:off x="8024368" y="4205781"/>
            <a:ext cx="455031" cy="455031"/>
          </a:xfrm>
          <a:prstGeom prst="rect">
            <a:avLst/>
          </a:prstGeom>
        </p:spPr>
      </p:pic>
      <p:sp>
        <p:nvSpPr>
          <p:cNvPr id="130" name="Freihandform: Form 129">
            <a:extLst>
              <a:ext uri="{FF2B5EF4-FFF2-40B4-BE49-F238E27FC236}">
                <a16:creationId xmlns:a16="http://schemas.microsoft.com/office/drawing/2014/main" id="{94394202-BFCB-4FF8-852E-16DC1A7DC6FE}"/>
              </a:ext>
            </a:extLst>
          </p:cNvPr>
          <p:cNvSpPr/>
          <p:nvPr/>
        </p:nvSpPr>
        <p:spPr bwMode="auto">
          <a:xfrm>
            <a:off x="7569142" y="4599751"/>
            <a:ext cx="1059891" cy="250155"/>
          </a:xfrm>
          <a:custGeom>
            <a:avLst/>
            <a:gdLst>
              <a:gd name="connsiteX0" fmla="*/ 0 w 861060"/>
              <a:gd name="connsiteY0" fmla="*/ 0 h 144780"/>
              <a:gd name="connsiteX1" fmla="*/ 0 w 861060"/>
              <a:gd name="connsiteY1" fmla="*/ 144780 h 144780"/>
              <a:gd name="connsiteX2" fmla="*/ 861060 w 861060"/>
              <a:gd name="connsiteY2" fmla="*/ 144780 h 144780"/>
            </a:gdLst>
            <a:ahLst/>
            <a:cxnLst>
              <a:cxn ang="0">
                <a:pos x="connsiteX0" y="connsiteY0"/>
              </a:cxn>
              <a:cxn ang="0">
                <a:pos x="connsiteX1" y="connsiteY1"/>
              </a:cxn>
              <a:cxn ang="0">
                <a:pos x="connsiteX2" y="connsiteY2"/>
              </a:cxn>
            </a:cxnLst>
            <a:rect l="l" t="t" r="r" b="b"/>
            <a:pathLst>
              <a:path w="861060" h="144780">
                <a:moveTo>
                  <a:pt x="0" y="0"/>
                </a:moveTo>
                <a:lnTo>
                  <a:pt x="0" y="144780"/>
                </a:lnTo>
                <a:lnTo>
                  <a:pt x="861060" y="144780"/>
                </a:lnTo>
              </a:path>
            </a:pathLst>
          </a:cu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sp>
        <p:nvSpPr>
          <p:cNvPr id="131" name="Textfeld 130">
            <a:extLst>
              <a:ext uri="{FF2B5EF4-FFF2-40B4-BE49-F238E27FC236}">
                <a16:creationId xmlns:a16="http://schemas.microsoft.com/office/drawing/2014/main" id="{6FB97ECA-7301-4BC4-9D62-501657BD2769}"/>
              </a:ext>
            </a:extLst>
          </p:cNvPr>
          <p:cNvSpPr txBox="1"/>
          <p:nvPr/>
        </p:nvSpPr>
        <p:spPr>
          <a:xfrm>
            <a:off x="8190813" y="4877732"/>
            <a:ext cx="431823" cy="105407"/>
          </a:xfrm>
          <a:prstGeom prst="rect">
            <a:avLst/>
          </a:prstGeom>
          <a:noFill/>
        </p:spPr>
        <p:txBody>
          <a:bodyPr vert="horz" wrap="none" lIns="0" tIns="0" rIns="0" bIns="0" rtlCol="0">
            <a:noAutofit/>
          </a:bodyPr>
          <a:lstStyle/>
          <a:p>
            <a:pPr fontAlgn="base">
              <a:lnSpc>
                <a:spcPct val="110000"/>
              </a:lnSpc>
              <a:spcAft>
                <a:spcPct val="0"/>
              </a:spcAft>
            </a:pPr>
            <a:r>
              <a:rPr lang="en-US" sz="600" dirty="0">
                <a:solidFill>
                  <a:srgbClr val="000000"/>
                </a:solidFill>
                <a:latin typeface="Arial"/>
                <a:ea typeface="Arial Unicode MS" panose="020B0604020202020204" pitchFamily="34" charset="-128"/>
                <a:cs typeface="Arial Unicode MS" panose="020B0604020202020204" pitchFamily="34" charset="-128"/>
              </a:rPr>
              <a:t>PROFIBUS</a:t>
            </a:r>
          </a:p>
        </p:txBody>
      </p:sp>
      <p:sp>
        <p:nvSpPr>
          <p:cNvPr id="77" name="Legende: Linie 76">
            <a:extLst>
              <a:ext uri="{FF2B5EF4-FFF2-40B4-BE49-F238E27FC236}">
                <a16:creationId xmlns:a16="http://schemas.microsoft.com/office/drawing/2014/main" id="{96D0A282-D57F-483C-99CB-222657208537}"/>
              </a:ext>
            </a:extLst>
          </p:cNvPr>
          <p:cNvSpPr/>
          <p:nvPr/>
        </p:nvSpPr>
        <p:spPr bwMode="auto">
          <a:xfrm flipH="1">
            <a:off x="633756" y="1867434"/>
            <a:ext cx="3212492" cy="1223123"/>
          </a:xfrm>
          <a:prstGeom prst="borderCallout1">
            <a:avLst>
              <a:gd name="adj1" fmla="val 67975"/>
              <a:gd name="adj2" fmla="val -1164"/>
              <a:gd name="adj3" fmla="val 149709"/>
              <a:gd name="adj4" fmla="val -55501"/>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1:</a:t>
            </a:r>
          </a:p>
          <a:p>
            <a:pPr algn="ctr" rtl="0" eaLnBrk="1" fontAlgn="base" hangingPunct="1">
              <a:lnSpc>
                <a:spcPct val="110000"/>
              </a:lnSpc>
              <a:spcBef>
                <a:spcPct val="0"/>
              </a:spcBef>
              <a:spcAft>
                <a:spcPct val="0"/>
              </a:spcAft>
              <a:buFont typeface="Wingdings" charset="0"/>
              <a:buNone/>
            </a:pPr>
            <a:r>
              <a:rPr lang="en-US" sz="1399" dirty="0">
                <a:solidFill>
                  <a:schemeClr val="bg1"/>
                </a:solidFill>
                <a:latin typeface="Arial"/>
                <a:ea typeface="Arial Unicode MS" panose="020B0604020202020204" pitchFamily="34" charset="-128"/>
                <a:cs typeface="Arial Unicode MS" panose="020B0604020202020204" pitchFamily="34" charset="-128"/>
              </a:rPr>
              <a:t>Connection as </a:t>
            </a:r>
            <a:r>
              <a:rPr lang="en-US" sz="1399" dirty="0" err="1">
                <a:solidFill>
                  <a:schemeClr val="bg1"/>
                </a:solidFill>
                <a:latin typeface="Arial"/>
                <a:ea typeface="Arial Unicode MS" panose="020B0604020202020204" pitchFamily="34" charset="-128"/>
                <a:cs typeface="Arial Unicode MS" panose="020B0604020202020204" pitchFamily="34" charset="-128"/>
              </a:rPr>
              <a:t>iDevice</a:t>
            </a:r>
            <a:r>
              <a:rPr lang="en-US" sz="1399" dirty="0">
                <a:solidFill>
                  <a:schemeClr val="bg1"/>
                </a:solidFill>
                <a:latin typeface="Arial"/>
                <a:ea typeface="Arial Unicode MS" panose="020B0604020202020204" pitchFamily="34" charset="-128"/>
                <a:cs typeface="Arial Unicode MS" panose="020B0604020202020204" pitchFamily="34" charset="-128"/>
              </a:rPr>
              <a:t> in switched S1 mode</a:t>
            </a:r>
          </a:p>
          <a:p>
            <a:pPr marL="171364" indent="-171364" algn="ctr" fontAlgn="base">
              <a:lnSpc>
                <a:spcPct val="110000"/>
              </a:lnSpc>
              <a:spcBef>
                <a:spcPct val="0"/>
              </a:spcBef>
              <a:spcAft>
                <a:spcPct val="0"/>
              </a:spcAft>
              <a:buFont typeface="Wingdings" panose="05000000000000000000" pitchFamily="2" charset="2"/>
              <a:buChar char="à"/>
            </a:pPr>
            <a:r>
              <a:rPr lang="en-US" sz="1399" dirty="0">
                <a:solidFill>
                  <a:schemeClr val="bg1"/>
                </a:solidFill>
                <a:latin typeface="Arial"/>
                <a:ea typeface="Arial Unicode MS" panose="020B0604020202020204" pitchFamily="34" charset="-128"/>
                <a:sym typeface="Wingdings" panose="05000000000000000000" pitchFamily="2" charset="2"/>
              </a:rPr>
              <a:t>Not </a:t>
            </a:r>
            <a:r>
              <a:rPr lang="en-US" sz="1399" dirty="0" err="1">
                <a:solidFill>
                  <a:schemeClr val="bg1"/>
                </a:solidFill>
                <a:latin typeface="Arial"/>
                <a:ea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sym typeface="Wingdings" panose="05000000000000000000" pitchFamily="2" charset="2"/>
              </a:rPr>
              <a:t> </a:t>
            </a:r>
          </a:p>
          <a:p>
            <a:pPr marL="171364" indent="-171364" algn="ctr" fontAlgn="base">
              <a:lnSpc>
                <a:spcPct val="110000"/>
              </a:lnSpc>
              <a:spcBef>
                <a:spcPct val="0"/>
              </a:spcBef>
              <a:spcAft>
                <a:spcPct val="0"/>
              </a:spcAft>
              <a:buFont typeface="Wingdings" panose="05000000000000000000" pitchFamily="2" charset="2"/>
              <a:buChar char="à"/>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currently only possible via GSD</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grpSp>
        <p:nvGrpSpPr>
          <p:cNvPr id="75" name="Gruppieren 74">
            <a:extLst>
              <a:ext uri="{FF2B5EF4-FFF2-40B4-BE49-F238E27FC236}">
                <a16:creationId xmlns:a16="http://schemas.microsoft.com/office/drawing/2014/main" id="{9CA66B33-0FF8-42C6-A39F-6045F499D7D6}"/>
              </a:ext>
            </a:extLst>
          </p:cNvPr>
          <p:cNvGrpSpPr/>
          <p:nvPr/>
        </p:nvGrpSpPr>
        <p:grpSpPr>
          <a:xfrm>
            <a:off x="4611427" y="1998051"/>
            <a:ext cx="2211726" cy="802183"/>
            <a:chOff x="8964404" y="2786480"/>
            <a:chExt cx="2212878" cy="802600"/>
          </a:xfrm>
        </p:grpSpPr>
        <p:sp>
          <p:nvSpPr>
            <p:cNvPr id="76" name="Text Box 16">
              <a:extLst>
                <a:ext uri="{FF2B5EF4-FFF2-40B4-BE49-F238E27FC236}">
                  <a16:creationId xmlns:a16="http://schemas.microsoft.com/office/drawing/2014/main" id="{A1E27EC0-94B3-4A59-A173-F207A15B8B0D}"/>
                </a:ext>
              </a:extLst>
            </p:cNvPr>
            <p:cNvSpPr txBox="1">
              <a:spLocks noChangeArrowheads="1"/>
            </p:cNvSpPr>
            <p:nvPr>
              <p:custDataLst>
                <p:tags r:id="rId9"/>
              </p:custDataLst>
            </p:nvPr>
          </p:nvSpPr>
          <p:spPr bwMode="auto">
            <a:xfrm>
              <a:off x="9134853" y="2786480"/>
              <a:ext cx="47449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78" name="Text Box 21">
              <a:extLst>
                <a:ext uri="{FF2B5EF4-FFF2-40B4-BE49-F238E27FC236}">
                  <a16:creationId xmlns:a16="http://schemas.microsoft.com/office/drawing/2014/main" id="{0DD7CA9A-177A-4810-8E4F-715BD721CECA}"/>
                </a:ext>
              </a:extLst>
            </p:cNvPr>
            <p:cNvSpPr txBox="1">
              <a:spLocks noChangeArrowheads="1"/>
            </p:cNvSpPr>
            <p:nvPr>
              <p:custDataLst>
                <p:tags r:id="rId10"/>
              </p:custDataLst>
            </p:nvPr>
          </p:nvSpPr>
          <p:spPr bwMode="auto">
            <a:xfrm>
              <a:off x="10600212" y="2786480"/>
              <a:ext cx="461666"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grpSp>
          <p:nvGrpSpPr>
            <p:cNvPr id="85" name="Gruppieren 84">
              <a:extLst>
                <a:ext uri="{FF2B5EF4-FFF2-40B4-BE49-F238E27FC236}">
                  <a16:creationId xmlns:a16="http://schemas.microsoft.com/office/drawing/2014/main" id="{EBA86A10-4AE8-4A02-8572-ACAF18E4DDF7}"/>
                </a:ext>
              </a:extLst>
            </p:cNvPr>
            <p:cNvGrpSpPr/>
            <p:nvPr/>
          </p:nvGrpSpPr>
          <p:grpSpPr>
            <a:xfrm>
              <a:off x="8964404" y="2948770"/>
              <a:ext cx="774298" cy="640310"/>
              <a:chOff x="5633257" y="2448326"/>
              <a:chExt cx="3891741" cy="2958295"/>
            </a:xfrm>
            <a:solidFill>
              <a:schemeClr val="bg1"/>
            </a:solidFill>
          </p:grpSpPr>
          <p:pic>
            <p:nvPicPr>
              <p:cNvPr id="99" name="product_simatic-s7-1500.png">
                <a:extLst>
                  <a:ext uri="{FF2B5EF4-FFF2-40B4-BE49-F238E27FC236}">
                    <a16:creationId xmlns:a16="http://schemas.microsoft.com/office/drawing/2014/main" id="{CA5ADA46-D360-403F-BBB8-8671AE224C3A}"/>
                  </a:ext>
                </a:extLst>
              </p:cNvPr>
              <p:cNvPicPr>
                <a:picLocks noChangeAspect="1"/>
              </p:cNvPicPr>
              <p:nvPr>
                <p:custDataLst>
                  <p:tags r:id="rId14"/>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109" name="product_simatic-s7-1500.png">
                <a:extLst>
                  <a:ext uri="{FF2B5EF4-FFF2-40B4-BE49-F238E27FC236}">
                    <a16:creationId xmlns:a16="http://schemas.microsoft.com/office/drawing/2014/main" id="{A0B6D2E3-09BA-428C-A191-7EC11662B602}"/>
                  </a:ext>
                </a:extLst>
              </p:cNvPr>
              <p:cNvPicPr>
                <a:picLocks noChangeAspect="1"/>
              </p:cNvPicPr>
              <p:nvPr>
                <p:custDataLst>
                  <p:tags r:id="rId15"/>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133" name="product_simatic-s7-1500.png">
                <a:extLst>
                  <a:ext uri="{FF2B5EF4-FFF2-40B4-BE49-F238E27FC236}">
                    <a16:creationId xmlns:a16="http://schemas.microsoft.com/office/drawing/2014/main" id="{FD837EBA-FCC5-4CFE-AFD9-3A25EF8851F8}"/>
                  </a:ext>
                </a:extLst>
              </p:cNvPr>
              <p:cNvPicPr>
                <a:picLocks noChangeAspect="1"/>
              </p:cNvPicPr>
              <p:nvPr>
                <p:custDataLst>
                  <p:tags r:id="rId16"/>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90" name="Gruppieren 89">
              <a:extLst>
                <a:ext uri="{FF2B5EF4-FFF2-40B4-BE49-F238E27FC236}">
                  <a16:creationId xmlns:a16="http://schemas.microsoft.com/office/drawing/2014/main" id="{AF8E248C-FAFD-4B34-B293-66ABE813FC03}"/>
                </a:ext>
              </a:extLst>
            </p:cNvPr>
            <p:cNvGrpSpPr/>
            <p:nvPr/>
          </p:nvGrpSpPr>
          <p:grpSpPr>
            <a:xfrm>
              <a:off x="10402984" y="2948770"/>
              <a:ext cx="774298" cy="640310"/>
              <a:chOff x="5633257" y="2448326"/>
              <a:chExt cx="3891741" cy="2958295"/>
            </a:xfrm>
            <a:solidFill>
              <a:schemeClr val="bg1"/>
            </a:solidFill>
          </p:grpSpPr>
          <p:pic>
            <p:nvPicPr>
              <p:cNvPr id="95" name="product_simatic-s7-1500.png">
                <a:extLst>
                  <a:ext uri="{FF2B5EF4-FFF2-40B4-BE49-F238E27FC236}">
                    <a16:creationId xmlns:a16="http://schemas.microsoft.com/office/drawing/2014/main" id="{BDFDE70B-C324-450C-8732-8D084F8F42AE}"/>
                  </a:ext>
                </a:extLst>
              </p:cNvPr>
              <p:cNvPicPr>
                <a:picLocks noChangeAspect="1"/>
              </p:cNvPicPr>
              <p:nvPr>
                <p:custDataLst>
                  <p:tags r:id="rId11"/>
                </p:custDataLst>
              </p:nvPr>
            </p:nvPicPr>
            <p:blipFill rotWithShape="1">
              <a:blip r:embed="rId2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96" name="product_simatic-s7-1500.png">
                <a:extLst>
                  <a:ext uri="{FF2B5EF4-FFF2-40B4-BE49-F238E27FC236}">
                    <a16:creationId xmlns:a16="http://schemas.microsoft.com/office/drawing/2014/main" id="{94A546BB-E019-4D61-92FD-D00407FEA051}"/>
                  </a:ext>
                </a:extLst>
              </p:cNvPr>
              <p:cNvPicPr>
                <a:picLocks noChangeAspect="1"/>
              </p:cNvPicPr>
              <p:nvPr>
                <p:custDataLst>
                  <p:tags r:id="rId12"/>
                </p:custDataLst>
              </p:nvPr>
            </p:nvPicPr>
            <p:blipFill rotWithShape="1">
              <a:blip r:embed="rId2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98" name="product_simatic-s7-1500.png">
                <a:extLst>
                  <a:ext uri="{FF2B5EF4-FFF2-40B4-BE49-F238E27FC236}">
                    <a16:creationId xmlns:a16="http://schemas.microsoft.com/office/drawing/2014/main" id="{E9FFD8C5-0FFD-4011-8FB4-D7FF579CB4F4}"/>
                  </a:ext>
                </a:extLst>
              </p:cNvPr>
              <p:cNvPicPr>
                <a:picLocks noChangeAspect="1"/>
              </p:cNvPicPr>
              <p:nvPr>
                <p:custDataLst>
                  <p:tags r:id="rId13"/>
                </p:custDataLst>
              </p:nvPr>
            </p:nvPicPr>
            <p:blipFill rotWithShape="1">
              <a:blip r:embed="rId2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91" name="Line 29">
              <a:extLst>
                <a:ext uri="{FF2B5EF4-FFF2-40B4-BE49-F238E27FC236}">
                  <a16:creationId xmlns:a16="http://schemas.microsoft.com/office/drawing/2014/main" id="{41FC5320-6307-4D15-B82C-17B61A2384F6}"/>
                </a:ext>
              </a:extLst>
            </p:cNvPr>
            <p:cNvSpPr>
              <a:spLocks noChangeShapeType="1"/>
            </p:cNvSpPr>
            <p:nvPr/>
          </p:nvSpPr>
          <p:spPr bwMode="auto">
            <a:xfrm>
              <a:off x="9738701" y="3465004"/>
              <a:ext cx="664282"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92" name="Line 30">
              <a:extLst>
                <a:ext uri="{FF2B5EF4-FFF2-40B4-BE49-F238E27FC236}">
                  <a16:creationId xmlns:a16="http://schemas.microsoft.com/office/drawing/2014/main" id="{18F8AB2D-6AD6-4AB2-9AD7-AB800B03C612}"/>
                </a:ext>
              </a:extLst>
            </p:cNvPr>
            <p:cNvSpPr>
              <a:spLocks noChangeShapeType="1"/>
            </p:cNvSpPr>
            <p:nvPr/>
          </p:nvSpPr>
          <p:spPr bwMode="auto">
            <a:xfrm>
              <a:off x="9738700" y="3516665"/>
              <a:ext cx="664283"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93" name="Textfeld 92">
              <a:extLst>
                <a:ext uri="{FF2B5EF4-FFF2-40B4-BE49-F238E27FC236}">
                  <a16:creationId xmlns:a16="http://schemas.microsoft.com/office/drawing/2014/main" id="{124C867E-7B03-4E88-87C9-635E9E4421D2}"/>
                </a:ext>
              </a:extLst>
            </p:cNvPr>
            <p:cNvSpPr txBox="1"/>
            <p:nvPr/>
          </p:nvSpPr>
          <p:spPr>
            <a:xfrm>
              <a:off x="9887930" y="3319081"/>
              <a:ext cx="405083" cy="182360"/>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grpSp>
      <p:sp>
        <p:nvSpPr>
          <p:cNvPr id="100" name="Legende: Linie 99">
            <a:extLst>
              <a:ext uri="{FF2B5EF4-FFF2-40B4-BE49-F238E27FC236}">
                <a16:creationId xmlns:a16="http://schemas.microsoft.com/office/drawing/2014/main" id="{DD2957FD-DACB-438E-A10A-AD3B09C4FF7F}"/>
              </a:ext>
            </a:extLst>
          </p:cNvPr>
          <p:cNvSpPr/>
          <p:nvPr/>
        </p:nvSpPr>
        <p:spPr bwMode="auto">
          <a:xfrm flipH="1">
            <a:off x="635535" y="4366880"/>
            <a:ext cx="1934612" cy="1135687"/>
          </a:xfrm>
          <a:prstGeom prst="borderCallout1">
            <a:avLst>
              <a:gd name="adj1" fmla="val 23943"/>
              <a:gd name="adj2" fmla="val -2633"/>
              <a:gd name="adj3" fmla="val 18434"/>
              <a:gd name="adj4" fmla="val -30849"/>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2:</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Via PN/PN Coupler</a:t>
            </a:r>
            <a:br>
              <a:rPr lang="en-US" sz="1399"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a:t>
            </a:r>
            <a:r>
              <a:rPr lang="en-US" sz="1399" dirty="0" err="1">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switching</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102" name="Legende: Linie 101">
            <a:extLst>
              <a:ext uri="{FF2B5EF4-FFF2-40B4-BE49-F238E27FC236}">
                <a16:creationId xmlns:a16="http://schemas.microsoft.com/office/drawing/2014/main" id="{2535A837-2A3E-498C-9FF1-8569893EA405}"/>
              </a:ext>
            </a:extLst>
          </p:cNvPr>
          <p:cNvSpPr/>
          <p:nvPr/>
        </p:nvSpPr>
        <p:spPr bwMode="auto">
          <a:xfrm>
            <a:off x="8702932" y="2295873"/>
            <a:ext cx="2790857" cy="1199929"/>
          </a:xfrm>
          <a:prstGeom prst="borderCallout1">
            <a:avLst>
              <a:gd name="adj1" fmla="val 23943"/>
              <a:gd name="adj2" fmla="val -2633"/>
              <a:gd name="adj3" fmla="val 112102"/>
              <a:gd name="adj4" fmla="val -24149"/>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3:</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Open user communication between H-System and subordinate controller </a:t>
            </a:r>
            <a:r>
              <a:rPr lang="en-US" sz="1399" baseline="30000" dirty="0">
                <a:solidFill>
                  <a:schemeClr val="bg1"/>
                </a:solidFill>
                <a:latin typeface="Arial"/>
                <a:ea typeface="Arial Unicode MS" panose="020B0604020202020204" pitchFamily="34" charset="-128"/>
                <a:cs typeface="Arial Unicode MS" panose="020B0604020202020204" pitchFamily="34" charset="-128"/>
              </a:rPr>
              <a:t>1)</a:t>
            </a:r>
          </a:p>
          <a:p>
            <a:pPr algn="ctr" rtl="0" eaLnBrk="1" fontAlgn="base" hangingPunct="1">
              <a:lnSpc>
                <a:spcPct val="110000"/>
              </a:lnSpc>
              <a:spcBef>
                <a:spcPct val="0"/>
              </a:spcBef>
              <a:spcAft>
                <a:spcPct val="0"/>
              </a:spcAft>
              <a:buFont typeface="Wingdings" charset="0"/>
              <a:buNone/>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With short interrupt</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 name="Rechteck 1">
            <a:extLst>
              <a:ext uri="{FF2B5EF4-FFF2-40B4-BE49-F238E27FC236}">
                <a16:creationId xmlns:a16="http://schemas.microsoft.com/office/drawing/2014/main" id="{E5E33291-738E-706C-38F3-8EE18659EB4A}"/>
              </a:ext>
            </a:extLst>
          </p:cNvPr>
          <p:cNvSpPr/>
          <p:nvPr/>
        </p:nvSpPr>
        <p:spPr>
          <a:xfrm>
            <a:off x="5628147" y="3298439"/>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0" name="Rechteck 9">
            <a:extLst>
              <a:ext uri="{FF2B5EF4-FFF2-40B4-BE49-F238E27FC236}">
                <a16:creationId xmlns:a16="http://schemas.microsoft.com/office/drawing/2014/main" id="{6FC6F3B9-DF30-9E58-1E38-1B0640B22D8D}"/>
              </a:ext>
            </a:extLst>
          </p:cNvPr>
          <p:cNvSpPr/>
          <p:nvPr/>
        </p:nvSpPr>
        <p:spPr>
          <a:xfrm>
            <a:off x="4098912" y="4607746"/>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10">
            <a:extLst>
              <a:ext uri="{FF2B5EF4-FFF2-40B4-BE49-F238E27FC236}">
                <a16:creationId xmlns:a16="http://schemas.microsoft.com/office/drawing/2014/main" id="{09FDB776-91F2-BC1D-7202-75A6AAED1C86}"/>
              </a:ext>
            </a:extLst>
          </p:cNvPr>
          <p:cNvSpPr/>
          <p:nvPr/>
        </p:nvSpPr>
        <p:spPr>
          <a:xfrm>
            <a:off x="7447834" y="4126314"/>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2" name="Rechteck 11">
            <a:extLst>
              <a:ext uri="{FF2B5EF4-FFF2-40B4-BE49-F238E27FC236}">
                <a16:creationId xmlns:a16="http://schemas.microsoft.com/office/drawing/2014/main" id="{3E6F6100-2892-0923-3AEC-1EB7C6012BC8}"/>
              </a:ext>
            </a:extLst>
          </p:cNvPr>
          <p:cNvSpPr/>
          <p:nvPr/>
        </p:nvSpPr>
        <p:spPr>
          <a:xfrm>
            <a:off x="4660563" y="2204129"/>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 name="Rechteck 12">
            <a:extLst>
              <a:ext uri="{FF2B5EF4-FFF2-40B4-BE49-F238E27FC236}">
                <a16:creationId xmlns:a16="http://schemas.microsoft.com/office/drawing/2014/main" id="{6C59296C-F8C3-3235-84BD-22613EB40215}"/>
              </a:ext>
            </a:extLst>
          </p:cNvPr>
          <p:cNvSpPr/>
          <p:nvPr/>
        </p:nvSpPr>
        <p:spPr>
          <a:xfrm>
            <a:off x="6090796" y="2206552"/>
            <a:ext cx="209173" cy="28844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custDataLst>
      <p:tags r:id="rId1"/>
    </p:custDataLst>
    <p:extLst>
      <p:ext uri="{BB962C8B-B14F-4D97-AF65-F5344CB8AC3E}">
        <p14:creationId xmlns:p14="http://schemas.microsoft.com/office/powerpoint/2010/main" val="1481423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E3ED8CC3-04CF-474D-A046-797C764FC52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6" imgW="532" imgH="533" progId="TCLayout.ActiveDocument.1">
                  <p:embed/>
                </p:oleObj>
              </mc:Choice>
              <mc:Fallback>
                <p:oleObj name="think-cell Folie" r:id="rId36" imgW="532" imgH="533" progId="TCLayout.ActiveDocument.1">
                  <p:embed/>
                  <p:pic>
                    <p:nvPicPr>
                      <p:cNvPr id="6" name="Objekt 5" hidden="1">
                        <a:extLst>
                          <a:ext uri="{FF2B5EF4-FFF2-40B4-BE49-F238E27FC236}">
                            <a16:creationId xmlns:a16="http://schemas.microsoft.com/office/drawing/2014/main" id="{E3ED8CC3-04CF-474D-A046-797C764FC526}"/>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altLang="de-DE" dirty="0"/>
              <a:t>R1 network configuration with S7-1500 H</a:t>
            </a:r>
            <a:br>
              <a:rPr lang="en-US" dirty="0"/>
            </a:br>
            <a:r>
              <a:rPr lang="en-US" b="0" dirty="0"/>
              <a:t>Connection of subordinate controllers</a:t>
            </a:r>
          </a:p>
        </p:txBody>
      </p:sp>
      <p:sp>
        <p:nvSpPr>
          <p:cNvPr id="2" name="Fußzeilenplatzhalter 1">
            <a:extLst>
              <a:ext uri="{FF2B5EF4-FFF2-40B4-BE49-F238E27FC236}">
                <a16:creationId xmlns:a16="http://schemas.microsoft.com/office/drawing/2014/main" id="{14B36D8B-A456-4817-BDD8-C29BA942C350}"/>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0" name="Rechteck 9">
            <a:extLst>
              <a:ext uri="{FF2B5EF4-FFF2-40B4-BE49-F238E27FC236}">
                <a16:creationId xmlns:a16="http://schemas.microsoft.com/office/drawing/2014/main" id="{12FD416C-B1B4-4E57-9BE2-A423165C0503}"/>
              </a:ext>
            </a:extLst>
          </p:cNvPr>
          <p:cNvSpPr/>
          <p:nvPr/>
        </p:nvSpPr>
        <p:spPr>
          <a:xfrm flipH="1">
            <a:off x="410399" y="1238299"/>
            <a:ext cx="10819852" cy="47807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15" name="Gerade Verbindung 132">
            <a:extLst>
              <a:ext uri="{FF2B5EF4-FFF2-40B4-BE49-F238E27FC236}">
                <a16:creationId xmlns:a16="http://schemas.microsoft.com/office/drawing/2014/main" id="{80CA90CD-2B2B-79F4-CE17-1A15B0EFDC82}"/>
              </a:ext>
            </a:extLst>
          </p:cNvPr>
          <p:cNvCxnSpPr>
            <a:cxnSpLocks/>
          </p:cNvCxnSpPr>
          <p:nvPr/>
        </p:nvCxnSpPr>
        <p:spPr bwMode="auto">
          <a:xfrm flipV="1">
            <a:off x="4162458" y="4312546"/>
            <a:ext cx="5652000" cy="1040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Ellipse 15">
            <a:extLst>
              <a:ext uri="{FF2B5EF4-FFF2-40B4-BE49-F238E27FC236}">
                <a16:creationId xmlns:a16="http://schemas.microsoft.com/office/drawing/2014/main" id="{16D0B296-746C-7E6C-8652-147FCE896358}"/>
              </a:ext>
            </a:extLst>
          </p:cNvPr>
          <p:cNvSpPr/>
          <p:nvPr/>
        </p:nvSpPr>
        <p:spPr>
          <a:xfrm>
            <a:off x="3602535" y="3903414"/>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abgerundete Ecken 16">
            <a:extLst>
              <a:ext uri="{FF2B5EF4-FFF2-40B4-BE49-F238E27FC236}">
                <a16:creationId xmlns:a16="http://schemas.microsoft.com/office/drawing/2014/main" id="{F64A068B-0242-B40F-223E-A19FB8771294}"/>
              </a:ext>
            </a:extLst>
          </p:cNvPr>
          <p:cNvSpPr/>
          <p:nvPr/>
        </p:nvSpPr>
        <p:spPr>
          <a:xfrm>
            <a:off x="1196132" y="2545062"/>
            <a:ext cx="3609975" cy="1108329"/>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sp>
        <p:nvSpPr>
          <p:cNvPr id="18" name="Rechteck: abgerundete Ecken 17">
            <a:extLst>
              <a:ext uri="{FF2B5EF4-FFF2-40B4-BE49-F238E27FC236}">
                <a16:creationId xmlns:a16="http://schemas.microsoft.com/office/drawing/2014/main" id="{E2A28390-98FA-0DFB-C3CC-E685CE654FB1}"/>
              </a:ext>
            </a:extLst>
          </p:cNvPr>
          <p:cNvSpPr/>
          <p:nvPr/>
        </p:nvSpPr>
        <p:spPr>
          <a:xfrm>
            <a:off x="1043732" y="2395588"/>
            <a:ext cx="3609975" cy="1108329"/>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19" name="product_distributed-io.png">
            <a:extLst>
              <a:ext uri="{FF2B5EF4-FFF2-40B4-BE49-F238E27FC236}">
                <a16:creationId xmlns:a16="http://schemas.microsoft.com/office/drawing/2014/main" id="{80DC2976-C2C3-AA96-0E78-3A2F24549B2D}"/>
              </a:ext>
            </a:extLst>
          </p:cNvPr>
          <p:cNvPicPr>
            <a:picLocks noChangeAspect="1"/>
          </p:cNvPicPr>
          <p:nvPr>
            <p:custDataLst>
              <p:tags r:id="rId3"/>
            </p:custDataLst>
          </p:nvPr>
        </p:nvPicPr>
        <p:blipFill rotWithShape="1">
          <a:blip r:embed="rId38">
            <a:extLst>
              <a:ext uri="{28A0092B-C50C-407E-A947-70E740481C1C}">
                <a14:useLocalDpi xmlns:a14="http://schemas.microsoft.com/office/drawing/2010/main" val="0"/>
              </a:ext>
            </a:extLst>
          </a:blip>
          <a:srcRect l="681" t="335" r="65973" b="1032"/>
          <a:stretch/>
        </p:blipFill>
        <p:spPr>
          <a:xfrm>
            <a:off x="1652843" y="4102118"/>
            <a:ext cx="151812" cy="415878"/>
          </a:xfrm>
          <a:prstGeom prst="rect">
            <a:avLst/>
          </a:prstGeom>
        </p:spPr>
      </p:pic>
      <p:cxnSp>
        <p:nvCxnSpPr>
          <p:cNvPr id="20" name="Gerade Verbindung 132">
            <a:extLst>
              <a:ext uri="{FF2B5EF4-FFF2-40B4-BE49-F238E27FC236}">
                <a16:creationId xmlns:a16="http://schemas.microsoft.com/office/drawing/2014/main" id="{4A4A4298-561E-0C6B-BC26-F7E76D6EFCBB}"/>
              </a:ext>
            </a:extLst>
          </p:cNvPr>
          <p:cNvCxnSpPr>
            <a:stCxn id="21" idx="2"/>
            <a:endCxn id="29" idx="2"/>
          </p:cNvCxnSpPr>
          <p:nvPr/>
        </p:nvCxnSpPr>
        <p:spPr bwMode="auto">
          <a:xfrm flipH="1" flipV="1">
            <a:off x="1912261" y="2172429"/>
            <a:ext cx="2988" cy="14970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900EC7D2-C50F-FCA8-461A-B65361596740}"/>
              </a:ext>
            </a:extLst>
          </p:cNvPr>
          <p:cNvSpPr/>
          <p:nvPr/>
        </p:nvSpPr>
        <p:spPr bwMode="auto">
          <a:xfrm rot="10800000">
            <a:off x="1852249" y="2322132"/>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22" name="Gerade Verbindung 132">
            <a:extLst>
              <a:ext uri="{FF2B5EF4-FFF2-40B4-BE49-F238E27FC236}">
                <a16:creationId xmlns:a16="http://schemas.microsoft.com/office/drawing/2014/main" id="{E6975355-365B-9910-16FA-E16B836C6659}"/>
              </a:ext>
            </a:extLst>
          </p:cNvPr>
          <p:cNvCxnSpPr>
            <a:cxnSpLocks/>
            <a:stCxn id="19" idx="0"/>
            <a:endCxn id="23" idx="0"/>
          </p:cNvCxnSpPr>
          <p:nvPr/>
        </p:nvCxnSpPr>
        <p:spPr bwMode="auto">
          <a:xfrm flipH="1" flipV="1">
            <a:off x="1727749" y="3716207"/>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Rechteck 22">
            <a:extLst>
              <a:ext uri="{FF2B5EF4-FFF2-40B4-BE49-F238E27FC236}">
                <a16:creationId xmlns:a16="http://schemas.microsoft.com/office/drawing/2014/main" id="{C921241C-5E9C-2187-CC65-8F87A40C6EE1}"/>
              </a:ext>
            </a:extLst>
          </p:cNvPr>
          <p:cNvSpPr/>
          <p:nvPr/>
        </p:nvSpPr>
        <p:spPr bwMode="auto">
          <a:xfrm rot="10800000">
            <a:off x="1664749" y="3599511"/>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24" name="Gruppieren 23">
            <a:extLst>
              <a:ext uri="{FF2B5EF4-FFF2-40B4-BE49-F238E27FC236}">
                <a16:creationId xmlns:a16="http://schemas.microsoft.com/office/drawing/2014/main" id="{1C45A86C-8D6A-D7A6-5073-AAE22B593128}"/>
              </a:ext>
            </a:extLst>
          </p:cNvPr>
          <p:cNvGrpSpPr/>
          <p:nvPr/>
        </p:nvGrpSpPr>
        <p:grpSpPr>
          <a:xfrm>
            <a:off x="1758207" y="1579401"/>
            <a:ext cx="776765" cy="593257"/>
            <a:chOff x="5724048" y="2578894"/>
            <a:chExt cx="776765" cy="640557"/>
          </a:xfrm>
          <a:solidFill>
            <a:schemeClr val="tx1"/>
          </a:solidFill>
        </p:grpSpPr>
        <p:sp>
          <p:nvSpPr>
            <p:cNvPr id="25" name="Rechteck 24">
              <a:extLst>
                <a:ext uri="{FF2B5EF4-FFF2-40B4-BE49-F238E27FC236}">
                  <a16:creationId xmlns:a16="http://schemas.microsoft.com/office/drawing/2014/main" id="{4709CCA3-36FE-6EEF-0934-5BA677455DF6}"/>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6" name="Gruppieren 25">
              <a:extLst>
                <a:ext uri="{FF2B5EF4-FFF2-40B4-BE49-F238E27FC236}">
                  <a16:creationId xmlns:a16="http://schemas.microsoft.com/office/drawing/2014/main" id="{9607010F-416F-085E-C33A-F270B38049D4}"/>
                </a:ext>
              </a:extLst>
            </p:cNvPr>
            <p:cNvGrpSpPr/>
            <p:nvPr/>
          </p:nvGrpSpPr>
          <p:grpSpPr>
            <a:xfrm>
              <a:off x="5724048" y="2578894"/>
              <a:ext cx="774297" cy="640310"/>
              <a:chOff x="5633257" y="2448326"/>
              <a:chExt cx="3891741" cy="2958295"/>
            </a:xfrm>
            <a:grpFill/>
          </p:grpSpPr>
          <p:pic>
            <p:nvPicPr>
              <p:cNvPr id="27" name="product_simatic-s7-1500.png">
                <a:extLst>
                  <a:ext uri="{FF2B5EF4-FFF2-40B4-BE49-F238E27FC236}">
                    <a16:creationId xmlns:a16="http://schemas.microsoft.com/office/drawing/2014/main" id="{FBC9802C-263E-06F9-91D3-FAEEBCA07AB6}"/>
                  </a:ext>
                </a:extLst>
              </p:cNvPr>
              <p:cNvPicPr>
                <a:picLocks noChangeAspect="1"/>
              </p:cNvPicPr>
              <p:nvPr>
                <p:custDataLst>
                  <p:tags r:id="rId31"/>
                </p:custDataLst>
              </p:nvPr>
            </p:nvPicPr>
            <p:blipFill rotWithShape="1">
              <a:blip r:embed="rId39"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28" name="product_simatic-s7-1500.png">
                <a:extLst>
                  <a:ext uri="{FF2B5EF4-FFF2-40B4-BE49-F238E27FC236}">
                    <a16:creationId xmlns:a16="http://schemas.microsoft.com/office/drawing/2014/main" id="{F7A35ABA-10AB-28C7-1DA7-3A455783BD05}"/>
                  </a:ext>
                </a:extLst>
              </p:cNvPr>
              <p:cNvPicPr>
                <a:picLocks noChangeAspect="1"/>
              </p:cNvPicPr>
              <p:nvPr>
                <p:custDataLst>
                  <p:tags r:id="rId32"/>
                </p:custDataLst>
              </p:nvPr>
            </p:nvPicPr>
            <p:blipFill rotWithShape="1">
              <a:blip r:embed="rId40"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29" name="product_simatic-s7-1500.png">
                <a:extLst>
                  <a:ext uri="{FF2B5EF4-FFF2-40B4-BE49-F238E27FC236}">
                    <a16:creationId xmlns:a16="http://schemas.microsoft.com/office/drawing/2014/main" id="{84E62B71-3EF7-288A-0AE6-98785206AA6B}"/>
                  </a:ext>
                </a:extLst>
              </p:cNvPr>
              <p:cNvPicPr>
                <a:picLocks noChangeAspect="1"/>
              </p:cNvPicPr>
              <p:nvPr>
                <p:custDataLst>
                  <p:tags r:id="rId33"/>
                </p:custDataLst>
              </p:nvPr>
            </p:nvPicPr>
            <p:blipFill rotWithShape="1">
              <a:blip r:embed="rId41"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30" name="product_distributed-io.png">
            <a:extLst>
              <a:ext uri="{FF2B5EF4-FFF2-40B4-BE49-F238E27FC236}">
                <a16:creationId xmlns:a16="http://schemas.microsoft.com/office/drawing/2014/main" id="{0913FA25-A3A4-B9AF-F8D9-78B9D5BEB314}"/>
              </a:ext>
            </a:extLst>
          </p:cNvPr>
          <p:cNvPicPr>
            <a:picLocks noChangeAspect="1"/>
          </p:cNvPicPr>
          <p:nvPr>
            <p:custDataLst>
              <p:tags r:id="rId4"/>
            </p:custDataLst>
          </p:nvPr>
        </p:nvPicPr>
        <p:blipFill rotWithShape="1">
          <a:blip r:embed="rId38">
            <a:extLst>
              <a:ext uri="{28A0092B-C50C-407E-A947-70E740481C1C}">
                <a14:useLocalDpi xmlns:a14="http://schemas.microsoft.com/office/drawing/2010/main" val="0"/>
              </a:ext>
            </a:extLst>
          </a:blip>
          <a:srcRect l="34654" t="335" b="1032"/>
          <a:stretch/>
        </p:blipFill>
        <p:spPr>
          <a:xfrm>
            <a:off x="1829316" y="4087126"/>
            <a:ext cx="297497" cy="449036"/>
          </a:xfrm>
          <a:prstGeom prst="rect">
            <a:avLst/>
          </a:prstGeom>
        </p:spPr>
      </p:pic>
      <p:cxnSp>
        <p:nvCxnSpPr>
          <p:cNvPr id="31" name="Gerade Verbindung 132">
            <a:extLst>
              <a:ext uri="{FF2B5EF4-FFF2-40B4-BE49-F238E27FC236}">
                <a16:creationId xmlns:a16="http://schemas.microsoft.com/office/drawing/2014/main" id="{A6C0C1EB-2868-06A1-A902-9C9FE9B4F939}"/>
              </a:ext>
            </a:extLst>
          </p:cNvPr>
          <p:cNvCxnSpPr>
            <a:stCxn id="64" idx="2"/>
            <a:endCxn id="70" idx="2"/>
          </p:cNvCxnSpPr>
          <p:nvPr/>
        </p:nvCxnSpPr>
        <p:spPr bwMode="auto">
          <a:xfrm flipH="1" flipV="1">
            <a:off x="3693775" y="2172429"/>
            <a:ext cx="2988" cy="301294"/>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Rechteck 63">
            <a:extLst>
              <a:ext uri="{FF2B5EF4-FFF2-40B4-BE49-F238E27FC236}">
                <a16:creationId xmlns:a16="http://schemas.microsoft.com/office/drawing/2014/main" id="{B1BA8B88-F9B3-F87A-9800-0F02340FBDDA}"/>
              </a:ext>
            </a:extLst>
          </p:cNvPr>
          <p:cNvSpPr/>
          <p:nvPr/>
        </p:nvSpPr>
        <p:spPr bwMode="auto">
          <a:xfrm rot="10800000">
            <a:off x="3633763" y="2473723"/>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65" name="Gruppieren 64">
            <a:extLst>
              <a:ext uri="{FF2B5EF4-FFF2-40B4-BE49-F238E27FC236}">
                <a16:creationId xmlns:a16="http://schemas.microsoft.com/office/drawing/2014/main" id="{CC735CE5-537A-932B-D793-827D29BA1B6E}"/>
              </a:ext>
            </a:extLst>
          </p:cNvPr>
          <p:cNvGrpSpPr/>
          <p:nvPr/>
        </p:nvGrpSpPr>
        <p:grpSpPr>
          <a:xfrm>
            <a:off x="3539721" y="1579401"/>
            <a:ext cx="776765" cy="593257"/>
            <a:chOff x="5724048" y="2578894"/>
            <a:chExt cx="776765" cy="640557"/>
          </a:xfrm>
          <a:solidFill>
            <a:schemeClr val="tx1"/>
          </a:solidFill>
        </p:grpSpPr>
        <p:sp>
          <p:nvSpPr>
            <p:cNvPr id="66" name="Rechteck 65">
              <a:extLst>
                <a:ext uri="{FF2B5EF4-FFF2-40B4-BE49-F238E27FC236}">
                  <a16:creationId xmlns:a16="http://schemas.microsoft.com/office/drawing/2014/main" id="{E8A6711B-F183-0556-1AD2-52F004FEA95D}"/>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67" name="Gruppieren 66">
              <a:extLst>
                <a:ext uri="{FF2B5EF4-FFF2-40B4-BE49-F238E27FC236}">
                  <a16:creationId xmlns:a16="http://schemas.microsoft.com/office/drawing/2014/main" id="{64A1BE8A-853A-4CD9-31A3-B08B36A44558}"/>
                </a:ext>
              </a:extLst>
            </p:cNvPr>
            <p:cNvGrpSpPr/>
            <p:nvPr/>
          </p:nvGrpSpPr>
          <p:grpSpPr>
            <a:xfrm>
              <a:off x="5724048" y="2578894"/>
              <a:ext cx="774297" cy="640310"/>
              <a:chOff x="5633257" y="2448326"/>
              <a:chExt cx="3891741" cy="2958295"/>
            </a:xfrm>
            <a:grpFill/>
          </p:grpSpPr>
          <p:pic>
            <p:nvPicPr>
              <p:cNvPr id="68" name="product_simatic-s7-1500.png">
                <a:extLst>
                  <a:ext uri="{FF2B5EF4-FFF2-40B4-BE49-F238E27FC236}">
                    <a16:creationId xmlns:a16="http://schemas.microsoft.com/office/drawing/2014/main" id="{7E8A22CB-2AA5-81FC-3D49-3ACF57DB2220}"/>
                  </a:ext>
                </a:extLst>
              </p:cNvPr>
              <p:cNvPicPr>
                <a:picLocks noChangeAspect="1"/>
              </p:cNvPicPr>
              <p:nvPr>
                <p:custDataLst>
                  <p:tags r:id="rId28"/>
                </p:custDataLst>
              </p:nvPr>
            </p:nvPicPr>
            <p:blipFill rotWithShape="1">
              <a:blip r:embed="rId39"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69" name="product_simatic-s7-1500.png">
                <a:extLst>
                  <a:ext uri="{FF2B5EF4-FFF2-40B4-BE49-F238E27FC236}">
                    <a16:creationId xmlns:a16="http://schemas.microsoft.com/office/drawing/2014/main" id="{FA67DD2F-8BC8-6270-E756-3BD6085B8C30}"/>
                  </a:ext>
                </a:extLst>
              </p:cNvPr>
              <p:cNvPicPr>
                <a:picLocks noChangeAspect="1"/>
              </p:cNvPicPr>
              <p:nvPr>
                <p:custDataLst>
                  <p:tags r:id="rId29"/>
                </p:custDataLst>
              </p:nvPr>
            </p:nvPicPr>
            <p:blipFill rotWithShape="1">
              <a:blip r:embed="rId40"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70" name="product_simatic-s7-1500.png">
                <a:extLst>
                  <a:ext uri="{FF2B5EF4-FFF2-40B4-BE49-F238E27FC236}">
                    <a16:creationId xmlns:a16="http://schemas.microsoft.com/office/drawing/2014/main" id="{3F366968-AAF3-821F-2A00-FE369D1988C2}"/>
                  </a:ext>
                </a:extLst>
              </p:cNvPr>
              <p:cNvPicPr>
                <a:picLocks noChangeAspect="1"/>
              </p:cNvPicPr>
              <p:nvPr>
                <p:custDataLst>
                  <p:tags r:id="rId30"/>
                </p:custDataLst>
              </p:nvPr>
            </p:nvPicPr>
            <p:blipFill rotWithShape="1">
              <a:blip r:embed="rId41"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71" name="product_distributed-io.png">
            <a:extLst>
              <a:ext uri="{FF2B5EF4-FFF2-40B4-BE49-F238E27FC236}">
                <a16:creationId xmlns:a16="http://schemas.microsoft.com/office/drawing/2014/main" id="{E625FD77-F88B-2672-89EF-90D76F2A1399}"/>
              </a:ext>
            </a:extLst>
          </p:cNvPr>
          <p:cNvPicPr>
            <a:picLocks noChangeAspect="1"/>
          </p:cNvPicPr>
          <p:nvPr>
            <p:custDataLst>
              <p:tags r:id="rId5"/>
            </p:custDataLst>
          </p:nvPr>
        </p:nvPicPr>
        <p:blipFill rotWithShape="1">
          <a:blip r:embed="rId38">
            <a:extLst>
              <a:ext uri="{28A0092B-C50C-407E-A947-70E740481C1C}">
                <a14:useLocalDpi xmlns:a14="http://schemas.microsoft.com/office/drawing/2010/main" val="0"/>
              </a:ext>
            </a:extLst>
          </a:blip>
          <a:srcRect l="681" t="335" r="65973" b="1032"/>
          <a:stretch/>
        </p:blipFill>
        <p:spPr>
          <a:xfrm>
            <a:off x="1481436" y="4102118"/>
            <a:ext cx="151812" cy="415878"/>
          </a:xfrm>
          <a:prstGeom prst="rect">
            <a:avLst/>
          </a:prstGeom>
        </p:spPr>
      </p:pic>
      <p:cxnSp>
        <p:nvCxnSpPr>
          <p:cNvPr id="72" name="Gerade Verbindung 132">
            <a:extLst>
              <a:ext uri="{FF2B5EF4-FFF2-40B4-BE49-F238E27FC236}">
                <a16:creationId xmlns:a16="http://schemas.microsoft.com/office/drawing/2014/main" id="{9E41AAF3-81C3-357B-CB54-8DB569DDDC79}"/>
              </a:ext>
            </a:extLst>
          </p:cNvPr>
          <p:cNvCxnSpPr>
            <a:cxnSpLocks/>
            <a:stCxn id="71" idx="0"/>
            <a:endCxn id="73" idx="0"/>
          </p:cNvCxnSpPr>
          <p:nvPr/>
        </p:nvCxnSpPr>
        <p:spPr bwMode="auto">
          <a:xfrm flipH="1" flipV="1">
            <a:off x="1556342" y="3560572"/>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Rechteck 72">
            <a:extLst>
              <a:ext uri="{FF2B5EF4-FFF2-40B4-BE49-F238E27FC236}">
                <a16:creationId xmlns:a16="http://schemas.microsoft.com/office/drawing/2014/main" id="{106ADF0A-1989-3152-AFB7-ECC6F66A5B73}"/>
              </a:ext>
            </a:extLst>
          </p:cNvPr>
          <p:cNvSpPr/>
          <p:nvPr/>
        </p:nvSpPr>
        <p:spPr bwMode="auto">
          <a:xfrm rot="10800000">
            <a:off x="1493342" y="344387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74" name="Textfeld 73">
            <a:extLst>
              <a:ext uri="{FF2B5EF4-FFF2-40B4-BE49-F238E27FC236}">
                <a16:creationId xmlns:a16="http://schemas.microsoft.com/office/drawing/2014/main" id="{737101CC-C949-41FA-BDAF-FC5B3855F204}"/>
              </a:ext>
            </a:extLst>
          </p:cNvPr>
          <p:cNvSpPr txBox="1"/>
          <p:nvPr/>
        </p:nvSpPr>
        <p:spPr>
          <a:xfrm>
            <a:off x="1758208" y="1369550"/>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75" name="Textfeld 74">
            <a:extLst>
              <a:ext uri="{FF2B5EF4-FFF2-40B4-BE49-F238E27FC236}">
                <a16:creationId xmlns:a16="http://schemas.microsoft.com/office/drawing/2014/main" id="{5169A80D-B362-B0A6-B8C6-E34CEF2035B2}"/>
              </a:ext>
            </a:extLst>
          </p:cNvPr>
          <p:cNvSpPr txBox="1"/>
          <p:nvPr/>
        </p:nvSpPr>
        <p:spPr>
          <a:xfrm>
            <a:off x="3537928" y="1367426"/>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76" name="Gerader Verbinder 75">
            <a:extLst>
              <a:ext uri="{FF2B5EF4-FFF2-40B4-BE49-F238E27FC236}">
                <a16:creationId xmlns:a16="http://schemas.microsoft.com/office/drawing/2014/main" id="{8FC56564-9513-7627-A27D-83B15ED72A8E}"/>
              </a:ext>
            </a:extLst>
          </p:cNvPr>
          <p:cNvCxnSpPr>
            <a:cxnSpLocks/>
            <a:stCxn id="28" idx="3"/>
            <a:endCxn id="70" idx="1"/>
          </p:cNvCxnSpPr>
          <p:nvPr/>
        </p:nvCxnSpPr>
        <p:spPr>
          <a:xfrm>
            <a:off x="2532504" y="1875915"/>
            <a:ext cx="100721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77" name="Rechteck 76">
            <a:extLst>
              <a:ext uri="{FF2B5EF4-FFF2-40B4-BE49-F238E27FC236}">
                <a16:creationId xmlns:a16="http://schemas.microsoft.com/office/drawing/2014/main" id="{6E9DCD25-45B2-8204-5ECF-FAA98642FF11}"/>
              </a:ext>
            </a:extLst>
          </p:cNvPr>
          <p:cNvSpPr/>
          <p:nvPr/>
        </p:nvSpPr>
        <p:spPr>
          <a:xfrm>
            <a:off x="1803113" y="1626095"/>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8" name="Rechteck 77">
            <a:extLst>
              <a:ext uri="{FF2B5EF4-FFF2-40B4-BE49-F238E27FC236}">
                <a16:creationId xmlns:a16="http://schemas.microsoft.com/office/drawing/2014/main" id="{8EC601A3-CA20-873B-D8BC-077880848D5C}"/>
              </a:ext>
            </a:extLst>
          </p:cNvPr>
          <p:cNvSpPr/>
          <p:nvPr/>
        </p:nvSpPr>
        <p:spPr>
          <a:xfrm>
            <a:off x="3577311" y="1626095"/>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9" name="Rechteck 78">
            <a:extLst>
              <a:ext uri="{FF2B5EF4-FFF2-40B4-BE49-F238E27FC236}">
                <a16:creationId xmlns:a16="http://schemas.microsoft.com/office/drawing/2014/main" id="{BC26C17D-FC1C-EAF2-C2B1-20AE2F6E3480}"/>
              </a:ext>
            </a:extLst>
          </p:cNvPr>
          <p:cNvSpPr/>
          <p:nvPr/>
        </p:nvSpPr>
        <p:spPr>
          <a:xfrm>
            <a:off x="4196949" y="2194784"/>
            <a:ext cx="923621" cy="16481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80" name="product_distributed-io.png">
            <a:extLst>
              <a:ext uri="{FF2B5EF4-FFF2-40B4-BE49-F238E27FC236}">
                <a16:creationId xmlns:a16="http://schemas.microsoft.com/office/drawing/2014/main" id="{AF7849F5-FA25-BE16-1892-D6354540F310}"/>
              </a:ext>
            </a:extLst>
          </p:cNvPr>
          <p:cNvPicPr>
            <a:picLocks noChangeAspect="1"/>
          </p:cNvPicPr>
          <p:nvPr>
            <p:custDataLst>
              <p:tags r:id="rId6"/>
            </p:custDataLst>
          </p:nvPr>
        </p:nvPicPr>
        <p:blipFill rotWithShape="1">
          <a:blip r:embed="rId38">
            <a:extLst>
              <a:ext uri="{28A0092B-C50C-407E-A947-70E740481C1C}">
                <a14:useLocalDpi xmlns:a14="http://schemas.microsoft.com/office/drawing/2010/main" val="0"/>
              </a:ext>
            </a:extLst>
          </a:blip>
          <a:srcRect l="681" t="335" r="65973" b="1032"/>
          <a:stretch/>
        </p:blipFill>
        <p:spPr>
          <a:xfrm>
            <a:off x="4014384" y="4089356"/>
            <a:ext cx="151812" cy="415878"/>
          </a:xfrm>
          <a:prstGeom prst="rect">
            <a:avLst/>
          </a:prstGeom>
        </p:spPr>
      </p:pic>
      <p:cxnSp>
        <p:nvCxnSpPr>
          <p:cNvPr id="81" name="Gerade Verbindung 132">
            <a:extLst>
              <a:ext uri="{FF2B5EF4-FFF2-40B4-BE49-F238E27FC236}">
                <a16:creationId xmlns:a16="http://schemas.microsoft.com/office/drawing/2014/main" id="{686E1A70-253C-97CC-E68C-2AB027C0DFDC}"/>
              </a:ext>
            </a:extLst>
          </p:cNvPr>
          <p:cNvCxnSpPr>
            <a:cxnSpLocks/>
            <a:stCxn id="80" idx="0"/>
            <a:endCxn id="82" idx="0"/>
          </p:cNvCxnSpPr>
          <p:nvPr/>
        </p:nvCxnSpPr>
        <p:spPr bwMode="auto">
          <a:xfrm flipH="1" flipV="1">
            <a:off x="4089290" y="3703445"/>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Rechteck 81">
            <a:extLst>
              <a:ext uri="{FF2B5EF4-FFF2-40B4-BE49-F238E27FC236}">
                <a16:creationId xmlns:a16="http://schemas.microsoft.com/office/drawing/2014/main" id="{95667E4E-C8DE-2031-8DE3-A7B6B935234A}"/>
              </a:ext>
            </a:extLst>
          </p:cNvPr>
          <p:cNvSpPr/>
          <p:nvPr/>
        </p:nvSpPr>
        <p:spPr bwMode="auto">
          <a:xfrm rot="10800000">
            <a:off x="4026290" y="3586749"/>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83" name="product_distributed-io.png">
            <a:extLst>
              <a:ext uri="{FF2B5EF4-FFF2-40B4-BE49-F238E27FC236}">
                <a16:creationId xmlns:a16="http://schemas.microsoft.com/office/drawing/2014/main" id="{99CA9E71-E204-6C37-ABAC-32C41296E7E0}"/>
              </a:ext>
            </a:extLst>
          </p:cNvPr>
          <p:cNvPicPr>
            <a:picLocks noChangeAspect="1"/>
          </p:cNvPicPr>
          <p:nvPr>
            <p:custDataLst>
              <p:tags r:id="rId7"/>
            </p:custDataLst>
          </p:nvPr>
        </p:nvPicPr>
        <p:blipFill rotWithShape="1">
          <a:blip r:embed="rId38">
            <a:extLst>
              <a:ext uri="{28A0092B-C50C-407E-A947-70E740481C1C}">
                <a14:useLocalDpi xmlns:a14="http://schemas.microsoft.com/office/drawing/2010/main" val="0"/>
              </a:ext>
            </a:extLst>
          </a:blip>
          <a:srcRect l="681" t="335" r="65973" b="1032"/>
          <a:stretch/>
        </p:blipFill>
        <p:spPr>
          <a:xfrm>
            <a:off x="3842977" y="4089356"/>
            <a:ext cx="151812" cy="415878"/>
          </a:xfrm>
          <a:prstGeom prst="rect">
            <a:avLst/>
          </a:prstGeom>
        </p:spPr>
      </p:pic>
      <p:cxnSp>
        <p:nvCxnSpPr>
          <p:cNvPr id="86" name="Gerade Verbindung 132">
            <a:extLst>
              <a:ext uri="{FF2B5EF4-FFF2-40B4-BE49-F238E27FC236}">
                <a16:creationId xmlns:a16="http://schemas.microsoft.com/office/drawing/2014/main" id="{D42C0912-4994-2208-E137-42FB4B5C3A50}"/>
              </a:ext>
            </a:extLst>
          </p:cNvPr>
          <p:cNvCxnSpPr>
            <a:cxnSpLocks/>
            <a:stCxn id="83" idx="0"/>
            <a:endCxn id="100" idx="0"/>
          </p:cNvCxnSpPr>
          <p:nvPr/>
        </p:nvCxnSpPr>
        <p:spPr bwMode="auto">
          <a:xfrm flipH="1" flipV="1">
            <a:off x="3917883" y="3547810"/>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hteck 99">
            <a:extLst>
              <a:ext uri="{FF2B5EF4-FFF2-40B4-BE49-F238E27FC236}">
                <a16:creationId xmlns:a16="http://schemas.microsoft.com/office/drawing/2014/main" id="{CD6707DD-CD81-7610-F8BA-0A149D60907E}"/>
              </a:ext>
            </a:extLst>
          </p:cNvPr>
          <p:cNvSpPr/>
          <p:nvPr/>
        </p:nvSpPr>
        <p:spPr bwMode="auto">
          <a:xfrm rot="10800000">
            <a:off x="3854883" y="343111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101" name="Gerade Verbindung 132">
            <a:extLst>
              <a:ext uri="{FF2B5EF4-FFF2-40B4-BE49-F238E27FC236}">
                <a16:creationId xmlns:a16="http://schemas.microsoft.com/office/drawing/2014/main" id="{7E9ADD71-0992-2DD8-978D-A345847FA1D4}"/>
              </a:ext>
            </a:extLst>
          </p:cNvPr>
          <p:cNvCxnSpPr>
            <a:cxnSpLocks/>
          </p:cNvCxnSpPr>
          <p:nvPr/>
        </p:nvCxnSpPr>
        <p:spPr bwMode="auto">
          <a:xfrm flipV="1">
            <a:off x="4166196" y="4286890"/>
            <a:ext cx="5652000" cy="1040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5" name="product_distributed-io.png">
            <a:extLst>
              <a:ext uri="{FF2B5EF4-FFF2-40B4-BE49-F238E27FC236}">
                <a16:creationId xmlns:a16="http://schemas.microsoft.com/office/drawing/2014/main" id="{D0F8CF0E-DD31-7196-5FF9-2363B2D25AFE}"/>
              </a:ext>
            </a:extLst>
          </p:cNvPr>
          <p:cNvPicPr>
            <a:picLocks noChangeAspect="1"/>
          </p:cNvPicPr>
          <p:nvPr>
            <p:custDataLst>
              <p:tags r:id="rId8"/>
            </p:custDataLst>
          </p:nvPr>
        </p:nvPicPr>
        <p:blipFill rotWithShape="1">
          <a:blip r:embed="rId38">
            <a:extLst>
              <a:ext uri="{28A0092B-C50C-407E-A947-70E740481C1C}">
                <a14:useLocalDpi xmlns:a14="http://schemas.microsoft.com/office/drawing/2010/main" val="0"/>
              </a:ext>
            </a:extLst>
          </a:blip>
          <a:srcRect l="681" t="335" r="65973" b="1032"/>
          <a:stretch/>
        </p:blipFill>
        <p:spPr>
          <a:xfrm>
            <a:off x="2634766" y="4105942"/>
            <a:ext cx="151812" cy="415878"/>
          </a:xfrm>
          <a:prstGeom prst="rect">
            <a:avLst/>
          </a:prstGeom>
        </p:spPr>
      </p:pic>
      <p:cxnSp>
        <p:nvCxnSpPr>
          <p:cNvPr id="116" name="Gerade Verbindung 132">
            <a:extLst>
              <a:ext uri="{FF2B5EF4-FFF2-40B4-BE49-F238E27FC236}">
                <a16:creationId xmlns:a16="http://schemas.microsoft.com/office/drawing/2014/main" id="{2E8DDFC8-40D4-135E-FAF6-EE100239E67B}"/>
              </a:ext>
            </a:extLst>
          </p:cNvPr>
          <p:cNvCxnSpPr>
            <a:cxnSpLocks/>
            <a:stCxn id="115" idx="0"/>
            <a:endCxn id="117" idx="0"/>
          </p:cNvCxnSpPr>
          <p:nvPr/>
        </p:nvCxnSpPr>
        <p:spPr bwMode="auto">
          <a:xfrm flipH="1" flipV="1">
            <a:off x="2709672" y="3720031"/>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Rechteck 116">
            <a:extLst>
              <a:ext uri="{FF2B5EF4-FFF2-40B4-BE49-F238E27FC236}">
                <a16:creationId xmlns:a16="http://schemas.microsoft.com/office/drawing/2014/main" id="{2CC853A4-851F-5787-8A9A-FDC880BED852}"/>
              </a:ext>
            </a:extLst>
          </p:cNvPr>
          <p:cNvSpPr/>
          <p:nvPr/>
        </p:nvSpPr>
        <p:spPr bwMode="auto">
          <a:xfrm rot="10800000">
            <a:off x="2646672" y="3603335"/>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118" name="product_distributed-io.png">
            <a:extLst>
              <a:ext uri="{FF2B5EF4-FFF2-40B4-BE49-F238E27FC236}">
                <a16:creationId xmlns:a16="http://schemas.microsoft.com/office/drawing/2014/main" id="{C2C4BC2F-7594-8064-E717-B5C13D4D0CF2}"/>
              </a:ext>
            </a:extLst>
          </p:cNvPr>
          <p:cNvPicPr>
            <a:picLocks noChangeAspect="1"/>
          </p:cNvPicPr>
          <p:nvPr>
            <p:custDataLst>
              <p:tags r:id="rId9"/>
            </p:custDataLst>
          </p:nvPr>
        </p:nvPicPr>
        <p:blipFill rotWithShape="1">
          <a:blip r:embed="rId38">
            <a:extLst>
              <a:ext uri="{28A0092B-C50C-407E-A947-70E740481C1C}">
                <a14:useLocalDpi xmlns:a14="http://schemas.microsoft.com/office/drawing/2010/main" val="0"/>
              </a:ext>
            </a:extLst>
          </a:blip>
          <a:srcRect l="34654" t="335" b="1032"/>
          <a:stretch/>
        </p:blipFill>
        <p:spPr>
          <a:xfrm>
            <a:off x="2811239" y="4090950"/>
            <a:ext cx="297497" cy="449036"/>
          </a:xfrm>
          <a:prstGeom prst="rect">
            <a:avLst/>
          </a:prstGeom>
        </p:spPr>
      </p:pic>
      <p:pic>
        <p:nvPicPr>
          <p:cNvPr id="119" name="product_distributed-io.png">
            <a:extLst>
              <a:ext uri="{FF2B5EF4-FFF2-40B4-BE49-F238E27FC236}">
                <a16:creationId xmlns:a16="http://schemas.microsoft.com/office/drawing/2014/main" id="{813ECF08-6D97-547B-3666-5A2B88C23102}"/>
              </a:ext>
            </a:extLst>
          </p:cNvPr>
          <p:cNvPicPr>
            <a:picLocks noChangeAspect="1"/>
          </p:cNvPicPr>
          <p:nvPr>
            <p:custDataLst>
              <p:tags r:id="rId10"/>
            </p:custDataLst>
          </p:nvPr>
        </p:nvPicPr>
        <p:blipFill rotWithShape="1">
          <a:blip r:embed="rId38">
            <a:extLst>
              <a:ext uri="{28A0092B-C50C-407E-A947-70E740481C1C}">
                <a14:useLocalDpi xmlns:a14="http://schemas.microsoft.com/office/drawing/2010/main" val="0"/>
              </a:ext>
            </a:extLst>
          </a:blip>
          <a:srcRect l="681" t="335" r="65973" b="1032"/>
          <a:stretch/>
        </p:blipFill>
        <p:spPr>
          <a:xfrm>
            <a:off x="2463359" y="4105942"/>
            <a:ext cx="151812" cy="415878"/>
          </a:xfrm>
          <a:prstGeom prst="rect">
            <a:avLst/>
          </a:prstGeom>
        </p:spPr>
      </p:pic>
      <p:cxnSp>
        <p:nvCxnSpPr>
          <p:cNvPr id="120" name="Gerade Verbindung 132">
            <a:extLst>
              <a:ext uri="{FF2B5EF4-FFF2-40B4-BE49-F238E27FC236}">
                <a16:creationId xmlns:a16="http://schemas.microsoft.com/office/drawing/2014/main" id="{68E73B02-10E3-69EB-A5F2-31F53A9FEFDF}"/>
              </a:ext>
            </a:extLst>
          </p:cNvPr>
          <p:cNvCxnSpPr>
            <a:cxnSpLocks/>
            <a:stCxn id="119" idx="0"/>
            <a:endCxn id="121" idx="0"/>
          </p:cNvCxnSpPr>
          <p:nvPr/>
        </p:nvCxnSpPr>
        <p:spPr bwMode="auto">
          <a:xfrm flipH="1" flipV="1">
            <a:off x="2538265" y="3564396"/>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Rechteck 120">
            <a:extLst>
              <a:ext uri="{FF2B5EF4-FFF2-40B4-BE49-F238E27FC236}">
                <a16:creationId xmlns:a16="http://schemas.microsoft.com/office/drawing/2014/main" id="{F246BCE7-0CAF-1B38-EAB0-DF558D16B044}"/>
              </a:ext>
            </a:extLst>
          </p:cNvPr>
          <p:cNvSpPr/>
          <p:nvPr/>
        </p:nvSpPr>
        <p:spPr bwMode="auto">
          <a:xfrm rot="10800000">
            <a:off x="2475265" y="3447700"/>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24" name="Textfeld 123">
            <a:extLst>
              <a:ext uri="{FF2B5EF4-FFF2-40B4-BE49-F238E27FC236}">
                <a16:creationId xmlns:a16="http://schemas.microsoft.com/office/drawing/2014/main" id="{E93C67AB-1F63-8C4E-AFF0-85822B5390D0}"/>
              </a:ext>
            </a:extLst>
          </p:cNvPr>
          <p:cNvSpPr txBox="1"/>
          <p:nvPr/>
        </p:nvSpPr>
        <p:spPr>
          <a:xfrm>
            <a:off x="2421418" y="2161166"/>
            <a:ext cx="951710" cy="276999"/>
          </a:xfrm>
          <a:prstGeom prst="rect">
            <a:avLst/>
          </a:prstGeom>
          <a:noFill/>
        </p:spPr>
        <p:txBody>
          <a:bodyPr wrap="square">
            <a:spAutoFit/>
          </a:bodyPr>
          <a:lstStyle/>
          <a:p>
            <a:pPr algn="ctr"/>
            <a:r>
              <a:rPr lang="en-US" sz="1200" dirty="0">
                <a:solidFill>
                  <a:schemeClr val="bg1"/>
                </a:solidFill>
              </a:rPr>
              <a:t>Network 1</a:t>
            </a:r>
          </a:p>
        </p:txBody>
      </p:sp>
      <p:sp>
        <p:nvSpPr>
          <p:cNvPr id="125" name="Textfeld 124">
            <a:extLst>
              <a:ext uri="{FF2B5EF4-FFF2-40B4-BE49-F238E27FC236}">
                <a16:creationId xmlns:a16="http://schemas.microsoft.com/office/drawing/2014/main" id="{07C8C201-78F5-919F-ED93-9FC3FF95024E}"/>
              </a:ext>
            </a:extLst>
          </p:cNvPr>
          <p:cNvSpPr txBox="1"/>
          <p:nvPr/>
        </p:nvSpPr>
        <p:spPr>
          <a:xfrm>
            <a:off x="1385015" y="2608267"/>
            <a:ext cx="1067046" cy="276999"/>
          </a:xfrm>
          <a:prstGeom prst="rect">
            <a:avLst/>
          </a:prstGeom>
          <a:noFill/>
        </p:spPr>
        <p:txBody>
          <a:bodyPr wrap="square">
            <a:spAutoFit/>
          </a:bodyPr>
          <a:lstStyle/>
          <a:p>
            <a:pPr algn="ctr"/>
            <a:r>
              <a:rPr lang="en-US" sz="1200" dirty="0">
                <a:solidFill>
                  <a:schemeClr val="bg1"/>
                </a:solidFill>
              </a:rPr>
              <a:t>Network 2</a:t>
            </a:r>
          </a:p>
        </p:txBody>
      </p:sp>
      <p:sp>
        <p:nvSpPr>
          <p:cNvPr id="133" name="Rechteck 132">
            <a:extLst>
              <a:ext uri="{FF2B5EF4-FFF2-40B4-BE49-F238E27FC236}">
                <a16:creationId xmlns:a16="http://schemas.microsoft.com/office/drawing/2014/main" id="{CB11D429-2767-98BE-769B-1E357748163C}"/>
              </a:ext>
            </a:extLst>
          </p:cNvPr>
          <p:cNvSpPr/>
          <p:nvPr/>
        </p:nvSpPr>
        <p:spPr>
          <a:xfrm>
            <a:off x="2437546" y="2914488"/>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cxnSp>
        <p:nvCxnSpPr>
          <p:cNvPr id="137" name="Gerade Verbindung 132">
            <a:extLst>
              <a:ext uri="{FF2B5EF4-FFF2-40B4-BE49-F238E27FC236}">
                <a16:creationId xmlns:a16="http://schemas.microsoft.com/office/drawing/2014/main" id="{719C3727-15F3-6AF5-769E-6BCF742FD079}"/>
              </a:ext>
            </a:extLst>
          </p:cNvPr>
          <p:cNvCxnSpPr/>
          <p:nvPr/>
        </p:nvCxnSpPr>
        <p:spPr bwMode="auto">
          <a:xfrm>
            <a:off x="4973835" y="4339730"/>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8" name="product_simatic-s7-1500-control-unit.png">
            <a:extLst>
              <a:ext uri="{FF2B5EF4-FFF2-40B4-BE49-F238E27FC236}">
                <a16:creationId xmlns:a16="http://schemas.microsoft.com/office/drawing/2014/main" id="{EABB8E27-8CEA-7318-C363-231F0DC885AA}"/>
              </a:ext>
            </a:extLst>
          </p:cNvPr>
          <p:cNvPicPr>
            <a:picLocks noChangeAspect="1"/>
          </p:cNvPicPr>
          <p:nvPr>
            <p:custDataLst>
              <p:tags r:id="rId11"/>
            </p:custDataLst>
          </p:nvPr>
        </p:nvPicPr>
        <p:blipFill>
          <a:blip r:embed="rId42" cstate="print">
            <a:extLst>
              <a:ext uri="{28A0092B-C50C-407E-A947-70E740481C1C}">
                <a14:useLocalDpi xmlns:a14="http://schemas.microsoft.com/office/drawing/2010/main" val="0"/>
              </a:ext>
            </a:extLst>
          </a:blip>
          <a:stretch>
            <a:fillRect/>
          </a:stretch>
        </p:blipFill>
        <p:spPr>
          <a:xfrm>
            <a:off x="4725381" y="4469302"/>
            <a:ext cx="496907" cy="511711"/>
          </a:xfrm>
          <a:prstGeom prst="rect">
            <a:avLst/>
          </a:prstGeom>
        </p:spPr>
      </p:pic>
      <p:sp>
        <p:nvSpPr>
          <p:cNvPr id="139" name="Rechteck 138">
            <a:extLst>
              <a:ext uri="{FF2B5EF4-FFF2-40B4-BE49-F238E27FC236}">
                <a16:creationId xmlns:a16="http://schemas.microsoft.com/office/drawing/2014/main" id="{ED39D162-0AF3-0C4F-19EA-29A4CCB28855}"/>
              </a:ext>
            </a:extLst>
          </p:cNvPr>
          <p:cNvSpPr/>
          <p:nvPr/>
        </p:nvSpPr>
        <p:spPr bwMode="auto">
          <a:xfrm>
            <a:off x="4910867" y="425749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40" name="Freihandform: Form 139">
            <a:extLst>
              <a:ext uri="{FF2B5EF4-FFF2-40B4-BE49-F238E27FC236}">
                <a16:creationId xmlns:a16="http://schemas.microsoft.com/office/drawing/2014/main" id="{32715815-DB22-8B8B-4519-3D0E5DE25BD7}"/>
              </a:ext>
            </a:extLst>
          </p:cNvPr>
          <p:cNvSpPr/>
          <p:nvPr/>
        </p:nvSpPr>
        <p:spPr bwMode="auto">
          <a:xfrm>
            <a:off x="4966744" y="4989503"/>
            <a:ext cx="814916" cy="274177"/>
          </a:xfrm>
          <a:custGeom>
            <a:avLst/>
            <a:gdLst>
              <a:gd name="connsiteX0" fmla="*/ 0 w 815340"/>
              <a:gd name="connsiteY0" fmla="*/ 0 h 274320"/>
              <a:gd name="connsiteX1" fmla="*/ 0 w 815340"/>
              <a:gd name="connsiteY1" fmla="*/ 274320 h 274320"/>
              <a:gd name="connsiteX2" fmla="*/ 815340 w 815340"/>
              <a:gd name="connsiteY2" fmla="*/ 274320 h 274320"/>
            </a:gdLst>
            <a:ahLst/>
            <a:cxnLst>
              <a:cxn ang="0">
                <a:pos x="connsiteX0" y="connsiteY0"/>
              </a:cxn>
              <a:cxn ang="0">
                <a:pos x="connsiteX1" y="connsiteY1"/>
              </a:cxn>
              <a:cxn ang="0">
                <a:pos x="connsiteX2" y="connsiteY2"/>
              </a:cxn>
            </a:cxnLst>
            <a:rect l="l" t="t" r="r" b="b"/>
            <a:pathLst>
              <a:path w="815340" h="274320">
                <a:moveTo>
                  <a:pt x="0" y="0"/>
                </a:moveTo>
                <a:lnTo>
                  <a:pt x="0" y="274320"/>
                </a:lnTo>
                <a:lnTo>
                  <a:pt x="815340" y="27432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grpSp>
        <p:nvGrpSpPr>
          <p:cNvPr id="141" name="Gruppieren 140">
            <a:extLst>
              <a:ext uri="{FF2B5EF4-FFF2-40B4-BE49-F238E27FC236}">
                <a16:creationId xmlns:a16="http://schemas.microsoft.com/office/drawing/2014/main" id="{5909CC91-54F2-1C43-22C0-FB73451EB4B8}"/>
              </a:ext>
            </a:extLst>
          </p:cNvPr>
          <p:cNvGrpSpPr/>
          <p:nvPr/>
        </p:nvGrpSpPr>
        <p:grpSpPr>
          <a:xfrm>
            <a:off x="5517637" y="4947769"/>
            <a:ext cx="125934" cy="398635"/>
            <a:chOff x="7763282" y="4615733"/>
            <a:chExt cx="126000" cy="398843"/>
          </a:xfrm>
        </p:grpSpPr>
        <p:cxnSp>
          <p:nvCxnSpPr>
            <p:cNvPr id="142" name="Gerade Verbindung 140">
              <a:extLst>
                <a:ext uri="{FF2B5EF4-FFF2-40B4-BE49-F238E27FC236}">
                  <a16:creationId xmlns:a16="http://schemas.microsoft.com/office/drawing/2014/main" id="{DC9C430C-AB66-25C2-2A00-81ABB6D80A06}"/>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Rechteck 142">
              <a:extLst>
                <a:ext uri="{FF2B5EF4-FFF2-40B4-BE49-F238E27FC236}">
                  <a16:creationId xmlns:a16="http://schemas.microsoft.com/office/drawing/2014/main" id="{7B02D19F-3466-A673-8FD0-D90F5F029759}"/>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45" name="Gruppieren 144">
            <a:extLst>
              <a:ext uri="{FF2B5EF4-FFF2-40B4-BE49-F238E27FC236}">
                <a16:creationId xmlns:a16="http://schemas.microsoft.com/office/drawing/2014/main" id="{BDE2AA80-D146-C2B9-C8EC-E0FDC119BEFA}"/>
              </a:ext>
            </a:extLst>
          </p:cNvPr>
          <p:cNvGrpSpPr>
            <a:grpSpLocks noChangeAspect="1"/>
          </p:cNvGrpSpPr>
          <p:nvPr/>
        </p:nvGrpSpPr>
        <p:grpSpPr>
          <a:xfrm>
            <a:off x="5508493" y="4590611"/>
            <a:ext cx="622096" cy="496392"/>
            <a:chOff x="4105359" y="1822075"/>
            <a:chExt cx="4583448" cy="3657298"/>
          </a:xfrm>
        </p:grpSpPr>
        <p:pic>
          <p:nvPicPr>
            <p:cNvPr id="146" name="product_simatic-s7-1500.png">
              <a:extLst>
                <a:ext uri="{FF2B5EF4-FFF2-40B4-BE49-F238E27FC236}">
                  <a16:creationId xmlns:a16="http://schemas.microsoft.com/office/drawing/2014/main" id="{E8A397A6-41A1-597E-AAA7-EF61DBE74A2C}"/>
                </a:ext>
              </a:extLst>
            </p:cNvPr>
            <p:cNvPicPr>
              <a:picLocks noChangeAspect="1"/>
            </p:cNvPicPr>
            <p:nvPr>
              <p:custDataLst>
                <p:tags r:id="rId24"/>
              </p:custDataLst>
            </p:nvPr>
          </p:nvPicPr>
          <p:blipFill rotWithShape="1">
            <a:blip r:embed="rId4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47" name="product_simatic-s7-1500.png">
              <a:extLst>
                <a:ext uri="{FF2B5EF4-FFF2-40B4-BE49-F238E27FC236}">
                  <a16:creationId xmlns:a16="http://schemas.microsoft.com/office/drawing/2014/main" id="{A1AB7F17-81DD-89A2-D936-9327A6AA0D13}"/>
                </a:ext>
              </a:extLst>
            </p:cNvPr>
            <p:cNvPicPr>
              <a:picLocks noChangeAspect="1"/>
            </p:cNvPicPr>
            <p:nvPr>
              <p:custDataLst>
                <p:tags r:id="rId25"/>
              </p:custDataLst>
            </p:nvPr>
          </p:nvPicPr>
          <p:blipFill rotWithShape="1">
            <a:blip r:embed="rId44"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148" name="product_simatic-s7-1500.png">
              <a:extLst>
                <a:ext uri="{FF2B5EF4-FFF2-40B4-BE49-F238E27FC236}">
                  <a16:creationId xmlns:a16="http://schemas.microsoft.com/office/drawing/2014/main" id="{935B068A-7B90-F522-5B0E-AE2142B042EB}"/>
                </a:ext>
              </a:extLst>
            </p:cNvPr>
            <p:cNvPicPr>
              <a:picLocks noChangeAspect="1"/>
            </p:cNvPicPr>
            <p:nvPr>
              <p:custDataLst>
                <p:tags r:id="rId26"/>
              </p:custDataLst>
            </p:nvPr>
          </p:nvPicPr>
          <p:blipFill rotWithShape="1">
            <a:blip r:embed="rId4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49" name="product_simatic-s7-1500.png">
              <a:extLst>
                <a:ext uri="{FF2B5EF4-FFF2-40B4-BE49-F238E27FC236}">
                  <a16:creationId xmlns:a16="http://schemas.microsoft.com/office/drawing/2014/main" id="{1D9E1DC0-4E2D-855B-0D15-E536B746BA75}"/>
                </a:ext>
              </a:extLst>
            </p:cNvPr>
            <p:cNvPicPr>
              <a:picLocks noChangeAspect="1"/>
            </p:cNvPicPr>
            <p:nvPr>
              <p:custDataLst>
                <p:tags r:id="rId27"/>
              </p:custDataLst>
            </p:nvPr>
          </p:nvPicPr>
          <p:blipFill rotWithShape="1">
            <a:blip r:embed="rId46"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150" name="Rechteck 149">
            <a:extLst>
              <a:ext uri="{FF2B5EF4-FFF2-40B4-BE49-F238E27FC236}">
                <a16:creationId xmlns:a16="http://schemas.microsoft.com/office/drawing/2014/main" id="{C985D8FF-58E6-997D-3704-5AA9CA7C9FD8}"/>
              </a:ext>
            </a:extLst>
          </p:cNvPr>
          <p:cNvSpPr/>
          <p:nvPr/>
        </p:nvSpPr>
        <p:spPr>
          <a:xfrm>
            <a:off x="4872343" y="4510789"/>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5" name="Textfeld 164">
            <a:extLst>
              <a:ext uri="{FF2B5EF4-FFF2-40B4-BE49-F238E27FC236}">
                <a16:creationId xmlns:a16="http://schemas.microsoft.com/office/drawing/2014/main" id="{E768A3D0-A813-7FEC-CC70-CC34D1BF3AE8}"/>
              </a:ext>
            </a:extLst>
          </p:cNvPr>
          <p:cNvSpPr txBox="1"/>
          <p:nvPr/>
        </p:nvSpPr>
        <p:spPr>
          <a:xfrm>
            <a:off x="3502271" y="4676584"/>
            <a:ext cx="939096" cy="276999"/>
          </a:xfrm>
          <a:prstGeom prst="rect">
            <a:avLst/>
          </a:prstGeom>
          <a:noFill/>
        </p:spPr>
        <p:txBody>
          <a:bodyPr wrap="square">
            <a:spAutoFit/>
          </a:bodyPr>
          <a:lstStyle>
            <a:defPPr>
              <a:defRPr lang="en-US"/>
            </a:defPPr>
            <a:lvl1pPr algn="ctr">
              <a:defRPr sz="1200">
                <a:solidFill>
                  <a:schemeClr val="bg1"/>
                </a:solidFill>
              </a:defRPr>
            </a:lvl1pPr>
          </a:lstStyle>
          <a:p>
            <a:r>
              <a:rPr lang="en-US" dirty="0"/>
              <a:t>Y-Switch</a:t>
            </a:r>
          </a:p>
        </p:txBody>
      </p:sp>
      <p:grpSp>
        <p:nvGrpSpPr>
          <p:cNvPr id="166" name="Gruppieren 165">
            <a:extLst>
              <a:ext uri="{FF2B5EF4-FFF2-40B4-BE49-F238E27FC236}">
                <a16:creationId xmlns:a16="http://schemas.microsoft.com/office/drawing/2014/main" id="{D9B138A7-2463-24DF-6E86-B80773D6FA0F}"/>
              </a:ext>
            </a:extLst>
          </p:cNvPr>
          <p:cNvGrpSpPr/>
          <p:nvPr/>
        </p:nvGrpSpPr>
        <p:grpSpPr>
          <a:xfrm>
            <a:off x="6688133" y="4243208"/>
            <a:ext cx="125934" cy="447756"/>
            <a:chOff x="7094633" y="3873495"/>
            <a:chExt cx="126000" cy="447989"/>
          </a:xfrm>
        </p:grpSpPr>
        <p:cxnSp>
          <p:nvCxnSpPr>
            <p:cNvPr id="167" name="Gerade Verbindung 132">
              <a:extLst>
                <a:ext uri="{FF2B5EF4-FFF2-40B4-BE49-F238E27FC236}">
                  <a16:creationId xmlns:a16="http://schemas.microsoft.com/office/drawing/2014/main" id="{1942AFA9-F7E7-21BA-F042-82861256807D}"/>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Rechteck 167">
              <a:extLst>
                <a:ext uri="{FF2B5EF4-FFF2-40B4-BE49-F238E27FC236}">
                  <a16:creationId xmlns:a16="http://schemas.microsoft.com/office/drawing/2014/main" id="{5372E5C5-4586-633E-09D7-7113890D07DB}"/>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69" name="Gruppieren 168">
            <a:extLst>
              <a:ext uri="{FF2B5EF4-FFF2-40B4-BE49-F238E27FC236}">
                <a16:creationId xmlns:a16="http://schemas.microsoft.com/office/drawing/2014/main" id="{031047A7-1717-B62C-971A-65EE0F7D5EA9}"/>
              </a:ext>
            </a:extLst>
          </p:cNvPr>
          <p:cNvGrpSpPr/>
          <p:nvPr/>
        </p:nvGrpSpPr>
        <p:grpSpPr>
          <a:xfrm>
            <a:off x="6688133" y="4493369"/>
            <a:ext cx="317859" cy="455031"/>
            <a:chOff x="2287722" y="4432346"/>
            <a:chExt cx="318025" cy="455268"/>
          </a:xfrm>
        </p:grpSpPr>
        <p:pic>
          <p:nvPicPr>
            <p:cNvPr id="170" name="product_distributed-io.png">
              <a:extLst>
                <a:ext uri="{FF2B5EF4-FFF2-40B4-BE49-F238E27FC236}">
                  <a16:creationId xmlns:a16="http://schemas.microsoft.com/office/drawing/2014/main" id="{CD6C0F76-B297-D164-8086-A01EF13C5EA4}"/>
                </a:ext>
              </a:extLst>
            </p:cNvPr>
            <p:cNvPicPr>
              <a:picLocks noChangeAspect="1"/>
            </p:cNvPicPr>
            <p:nvPr>
              <p:custDataLst>
                <p:tags r:id="rId22"/>
              </p:custDataLst>
            </p:nvPr>
          </p:nvPicPr>
          <p:blipFill rotWithShape="1">
            <a:blip r:embed="rId47" cstate="print">
              <a:extLst>
                <a:ext uri="{28A0092B-C50C-407E-A947-70E740481C1C}">
                  <a14:useLocalDpi xmlns:a14="http://schemas.microsoft.com/office/drawing/2010/main" val="0"/>
                </a:ext>
              </a:extLst>
            </a:blip>
            <a:srcRect l="1" r="65334"/>
            <a:stretch/>
          </p:blipFill>
          <p:spPr>
            <a:xfrm>
              <a:off x="2287722" y="4432346"/>
              <a:ext cx="157822" cy="455268"/>
            </a:xfrm>
            <a:prstGeom prst="rect">
              <a:avLst/>
            </a:prstGeom>
          </p:spPr>
        </p:pic>
        <p:pic>
          <p:nvPicPr>
            <p:cNvPr id="176" name="product_distributed-io.png">
              <a:extLst>
                <a:ext uri="{FF2B5EF4-FFF2-40B4-BE49-F238E27FC236}">
                  <a16:creationId xmlns:a16="http://schemas.microsoft.com/office/drawing/2014/main" id="{FE756264-6107-D6F3-8BA6-48C92AB43F76}"/>
                </a:ext>
              </a:extLst>
            </p:cNvPr>
            <p:cNvPicPr>
              <a:picLocks noChangeAspect="1"/>
            </p:cNvPicPr>
            <p:nvPr>
              <p:custDataLst>
                <p:tags r:id="rId23"/>
              </p:custDataLst>
            </p:nvPr>
          </p:nvPicPr>
          <p:blipFill rotWithShape="1">
            <a:blip r:embed="rId47" cstate="print">
              <a:extLst>
                <a:ext uri="{28A0092B-C50C-407E-A947-70E740481C1C}">
                  <a14:useLocalDpi xmlns:a14="http://schemas.microsoft.com/office/drawing/2010/main" val="0"/>
                </a:ext>
              </a:extLst>
            </a:blip>
            <a:srcRect l="1" r="65334"/>
            <a:stretch/>
          </p:blipFill>
          <p:spPr>
            <a:xfrm>
              <a:off x="2447925" y="4432346"/>
              <a:ext cx="157822" cy="455268"/>
            </a:xfrm>
            <a:prstGeom prst="rect">
              <a:avLst/>
            </a:prstGeom>
          </p:spPr>
        </p:pic>
      </p:grpSp>
      <p:cxnSp>
        <p:nvCxnSpPr>
          <p:cNvPr id="177" name="Gewinkelte Verbindung 9">
            <a:extLst>
              <a:ext uri="{FF2B5EF4-FFF2-40B4-BE49-F238E27FC236}">
                <a16:creationId xmlns:a16="http://schemas.microsoft.com/office/drawing/2014/main" id="{22071DA7-EA5F-0A86-0D13-8FC2BA705DC9}"/>
              </a:ext>
            </a:extLst>
          </p:cNvPr>
          <p:cNvCxnSpPr>
            <a:stCxn id="176" idx="2"/>
          </p:cNvCxnSpPr>
          <p:nvPr/>
        </p:nvCxnSpPr>
        <p:spPr bwMode="auto">
          <a:xfrm rot="16200000" flipH="1">
            <a:off x="7501620" y="4373902"/>
            <a:ext cx="465258" cy="1614253"/>
          </a:xfrm>
          <a:prstGeom prst="bentConnector2">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2" name="Gruppieren 181">
            <a:extLst>
              <a:ext uri="{FF2B5EF4-FFF2-40B4-BE49-F238E27FC236}">
                <a16:creationId xmlns:a16="http://schemas.microsoft.com/office/drawing/2014/main" id="{90F323CC-BA29-926C-170D-C21D900D6604}"/>
              </a:ext>
            </a:extLst>
          </p:cNvPr>
          <p:cNvGrpSpPr/>
          <p:nvPr/>
        </p:nvGrpSpPr>
        <p:grpSpPr>
          <a:xfrm>
            <a:off x="7505808" y="5077988"/>
            <a:ext cx="125934" cy="398635"/>
            <a:chOff x="7763282" y="4615733"/>
            <a:chExt cx="126000" cy="398843"/>
          </a:xfrm>
        </p:grpSpPr>
        <p:cxnSp>
          <p:nvCxnSpPr>
            <p:cNvPr id="183" name="Gerade Verbindung 156">
              <a:extLst>
                <a:ext uri="{FF2B5EF4-FFF2-40B4-BE49-F238E27FC236}">
                  <a16:creationId xmlns:a16="http://schemas.microsoft.com/office/drawing/2014/main" id="{9BDBAAB2-FE30-88E9-09C6-A50E8BBF169F}"/>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 name="Rechteck 183">
              <a:extLst>
                <a:ext uri="{FF2B5EF4-FFF2-40B4-BE49-F238E27FC236}">
                  <a16:creationId xmlns:a16="http://schemas.microsoft.com/office/drawing/2014/main" id="{D4D88A74-16CE-A174-63A4-8AE57FFFBA53}"/>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85" name="Gruppieren 184">
            <a:extLst>
              <a:ext uri="{FF2B5EF4-FFF2-40B4-BE49-F238E27FC236}">
                <a16:creationId xmlns:a16="http://schemas.microsoft.com/office/drawing/2014/main" id="{92D7E4F6-1D02-0903-BDB2-A97EE99BF435}"/>
              </a:ext>
            </a:extLst>
          </p:cNvPr>
          <p:cNvGrpSpPr/>
          <p:nvPr/>
        </p:nvGrpSpPr>
        <p:grpSpPr>
          <a:xfrm>
            <a:off x="7940302" y="5077988"/>
            <a:ext cx="125934" cy="398635"/>
            <a:chOff x="7763282" y="4615733"/>
            <a:chExt cx="126000" cy="398843"/>
          </a:xfrm>
        </p:grpSpPr>
        <p:cxnSp>
          <p:nvCxnSpPr>
            <p:cNvPr id="186" name="Gerade Verbindung 140">
              <a:extLst>
                <a:ext uri="{FF2B5EF4-FFF2-40B4-BE49-F238E27FC236}">
                  <a16:creationId xmlns:a16="http://schemas.microsoft.com/office/drawing/2014/main" id="{DC4F4742-C132-618E-EE1D-B1CB2B1F5608}"/>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Rechteck 186">
              <a:extLst>
                <a:ext uri="{FF2B5EF4-FFF2-40B4-BE49-F238E27FC236}">
                  <a16:creationId xmlns:a16="http://schemas.microsoft.com/office/drawing/2014/main" id="{F6F4F6C1-1018-8198-E9B3-B19D3BC4106B}"/>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88" name="Gruppieren 187">
            <a:extLst>
              <a:ext uri="{FF2B5EF4-FFF2-40B4-BE49-F238E27FC236}">
                <a16:creationId xmlns:a16="http://schemas.microsoft.com/office/drawing/2014/main" id="{C79271B1-9CA2-2EFB-6087-377062E92906}"/>
              </a:ext>
            </a:extLst>
          </p:cNvPr>
          <p:cNvGrpSpPr>
            <a:grpSpLocks noChangeAspect="1"/>
          </p:cNvGrpSpPr>
          <p:nvPr/>
        </p:nvGrpSpPr>
        <p:grpSpPr>
          <a:xfrm>
            <a:off x="7931158" y="4720830"/>
            <a:ext cx="622096" cy="496392"/>
            <a:chOff x="4105359" y="1822075"/>
            <a:chExt cx="4583448" cy="3657298"/>
          </a:xfrm>
        </p:grpSpPr>
        <p:pic>
          <p:nvPicPr>
            <p:cNvPr id="189" name="product_simatic-s7-1500.png">
              <a:extLst>
                <a:ext uri="{FF2B5EF4-FFF2-40B4-BE49-F238E27FC236}">
                  <a16:creationId xmlns:a16="http://schemas.microsoft.com/office/drawing/2014/main" id="{711E3317-B383-D4A1-AB86-CFA3035A0501}"/>
                </a:ext>
              </a:extLst>
            </p:cNvPr>
            <p:cNvPicPr>
              <a:picLocks noChangeAspect="1"/>
            </p:cNvPicPr>
            <p:nvPr>
              <p:custDataLst>
                <p:tags r:id="rId18"/>
              </p:custDataLst>
            </p:nvPr>
          </p:nvPicPr>
          <p:blipFill rotWithShape="1">
            <a:blip r:embed="rId4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90" name="product_simatic-s7-1500.png">
              <a:extLst>
                <a:ext uri="{FF2B5EF4-FFF2-40B4-BE49-F238E27FC236}">
                  <a16:creationId xmlns:a16="http://schemas.microsoft.com/office/drawing/2014/main" id="{907378CC-604D-ACF6-2FE2-827C957661C0}"/>
                </a:ext>
              </a:extLst>
            </p:cNvPr>
            <p:cNvPicPr>
              <a:picLocks noChangeAspect="1"/>
            </p:cNvPicPr>
            <p:nvPr>
              <p:custDataLst>
                <p:tags r:id="rId19"/>
              </p:custDataLst>
            </p:nvPr>
          </p:nvPicPr>
          <p:blipFill rotWithShape="1">
            <a:blip r:embed="rId44"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191" name="product_simatic-s7-1500.png">
              <a:extLst>
                <a:ext uri="{FF2B5EF4-FFF2-40B4-BE49-F238E27FC236}">
                  <a16:creationId xmlns:a16="http://schemas.microsoft.com/office/drawing/2014/main" id="{FFEBD042-D46B-68E3-22E6-6100B4FE9E02}"/>
                </a:ext>
              </a:extLst>
            </p:cNvPr>
            <p:cNvPicPr>
              <a:picLocks noChangeAspect="1"/>
            </p:cNvPicPr>
            <p:nvPr>
              <p:custDataLst>
                <p:tags r:id="rId20"/>
              </p:custDataLst>
            </p:nvPr>
          </p:nvPicPr>
          <p:blipFill rotWithShape="1">
            <a:blip r:embed="rId4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05" name="product_simatic-s7-1500.png">
              <a:extLst>
                <a:ext uri="{FF2B5EF4-FFF2-40B4-BE49-F238E27FC236}">
                  <a16:creationId xmlns:a16="http://schemas.microsoft.com/office/drawing/2014/main" id="{6DCF805E-9894-6A19-C3EF-A11F336F049C}"/>
                </a:ext>
              </a:extLst>
            </p:cNvPr>
            <p:cNvPicPr>
              <a:picLocks noChangeAspect="1"/>
            </p:cNvPicPr>
            <p:nvPr>
              <p:custDataLst>
                <p:tags r:id="rId21"/>
              </p:custDataLst>
            </p:nvPr>
          </p:nvPicPr>
          <p:blipFill rotWithShape="1">
            <a:blip r:embed="rId46"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grpSp>
        <p:nvGrpSpPr>
          <p:cNvPr id="208" name="Gruppieren 207">
            <a:extLst>
              <a:ext uri="{FF2B5EF4-FFF2-40B4-BE49-F238E27FC236}">
                <a16:creationId xmlns:a16="http://schemas.microsoft.com/office/drawing/2014/main" id="{1BAC4101-D624-5CC9-B811-F95560E64EE1}"/>
              </a:ext>
            </a:extLst>
          </p:cNvPr>
          <p:cNvGrpSpPr/>
          <p:nvPr/>
        </p:nvGrpSpPr>
        <p:grpSpPr>
          <a:xfrm>
            <a:off x="6433058" y="4497268"/>
            <a:ext cx="276749" cy="192147"/>
            <a:chOff x="9023050" y="3816544"/>
            <a:chExt cx="276893" cy="192247"/>
          </a:xfrm>
        </p:grpSpPr>
        <p:sp>
          <p:nvSpPr>
            <p:cNvPr id="209" name="Rechteck 208">
              <a:extLst>
                <a:ext uri="{FF2B5EF4-FFF2-40B4-BE49-F238E27FC236}">
                  <a16:creationId xmlns:a16="http://schemas.microsoft.com/office/drawing/2014/main" id="{DE83EB77-91BF-C272-0ED4-22F1A5D07F67}"/>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10" name="Textfeld 209">
              <a:extLst>
                <a:ext uri="{FF2B5EF4-FFF2-40B4-BE49-F238E27FC236}">
                  <a16:creationId xmlns:a16="http://schemas.microsoft.com/office/drawing/2014/main" id="{389BC8A3-9143-955C-2F4D-B632514CE3AC}"/>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S2</a:t>
              </a:r>
            </a:p>
          </p:txBody>
        </p:sp>
      </p:grpSp>
      <p:pic>
        <p:nvPicPr>
          <p:cNvPr id="211" name="product_simatic-s7-1500-control-unit.png">
            <a:extLst>
              <a:ext uri="{FF2B5EF4-FFF2-40B4-BE49-F238E27FC236}">
                <a16:creationId xmlns:a16="http://schemas.microsoft.com/office/drawing/2014/main" id="{61031E8D-5B2C-6D8C-A026-6B8A72C589A1}"/>
              </a:ext>
            </a:extLst>
          </p:cNvPr>
          <p:cNvPicPr>
            <a:picLocks noChangeAspect="1"/>
          </p:cNvPicPr>
          <p:nvPr>
            <p:custDataLst>
              <p:tags r:id="rId12"/>
            </p:custDataLst>
          </p:nvPr>
        </p:nvPicPr>
        <p:blipFill>
          <a:blip r:embed="rId42" cstate="print">
            <a:extLst>
              <a:ext uri="{28A0092B-C50C-407E-A947-70E740481C1C}">
                <a14:useLocalDpi xmlns:a14="http://schemas.microsoft.com/office/drawing/2010/main" val="0"/>
              </a:ext>
            </a:extLst>
          </a:blip>
          <a:stretch>
            <a:fillRect/>
          </a:stretch>
        </p:blipFill>
        <p:spPr>
          <a:xfrm>
            <a:off x="7328415" y="4720830"/>
            <a:ext cx="496907" cy="511711"/>
          </a:xfrm>
          <a:prstGeom prst="rect">
            <a:avLst/>
          </a:prstGeom>
        </p:spPr>
      </p:pic>
      <p:sp>
        <p:nvSpPr>
          <p:cNvPr id="222" name="Rechteck 221">
            <a:extLst>
              <a:ext uri="{FF2B5EF4-FFF2-40B4-BE49-F238E27FC236}">
                <a16:creationId xmlns:a16="http://schemas.microsoft.com/office/drawing/2014/main" id="{789B40DA-B9CE-37CC-7332-49F91B554D77}"/>
              </a:ext>
            </a:extLst>
          </p:cNvPr>
          <p:cNvSpPr/>
          <p:nvPr/>
        </p:nvSpPr>
        <p:spPr>
          <a:xfrm>
            <a:off x="7473905" y="4760097"/>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24" name="Gruppieren 223">
            <a:extLst>
              <a:ext uri="{FF2B5EF4-FFF2-40B4-BE49-F238E27FC236}">
                <a16:creationId xmlns:a16="http://schemas.microsoft.com/office/drawing/2014/main" id="{3D53D902-3645-73FC-E928-72322BDFA3A7}"/>
              </a:ext>
            </a:extLst>
          </p:cNvPr>
          <p:cNvGrpSpPr/>
          <p:nvPr/>
        </p:nvGrpSpPr>
        <p:grpSpPr>
          <a:xfrm>
            <a:off x="4535813" y="4508922"/>
            <a:ext cx="276749" cy="192147"/>
            <a:chOff x="9023050" y="3816544"/>
            <a:chExt cx="276893" cy="192247"/>
          </a:xfrm>
        </p:grpSpPr>
        <p:sp>
          <p:nvSpPr>
            <p:cNvPr id="225" name="Rechteck 224">
              <a:extLst>
                <a:ext uri="{FF2B5EF4-FFF2-40B4-BE49-F238E27FC236}">
                  <a16:creationId xmlns:a16="http://schemas.microsoft.com/office/drawing/2014/main" id="{11D88427-45A8-922F-C753-7634299B4E59}"/>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26" name="Textfeld 225">
              <a:extLst>
                <a:ext uri="{FF2B5EF4-FFF2-40B4-BE49-F238E27FC236}">
                  <a16:creationId xmlns:a16="http://schemas.microsoft.com/office/drawing/2014/main" id="{43703F6E-3B9D-9C71-5161-86D89B5547B5}"/>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S1</a:t>
              </a:r>
            </a:p>
          </p:txBody>
        </p:sp>
      </p:grpSp>
      <p:cxnSp>
        <p:nvCxnSpPr>
          <p:cNvPr id="227" name="Gerade Verbindung 132">
            <a:extLst>
              <a:ext uri="{FF2B5EF4-FFF2-40B4-BE49-F238E27FC236}">
                <a16:creationId xmlns:a16="http://schemas.microsoft.com/office/drawing/2014/main" id="{4FCCA6C0-CDC5-E467-FDD2-9C915C6CCDE6}"/>
              </a:ext>
            </a:extLst>
          </p:cNvPr>
          <p:cNvCxnSpPr/>
          <p:nvPr/>
        </p:nvCxnSpPr>
        <p:spPr bwMode="auto">
          <a:xfrm>
            <a:off x="9210927" y="4312546"/>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8" name="product_simatic-s7-1500-control-unit.png">
            <a:extLst>
              <a:ext uri="{FF2B5EF4-FFF2-40B4-BE49-F238E27FC236}">
                <a16:creationId xmlns:a16="http://schemas.microsoft.com/office/drawing/2014/main" id="{D22E677D-D57E-C861-46E2-1EA688EAC434}"/>
              </a:ext>
            </a:extLst>
          </p:cNvPr>
          <p:cNvPicPr>
            <a:picLocks noChangeAspect="1"/>
          </p:cNvPicPr>
          <p:nvPr>
            <p:custDataLst>
              <p:tags r:id="rId13"/>
            </p:custDataLst>
          </p:nvPr>
        </p:nvPicPr>
        <p:blipFill>
          <a:blip r:embed="rId42" cstate="print">
            <a:extLst>
              <a:ext uri="{28A0092B-C50C-407E-A947-70E740481C1C}">
                <a14:useLocalDpi xmlns:a14="http://schemas.microsoft.com/office/drawing/2010/main" val="0"/>
              </a:ext>
            </a:extLst>
          </a:blip>
          <a:stretch>
            <a:fillRect/>
          </a:stretch>
        </p:blipFill>
        <p:spPr>
          <a:xfrm>
            <a:off x="8962473" y="4442118"/>
            <a:ext cx="496907" cy="511711"/>
          </a:xfrm>
          <a:prstGeom prst="rect">
            <a:avLst/>
          </a:prstGeom>
        </p:spPr>
      </p:pic>
      <p:sp>
        <p:nvSpPr>
          <p:cNvPr id="229" name="Rechteck 228">
            <a:extLst>
              <a:ext uri="{FF2B5EF4-FFF2-40B4-BE49-F238E27FC236}">
                <a16:creationId xmlns:a16="http://schemas.microsoft.com/office/drawing/2014/main" id="{17CE81E7-702F-86AA-F71D-87C58748C0A3}"/>
              </a:ext>
            </a:extLst>
          </p:cNvPr>
          <p:cNvSpPr/>
          <p:nvPr/>
        </p:nvSpPr>
        <p:spPr bwMode="auto">
          <a:xfrm>
            <a:off x="9147959" y="423031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230" name="Freihandform: Form 229">
            <a:extLst>
              <a:ext uri="{FF2B5EF4-FFF2-40B4-BE49-F238E27FC236}">
                <a16:creationId xmlns:a16="http://schemas.microsoft.com/office/drawing/2014/main" id="{785D8C21-803F-C9F7-D359-7A0A67C25268}"/>
              </a:ext>
            </a:extLst>
          </p:cNvPr>
          <p:cNvSpPr/>
          <p:nvPr/>
        </p:nvSpPr>
        <p:spPr bwMode="auto">
          <a:xfrm>
            <a:off x="9203836" y="4962319"/>
            <a:ext cx="814916" cy="274177"/>
          </a:xfrm>
          <a:custGeom>
            <a:avLst/>
            <a:gdLst>
              <a:gd name="connsiteX0" fmla="*/ 0 w 815340"/>
              <a:gd name="connsiteY0" fmla="*/ 0 h 274320"/>
              <a:gd name="connsiteX1" fmla="*/ 0 w 815340"/>
              <a:gd name="connsiteY1" fmla="*/ 274320 h 274320"/>
              <a:gd name="connsiteX2" fmla="*/ 815340 w 815340"/>
              <a:gd name="connsiteY2" fmla="*/ 274320 h 274320"/>
            </a:gdLst>
            <a:ahLst/>
            <a:cxnLst>
              <a:cxn ang="0">
                <a:pos x="connsiteX0" y="connsiteY0"/>
              </a:cxn>
              <a:cxn ang="0">
                <a:pos x="connsiteX1" y="connsiteY1"/>
              </a:cxn>
              <a:cxn ang="0">
                <a:pos x="connsiteX2" y="connsiteY2"/>
              </a:cxn>
            </a:cxnLst>
            <a:rect l="l" t="t" r="r" b="b"/>
            <a:pathLst>
              <a:path w="815340" h="274320">
                <a:moveTo>
                  <a:pt x="0" y="0"/>
                </a:moveTo>
                <a:lnTo>
                  <a:pt x="0" y="274320"/>
                </a:lnTo>
                <a:lnTo>
                  <a:pt x="815340" y="274320"/>
                </a:ln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grpSp>
        <p:nvGrpSpPr>
          <p:cNvPr id="231" name="Gruppieren 230">
            <a:extLst>
              <a:ext uri="{FF2B5EF4-FFF2-40B4-BE49-F238E27FC236}">
                <a16:creationId xmlns:a16="http://schemas.microsoft.com/office/drawing/2014/main" id="{EED6BEFC-2146-DDB2-5352-4C614A25598C}"/>
              </a:ext>
            </a:extLst>
          </p:cNvPr>
          <p:cNvGrpSpPr/>
          <p:nvPr/>
        </p:nvGrpSpPr>
        <p:grpSpPr>
          <a:xfrm>
            <a:off x="9754729" y="4920585"/>
            <a:ext cx="125934" cy="398635"/>
            <a:chOff x="7763282" y="4615733"/>
            <a:chExt cx="126000" cy="398843"/>
          </a:xfrm>
        </p:grpSpPr>
        <p:cxnSp>
          <p:nvCxnSpPr>
            <p:cNvPr id="232" name="Gerade Verbindung 140">
              <a:extLst>
                <a:ext uri="{FF2B5EF4-FFF2-40B4-BE49-F238E27FC236}">
                  <a16:creationId xmlns:a16="http://schemas.microsoft.com/office/drawing/2014/main" id="{9ADDAF90-9BAA-D61E-C94C-4C1B4B4D0D12}"/>
                </a:ext>
              </a:extLst>
            </p:cNvPr>
            <p:cNvCxnSpPr/>
            <p:nvPr/>
          </p:nvCxnSpPr>
          <p:spPr bwMode="auto">
            <a:xfrm flipV="1">
              <a:off x="7826281" y="4615733"/>
              <a:ext cx="0" cy="307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3" name="Rechteck 232">
              <a:extLst>
                <a:ext uri="{FF2B5EF4-FFF2-40B4-BE49-F238E27FC236}">
                  <a16:creationId xmlns:a16="http://schemas.microsoft.com/office/drawing/2014/main" id="{CE50A716-F76B-2886-21AB-C26A34924593}"/>
                </a:ext>
              </a:extLst>
            </p:cNvPr>
            <p:cNvSpPr/>
            <p:nvPr/>
          </p:nvSpPr>
          <p:spPr bwMode="auto">
            <a:xfrm rot="10800000">
              <a:off x="7763282" y="4888576"/>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4" name="Gruppieren 233">
            <a:extLst>
              <a:ext uri="{FF2B5EF4-FFF2-40B4-BE49-F238E27FC236}">
                <a16:creationId xmlns:a16="http://schemas.microsoft.com/office/drawing/2014/main" id="{AE3E63F8-660F-A16A-59D4-7E0F895AA76D}"/>
              </a:ext>
            </a:extLst>
          </p:cNvPr>
          <p:cNvGrpSpPr>
            <a:grpSpLocks noChangeAspect="1"/>
          </p:cNvGrpSpPr>
          <p:nvPr/>
        </p:nvGrpSpPr>
        <p:grpSpPr>
          <a:xfrm>
            <a:off x="9745585" y="4563427"/>
            <a:ext cx="622096" cy="496392"/>
            <a:chOff x="4105359" y="1822075"/>
            <a:chExt cx="4583448" cy="3657298"/>
          </a:xfrm>
        </p:grpSpPr>
        <p:pic>
          <p:nvPicPr>
            <p:cNvPr id="235" name="product_simatic-s7-1500.png">
              <a:extLst>
                <a:ext uri="{FF2B5EF4-FFF2-40B4-BE49-F238E27FC236}">
                  <a16:creationId xmlns:a16="http://schemas.microsoft.com/office/drawing/2014/main" id="{1C311DB7-3B13-4DB6-74FF-D6487B4DCA12}"/>
                </a:ext>
              </a:extLst>
            </p:cNvPr>
            <p:cNvPicPr>
              <a:picLocks noChangeAspect="1"/>
            </p:cNvPicPr>
            <p:nvPr>
              <p:custDataLst>
                <p:tags r:id="rId14"/>
              </p:custDataLst>
            </p:nvPr>
          </p:nvPicPr>
          <p:blipFill rotWithShape="1">
            <a:blip r:embed="rId4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36" name="product_simatic-s7-1500.png">
              <a:extLst>
                <a:ext uri="{FF2B5EF4-FFF2-40B4-BE49-F238E27FC236}">
                  <a16:creationId xmlns:a16="http://schemas.microsoft.com/office/drawing/2014/main" id="{60E758C3-57A8-174D-F4A3-CFBA6536F74B}"/>
                </a:ext>
              </a:extLst>
            </p:cNvPr>
            <p:cNvPicPr>
              <a:picLocks noChangeAspect="1"/>
            </p:cNvPicPr>
            <p:nvPr>
              <p:custDataLst>
                <p:tags r:id="rId15"/>
              </p:custDataLst>
            </p:nvPr>
          </p:nvPicPr>
          <p:blipFill rotWithShape="1">
            <a:blip r:embed="rId44"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237" name="product_simatic-s7-1500.png">
              <a:extLst>
                <a:ext uri="{FF2B5EF4-FFF2-40B4-BE49-F238E27FC236}">
                  <a16:creationId xmlns:a16="http://schemas.microsoft.com/office/drawing/2014/main" id="{859AA6E5-7528-DD7D-CA51-2059EA7CBC40}"/>
                </a:ext>
              </a:extLst>
            </p:cNvPr>
            <p:cNvPicPr>
              <a:picLocks noChangeAspect="1"/>
            </p:cNvPicPr>
            <p:nvPr>
              <p:custDataLst>
                <p:tags r:id="rId16"/>
              </p:custDataLst>
            </p:nvPr>
          </p:nvPicPr>
          <p:blipFill rotWithShape="1">
            <a:blip r:embed="rId4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38" name="product_simatic-s7-1500.png">
              <a:extLst>
                <a:ext uri="{FF2B5EF4-FFF2-40B4-BE49-F238E27FC236}">
                  <a16:creationId xmlns:a16="http://schemas.microsoft.com/office/drawing/2014/main" id="{97747BEB-B49B-901C-EED1-DBC73DCE9289}"/>
                </a:ext>
              </a:extLst>
            </p:cNvPr>
            <p:cNvPicPr>
              <a:picLocks noChangeAspect="1"/>
            </p:cNvPicPr>
            <p:nvPr>
              <p:custDataLst>
                <p:tags r:id="rId17"/>
              </p:custDataLst>
            </p:nvPr>
          </p:nvPicPr>
          <p:blipFill rotWithShape="1">
            <a:blip r:embed="rId46"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39" name="Rechteck 238">
            <a:extLst>
              <a:ext uri="{FF2B5EF4-FFF2-40B4-BE49-F238E27FC236}">
                <a16:creationId xmlns:a16="http://schemas.microsoft.com/office/drawing/2014/main" id="{A8770B7F-B9C4-4E93-C0DE-87684A10799B}"/>
              </a:ext>
            </a:extLst>
          </p:cNvPr>
          <p:cNvSpPr/>
          <p:nvPr/>
        </p:nvSpPr>
        <p:spPr>
          <a:xfrm>
            <a:off x="9118313" y="4483605"/>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3" name="Legende: Linie 242">
            <a:extLst>
              <a:ext uri="{FF2B5EF4-FFF2-40B4-BE49-F238E27FC236}">
                <a16:creationId xmlns:a16="http://schemas.microsoft.com/office/drawing/2014/main" id="{64A6BB68-7650-935D-CC16-8A1CC972B9A0}"/>
              </a:ext>
            </a:extLst>
          </p:cNvPr>
          <p:cNvSpPr/>
          <p:nvPr/>
        </p:nvSpPr>
        <p:spPr bwMode="auto">
          <a:xfrm flipH="1">
            <a:off x="843378" y="5117354"/>
            <a:ext cx="3424941" cy="716816"/>
          </a:xfrm>
          <a:prstGeom prst="borderCallout1">
            <a:avLst>
              <a:gd name="adj1" fmla="val 67975"/>
              <a:gd name="adj2" fmla="val -1164"/>
              <a:gd name="adj3" fmla="val -40519"/>
              <a:gd name="adj4" fmla="val -13292"/>
            </a:avLst>
          </a:prstGeom>
          <a:solidFill>
            <a:srgbClr val="4BB9B9"/>
          </a:solidFill>
          <a:ln>
            <a:solidFill>
              <a:srgbClr val="00AF8E"/>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r>
              <a:rPr lang="en-US" sz="1399" b="1" dirty="0">
                <a:solidFill>
                  <a:schemeClr val="bg1"/>
                </a:solidFill>
                <a:latin typeface="Arial"/>
                <a:ea typeface="Arial Unicode MS" panose="020B0604020202020204" pitchFamily="34" charset="-128"/>
              </a:rPr>
              <a:t>Option 1: </a:t>
            </a:r>
            <a:r>
              <a:rPr lang="en-US" sz="1399" dirty="0">
                <a:solidFill>
                  <a:schemeClr val="bg1"/>
                </a:solidFill>
                <a:latin typeface="Arial"/>
                <a:ea typeface="Arial Unicode MS" panose="020B0604020202020204" pitchFamily="34" charset="-128"/>
              </a:rPr>
              <a:t>Connection as </a:t>
            </a:r>
            <a:r>
              <a:rPr lang="en-US" sz="1399" dirty="0" err="1">
                <a:solidFill>
                  <a:schemeClr val="bg1"/>
                </a:solidFill>
                <a:latin typeface="Arial"/>
                <a:ea typeface="Arial Unicode MS" panose="020B0604020202020204" pitchFamily="34" charset="-128"/>
              </a:rPr>
              <a:t>iDevice</a:t>
            </a:r>
            <a:r>
              <a:rPr lang="en-US" sz="1399" dirty="0">
                <a:solidFill>
                  <a:schemeClr val="bg1"/>
                </a:solidFill>
                <a:latin typeface="Arial"/>
                <a:ea typeface="Arial Unicode MS" panose="020B0604020202020204" pitchFamily="34" charset="-128"/>
              </a:rPr>
              <a:t> in switched S1 mode</a:t>
            </a:r>
          </a:p>
          <a:p>
            <a:pPr algn="ctr" fontAlgn="base">
              <a:lnSpc>
                <a:spcPct val="110000"/>
              </a:lnSpc>
              <a:spcBef>
                <a:spcPct val="0"/>
              </a:spcBef>
              <a:spcAft>
                <a:spcPct val="0"/>
              </a:spcAft>
            </a:pPr>
            <a:r>
              <a:rPr lang="en-US" sz="1399" dirty="0">
                <a:solidFill>
                  <a:schemeClr val="bg1"/>
                </a:solidFill>
                <a:latin typeface="Arial"/>
                <a:ea typeface="Arial Unicode MS" panose="020B0604020202020204" pitchFamily="34" charset="-128"/>
                <a:sym typeface="Wingdings" panose="05000000000000000000" pitchFamily="2" charset="2"/>
              </a:rPr>
              <a:t>Not </a:t>
            </a:r>
            <a:r>
              <a:rPr lang="en-US" sz="1399" dirty="0" err="1">
                <a:solidFill>
                  <a:schemeClr val="bg1"/>
                </a:solidFill>
                <a:latin typeface="Arial"/>
                <a:ea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sym typeface="Wingdings" panose="05000000000000000000" pitchFamily="2" charset="2"/>
              </a:rPr>
              <a:t> / only via GSD</a:t>
            </a:r>
            <a:endParaRPr lang="en-US" sz="1399" dirty="0">
              <a:solidFill>
                <a:schemeClr val="bg1"/>
              </a:solidFill>
              <a:latin typeface="Arial"/>
              <a:ea typeface="Arial Unicode MS" panose="020B0604020202020204" pitchFamily="34" charset="-128"/>
            </a:endParaRPr>
          </a:p>
        </p:txBody>
      </p:sp>
      <p:sp>
        <p:nvSpPr>
          <p:cNvPr id="244" name="Legende: Linie 243">
            <a:extLst>
              <a:ext uri="{FF2B5EF4-FFF2-40B4-BE49-F238E27FC236}">
                <a16:creationId xmlns:a16="http://schemas.microsoft.com/office/drawing/2014/main" id="{F0DB2880-5A22-FF79-FF44-BD32732A2BE7}"/>
              </a:ext>
            </a:extLst>
          </p:cNvPr>
          <p:cNvSpPr/>
          <p:nvPr/>
        </p:nvSpPr>
        <p:spPr bwMode="auto">
          <a:xfrm flipH="1">
            <a:off x="5518576" y="2625248"/>
            <a:ext cx="1889892" cy="1135687"/>
          </a:xfrm>
          <a:prstGeom prst="borderCallout1">
            <a:avLst>
              <a:gd name="adj1" fmla="val 106022"/>
              <a:gd name="adj2" fmla="val 48099"/>
              <a:gd name="adj3" fmla="val 157531"/>
              <a:gd name="adj4" fmla="val 44008"/>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2:</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About PN/PN Coupler</a:t>
            </a:r>
            <a:br>
              <a:rPr lang="en-US" sz="1399"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a:t>
            </a:r>
            <a:r>
              <a:rPr lang="en-US" sz="1399" dirty="0" err="1">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switching</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47" name="Legende: Linie 246">
            <a:extLst>
              <a:ext uri="{FF2B5EF4-FFF2-40B4-BE49-F238E27FC236}">
                <a16:creationId xmlns:a16="http://schemas.microsoft.com/office/drawing/2014/main" id="{26CAEE13-6EFA-B261-186C-67FE0E2C23B9}"/>
              </a:ext>
            </a:extLst>
          </p:cNvPr>
          <p:cNvSpPr/>
          <p:nvPr/>
        </p:nvSpPr>
        <p:spPr bwMode="auto">
          <a:xfrm>
            <a:off x="8040923" y="1677090"/>
            <a:ext cx="2790857" cy="1199929"/>
          </a:xfrm>
          <a:prstGeom prst="borderCallout1">
            <a:avLst>
              <a:gd name="adj1" fmla="val 106066"/>
              <a:gd name="adj2" fmla="val 60987"/>
              <a:gd name="adj3" fmla="val 225299"/>
              <a:gd name="adj4" fmla="val 47741"/>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3:</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Open user communication between H-System and subordinate controller </a:t>
            </a:r>
            <a:r>
              <a:rPr lang="en-US" sz="1399" baseline="30000" dirty="0">
                <a:solidFill>
                  <a:schemeClr val="bg1"/>
                </a:solidFill>
                <a:latin typeface="Arial"/>
                <a:ea typeface="Arial Unicode MS" panose="020B0604020202020204" pitchFamily="34" charset="-128"/>
                <a:cs typeface="Arial Unicode MS" panose="020B0604020202020204" pitchFamily="34" charset="-128"/>
              </a:rPr>
              <a:t>1)</a:t>
            </a:r>
          </a:p>
          <a:p>
            <a:pPr algn="ctr" rtl="0" eaLnBrk="1" fontAlgn="base" hangingPunct="1">
              <a:lnSpc>
                <a:spcPct val="110000"/>
              </a:lnSpc>
              <a:spcBef>
                <a:spcPct val="0"/>
              </a:spcBef>
              <a:spcAft>
                <a:spcPct val="0"/>
              </a:spcAft>
              <a:buFont typeface="Wingdings" charset="0"/>
              <a:buNone/>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With short interrupt</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spTree>
    <p:custDataLst>
      <p:tags r:id="rId1"/>
    </p:custDataLst>
    <p:extLst>
      <p:ext uri="{BB962C8B-B14F-4D97-AF65-F5344CB8AC3E}">
        <p14:creationId xmlns:p14="http://schemas.microsoft.com/office/powerpoint/2010/main" val="2225980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E3ED8CC3-04CF-474D-A046-797C764FC52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0" imgW="532" imgH="533" progId="TCLayout.ActiveDocument.1">
                  <p:embed/>
                </p:oleObj>
              </mc:Choice>
              <mc:Fallback>
                <p:oleObj name="think-cell Folie" r:id="rId30" imgW="532" imgH="533" progId="TCLayout.ActiveDocument.1">
                  <p:embed/>
                  <p:pic>
                    <p:nvPicPr>
                      <p:cNvPr id="6" name="Objekt 5" hidden="1">
                        <a:extLst>
                          <a:ext uri="{FF2B5EF4-FFF2-40B4-BE49-F238E27FC236}">
                            <a16:creationId xmlns:a16="http://schemas.microsoft.com/office/drawing/2014/main" id="{E3ED8CC3-04CF-474D-A046-797C764FC526}"/>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altLang="de-DE" dirty="0"/>
              <a:t>R1 network configuration with S7-1500 H</a:t>
            </a:r>
            <a:br>
              <a:rPr lang="en-US" dirty="0"/>
            </a:br>
            <a:r>
              <a:rPr lang="en-US" b="0" dirty="0"/>
              <a:t>Connection of PROFIBUS DP slaves</a:t>
            </a:r>
          </a:p>
        </p:txBody>
      </p:sp>
      <p:sp>
        <p:nvSpPr>
          <p:cNvPr id="2" name="Fußzeilenplatzhalter 1">
            <a:extLst>
              <a:ext uri="{FF2B5EF4-FFF2-40B4-BE49-F238E27FC236}">
                <a16:creationId xmlns:a16="http://schemas.microsoft.com/office/drawing/2014/main" id="{14B36D8B-A456-4817-BDD8-C29BA942C350}"/>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0" name="Rechteck 9">
            <a:extLst>
              <a:ext uri="{FF2B5EF4-FFF2-40B4-BE49-F238E27FC236}">
                <a16:creationId xmlns:a16="http://schemas.microsoft.com/office/drawing/2014/main" id="{12FD416C-B1B4-4E57-9BE2-A423165C0503}"/>
              </a:ext>
            </a:extLst>
          </p:cNvPr>
          <p:cNvSpPr/>
          <p:nvPr/>
        </p:nvSpPr>
        <p:spPr>
          <a:xfrm flipH="1">
            <a:off x="410399" y="1238299"/>
            <a:ext cx="10819852" cy="47807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15" name="Gerade Verbindung 132">
            <a:extLst>
              <a:ext uri="{FF2B5EF4-FFF2-40B4-BE49-F238E27FC236}">
                <a16:creationId xmlns:a16="http://schemas.microsoft.com/office/drawing/2014/main" id="{80CA90CD-2B2B-79F4-CE17-1A15B0EFDC82}"/>
              </a:ext>
            </a:extLst>
          </p:cNvPr>
          <p:cNvCxnSpPr>
            <a:cxnSpLocks/>
          </p:cNvCxnSpPr>
          <p:nvPr/>
        </p:nvCxnSpPr>
        <p:spPr bwMode="auto">
          <a:xfrm flipV="1">
            <a:off x="4162458" y="4312546"/>
            <a:ext cx="5652000" cy="10405"/>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Ellipse 15">
            <a:extLst>
              <a:ext uri="{FF2B5EF4-FFF2-40B4-BE49-F238E27FC236}">
                <a16:creationId xmlns:a16="http://schemas.microsoft.com/office/drawing/2014/main" id="{16D0B296-746C-7E6C-8652-147FCE896358}"/>
              </a:ext>
            </a:extLst>
          </p:cNvPr>
          <p:cNvSpPr/>
          <p:nvPr/>
        </p:nvSpPr>
        <p:spPr>
          <a:xfrm>
            <a:off x="3602535" y="3903414"/>
            <a:ext cx="799276" cy="817197"/>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abgerundete Ecken 16">
            <a:extLst>
              <a:ext uri="{FF2B5EF4-FFF2-40B4-BE49-F238E27FC236}">
                <a16:creationId xmlns:a16="http://schemas.microsoft.com/office/drawing/2014/main" id="{F64A068B-0242-B40F-223E-A19FB8771294}"/>
              </a:ext>
            </a:extLst>
          </p:cNvPr>
          <p:cNvSpPr/>
          <p:nvPr/>
        </p:nvSpPr>
        <p:spPr>
          <a:xfrm>
            <a:off x="1196132" y="2545062"/>
            <a:ext cx="3609975" cy="1108329"/>
          </a:xfrm>
          <a:prstGeom prst="roundRect">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sp>
        <p:nvSpPr>
          <p:cNvPr id="18" name="Rechteck: abgerundete Ecken 17">
            <a:extLst>
              <a:ext uri="{FF2B5EF4-FFF2-40B4-BE49-F238E27FC236}">
                <a16:creationId xmlns:a16="http://schemas.microsoft.com/office/drawing/2014/main" id="{E2A28390-98FA-0DFB-C3CC-E685CE654FB1}"/>
              </a:ext>
            </a:extLst>
          </p:cNvPr>
          <p:cNvSpPr/>
          <p:nvPr/>
        </p:nvSpPr>
        <p:spPr>
          <a:xfrm>
            <a:off x="1043732" y="2395588"/>
            <a:ext cx="3609975" cy="1108329"/>
          </a:xfrm>
          <a:prstGeom prst="roundRect">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tIns="72000" rIns="108000" bIns="72000" rtlCol="0" anchor="t" anchorCtr="0"/>
          <a:lstStyle/>
          <a:p>
            <a:pPr algn="l"/>
            <a:endParaRPr lang="en-US" dirty="0"/>
          </a:p>
        </p:txBody>
      </p:sp>
      <p:pic>
        <p:nvPicPr>
          <p:cNvPr id="19" name="product_distributed-io.png">
            <a:extLst>
              <a:ext uri="{FF2B5EF4-FFF2-40B4-BE49-F238E27FC236}">
                <a16:creationId xmlns:a16="http://schemas.microsoft.com/office/drawing/2014/main" id="{80DC2976-C2C3-AA96-0E78-3A2F24549B2D}"/>
              </a:ext>
            </a:extLst>
          </p:cNvPr>
          <p:cNvPicPr>
            <a:picLocks noChangeAspect="1"/>
          </p:cNvPicPr>
          <p:nvPr>
            <p:custDataLst>
              <p:tags r:id="rId3"/>
            </p:custDataLst>
          </p:nvPr>
        </p:nvPicPr>
        <p:blipFill rotWithShape="1">
          <a:blip r:embed="rId32">
            <a:extLst>
              <a:ext uri="{28A0092B-C50C-407E-A947-70E740481C1C}">
                <a14:useLocalDpi xmlns:a14="http://schemas.microsoft.com/office/drawing/2010/main" val="0"/>
              </a:ext>
            </a:extLst>
          </a:blip>
          <a:srcRect l="681" t="335" r="65973" b="1032"/>
          <a:stretch/>
        </p:blipFill>
        <p:spPr>
          <a:xfrm>
            <a:off x="1652843" y="4102118"/>
            <a:ext cx="151812" cy="415878"/>
          </a:xfrm>
          <a:prstGeom prst="rect">
            <a:avLst/>
          </a:prstGeom>
        </p:spPr>
      </p:pic>
      <p:cxnSp>
        <p:nvCxnSpPr>
          <p:cNvPr id="20" name="Gerade Verbindung 132">
            <a:extLst>
              <a:ext uri="{FF2B5EF4-FFF2-40B4-BE49-F238E27FC236}">
                <a16:creationId xmlns:a16="http://schemas.microsoft.com/office/drawing/2014/main" id="{4A4A4298-561E-0C6B-BC26-F7E76D6EFCBB}"/>
              </a:ext>
            </a:extLst>
          </p:cNvPr>
          <p:cNvCxnSpPr>
            <a:stCxn id="21" idx="2"/>
            <a:endCxn id="29" idx="2"/>
          </p:cNvCxnSpPr>
          <p:nvPr/>
        </p:nvCxnSpPr>
        <p:spPr bwMode="auto">
          <a:xfrm flipH="1" flipV="1">
            <a:off x="1912261" y="2172429"/>
            <a:ext cx="2988" cy="14970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hteck 20">
            <a:extLst>
              <a:ext uri="{FF2B5EF4-FFF2-40B4-BE49-F238E27FC236}">
                <a16:creationId xmlns:a16="http://schemas.microsoft.com/office/drawing/2014/main" id="{900EC7D2-C50F-FCA8-461A-B65361596740}"/>
              </a:ext>
            </a:extLst>
          </p:cNvPr>
          <p:cNvSpPr/>
          <p:nvPr/>
        </p:nvSpPr>
        <p:spPr bwMode="auto">
          <a:xfrm rot="10800000">
            <a:off x="1852249" y="2322132"/>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22" name="Gerade Verbindung 132">
            <a:extLst>
              <a:ext uri="{FF2B5EF4-FFF2-40B4-BE49-F238E27FC236}">
                <a16:creationId xmlns:a16="http://schemas.microsoft.com/office/drawing/2014/main" id="{E6975355-365B-9910-16FA-E16B836C6659}"/>
              </a:ext>
            </a:extLst>
          </p:cNvPr>
          <p:cNvCxnSpPr>
            <a:cxnSpLocks/>
            <a:stCxn id="19" idx="0"/>
            <a:endCxn id="23" idx="0"/>
          </p:cNvCxnSpPr>
          <p:nvPr/>
        </p:nvCxnSpPr>
        <p:spPr bwMode="auto">
          <a:xfrm flipH="1" flipV="1">
            <a:off x="1727749" y="3716207"/>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Rechteck 22">
            <a:extLst>
              <a:ext uri="{FF2B5EF4-FFF2-40B4-BE49-F238E27FC236}">
                <a16:creationId xmlns:a16="http://schemas.microsoft.com/office/drawing/2014/main" id="{C921241C-5E9C-2187-CC65-8F87A40C6EE1}"/>
              </a:ext>
            </a:extLst>
          </p:cNvPr>
          <p:cNvSpPr/>
          <p:nvPr/>
        </p:nvSpPr>
        <p:spPr bwMode="auto">
          <a:xfrm rot="10800000">
            <a:off x="1664749" y="3599511"/>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24" name="Gruppieren 23">
            <a:extLst>
              <a:ext uri="{FF2B5EF4-FFF2-40B4-BE49-F238E27FC236}">
                <a16:creationId xmlns:a16="http://schemas.microsoft.com/office/drawing/2014/main" id="{1C45A86C-8D6A-D7A6-5073-AAE22B593128}"/>
              </a:ext>
            </a:extLst>
          </p:cNvPr>
          <p:cNvGrpSpPr/>
          <p:nvPr/>
        </p:nvGrpSpPr>
        <p:grpSpPr>
          <a:xfrm>
            <a:off x="1758207" y="1579401"/>
            <a:ext cx="776765" cy="593257"/>
            <a:chOff x="5724048" y="2578894"/>
            <a:chExt cx="776765" cy="640557"/>
          </a:xfrm>
          <a:solidFill>
            <a:schemeClr val="tx1"/>
          </a:solidFill>
        </p:grpSpPr>
        <p:sp>
          <p:nvSpPr>
            <p:cNvPr id="25" name="Rechteck 24">
              <a:extLst>
                <a:ext uri="{FF2B5EF4-FFF2-40B4-BE49-F238E27FC236}">
                  <a16:creationId xmlns:a16="http://schemas.microsoft.com/office/drawing/2014/main" id="{4709CCA3-36FE-6EEF-0934-5BA677455DF6}"/>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6" name="Gruppieren 25">
              <a:extLst>
                <a:ext uri="{FF2B5EF4-FFF2-40B4-BE49-F238E27FC236}">
                  <a16:creationId xmlns:a16="http://schemas.microsoft.com/office/drawing/2014/main" id="{9607010F-416F-085E-C33A-F270B38049D4}"/>
                </a:ext>
              </a:extLst>
            </p:cNvPr>
            <p:cNvGrpSpPr/>
            <p:nvPr/>
          </p:nvGrpSpPr>
          <p:grpSpPr>
            <a:xfrm>
              <a:off x="5724048" y="2578894"/>
              <a:ext cx="774297" cy="640310"/>
              <a:chOff x="5633257" y="2448326"/>
              <a:chExt cx="3891741" cy="2958295"/>
            </a:xfrm>
            <a:grpFill/>
          </p:grpSpPr>
          <p:pic>
            <p:nvPicPr>
              <p:cNvPr id="27" name="product_simatic-s7-1500.png">
                <a:extLst>
                  <a:ext uri="{FF2B5EF4-FFF2-40B4-BE49-F238E27FC236}">
                    <a16:creationId xmlns:a16="http://schemas.microsoft.com/office/drawing/2014/main" id="{FBC9802C-263E-06F9-91D3-FAEEBCA07AB6}"/>
                  </a:ext>
                </a:extLst>
              </p:cNvPr>
              <p:cNvPicPr>
                <a:picLocks noChangeAspect="1"/>
              </p:cNvPicPr>
              <p:nvPr>
                <p:custDataLst>
                  <p:tags r:id="rId25"/>
                </p:custDataLst>
              </p:nvPr>
            </p:nvPicPr>
            <p:blipFill rotWithShape="1">
              <a:blip r:embed="rId33"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28" name="product_simatic-s7-1500.png">
                <a:extLst>
                  <a:ext uri="{FF2B5EF4-FFF2-40B4-BE49-F238E27FC236}">
                    <a16:creationId xmlns:a16="http://schemas.microsoft.com/office/drawing/2014/main" id="{F7A35ABA-10AB-28C7-1DA7-3A455783BD05}"/>
                  </a:ext>
                </a:extLst>
              </p:cNvPr>
              <p:cNvPicPr>
                <a:picLocks noChangeAspect="1"/>
              </p:cNvPicPr>
              <p:nvPr>
                <p:custDataLst>
                  <p:tags r:id="rId26"/>
                </p:custDataLst>
              </p:nvPr>
            </p:nvPicPr>
            <p:blipFill rotWithShape="1">
              <a:blip r:embed="rId34"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29" name="product_simatic-s7-1500.png">
                <a:extLst>
                  <a:ext uri="{FF2B5EF4-FFF2-40B4-BE49-F238E27FC236}">
                    <a16:creationId xmlns:a16="http://schemas.microsoft.com/office/drawing/2014/main" id="{84E62B71-3EF7-288A-0AE6-98785206AA6B}"/>
                  </a:ext>
                </a:extLst>
              </p:cNvPr>
              <p:cNvPicPr>
                <a:picLocks noChangeAspect="1"/>
              </p:cNvPicPr>
              <p:nvPr>
                <p:custDataLst>
                  <p:tags r:id="rId27"/>
                </p:custDataLst>
              </p:nvPr>
            </p:nvPicPr>
            <p:blipFill rotWithShape="1">
              <a:blip r:embed="rId35"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30" name="product_distributed-io.png">
            <a:extLst>
              <a:ext uri="{FF2B5EF4-FFF2-40B4-BE49-F238E27FC236}">
                <a16:creationId xmlns:a16="http://schemas.microsoft.com/office/drawing/2014/main" id="{0913FA25-A3A4-B9AF-F8D9-78B9D5BEB314}"/>
              </a:ext>
            </a:extLst>
          </p:cNvPr>
          <p:cNvPicPr>
            <a:picLocks noChangeAspect="1"/>
          </p:cNvPicPr>
          <p:nvPr>
            <p:custDataLst>
              <p:tags r:id="rId4"/>
            </p:custDataLst>
          </p:nvPr>
        </p:nvPicPr>
        <p:blipFill rotWithShape="1">
          <a:blip r:embed="rId32">
            <a:extLst>
              <a:ext uri="{28A0092B-C50C-407E-A947-70E740481C1C}">
                <a14:useLocalDpi xmlns:a14="http://schemas.microsoft.com/office/drawing/2010/main" val="0"/>
              </a:ext>
            </a:extLst>
          </a:blip>
          <a:srcRect l="34654" t="335" b="1032"/>
          <a:stretch/>
        </p:blipFill>
        <p:spPr>
          <a:xfrm>
            <a:off x="1829316" y="4087126"/>
            <a:ext cx="297497" cy="449036"/>
          </a:xfrm>
          <a:prstGeom prst="rect">
            <a:avLst/>
          </a:prstGeom>
        </p:spPr>
      </p:pic>
      <p:cxnSp>
        <p:nvCxnSpPr>
          <p:cNvPr id="31" name="Gerade Verbindung 132">
            <a:extLst>
              <a:ext uri="{FF2B5EF4-FFF2-40B4-BE49-F238E27FC236}">
                <a16:creationId xmlns:a16="http://schemas.microsoft.com/office/drawing/2014/main" id="{A6C0C1EB-2868-06A1-A902-9C9FE9B4F939}"/>
              </a:ext>
            </a:extLst>
          </p:cNvPr>
          <p:cNvCxnSpPr>
            <a:stCxn id="64" idx="2"/>
            <a:endCxn id="70" idx="2"/>
          </p:cNvCxnSpPr>
          <p:nvPr/>
        </p:nvCxnSpPr>
        <p:spPr bwMode="auto">
          <a:xfrm flipH="1" flipV="1">
            <a:off x="3693775" y="2172429"/>
            <a:ext cx="2988" cy="301294"/>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Rechteck 63">
            <a:extLst>
              <a:ext uri="{FF2B5EF4-FFF2-40B4-BE49-F238E27FC236}">
                <a16:creationId xmlns:a16="http://schemas.microsoft.com/office/drawing/2014/main" id="{B1BA8B88-F9B3-F87A-9800-0F02340FBDDA}"/>
              </a:ext>
            </a:extLst>
          </p:cNvPr>
          <p:cNvSpPr/>
          <p:nvPr/>
        </p:nvSpPr>
        <p:spPr bwMode="auto">
          <a:xfrm rot="10800000">
            <a:off x="3633763" y="2473723"/>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grpSp>
        <p:nvGrpSpPr>
          <p:cNvPr id="65" name="Gruppieren 64">
            <a:extLst>
              <a:ext uri="{FF2B5EF4-FFF2-40B4-BE49-F238E27FC236}">
                <a16:creationId xmlns:a16="http://schemas.microsoft.com/office/drawing/2014/main" id="{CC735CE5-537A-932B-D793-827D29BA1B6E}"/>
              </a:ext>
            </a:extLst>
          </p:cNvPr>
          <p:cNvGrpSpPr/>
          <p:nvPr/>
        </p:nvGrpSpPr>
        <p:grpSpPr>
          <a:xfrm>
            <a:off x="3539721" y="1579401"/>
            <a:ext cx="776765" cy="593257"/>
            <a:chOff x="5724048" y="2578894"/>
            <a:chExt cx="776765" cy="640557"/>
          </a:xfrm>
          <a:solidFill>
            <a:schemeClr val="tx1"/>
          </a:solidFill>
        </p:grpSpPr>
        <p:sp>
          <p:nvSpPr>
            <p:cNvPr id="66" name="Rechteck 65">
              <a:extLst>
                <a:ext uri="{FF2B5EF4-FFF2-40B4-BE49-F238E27FC236}">
                  <a16:creationId xmlns:a16="http://schemas.microsoft.com/office/drawing/2014/main" id="{E8A6711B-F183-0556-1AD2-52F004FEA95D}"/>
                </a:ext>
              </a:extLst>
            </p:cNvPr>
            <p:cNvSpPr/>
            <p:nvPr/>
          </p:nvSpPr>
          <p:spPr>
            <a:xfrm>
              <a:off x="5724526" y="2578895"/>
              <a:ext cx="776287" cy="640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67" name="Gruppieren 66">
              <a:extLst>
                <a:ext uri="{FF2B5EF4-FFF2-40B4-BE49-F238E27FC236}">
                  <a16:creationId xmlns:a16="http://schemas.microsoft.com/office/drawing/2014/main" id="{64A1BE8A-853A-4CD9-31A3-B08B36A44558}"/>
                </a:ext>
              </a:extLst>
            </p:cNvPr>
            <p:cNvGrpSpPr/>
            <p:nvPr/>
          </p:nvGrpSpPr>
          <p:grpSpPr>
            <a:xfrm>
              <a:off x="5724048" y="2578894"/>
              <a:ext cx="774297" cy="640310"/>
              <a:chOff x="5633257" y="2448326"/>
              <a:chExt cx="3891741" cy="2958295"/>
            </a:xfrm>
            <a:grpFill/>
          </p:grpSpPr>
          <p:pic>
            <p:nvPicPr>
              <p:cNvPr id="68" name="product_simatic-s7-1500.png">
                <a:extLst>
                  <a:ext uri="{FF2B5EF4-FFF2-40B4-BE49-F238E27FC236}">
                    <a16:creationId xmlns:a16="http://schemas.microsoft.com/office/drawing/2014/main" id="{7E8A22CB-2AA5-81FC-3D49-3ACF57DB2220}"/>
                  </a:ext>
                </a:extLst>
              </p:cNvPr>
              <p:cNvPicPr>
                <a:picLocks noChangeAspect="1"/>
              </p:cNvPicPr>
              <p:nvPr>
                <p:custDataLst>
                  <p:tags r:id="rId22"/>
                </p:custDataLst>
              </p:nvPr>
            </p:nvPicPr>
            <p:blipFill rotWithShape="1">
              <a:blip r:embed="rId33" cstate="hqprint">
                <a:extLst>
                  <a:ext uri="{28A0092B-C50C-407E-A947-70E740481C1C}">
                    <a14:useLocalDpi xmlns:a14="http://schemas.microsoft.com/office/drawing/2010/main"/>
                  </a:ext>
                </a:extLst>
              </a:blip>
              <a:srcRect/>
              <a:stretch/>
            </p:blipFill>
            <p:spPr>
              <a:xfrm>
                <a:off x="7181850" y="2448326"/>
                <a:ext cx="1562099" cy="2958293"/>
              </a:xfrm>
              <a:prstGeom prst="rect">
                <a:avLst/>
              </a:prstGeom>
              <a:grpFill/>
            </p:spPr>
          </p:pic>
          <p:pic>
            <p:nvPicPr>
              <p:cNvPr id="69" name="product_simatic-s7-1500.png">
                <a:extLst>
                  <a:ext uri="{FF2B5EF4-FFF2-40B4-BE49-F238E27FC236}">
                    <a16:creationId xmlns:a16="http://schemas.microsoft.com/office/drawing/2014/main" id="{FA67DD2F-8BC8-6270-E756-3BD6085B8C30}"/>
                  </a:ext>
                </a:extLst>
              </p:cNvPr>
              <p:cNvPicPr>
                <a:picLocks noChangeAspect="1"/>
              </p:cNvPicPr>
              <p:nvPr>
                <p:custDataLst>
                  <p:tags r:id="rId23"/>
                </p:custDataLst>
              </p:nvPr>
            </p:nvPicPr>
            <p:blipFill rotWithShape="1">
              <a:blip r:embed="rId34" cstate="hqprint">
                <a:extLst>
                  <a:ext uri="{28A0092B-C50C-407E-A947-70E740481C1C}">
                    <a14:useLocalDpi xmlns:a14="http://schemas.microsoft.com/office/drawing/2010/main"/>
                  </a:ext>
                </a:extLst>
              </a:blip>
              <a:srcRect/>
              <a:stretch/>
            </p:blipFill>
            <p:spPr>
              <a:xfrm>
                <a:off x="8743949" y="2448328"/>
                <a:ext cx="781049" cy="2958293"/>
              </a:xfrm>
              <a:prstGeom prst="rect">
                <a:avLst/>
              </a:prstGeom>
              <a:grpFill/>
            </p:spPr>
          </p:pic>
          <p:pic>
            <p:nvPicPr>
              <p:cNvPr id="70" name="product_simatic-s7-1500.png">
                <a:extLst>
                  <a:ext uri="{FF2B5EF4-FFF2-40B4-BE49-F238E27FC236}">
                    <a16:creationId xmlns:a16="http://schemas.microsoft.com/office/drawing/2014/main" id="{3F366968-AAF3-821F-2A00-FE369D1988C2}"/>
                  </a:ext>
                </a:extLst>
              </p:cNvPr>
              <p:cNvPicPr>
                <a:picLocks noChangeAspect="1"/>
              </p:cNvPicPr>
              <p:nvPr>
                <p:custDataLst>
                  <p:tags r:id="rId24"/>
                </p:custDataLst>
              </p:nvPr>
            </p:nvPicPr>
            <p:blipFill rotWithShape="1">
              <a:blip r:embed="rId35" cstate="hqprint">
                <a:extLst>
                  <a:ext uri="{28A0092B-C50C-407E-A947-70E740481C1C}">
                    <a14:useLocalDpi xmlns:a14="http://schemas.microsoft.com/office/drawing/2010/main"/>
                  </a:ext>
                </a:extLst>
              </a:blip>
              <a:srcRect/>
              <a:stretch/>
            </p:blipFill>
            <p:spPr>
              <a:xfrm>
                <a:off x="5633257" y="2448328"/>
                <a:ext cx="1548594" cy="2958293"/>
              </a:xfrm>
              <a:prstGeom prst="rect">
                <a:avLst/>
              </a:prstGeom>
              <a:grpFill/>
            </p:spPr>
          </p:pic>
        </p:grpSp>
      </p:grpSp>
      <p:pic>
        <p:nvPicPr>
          <p:cNvPr id="71" name="product_distributed-io.png">
            <a:extLst>
              <a:ext uri="{FF2B5EF4-FFF2-40B4-BE49-F238E27FC236}">
                <a16:creationId xmlns:a16="http://schemas.microsoft.com/office/drawing/2014/main" id="{E625FD77-F88B-2672-89EF-90D76F2A1399}"/>
              </a:ext>
            </a:extLst>
          </p:cNvPr>
          <p:cNvPicPr>
            <a:picLocks noChangeAspect="1"/>
          </p:cNvPicPr>
          <p:nvPr>
            <p:custDataLst>
              <p:tags r:id="rId5"/>
            </p:custDataLst>
          </p:nvPr>
        </p:nvPicPr>
        <p:blipFill rotWithShape="1">
          <a:blip r:embed="rId32">
            <a:extLst>
              <a:ext uri="{28A0092B-C50C-407E-A947-70E740481C1C}">
                <a14:useLocalDpi xmlns:a14="http://schemas.microsoft.com/office/drawing/2010/main" val="0"/>
              </a:ext>
            </a:extLst>
          </a:blip>
          <a:srcRect l="681" t="335" r="65973" b="1032"/>
          <a:stretch/>
        </p:blipFill>
        <p:spPr>
          <a:xfrm>
            <a:off x="1481436" y="4102118"/>
            <a:ext cx="151812" cy="415878"/>
          </a:xfrm>
          <a:prstGeom prst="rect">
            <a:avLst/>
          </a:prstGeom>
        </p:spPr>
      </p:pic>
      <p:cxnSp>
        <p:nvCxnSpPr>
          <p:cNvPr id="72" name="Gerade Verbindung 132">
            <a:extLst>
              <a:ext uri="{FF2B5EF4-FFF2-40B4-BE49-F238E27FC236}">
                <a16:creationId xmlns:a16="http://schemas.microsoft.com/office/drawing/2014/main" id="{9E41AAF3-81C3-357B-CB54-8DB569DDDC79}"/>
              </a:ext>
            </a:extLst>
          </p:cNvPr>
          <p:cNvCxnSpPr>
            <a:cxnSpLocks/>
            <a:stCxn id="71" idx="0"/>
            <a:endCxn id="73" idx="0"/>
          </p:cNvCxnSpPr>
          <p:nvPr/>
        </p:nvCxnSpPr>
        <p:spPr bwMode="auto">
          <a:xfrm flipH="1" flipV="1">
            <a:off x="1556342" y="3560572"/>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Rechteck 72">
            <a:extLst>
              <a:ext uri="{FF2B5EF4-FFF2-40B4-BE49-F238E27FC236}">
                <a16:creationId xmlns:a16="http://schemas.microsoft.com/office/drawing/2014/main" id="{106ADF0A-1989-3152-AFB7-ECC6F66A5B73}"/>
              </a:ext>
            </a:extLst>
          </p:cNvPr>
          <p:cNvSpPr/>
          <p:nvPr/>
        </p:nvSpPr>
        <p:spPr bwMode="auto">
          <a:xfrm rot="10800000">
            <a:off x="1493342" y="3443876"/>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74" name="Textfeld 73">
            <a:extLst>
              <a:ext uri="{FF2B5EF4-FFF2-40B4-BE49-F238E27FC236}">
                <a16:creationId xmlns:a16="http://schemas.microsoft.com/office/drawing/2014/main" id="{737101CC-C949-41FA-BDAF-FC5B3855F204}"/>
              </a:ext>
            </a:extLst>
          </p:cNvPr>
          <p:cNvSpPr txBox="1"/>
          <p:nvPr/>
        </p:nvSpPr>
        <p:spPr>
          <a:xfrm>
            <a:off x="1758208" y="1369550"/>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Primary PLC</a:t>
            </a:r>
            <a:endParaRPr lang="en-US" dirty="0"/>
          </a:p>
        </p:txBody>
      </p:sp>
      <p:sp>
        <p:nvSpPr>
          <p:cNvPr id="75" name="Textfeld 74">
            <a:extLst>
              <a:ext uri="{FF2B5EF4-FFF2-40B4-BE49-F238E27FC236}">
                <a16:creationId xmlns:a16="http://schemas.microsoft.com/office/drawing/2014/main" id="{5169A80D-B362-B0A6-B8C6-E34CEF2035B2}"/>
              </a:ext>
            </a:extLst>
          </p:cNvPr>
          <p:cNvSpPr txBox="1"/>
          <p:nvPr/>
        </p:nvSpPr>
        <p:spPr>
          <a:xfrm>
            <a:off x="3537928" y="1367426"/>
            <a:ext cx="774296" cy="161375"/>
          </a:xfrm>
          <a:prstGeom prst="rect">
            <a:avLst/>
          </a:prstGeom>
          <a:noFill/>
        </p:spPr>
        <p:txBody>
          <a:bodyPr vert="horz" wrap="none" lIns="0" tIns="0" rIns="0" bIns="0" rtlCol="0">
            <a:noAutofit/>
          </a:bodyPr>
          <a:lstStyle>
            <a:defPPr>
              <a:defRPr lang="en-US"/>
            </a:defPPr>
            <a:lvl1pPr fontAlgn="base">
              <a:lnSpc>
                <a:spcPct val="110000"/>
              </a:lnSpc>
              <a:spcBef>
                <a:spcPts val="0"/>
              </a:spcBef>
              <a:spcAft>
                <a:spcPct val="0"/>
              </a:spcAft>
              <a:defRPr sz="900" b="0" i="0" u="none" baseline="0">
                <a:solidFill>
                  <a:srgbClr val="000000"/>
                </a:solidFill>
                <a:latin typeface="Arial"/>
                <a:ea typeface="Arial Unicode MS" panose="020B0604020202020204" pitchFamily="34" charset="-128"/>
                <a:cs typeface="Arial Unicode MS" panose="020B0604020202020204" pitchFamily="34" charset="-128"/>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pPr algn="ctr"/>
            <a:r>
              <a:rPr lang="en-US" altLang="de-DE" dirty="0"/>
              <a:t>Backup PLC</a:t>
            </a:r>
            <a:endParaRPr lang="en-US" dirty="0"/>
          </a:p>
        </p:txBody>
      </p:sp>
      <p:cxnSp>
        <p:nvCxnSpPr>
          <p:cNvPr id="76" name="Gerader Verbinder 75">
            <a:extLst>
              <a:ext uri="{FF2B5EF4-FFF2-40B4-BE49-F238E27FC236}">
                <a16:creationId xmlns:a16="http://schemas.microsoft.com/office/drawing/2014/main" id="{8FC56564-9513-7627-A27D-83B15ED72A8E}"/>
              </a:ext>
            </a:extLst>
          </p:cNvPr>
          <p:cNvCxnSpPr>
            <a:cxnSpLocks/>
            <a:stCxn id="28" idx="3"/>
            <a:endCxn id="70" idx="1"/>
          </p:cNvCxnSpPr>
          <p:nvPr/>
        </p:nvCxnSpPr>
        <p:spPr>
          <a:xfrm>
            <a:off x="2532504" y="1875915"/>
            <a:ext cx="1007217" cy="0"/>
          </a:xfrm>
          <a:prstGeom prst="line">
            <a:avLst/>
          </a:prstGeom>
          <a:ln w="4445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77" name="Rechteck 76">
            <a:extLst>
              <a:ext uri="{FF2B5EF4-FFF2-40B4-BE49-F238E27FC236}">
                <a16:creationId xmlns:a16="http://schemas.microsoft.com/office/drawing/2014/main" id="{6E9DCD25-45B2-8204-5ECF-FAA98642FF11}"/>
              </a:ext>
            </a:extLst>
          </p:cNvPr>
          <p:cNvSpPr/>
          <p:nvPr/>
        </p:nvSpPr>
        <p:spPr>
          <a:xfrm>
            <a:off x="1803113" y="1626095"/>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8" name="Rechteck 77">
            <a:extLst>
              <a:ext uri="{FF2B5EF4-FFF2-40B4-BE49-F238E27FC236}">
                <a16:creationId xmlns:a16="http://schemas.microsoft.com/office/drawing/2014/main" id="{8EC601A3-CA20-873B-D8BC-077880848D5C}"/>
              </a:ext>
            </a:extLst>
          </p:cNvPr>
          <p:cNvSpPr/>
          <p:nvPr/>
        </p:nvSpPr>
        <p:spPr>
          <a:xfrm>
            <a:off x="3577311" y="1626095"/>
            <a:ext cx="209737" cy="2498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9" name="Rechteck 78">
            <a:extLst>
              <a:ext uri="{FF2B5EF4-FFF2-40B4-BE49-F238E27FC236}">
                <a16:creationId xmlns:a16="http://schemas.microsoft.com/office/drawing/2014/main" id="{BC26C17D-FC1C-EAF2-C2B1-20AE2F6E3480}"/>
              </a:ext>
            </a:extLst>
          </p:cNvPr>
          <p:cNvSpPr/>
          <p:nvPr/>
        </p:nvSpPr>
        <p:spPr>
          <a:xfrm>
            <a:off x="4196949" y="2194784"/>
            <a:ext cx="923621" cy="16481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80" name="product_distributed-io.png">
            <a:extLst>
              <a:ext uri="{FF2B5EF4-FFF2-40B4-BE49-F238E27FC236}">
                <a16:creationId xmlns:a16="http://schemas.microsoft.com/office/drawing/2014/main" id="{AF7849F5-FA25-BE16-1892-D6354540F310}"/>
              </a:ext>
            </a:extLst>
          </p:cNvPr>
          <p:cNvPicPr>
            <a:picLocks noChangeAspect="1"/>
          </p:cNvPicPr>
          <p:nvPr>
            <p:custDataLst>
              <p:tags r:id="rId6"/>
            </p:custDataLst>
          </p:nvPr>
        </p:nvPicPr>
        <p:blipFill rotWithShape="1">
          <a:blip r:embed="rId32">
            <a:extLst>
              <a:ext uri="{28A0092B-C50C-407E-A947-70E740481C1C}">
                <a14:useLocalDpi xmlns:a14="http://schemas.microsoft.com/office/drawing/2010/main" val="0"/>
              </a:ext>
            </a:extLst>
          </a:blip>
          <a:srcRect l="681" t="335" r="65973" b="1032"/>
          <a:stretch/>
        </p:blipFill>
        <p:spPr>
          <a:xfrm>
            <a:off x="4014384" y="4089356"/>
            <a:ext cx="151812" cy="415878"/>
          </a:xfrm>
          <a:prstGeom prst="rect">
            <a:avLst/>
          </a:prstGeom>
        </p:spPr>
      </p:pic>
      <p:cxnSp>
        <p:nvCxnSpPr>
          <p:cNvPr id="81" name="Gerade Verbindung 132">
            <a:extLst>
              <a:ext uri="{FF2B5EF4-FFF2-40B4-BE49-F238E27FC236}">
                <a16:creationId xmlns:a16="http://schemas.microsoft.com/office/drawing/2014/main" id="{686E1A70-253C-97CC-E68C-2AB027C0DFDC}"/>
              </a:ext>
            </a:extLst>
          </p:cNvPr>
          <p:cNvCxnSpPr>
            <a:cxnSpLocks/>
            <a:stCxn id="80" idx="0"/>
            <a:endCxn id="82" idx="0"/>
          </p:cNvCxnSpPr>
          <p:nvPr/>
        </p:nvCxnSpPr>
        <p:spPr bwMode="auto">
          <a:xfrm flipH="1" flipV="1">
            <a:off x="4089290" y="3703445"/>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Rechteck 81">
            <a:extLst>
              <a:ext uri="{FF2B5EF4-FFF2-40B4-BE49-F238E27FC236}">
                <a16:creationId xmlns:a16="http://schemas.microsoft.com/office/drawing/2014/main" id="{95667E4E-C8DE-2031-8DE3-A7B6B935234A}"/>
              </a:ext>
            </a:extLst>
          </p:cNvPr>
          <p:cNvSpPr/>
          <p:nvPr/>
        </p:nvSpPr>
        <p:spPr bwMode="auto">
          <a:xfrm rot="10800000">
            <a:off x="4026290" y="3586749"/>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83" name="product_distributed-io.png">
            <a:extLst>
              <a:ext uri="{FF2B5EF4-FFF2-40B4-BE49-F238E27FC236}">
                <a16:creationId xmlns:a16="http://schemas.microsoft.com/office/drawing/2014/main" id="{99CA9E71-E204-6C37-ABAC-32C41296E7E0}"/>
              </a:ext>
            </a:extLst>
          </p:cNvPr>
          <p:cNvPicPr>
            <a:picLocks noChangeAspect="1"/>
          </p:cNvPicPr>
          <p:nvPr>
            <p:custDataLst>
              <p:tags r:id="rId7"/>
            </p:custDataLst>
          </p:nvPr>
        </p:nvPicPr>
        <p:blipFill rotWithShape="1">
          <a:blip r:embed="rId32">
            <a:extLst>
              <a:ext uri="{28A0092B-C50C-407E-A947-70E740481C1C}">
                <a14:useLocalDpi xmlns:a14="http://schemas.microsoft.com/office/drawing/2010/main" val="0"/>
              </a:ext>
            </a:extLst>
          </a:blip>
          <a:srcRect l="681" t="335" r="65973" b="1032"/>
          <a:stretch/>
        </p:blipFill>
        <p:spPr>
          <a:xfrm>
            <a:off x="3842977" y="4089356"/>
            <a:ext cx="151812" cy="415878"/>
          </a:xfrm>
          <a:prstGeom prst="rect">
            <a:avLst/>
          </a:prstGeom>
        </p:spPr>
      </p:pic>
      <p:cxnSp>
        <p:nvCxnSpPr>
          <p:cNvPr id="86" name="Gerade Verbindung 132">
            <a:extLst>
              <a:ext uri="{FF2B5EF4-FFF2-40B4-BE49-F238E27FC236}">
                <a16:creationId xmlns:a16="http://schemas.microsoft.com/office/drawing/2014/main" id="{D42C0912-4994-2208-E137-42FB4B5C3A50}"/>
              </a:ext>
            </a:extLst>
          </p:cNvPr>
          <p:cNvCxnSpPr>
            <a:cxnSpLocks/>
            <a:stCxn id="83" idx="0"/>
            <a:endCxn id="100" idx="0"/>
          </p:cNvCxnSpPr>
          <p:nvPr/>
        </p:nvCxnSpPr>
        <p:spPr bwMode="auto">
          <a:xfrm flipH="1" flipV="1">
            <a:off x="3917883" y="3547810"/>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hteck 99">
            <a:extLst>
              <a:ext uri="{FF2B5EF4-FFF2-40B4-BE49-F238E27FC236}">
                <a16:creationId xmlns:a16="http://schemas.microsoft.com/office/drawing/2014/main" id="{CD6707DD-CD81-7610-F8BA-0A149D60907E}"/>
              </a:ext>
            </a:extLst>
          </p:cNvPr>
          <p:cNvSpPr/>
          <p:nvPr/>
        </p:nvSpPr>
        <p:spPr bwMode="auto">
          <a:xfrm rot="10800000">
            <a:off x="3854883" y="3431114"/>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cxnSp>
        <p:nvCxnSpPr>
          <p:cNvPr id="101" name="Gerade Verbindung 132">
            <a:extLst>
              <a:ext uri="{FF2B5EF4-FFF2-40B4-BE49-F238E27FC236}">
                <a16:creationId xmlns:a16="http://schemas.microsoft.com/office/drawing/2014/main" id="{7E9ADD71-0992-2DD8-978D-A345847FA1D4}"/>
              </a:ext>
            </a:extLst>
          </p:cNvPr>
          <p:cNvCxnSpPr>
            <a:cxnSpLocks/>
          </p:cNvCxnSpPr>
          <p:nvPr/>
        </p:nvCxnSpPr>
        <p:spPr bwMode="auto">
          <a:xfrm flipV="1">
            <a:off x="4166196" y="4286890"/>
            <a:ext cx="5652000" cy="1040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5" name="product_distributed-io.png">
            <a:extLst>
              <a:ext uri="{FF2B5EF4-FFF2-40B4-BE49-F238E27FC236}">
                <a16:creationId xmlns:a16="http://schemas.microsoft.com/office/drawing/2014/main" id="{D0F8CF0E-DD31-7196-5FF9-2363B2D25AFE}"/>
              </a:ext>
            </a:extLst>
          </p:cNvPr>
          <p:cNvPicPr>
            <a:picLocks noChangeAspect="1"/>
          </p:cNvPicPr>
          <p:nvPr>
            <p:custDataLst>
              <p:tags r:id="rId8"/>
            </p:custDataLst>
          </p:nvPr>
        </p:nvPicPr>
        <p:blipFill rotWithShape="1">
          <a:blip r:embed="rId32">
            <a:extLst>
              <a:ext uri="{28A0092B-C50C-407E-A947-70E740481C1C}">
                <a14:useLocalDpi xmlns:a14="http://schemas.microsoft.com/office/drawing/2010/main" val="0"/>
              </a:ext>
            </a:extLst>
          </a:blip>
          <a:srcRect l="681" t="335" r="65973" b="1032"/>
          <a:stretch/>
        </p:blipFill>
        <p:spPr>
          <a:xfrm>
            <a:off x="2634766" y="4105942"/>
            <a:ext cx="151812" cy="415878"/>
          </a:xfrm>
          <a:prstGeom prst="rect">
            <a:avLst/>
          </a:prstGeom>
        </p:spPr>
      </p:pic>
      <p:cxnSp>
        <p:nvCxnSpPr>
          <p:cNvPr id="116" name="Gerade Verbindung 132">
            <a:extLst>
              <a:ext uri="{FF2B5EF4-FFF2-40B4-BE49-F238E27FC236}">
                <a16:creationId xmlns:a16="http://schemas.microsoft.com/office/drawing/2014/main" id="{2E8DDFC8-40D4-135E-FAF6-EE100239E67B}"/>
              </a:ext>
            </a:extLst>
          </p:cNvPr>
          <p:cNvCxnSpPr>
            <a:cxnSpLocks/>
            <a:stCxn id="115" idx="0"/>
            <a:endCxn id="117" idx="0"/>
          </p:cNvCxnSpPr>
          <p:nvPr/>
        </p:nvCxnSpPr>
        <p:spPr bwMode="auto">
          <a:xfrm flipH="1" flipV="1">
            <a:off x="2709672" y="3720031"/>
            <a:ext cx="1000" cy="385911"/>
          </a:xfrm>
          <a:prstGeom prst="line">
            <a:avLst/>
          </a:prstGeom>
          <a:noFill/>
          <a:ln w="2857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Rechteck 116">
            <a:extLst>
              <a:ext uri="{FF2B5EF4-FFF2-40B4-BE49-F238E27FC236}">
                <a16:creationId xmlns:a16="http://schemas.microsoft.com/office/drawing/2014/main" id="{2CC853A4-851F-5787-8A9A-FDC880BED852}"/>
              </a:ext>
            </a:extLst>
          </p:cNvPr>
          <p:cNvSpPr/>
          <p:nvPr/>
        </p:nvSpPr>
        <p:spPr bwMode="auto">
          <a:xfrm rot="10800000">
            <a:off x="2646672" y="3603335"/>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pic>
        <p:nvPicPr>
          <p:cNvPr id="118" name="product_distributed-io.png">
            <a:extLst>
              <a:ext uri="{FF2B5EF4-FFF2-40B4-BE49-F238E27FC236}">
                <a16:creationId xmlns:a16="http://schemas.microsoft.com/office/drawing/2014/main" id="{C2C4BC2F-7594-8064-E717-B5C13D4D0CF2}"/>
              </a:ext>
            </a:extLst>
          </p:cNvPr>
          <p:cNvPicPr>
            <a:picLocks noChangeAspect="1"/>
          </p:cNvPicPr>
          <p:nvPr>
            <p:custDataLst>
              <p:tags r:id="rId9"/>
            </p:custDataLst>
          </p:nvPr>
        </p:nvPicPr>
        <p:blipFill rotWithShape="1">
          <a:blip r:embed="rId32">
            <a:extLst>
              <a:ext uri="{28A0092B-C50C-407E-A947-70E740481C1C}">
                <a14:useLocalDpi xmlns:a14="http://schemas.microsoft.com/office/drawing/2010/main" val="0"/>
              </a:ext>
            </a:extLst>
          </a:blip>
          <a:srcRect l="34654" t="335" b="1032"/>
          <a:stretch/>
        </p:blipFill>
        <p:spPr>
          <a:xfrm>
            <a:off x="2811239" y="4090950"/>
            <a:ext cx="297497" cy="449036"/>
          </a:xfrm>
          <a:prstGeom prst="rect">
            <a:avLst/>
          </a:prstGeom>
        </p:spPr>
      </p:pic>
      <p:pic>
        <p:nvPicPr>
          <p:cNvPr id="119" name="product_distributed-io.png">
            <a:extLst>
              <a:ext uri="{FF2B5EF4-FFF2-40B4-BE49-F238E27FC236}">
                <a16:creationId xmlns:a16="http://schemas.microsoft.com/office/drawing/2014/main" id="{813ECF08-6D97-547B-3666-5A2B88C23102}"/>
              </a:ext>
            </a:extLst>
          </p:cNvPr>
          <p:cNvPicPr>
            <a:picLocks noChangeAspect="1"/>
          </p:cNvPicPr>
          <p:nvPr>
            <p:custDataLst>
              <p:tags r:id="rId10"/>
            </p:custDataLst>
          </p:nvPr>
        </p:nvPicPr>
        <p:blipFill rotWithShape="1">
          <a:blip r:embed="rId32">
            <a:extLst>
              <a:ext uri="{28A0092B-C50C-407E-A947-70E740481C1C}">
                <a14:useLocalDpi xmlns:a14="http://schemas.microsoft.com/office/drawing/2010/main" val="0"/>
              </a:ext>
            </a:extLst>
          </a:blip>
          <a:srcRect l="681" t="335" r="65973" b="1032"/>
          <a:stretch/>
        </p:blipFill>
        <p:spPr>
          <a:xfrm>
            <a:off x="2463359" y="4105942"/>
            <a:ext cx="151812" cy="415878"/>
          </a:xfrm>
          <a:prstGeom prst="rect">
            <a:avLst/>
          </a:prstGeom>
        </p:spPr>
      </p:pic>
      <p:cxnSp>
        <p:nvCxnSpPr>
          <p:cNvPr id="120" name="Gerade Verbindung 132">
            <a:extLst>
              <a:ext uri="{FF2B5EF4-FFF2-40B4-BE49-F238E27FC236}">
                <a16:creationId xmlns:a16="http://schemas.microsoft.com/office/drawing/2014/main" id="{68E73B02-10E3-69EB-A5F2-31F53A9FEFDF}"/>
              </a:ext>
            </a:extLst>
          </p:cNvPr>
          <p:cNvCxnSpPr>
            <a:cxnSpLocks/>
            <a:stCxn id="119" idx="0"/>
            <a:endCxn id="121" idx="0"/>
          </p:cNvCxnSpPr>
          <p:nvPr/>
        </p:nvCxnSpPr>
        <p:spPr bwMode="auto">
          <a:xfrm flipH="1" flipV="1">
            <a:off x="2538265" y="3564396"/>
            <a:ext cx="1000" cy="541546"/>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Rechteck 120">
            <a:extLst>
              <a:ext uri="{FF2B5EF4-FFF2-40B4-BE49-F238E27FC236}">
                <a16:creationId xmlns:a16="http://schemas.microsoft.com/office/drawing/2014/main" id="{F246BCE7-0CAF-1B38-EAB0-DF558D16B044}"/>
              </a:ext>
            </a:extLst>
          </p:cNvPr>
          <p:cNvSpPr/>
          <p:nvPr/>
        </p:nvSpPr>
        <p:spPr bwMode="auto">
          <a:xfrm rot="10800000">
            <a:off x="2475265" y="3447700"/>
            <a:ext cx="126000" cy="116696"/>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200" b="1" dirty="0">
              <a:solidFill>
                <a:schemeClr val="tx1"/>
              </a:solidFill>
            </a:endParaRPr>
          </a:p>
        </p:txBody>
      </p:sp>
      <p:sp>
        <p:nvSpPr>
          <p:cNvPr id="124" name="Textfeld 123">
            <a:extLst>
              <a:ext uri="{FF2B5EF4-FFF2-40B4-BE49-F238E27FC236}">
                <a16:creationId xmlns:a16="http://schemas.microsoft.com/office/drawing/2014/main" id="{E93C67AB-1F63-8C4E-AFF0-85822B5390D0}"/>
              </a:ext>
            </a:extLst>
          </p:cNvPr>
          <p:cNvSpPr txBox="1"/>
          <p:nvPr/>
        </p:nvSpPr>
        <p:spPr>
          <a:xfrm>
            <a:off x="2421418" y="2161166"/>
            <a:ext cx="951710" cy="276999"/>
          </a:xfrm>
          <a:prstGeom prst="rect">
            <a:avLst/>
          </a:prstGeom>
          <a:noFill/>
        </p:spPr>
        <p:txBody>
          <a:bodyPr wrap="square">
            <a:spAutoFit/>
          </a:bodyPr>
          <a:lstStyle/>
          <a:p>
            <a:pPr algn="ctr"/>
            <a:r>
              <a:rPr lang="en-US" sz="1200" dirty="0">
                <a:solidFill>
                  <a:schemeClr val="bg1"/>
                </a:solidFill>
              </a:rPr>
              <a:t>Network 1</a:t>
            </a:r>
          </a:p>
        </p:txBody>
      </p:sp>
      <p:sp>
        <p:nvSpPr>
          <p:cNvPr id="125" name="Textfeld 124">
            <a:extLst>
              <a:ext uri="{FF2B5EF4-FFF2-40B4-BE49-F238E27FC236}">
                <a16:creationId xmlns:a16="http://schemas.microsoft.com/office/drawing/2014/main" id="{07C8C201-78F5-919F-ED93-9FC3FF95024E}"/>
              </a:ext>
            </a:extLst>
          </p:cNvPr>
          <p:cNvSpPr txBox="1"/>
          <p:nvPr/>
        </p:nvSpPr>
        <p:spPr>
          <a:xfrm>
            <a:off x="1385015" y="2608267"/>
            <a:ext cx="1067046" cy="276999"/>
          </a:xfrm>
          <a:prstGeom prst="rect">
            <a:avLst/>
          </a:prstGeom>
          <a:noFill/>
        </p:spPr>
        <p:txBody>
          <a:bodyPr wrap="square">
            <a:spAutoFit/>
          </a:bodyPr>
          <a:lstStyle/>
          <a:p>
            <a:pPr algn="ctr"/>
            <a:r>
              <a:rPr lang="en-US" sz="1200" dirty="0">
                <a:solidFill>
                  <a:schemeClr val="bg1"/>
                </a:solidFill>
              </a:rPr>
              <a:t>Network 2</a:t>
            </a:r>
          </a:p>
        </p:txBody>
      </p:sp>
      <p:sp>
        <p:nvSpPr>
          <p:cNvPr id="133" name="Rechteck 132">
            <a:extLst>
              <a:ext uri="{FF2B5EF4-FFF2-40B4-BE49-F238E27FC236}">
                <a16:creationId xmlns:a16="http://schemas.microsoft.com/office/drawing/2014/main" id="{CB11D429-2767-98BE-769B-1E357748163C}"/>
              </a:ext>
            </a:extLst>
          </p:cNvPr>
          <p:cNvSpPr/>
          <p:nvPr/>
        </p:nvSpPr>
        <p:spPr>
          <a:xfrm>
            <a:off x="2437546" y="2914488"/>
            <a:ext cx="558246" cy="428669"/>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000" b="1" dirty="0"/>
              <a:t>R1</a:t>
            </a:r>
          </a:p>
        </p:txBody>
      </p:sp>
      <p:cxnSp>
        <p:nvCxnSpPr>
          <p:cNvPr id="137" name="Gerade Verbindung 132">
            <a:extLst>
              <a:ext uri="{FF2B5EF4-FFF2-40B4-BE49-F238E27FC236}">
                <a16:creationId xmlns:a16="http://schemas.microsoft.com/office/drawing/2014/main" id="{719C3727-15F3-6AF5-769E-6BCF742FD079}"/>
              </a:ext>
            </a:extLst>
          </p:cNvPr>
          <p:cNvCxnSpPr/>
          <p:nvPr/>
        </p:nvCxnSpPr>
        <p:spPr bwMode="auto">
          <a:xfrm>
            <a:off x="4973835" y="4339730"/>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8" name="product_simatic-s7-1500-control-unit.png">
            <a:extLst>
              <a:ext uri="{FF2B5EF4-FFF2-40B4-BE49-F238E27FC236}">
                <a16:creationId xmlns:a16="http://schemas.microsoft.com/office/drawing/2014/main" id="{EABB8E27-8CEA-7318-C363-231F0DC885AA}"/>
              </a:ext>
            </a:extLst>
          </p:cNvPr>
          <p:cNvPicPr>
            <a:picLocks noChangeAspect="1"/>
          </p:cNvPicPr>
          <p:nvPr>
            <p:custDataLst>
              <p:tags r:id="rId11"/>
            </p:custDataLst>
          </p:nvPr>
        </p:nvPicPr>
        <p:blipFill>
          <a:blip r:embed="rId36" cstate="print">
            <a:extLst>
              <a:ext uri="{28A0092B-C50C-407E-A947-70E740481C1C}">
                <a14:useLocalDpi xmlns:a14="http://schemas.microsoft.com/office/drawing/2010/main" val="0"/>
              </a:ext>
            </a:extLst>
          </a:blip>
          <a:stretch>
            <a:fillRect/>
          </a:stretch>
        </p:blipFill>
        <p:spPr>
          <a:xfrm>
            <a:off x="4725381" y="4469302"/>
            <a:ext cx="496907" cy="511711"/>
          </a:xfrm>
          <a:prstGeom prst="rect">
            <a:avLst/>
          </a:prstGeom>
        </p:spPr>
      </p:pic>
      <p:sp>
        <p:nvSpPr>
          <p:cNvPr id="139" name="Rechteck 138">
            <a:extLst>
              <a:ext uri="{FF2B5EF4-FFF2-40B4-BE49-F238E27FC236}">
                <a16:creationId xmlns:a16="http://schemas.microsoft.com/office/drawing/2014/main" id="{ED39D162-0AF3-0C4F-19EA-29A4CCB28855}"/>
              </a:ext>
            </a:extLst>
          </p:cNvPr>
          <p:cNvSpPr/>
          <p:nvPr/>
        </p:nvSpPr>
        <p:spPr bwMode="auto">
          <a:xfrm>
            <a:off x="4910867" y="425749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50" name="Rechteck 149">
            <a:extLst>
              <a:ext uri="{FF2B5EF4-FFF2-40B4-BE49-F238E27FC236}">
                <a16:creationId xmlns:a16="http://schemas.microsoft.com/office/drawing/2014/main" id="{C985D8FF-58E6-997D-3704-5AA9CA7C9FD8}"/>
              </a:ext>
            </a:extLst>
          </p:cNvPr>
          <p:cNvSpPr/>
          <p:nvPr/>
        </p:nvSpPr>
        <p:spPr>
          <a:xfrm>
            <a:off x="4872343" y="4510789"/>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5" name="Textfeld 164">
            <a:extLst>
              <a:ext uri="{FF2B5EF4-FFF2-40B4-BE49-F238E27FC236}">
                <a16:creationId xmlns:a16="http://schemas.microsoft.com/office/drawing/2014/main" id="{E768A3D0-A813-7FEC-CC70-CC34D1BF3AE8}"/>
              </a:ext>
            </a:extLst>
          </p:cNvPr>
          <p:cNvSpPr txBox="1"/>
          <p:nvPr/>
        </p:nvSpPr>
        <p:spPr>
          <a:xfrm>
            <a:off x="3502271" y="4676584"/>
            <a:ext cx="939096" cy="276999"/>
          </a:xfrm>
          <a:prstGeom prst="rect">
            <a:avLst/>
          </a:prstGeom>
          <a:noFill/>
        </p:spPr>
        <p:txBody>
          <a:bodyPr wrap="square">
            <a:spAutoFit/>
          </a:bodyPr>
          <a:lstStyle>
            <a:defPPr>
              <a:defRPr lang="en-US"/>
            </a:defPPr>
            <a:lvl1pPr algn="ctr">
              <a:defRPr sz="1200">
                <a:solidFill>
                  <a:schemeClr val="bg1"/>
                </a:solidFill>
              </a:defRPr>
            </a:lvl1pPr>
          </a:lstStyle>
          <a:p>
            <a:r>
              <a:rPr lang="en-US" dirty="0"/>
              <a:t>Y-Switch</a:t>
            </a:r>
          </a:p>
        </p:txBody>
      </p:sp>
      <p:grpSp>
        <p:nvGrpSpPr>
          <p:cNvPr id="166" name="Gruppieren 165">
            <a:extLst>
              <a:ext uri="{FF2B5EF4-FFF2-40B4-BE49-F238E27FC236}">
                <a16:creationId xmlns:a16="http://schemas.microsoft.com/office/drawing/2014/main" id="{D9B138A7-2463-24DF-6E86-B80773D6FA0F}"/>
              </a:ext>
            </a:extLst>
          </p:cNvPr>
          <p:cNvGrpSpPr/>
          <p:nvPr/>
        </p:nvGrpSpPr>
        <p:grpSpPr>
          <a:xfrm>
            <a:off x="6688133" y="4243208"/>
            <a:ext cx="125934" cy="447756"/>
            <a:chOff x="7094633" y="3873495"/>
            <a:chExt cx="126000" cy="447989"/>
          </a:xfrm>
        </p:grpSpPr>
        <p:cxnSp>
          <p:nvCxnSpPr>
            <p:cNvPr id="167" name="Gerade Verbindung 132">
              <a:extLst>
                <a:ext uri="{FF2B5EF4-FFF2-40B4-BE49-F238E27FC236}">
                  <a16:creationId xmlns:a16="http://schemas.microsoft.com/office/drawing/2014/main" id="{1942AFA9-F7E7-21BA-F042-82861256807D}"/>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Rechteck 167">
              <a:extLst>
                <a:ext uri="{FF2B5EF4-FFF2-40B4-BE49-F238E27FC236}">
                  <a16:creationId xmlns:a16="http://schemas.microsoft.com/office/drawing/2014/main" id="{5372E5C5-4586-633E-09D7-7113890D07DB}"/>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69" name="Gruppieren 168">
            <a:extLst>
              <a:ext uri="{FF2B5EF4-FFF2-40B4-BE49-F238E27FC236}">
                <a16:creationId xmlns:a16="http://schemas.microsoft.com/office/drawing/2014/main" id="{031047A7-1717-B62C-971A-65EE0F7D5EA9}"/>
              </a:ext>
            </a:extLst>
          </p:cNvPr>
          <p:cNvGrpSpPr/>
          <p:nvPr/>
        </p:nvGrpSpPr>
        <p:grpSpPr>
          <a:xfrm>
            <a:off x="6688133" y="4493369"/>
            <a:ext cx="317859" cy="455031"/>
            <a:chOff x="2287722" y="4432346"/>
            <a:chExt cx="318025" cy="455268"/>
          </a:xfrm>
        </p:grpSpPr>
        <p:pic>
          <p:nvPicPr>
            <p:cNvPr id="170" name="product_distributed-io.png">
              <a:extLst>
                <a:ext uri="{FF2B5EF4-FFF2-40B4-BE49-F238E27FC236}">
                  <a16:creationId xmlns:a16="http://schemas.microsoft.com/office/drawing/2014/main" id="{CD6C0F76-B297-D164-8086-A01EF13C5EA4}"/>
                </a:ext>
              </a:extLst>
            </p:cNvPr>
            <p:cNvPicPr>
              <a:picLocks noChangeAspect="1"/>
            </p:cNvPicPr>
            <p:nvPr>
              <p:custDataLst>
                <p:tags r:id="rId20"/>
              </p:custDataLst>
            </p:nvPr>
          </p:nvPicPr>
          <p:blipFill rotWithShape="1">
            <a:blip r:embed="rId37" cstate="print">
              <a:extLst>
                <a:ext uri="{28A0092B-C50C-407E-A947-70E740481C1C}">
                  <a14:useLocalDpi xmlns:a14="http://schemas.microsoft.com/office/drawing/2010/main" val="0"/>
                </a:ext>
              </a:extLst>
            </a:blip>
            <a:srcRect l="1" r="65334"/>
            <a:stretch/>
          </p:blipFill>
          <p:spPr>
            <a:xfrm>
              <a:off x="2287722" y="4432346"/>
              <a:ext cx="157822" cy="455268"/>
            </a:xfrm>
            <a:prstGeom prst="rect">
              <a:avLst/>
            </a:prstGeom>
          </p:spPr>
        </p:pic>
        <p:pic>
          <p:nvPicPr>
            <p:cNvPr id="176" name="product_distributed-io.png">
              <a:extLst>
                <a:ext uri="{FF2B5EF4-FFF2-40B4-BE49-F238E27FC236}">
                  <a16:creationId xmlns:a16="http://schemas.microsoft.com/office/drawing/2014/main" id="{FE756264-6107-D6F3-8BA6-48C92AB43F76}"/>
                </a:ext>
              </a:extLst>
            </p:cNvPr>
            <p:cNvPicPr>
              <a:picLocks noChangeAspect="1"/>
            </p:cNvPicPr>
            <p:nvPr>
              <p:custDataLst>
                <p:tags r:id="rId21"/>
              </p:custDataLst>
            </p:nvPr>
          </p:nvPicPr>
          <p:blipFill rotWithShape="1">
            <a:blip r:embed="rId37" cstate="print">
              <a:extLst>
                <a:ext uri="{28A0092B-C50C-407E-A947-70E740481C1C}">
                  <a14:useLocalDpi xmlns:a14="http://schemas.microsoft.com/office/drawing/2010/main" val="0"/>
                </a:ext>
              </a:extLst>
            </a:blip>
            <a:srcRect l="1" r="65334"/>
            <a:stretch/>
          </p:blipFill>
          <p:spPr>
            <a:xfrm>
              <a:off x="2447925" y="4432346"/>
              <a:ext cx="157822" cy="455268"/>
            </a:xfrm>
            <a:prstGeom prst="rect">
              <a:avLst/>
            </a:prstGeom>
          </p:spPr>
        </p:pic>
      </p:grpSp>
      <p:cxnSp>
        <p:nvCxnSpPr>
          <p:cNvPr id="177" name="Gewinkelte Verbindung 9">
            <a:extLst>
              <a:ext uri="{FF2B5EF4-FFF2-40B4-BE49-F238E27FC236}">
                <a16:creationId xmlns:a16="http://schemas.microsoft.com/office/drawing/2014/main" id="{22071DA7-EA5F-0A86-0D13-8FC2BA705DC9}"/>
              </a:ext>
            </a:extLst>
          </p:cNvPr>
          <p:cNvCxnSpPr>
            <a:stCxn id="176" idx="2"/>
            <a:endCxn id="211" idx="2"/>
          </p:cNvCxnSpPr>
          <p:nvPr/>
        </p:nvCxnSpPr>
        <p:spPr bwMode="auto">
          <a:xfrm rot="16200000" flipH="1">
            <a:off x="7109925" y="4765596"/>
            <a:ext cx="284141" cy="649747"/>
          </a:xfrm>
          <a:prstGeom prst="bentConnector3">
            <a:avLst>
              <a:gd name="adj1" fmla="val 180453"/>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08" name="Gruppieren 207">
            <a:extLst>
              <a:ext uri="{FF2B5EF4-FFF2-40B4-BE49-F238E27FC236}">
                <a16:creationId xmlns:a16="http://schemas.microsoft.com/office/drawing/2014/main" id="{1BAC4101-D624-5CC9-B811-F95560E64EE1}"/>
              </a:ext>
            </a:extLst>
          </p:cNvPr>
          <p:cNvGrpSpPr/>
          <p:nvPr/>
        </p:nvGrpSpPr>
        <p:grpSpPr>
          <a:xfrm>
            <a:off x="6433058" y="4497268"/>
            <a:ext cx="276749" cy="192147"/>
            <a:chOff x="9023050" y="3816544"/>
            <a:chExt cx="276893" cy="192247"/>
          </a:xfrm>
        </p:grpSpPr>
        <p:sp>
          <p:nvSpPr>
            <p:cNvPr id="209" name="Rechteck 208">
              <a:extLst>
                <a:ext uri="{FF2B5EF4-FFF2-40B4-BE49-F238E27FC236}">
                  <a16:creationId xmlns:a16="http://schemas.microsoft.com/office/drawing/2014/main" id="{DE83EB77-91BF-C272-0ED4-22F1A5D07F67}"/>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10" name="Textfeld 209">
              <a:extLst>
                <a:ext uri="{FF2B5EF4-FFF2-40B4-BE49-F238E27FC236}">
                  <a16:creationId xmlns:a16="http://schemas.microsoft.com/office/drawing/2014/main" id="{389BC8A3-9143-955C-2F4D-B632514CE3AC}"/>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S2</a:t>
              </a:r>
            </a:p>
          </p:txBody>
        </p:sp>
      </p:grpSp>
      <p:pic>
        <p:nvPicPr>
          <p:cNvPr id="211" name="product_simatic-s7-1500-control-unit.png">
            <a:extLst>
              <a:ext uri="{FF2B5EF4-FFF2-40B4-BE49-F238E27FC236}">
                <a16:creationId xmlns:a16="http://schemas.microsoft.com/office/drawing/2014/main" id="{61031E8D-5B2C-6D8C-A026-6B8A72C589A1}"/>
              </a:ext>
            </a:extLst>
          </p:cNvPr>
          <p:cNvPicPr>
            <a:picLocks noChangeAspect="1"/>
          </p:cNvPicPr>
          <p:nvPr>
            <p:custDataLst>
              <p:tags r:id="rId12"/>
            </p:custDataLst>
          </p:nvPr>
        </p:nvPicPr>
        <p:blipFill>
          <a:blip r:embed="rId36" cstate="print">
            <a:extLst>
              <a:ext uri="{28A0092B-C50C-407E-A947-70E740481C1C}">
                <a14:useLocalDpi xmlns:a14="http://schemas.microsoft.com/office/drawing/2010/main" val="0"/>
              </a:ext>
            </a:extLst>
          </a:blip>
          <a:stretch>
            <a:fillRect/>
          </a:stretch>
        </p:blipFill>
        <p:spPr>
          <a:xfrm>
            <a:off x="7328415" y="4720830"/>
            <a:ext cx="496907" cy="511711"/>
          </a:xfrm>
          <a:prstGeom prst="rect">
            <a:avLst/>
          </a:prstGeom>
        </p:spPr>
      </p:pic>
      <p:sp>
        <p:nvSpPr>
          <p:cNvPr id="222" name="Rechteck 221">
            <a:extLst>
              <a:ext uri="{FF2B5EF4-FFF2-40B4-BE49-F238E27FC236}">
                <a16:creationId xmlns:a16="http://schemas.microsoft.com/office/drawing/2014/main" id="{789B40DA-B9CE-37CC-7332-49F91B554D77}"/>
              </a:ext>
            </a:extLst>
          </p:cNvPr>
          <p:cNvSpPr/>
          <p:nvPr/>
        </p:nvSpPr>
        <p:spPr>
          <a:xfrm>
            <a:off x="7473905" y="4760097"/>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24" name="Gruppieren 223">
            <a:extLst>
              <a:ext uri="{FF2B5EF4-FFF2-40B4-BE49-F238E27FC236}">
                <a16:creationId xmlns:a16="http://schemas.microsoft.com/office/drawing/2014/main" id="{3D53D902-3645-73FC-E928-72322BDFA3A7}"/>
              </a:ext>
            </a:extLst>
          </p:cNvPr>
          <p:cNvGrpSpPr/>
          <p:nvPr/>
        </p:nvGrpSpPr>
        <p:grpSpPr>
          <a:xfrm>
            <a:off x="4535813" y="4508922"/>
            <a:ext cx="276749" cy="192147"/>
            <a:chOff x="9023050" y="3816544"/>
            <a:chExt cx="276893" cy="192247"/>
          </a:xfrm>
        </p:grpSpPr>
        <p:sp>
          <p:nvSpPr>
            <p:cNvPr id="225" name="Rechteck 224">
              <a:extLst>
                <a:ext uri="{FF2B5EF4-FFF2-40B4-BE49-F238E27FC236}">
                  <a16:creationId xmlns:a16="http://schemas.microsoft.com/office/drawing/2014/main" id="{11D88427-45A8-922F-C753-7634299B4E59}"/>
                </a:ext>
              </a:extLst>
            </p:cNvPr>
            <p:cNvSpPr/>
            <p:nvPr/>
          </p:nvSpPr>
          <p:spPr bwMode="auto">
            <a:xfrm>
              <a:off x="9023050" y="3816544"/>
              <a:ext cx="223713" cy="192247"/>
            </a:xfrm>
            <a:prstGeom prst="rect">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0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26" name="Textfeld 225">
              <a:extLst>
                <a:ext uri="{FF2B5EF4-FFF2-40B4-BE49-F238E27FC236}">
                  <a16:creationId xmlns:a16="http://schemas.microsoft.com/office/drawing/2014/main" id="{43703F6E-3B9D-9C71-5161-86D89B5547B5}"/>
                </a:ext>
              </a:extLst>
            </p:cNvPr>
            <p:cNvSpPr txBox="1"/>
            <p:nvPr/>
          </p:nvSpPr>
          <p:spPr>
            <a:xfrm>
              <a:off x="9053530" y="3832701"/>
              <a:ext cx="246413" cy="168470"/>
            </a:xfrm>
            <a:prstGeom prst="rect">
              <a:avLst/>
            </a:prstGeom>
            <a:noFill/>
          </p:spPr>
          <p:txBody>
            <a:bodyPr vert="horz" wrap="none" lIns="0" tIns="0" rIns="0" bIns="0" rtlCol="0">
              <a:noAutofit/>
            </a:bodyPr>
            <a:lstStyle/>
            <a:p>
              <a:pPr fontAlgn="base">
                <a:lnSpc>
                  <a:spcPct val="110000"/>
                </a:lnSpc>
                <a:spcAft>
                  <a:spcPct val="0"/>
                </a:spcAft>
              </a:pPr>
              <a:r>
                <a:rPr lang="en-US" sz="999" b="1" dirty="0">
                  <a:solidFill>
                    <a:srgbClr val="000000"/>
                  </a:solidFill>
                  <a:latin typeface="Arial"/>
                  <a:ea typeface="Arial Unicode MS" panose="020B0604020202020204" pitchFamily="34" charset="-128"/>
                  <a:cs typeface="Arial Unicode MS" panose="020B0604020202020204" pitchFamily="34" charset="-128"/>
                </a:rPr>
                <a:t>S1</a:t>
              </a:r>
            </a:p>
          </p:txBody>
        </p:sp>
      </p:grpSp>
      <p:cxnSp>
        <p:nvCxnSpPr>
          <p:cNvPr id="227" name="Gerade Verbindung 132">
            <a:extLst>
              <a:ext uri="{FF2B5EF4-FFF2-40B4-BE49-F238E27FC236}">
                <a16:creationId xmlns:a16="http://schemas.microsoft.com/office/drawing/2014/main" id="{4FCCA6C0-CDC5-E467-FDD2-9C915C6CCDE6}"/>
              </a:ext>
            </a:extLst>
          </p:cNvPr>
          <p:cNvCxnSpPr/>
          <p:nvPr/>
        </p:nvCxnSpPr>
        <p:spPr bwMode="auto">
          <a:xfrm>
            <a:off x="9210927" y="4312546"/>
            <a:ext cx="0" cy="1451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8" name="product_simatic-s7-1500-control-unit.png">
            <a:extLst>
              <a:ext uri="{FF2B5EF4-FFF2-40B4-BE49-F238E27FC236}">
                <a16:creationId xmlns:a16="http://schemas.microsoft.com/office/drawing/2014/main" id="{D22E677D-D57E-C861-46E2-1EA688EAC434}"/>
              </a:ext>
            </a:extLst>
          </p:cNvPr>
          <p:cNvPicPr>
            <a:picLocks noChangeAspect="1"/>
          </p:cNvPicPr>
          <p:nvPr>
            <p:custDataLst>
              <p:tags r:id="rId13"/>
            </p:custDataLst>
          </p:nvPr>
        </p:nvPicPr>
        <p:blipFill>
          <a:blip r:embed="rId36" cstate="print">
            <a:extLst>
              <a:ext uri="{28A0092B-C50C-407E-A947-70E740481C1C}">
                <a14:useLocalDpi xmlns:a14="http://schemas.microsoft.com/office/drawing/2010/main" val="0"/>
              </a:ext>
            </a:extLst>
          </a:blip>
          <a:stretch>
            <a:fillRect/>
          </a:stretch>
        </p:blipFill>
        <p:spPr>
          <a:xfrm>
            <a:off x="8962473" y="4442118"/>
            <a:ext cx="496907" cy="511711"/>
          </a:xfrm>
          <a:prstGeom prst="rect">
            <a:avLst/>
          </a:prstGeom>
        </p:spPr>
      </p:pic>
      <p:sp>
        <p:nvSpPr>
          <p:cNvPr id="229" name="Rechteck 228">
            <a:extLst>
              <a:ext uri="{FF2B5EF4-FFF2-40B4-BE49-F238E27FC236}">
                <a16:creationId xmlns:a16="http://schemas.microsoft.com/office/drawing/2014/main" id="{17CE81E7-702F-86AA-F71D-87C58748C0A3}"/>
              </a:ext>
            </a:extLst>
          </p:cNvPr>
          <p:cNvSpPr/>
          <p:nvPr/>
        </p:nvSpPr>
        <p:spPr bwMode="auto">
          <a:xfrm>
            <a:off x="9147959" y="423031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239" name="Rechteck 238">
            <a:extLst>
              <a:ext uri="{FF2B5EF4-FFF2-40B4-BE49-F238E27FC236}">
                <a16:creationId xmlns:a16="http://schemas.microsoft.com/office/drawing/2014/main" id="{A8770B7F-B9C4-4E93-C0DE-87684A10799B}"/>
              </a:ext>
            </a:extLst>
          </p:cNvPr>
          <p:cNvSpPr/>
          <p:nvPr/>
        </p:nvSpPr>
        <p:spPr>
          <a:xfrm>
            <a:off x="9118313" y="4483605"/>
            <a:ext cx="196684" cy="2332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3" name="Legende: Linie 242">
            <a:extLst>
              <a:ext uri="{FF2B5EF4-FFF2-40B4-BE49-F238E27FC236}">
                <a16:creationId xmlns:a16="http://schemas.microsoft.com/office/drawing/2014/main" id="{64A6BB68-7650-935D-CC16-8A1CC972B9A0}"/>
              </a:ext>
            </a:extLst>
          </p:cNvPr>
          <p:cNvSpPr/>
          <p:nvPr/>
        </p:nvSpPr>
        <p:spPr bwMode="auto">
          <a:xfrm flipH="1">
            <a:off x="843378" y="5117354"/>
            <a:ext cx="3424941" cy="716816"/>
          </a:xfrm>
          <a:prstGeom prst="borderCallout1">
            <a:avLst>
              <a:gd name="adj1" fmla="val 67975"/>
              <a:gd name="adj2" fmla="val -1164"/>
              <a:gd name="adj3" fmla="val -40519"/>
              <a:gd name="adj4" fmla="val -13292"/>
            </a:avLst>
          </a:prstGeom>
          <a:solidFill>
            <a:srgbClr val="4BB9B9"/>
          </a:solidFill>
          <a:ln>
            <a:solidFill>
              <a:srgbClr val="00AF8E"/>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r>
              <a:rPr lang="en-US" sz="1399" b="1" dirty="0">
                <a:solidFill>
                  <a:schemeClr val="bg1"/>
                </a:solidFill>
                <a:latin typeface="Arial"/>
                <a:ea typeface="Arial Unicode MS" panose="020B0604020202020204" pitchFamily="34" charset="-128"/>
              </a:rPr>
              <a:t>Option 1: </a:t>
            </a:r>
            <a:r>
              <a:rPr lang="en-US" sz="1399" dirty="0">
                <a:solidFill>
                  <a:schemeClr val="bg1"/>
                </a:solidFill>
                <a:latin typeface="Arial"/>
                <a:ea typeface="Arial Unicode MS" panose="020B0604020202020204" pitchFamily="34" charset="-128"/>
              </a:rPr>
              <a:t>Connection as </a:t>
            </a:r>
            <a:r>
              <a:rPr lang="en-US" sz="1399" dirty="0" err="1">
                <a:solidFill>
                  <a:schemeClr val="bg1"/>
                </a:solidFill>
                <a:latin typeface="Arial"/>
                <a:ea typeface="Arial Unicode MS" panose="020B0604020202020204" pitchFamily="34" charset="-128"/>
              </a:rPr>
              <a:t>iDevice</a:t>
            </a:r>
            <a:r>
              <a:rPr lang="en-US" sz="1399" dirty="0">
                <a:solidFill>
                  <a:schemeClr val="bg1"/>
                </a:solidFill>
                <a:latin typeface="Arial"/>
                <a:ea typeface="Arial Unicode MS" panose="020B0604020202020204" pitchFamily="34" charset="-128"/>
              </a:rPr>
              <a:t> in switched S1 mode</a:t>
            </a:r>
          </a:p>
          <a:p>
            <a:pPr algn="ctr" fontAlgn="base">
              <a:lnSpc>
                <a:spcPct val="110000"/>
              </a:lnSpc>
              <a:spcBef>
                <a:spcPct val="0"/>
              </a:spcBef>
              <a:spcAft>
                <a:spcPct val="0"/>
              </a:spcAft>
            </a:pPr>
            <a:r>
              <a:rPr lang="en-US" sz="1399" dirty="0">
                <a:solidFill>
                  <a:schemeClr val="bg1"/>
                </a:solidFill>
                <a:latin typeface="Arial"/>
                <a:ea typeface="Arial Unicode MS" panose="020B0604020202020204" pitchFamily="34" charset="-128"/>
                <a:sym typeface="Wingdings" panose="05000000000000000000" pitchFamily="2" charset="2"/>
              </a:rPr>
              <a:t>Not </a:t>
            </a:r>
            <a:r>
              <a:rPr lang="en-US" sz="1399" dirty="0" err="1">
                <a:solidFill>
                  <a:schemeClr val="bg1"/>
                </a:solidFill>
                <a:latin typeface="Arial"/>
                <a:ea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sym typeface="Wingdings" panose="05000000000000000000" pitchFamily="2" charset="2"/>
              </a:rPr>
              <a:t> / only via GSD</a:t>
            </a:r>
            <a:endParaRPr lang="en-US" sz="1399" dirty="0">
              <a:solidFill>
                <a:schemeClr val="bg1"/>
              </a:solidFill>
              <a:latin typeface="Arial"/>
              <a:ea typeface="Arial Unicode MS" panose="020B0604020202020204" pitchFamily="34" charset="-128"/>
            </a:endParaRPr>
          </a:p>
        </p:txBody>
      </p:sp>
      <p:sp>
        <p:nvSpPr>
          <p:cNvPr id="244" name="Legende: Linie 243">
            <a:extLst>
              <a:ext uri="{FF2B5EF4-FFF2-40B4-BE49-F238E27FC236}">
                <a16:creationId xmlns:a16="http://schemas.microsoft.com/office/drawing/2014/main" id="{F0DB2880-5A22-FF79-FF44-BD32732A2BE7}"/>
              </a:ext>
            </a:extLst>
          </p:cNvPr>
          <p:cNvSpPr/>
          <p:nvPr/>
        </p:nvSpPr>
        <p:spPr bwMode="auto">
          <a:xfrm flipH="1">
            <a:off x="5518576" y="2625248"/>
            <a:ext cx="1889892" cy="1135687"/>
          </a:xfrm>
          <a:prstGeom prst="borderCallout1">
            <a:avLst>
              <a:gd name="adj1" fmla="val 106022"/>
              <a:gd name="adj2" fmla="val 48099"/>
              <a:gd name="adj3" fmla="val 157531"/>
              <a:gd name="adj4" fmla="val 44008"/>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2:</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Via PN/PN Coupler</a:t>
            </a:r>
            <a:br>
              <a:rPr lang="en-US" sz="1399"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a:t>
            </a:r>
            <a:r>
              <a:rPr lang="en-US" sz="1399" dirty="0" err="1">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Bumpless</a:t>
            </a: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switching</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sp>
        <p:nvSpPr>
          <p:cNvPr id="247" name="Legende: Linie 246">
            <a:extLst>
              <a:ext uri="{FF2B5EF4-FFF2-40B4-BE49-F238E27FC236}">
                <a16:creationId xmlns:a16="http://schemas.microsoft.com/office/drawing/2014/main" id="{26CAEE13-6EFA-B261-186C-67FE0E2C23B9}"/>
              </a:ext>
            </a:extLst>
          </p:cNvPr>
          <p:cNvSpPr/>
          <p:nvPr/>
        </p:nvSpPr>
        <p:spPr bwMode="auto">
          <a:xfrm>
            <a:off x="8040923" y="1677090"/>
            <a:ext cx="2790857" cy="1199929"/>
          </a:xfrm>
          <a:prstGeom prst="borderCallout1">
            <a:avLst>
              <a:gd name="adj1" fmla="val 106066"/>
              <a:gd name="adj2" fmla="val 60987"/>
              <a:gd name="adj3" fmla="val 225299"/>
              <a:gd name="adj4" fmla="val 47741"/>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399" b="1" dirty="0">
                <a:solidFill>
                  <a:schemeClr val="bg1"/>
                </a:solidFill>
                <a:latin typeface="Arial"/>
                <a:ea typeface="Arial Unicode MS" panose="020B0604020202020204" pitchFamily="34" charset="-128"/>
                <a:cs typeface="Arial Unicode MS" panose="020B0604020202020204" pitchFamily="34" charset="-128"/>
              </a:rPr>
              <a:t>Option 3:</a:t>
            </a:r>
            <a:br>
              <a:rPr lang="en-US" sz="1399" b="1" dirty="0">
                <a:solidFill>
                  <a:schemeClr val="bg1"/>
                </a:solidFill>
                <a:latin typeface="Arial"/>
                <a:ea typeface="Arial Unicode MS" panose="020B0604020202020204" pitchFamily="34" charset="-128"/>
                <a:cs typeface="Arial Unicode MS" panose="020B0604020202020204" pitchFamily="34" charset="-128"/>
              </a:rPr>
            </a:br>
            <a:r>
              <a:rPr lang="en-US" sz="1399" dirty="0">
                <a:solidFill>
                  <a:schemeClr val="bg1"/>
                </a:solidFill>
                <a:latin typeface="Arial"/>
                <a:ea typeface="Arial Unicode MS" panose="020B0604020202020204" pitchFamily="34" charset="-128"/>
                <a:cs typeface="Arial Unicode MS" panose="020B0604020202020204" pitchFamily="34" charset="-128"/>
              </a:rPr>
              <a:t>Open user communication between H-System and subordinate controller </a:t>
            </a:r>
            <a:r>
              <a:rPr lang="en-US" sz="1399" baseline="30000" dirty="0">
                <a:solidFill>
                  <a:schemeClr val="bg1"/>
                </a:solidFill>
                <a:latin typeface="Arial"/>
                <a:ea typeface="Arial Unicode MS" panose="020B0604020202020204" pitchFamily="34" charset="-128"/>
                <a:cs typeface="Arial Unicode MS" panose="020B0604020202020204" pitchFamily="34" charset="-128"/>
              </a:rPr>
              <a:t>1)</a:t>
            </a:r>
          </a:p>
          <a:p>
            <a:pPr algn="ctr" rtl="0" eaLnBrk="1" fontAlgn="base" hangingPunct="1">
              <a:lnSpc>
                <a:spcPct val="110000"/>
              </a:lnSpc>
              <a:spcBef>
                <a:spcPct val="0"/>
              </a:spcBef>
              <a:spcAft>
                <a:spcPct val="0"/>
              </a:spcAft>
              <a:buFont typeface="Wingdings" charset="0"/>
              <a:buNone/>
            </a:pPr>
            <a:r>
              <a:rPr lang="en-US" sz="1399" dirty="0">
                <a:solidFill>
                  <a:schemeClr val="bg1"/>
                </a:solidFill>
                <a:latin typeface="Arial"/>
                <a:ea typeface="Arial Unicode MS" panose="020B0604020202020204" pitchFamily="34" charset="-128"/>
                <a:cs typeface="Arial Unicode MS" panose="020B0604020202020204" pitchFamily="34" charset="-128"/>
                <a:sym typeface="Wingdings" panose="05000000000000000000" pitchFamily="2" charset="2"/>
              </a:rPr>
              <a:t> With short interrupt</a:t>
            </a:r>
            <a:endParaRPr lang="en-US" sz="1399" dirty="0">
              <a:solidFill>
                <a:schemeClr val="bg1"/>
              </a:solidFill>
              <a:latin typeface="Arial"/>
              <a:ea typeface="Arial Unicode MS" panose="020B0604020202020204" pitchFamily="34" charset="-128"/>
              <a:cs typeface="Arial Unicode MS" panose="020B0604020202020204" pitchFamily="34" charset="-128"/>
            </a:endParaRPr>
          </a:p>
        </p:txBody>
      </p:sp>
      <p:grpSp>
        <p:nvGrpSpPr>
          <p:cNvPr id="3" name="Gruppieren 2">
            <a:extLst>
              <a:ext uri="{FF2B5EF4-FFF2-40B4-BE49-F238E27FC236}">
                <a16:creationId xmlns:a16="http://schemas.microsoft.com/office/drawing/2014/main" id="{09EE5BB1-0112-F24F-E680-5C0FCB110549}"/>
              </a:ext>
            </a:extLst>
          </p:cNvPr>
          <p:cNvGrpSpPr/>
          <p:nvPr/>
        </p:nvGrpSpPr>
        <p:grpSpPr>
          <a:xfrm>
            <a:off x="5311433" y="4766847"/>
            <a:ext cx="125934" cy="398635"/>
            <a:chOff x="7763282" y="4615733"/>
            <a:chExt cx="126000" cy="398843"/>
          </a:xfrm>
        </p:grpSpPr>
        <p:cxnSp>
          <p:nvCxnSpPr>
            <p:cNvPr id="5" name="Gerade Verbindung 160">
              <a:extLst>
                <a:ext uri="{FF2B5EF4-FFF2-40B4-BE49-F238E27FC236}">
                  <a16:creationId xmlns:a16="http://schemas.microsoft.com/office/drawing/2014/main" id="{E24A1250-11C2-3903-5746-A213D4052B57}"/>
                </a:ext>
              </a:extLst>
            </p:cNvPr>
            <p:cNvCxnSpPr/>
            <p:nvPr/>
          </p:nvCxnSpPr>
          <p:spPr bwMode="auto">
            <a:xfrm flipV="1">
              <a:off x="7826281" y="4615733"/>
              <a:ext cx="0" cy="307040"/>
            </a:xfrm>
            <a:prstGeom prst="line">
              <a:avLst/>
            </a:pr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hteck 6">
              <a:extLst>
                <a:ext uri="{FF2B5EF4-FFF2-40B4-BE49-F238E27FC236}">
                  <a16:creationId xmlns:a16="http://schemas.microsoft.com/office/drawing/2014/main" id="{9E027E59-7D01-5CF6-DC00-C6E7D662A8CC}"/>
                </a:ext>
              </a:extLst>
            </p:cNvPr>
            <p:cNvSpPr/>
            <p:nvPr/>
          </p:nvSpPr>
          <p:spPr bwMode="auto">
            <a:xfrm rot="10800000">
              <a:off x="7763282" y="4888576"/>
              <a:ext cx="126000" cy="126000"/>
            </a:xfrm>
            <a:prstGeom prst="rect">
              <a:avLst/>
            </a:prstGeom>
            <a:solidFill>
              <a:srgbClr val="AF235F"/>
            </a:solidFill>
            <a:ln w="9525" cap="flat" cmpd="sng" algn="ctr">
              <a:solidFill>
                <a:srgbClr val="AF235F"/>
              </a:solidFill>
              <a:prstDash val="solid"/>
              <a:round/>
              <a:headEnd type="none" w="med" len="med"/>
              <a:tailEnd type="none" w="med" len="med"/>
            </a:ln>
            <a:effectLst/>
          </p:spPr>
          <p:txBody>
            <a:bodyPr rtlCol="0" anchor="ctr"/>
            <a:lstStyle/>
            <a:p>
              <a:pPr algn="ctr"/>
              <a:endParaRPr lang="en-US" sz="1199" b="1" dirty="0"/>
            </a:p>
          </p:txBody>
        </p:sp>
      </p:grpSp>
      <p:pic>
        <p:nvPicPr>
          <p:cNvPr id="8" name="product_distributed-io.png">
            <a:extLst>
              <a:ext uri="{FF2B5EF4-FFF2-40B4-BE49-F238E27FC236}">
                <a16:creationId xmlns:a16="http://schemas.microsoft.com/office/drawing/2014/main" id="{F5DA648A-1E6A-7408-0994-329D84E73080}"/>
              </a:ext>
            </a:extLst>
          </p:cNvPr>
          <p:cNvPicPr>
            <a:picLocks noChangeAspect="1"/>
          </p:cNvPicPr>
          <p:nvPr>
            <p:custDataLst>
              <p:tags r:id="rId14"/>
            </p:custDataLst>
          </p:nvPr>
        </p:nvPicPr>
        <p:blipFill>
          <a:blip r:embed="rId37" cstate="print">
            <a:extLst>
              <a:ext uri="{28A0092B-C50C-407E-A947-70E740481C1C}">
                <a14:useLocalDpi xmlns:a14="http://schemas.microsoft.com/office/drawing/2010/main" val="0"/>
              </a:ext>
            </a:extLst>
          </a:blip>
          <a:stretch>
            <a:fillRect/>
          </a:stretch>
        </p:blipFill>
        <p:spPr>
          <a:xfrm>
            <a:off x="5330743" y="4473553"/>
            <a:ext cx="455031" cy="455031"/>
          </a:xfrm>
          <a:prstGeom prst="rect">
            <a:avLst/>
          </a:prstGeom>
        </p:spPr>
      </p:pic>
      <p:sp>
        <p:nvSpPr>
          <p:cNvPr id="9" name="Freihandform: Form 8">
            <a:extLst>
              <a:ext uri="{FF2B5EF4-FFF2-40B4-BE49-F238E27FC236}">
                <a16:creationId xmlns:a16="http://schemas.microsoft.com/office/drawing/2014/main" id="{07823A86-BAEF-3964-685A-3273BEF9AF05}"/>
              </a:ext>
            </a:extLst>
          </p:cNvPr>
          <p:cNvSpPr/>
          <p:nvPr/>
        </p:nvSpPr>
        <p:spPr bwMode="auto">
          <a:xfrm>
            <a:off x="5015167" y="4985153"/>
            <a:ext cx="860612" cy="144705"/>
          </a:xfrm>
          <a:custGeom>
            <a:avLst/>
            <a:gdLst>
              <a:gd name="connsiteX0" fmla="*/ 0 w 861060"/>
              <a:gd name="connsiteY0" fmla="*/ 0 h 144780"/>
              <a:gd name="connsiteX1" fmla="*/ 0 w 861060"/>
              <a:gd name="connsiteY1" fmla="*/ 144780 h 144780"/>
              <a:gd name="connsiteX2" fmla="*/ 861060 w 861060"/>
              <a:gd name="connsiteY2" fmla="*/ 144780 h 144780"/>
            </a:gdLst>
            <a:ahLst/>
            <a:cxnLst>
              <a:cxn ang="0">
                <a:pos x="connsiteX0" y="connsiteY0"/>
              </a:cxn>
              <a:cxn ang="0">
                <a:pos x="connsiteX1" y="connsiteY1"/>
              </a:cxn>
              <a:cxn ang="0">
                <a:pos x="connsiteX2" y="connsiteY2"/>
              </a:cxn>
            </a:cxnLst>
            <a:rect l="l" t="t" r="r" b="b"/>
            <a:pathLst>
              <a:path w="861060" h="144780">
                <a:moveTo>
                  <a:pt x="0" y="0"/>
                </a:moveTo>
                <a:lnTo>
                  <a:pt x="0" y="144780"/>
                </a:lnTo>
                <a:lnTo>
                  <a:pt x="861060" y="144780"/>
                </a:lnTo>
              </a:path>
            </a:pathLst>
          </a:cu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sp>
        <p:nvSpPr>
          <p:cNvPr id="11" name="Textfeld 10">
            <a:extLst>
              <a:ext uri="{FF2B5EF4-FFF2-40B4-BE49-F238E27FC236}">
                <a16:creationId xmlns:a16="http://schemas.microsoft.com/office/drawing/2014/main" id="{8F612105-4455-A09E-F777-5D98E0AF10A1}"/>
              </a:ext>
            </a:extLst>
          </p:cNvPr>
          <p:cNvSpPr txBox="1"/>
          <p:nvPr/>
        </p:nvSpPr>
        <p:spPr>
          <a:xfrm>
            <a:off x="5497188" y="5145503"/>
            <a:ext cx="431823" cy="105407"/>
          </a:xfrm>
          <a:prstGeom prst="rect">
            <a:avLst/>
          </a:prstGeom>
          <a:noFill/>
        </p:spPr>
        <p:txBody>
          <a:bodyPr vert="horz" wrap="none" lIns="0" tIns="0" rIns="0" bIns="0" rtlCol="0">
            <a:noAutofit/>
          </a:bodyPr>
          <a:lstStyle/>
          <a:p>
            <a:pPr fontAlgn="base">
              <a:lnSpc>
                <a:spcPct val="110000"/>
              </a:lnSpc>
              <a:spcAft>
                <a:spcPct val="0"/>
              </a:spcAft>
            </a:pPr>
            <a:r>
              <a:rPr lang="en-US" sz="600" dirty="0">
                <a:solidFill>
                  <a:srgbClr val="000000"/>
                </a:solidFill>
                <a:latin typeface="Arial"/>
                <a:ea typeface="Arial Unicode MS" panose="020B0604020202020204" pitchFamily="34" charset="-128"/>
                <a:cs typeface="Arial Unicode MS" panose="020B0604020202020204" pitchFamily="34" charset="-128"/>
              </a:rPr>
              <a:t>PROFIBUS</a:t>
            </a:r>
          </a:p>
        </p:txBody>
      </p:sp>
      <p:grpSp>
        <p:nvGrpSpPr>
          <p:cNvPr id="12" name="Gruppieren 11">
            <a:extLst>
              <a:ext uri="{FF2B5EF4-FFF2-40B4-BE49-F238E27FC236}">
                <a16:creationId xmlns:a16="http://schemas.microsoft.com/office/drawing/2014/main" id="{70F976F6-62E0-912C-7D86-10DE4188A24A}"/>
              </a:ext>
            </a:extLst>
          </p:cNvPr>
          <p:cNvGrpSpPr/>
          <p:nvPr/>
        </p:nvGrpSpPr>
        <p:grpSpPr>
          <a:xfrm>
            <a:off x="9580230" y="4742362"/>
            <a:ext cx="125934" cy="398635"/>
            <a:chOff x="7763282" y="4615733"/>
            <a:chExt cx="126000" cy="398843"/>
          </a:xfrm>
        </p:grpSpPr>
        <p:cxnSp>
          <p:nvCxnSpPr>
            <p:cNvPr id="13" name="Gerade Verbindung 160">
              <a:extLst>
                <a:ext uri="{FF2B5EF4-FFF2-40B4-BE49-F238E27FC236}">
                  <a16:creationId xmlns:a16="http://schemas.microsoft.com/office/drawing/2014/main" id="{15AD5117-6FC0-7110-6EC5-3F8E42819C76}"/>
                </a:ext>
              </a:extLst>
            </p:cNvPr>
            <p:cNvCxnSpPr/>
            <p:nvPr/>
          </p:nvCxnSpPr>
          <p:spPr bwMode="auto">
            <a:xfrm flipV="1">
              <a:off x="7826281" y="4615733"/>
              <a:ext cx="0" cy="307040"/>
            </a:xfrm>
            <a:prstGeom prst="line">
              <a:avLst/>
            </a:pr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hteck 13">
              <a:extLst>
                <a:ext uri="{FF2B5EF4-FFF2-40B4-BE49-F238E27FC236}">
                  <a16:creationId xmlns:a16="http://schemas.microsoft.com/office/drawing/2014/main" id="{CFF8FC98-7CD9-17A9-6B93-64DBCD7EA366}"/>
                </a:ext>
              </a:extLst>
            </p:cNvPr>
            <p:cNvSpPr/>
            <p:nvPr/>
          </p:nvSpPr>
          <p:spPr bwMode="auto">
            <a:xfrm rot="10800000">
              <a:off x="7763282" y="4888576"/>
              <a:ext cx="126000" cy="126000"/>
            </a:xfrm>
            <a:prstGeom prst="rect">
              <a:avLst/>
            </a:prstGeom>
            <a:solidFill>
              <a:srgbClr val="AF235F"/>
            </a:solidFill>
            <a:ln w="9525" cap="flat" cmpd="sng" algn="ctr">
              <a:solidFill>
                <a:srgbClr val="AF235F"/>
              </a:solidFill>
              <a:prstDash val="solid"/>
              <a:round/>
              <a:headEnd type="none" w="med" len="med"/>
              <a:tailEnd type="none" w="med" len="med"/>
            </a:ln>
            <a:effectLst/>
          </p:spPr>
          <p:txBody>
            <a:bodyPr rtlCol="0" anchor="ctr"/>
            <a:lstStyle/>
            <a:p>
              <a:pPr algn="ctr"/>
              <a:endParaRPr lang="en-US" sz="1199" b="1" dirty="0"/>
            </a:p>
          </p:txBody>
        </p:sp>
      </p:grpSp>
      <p:pic>
        <p:nvPicPr>
          <p:cNvPr id="240" name="product_distributed-io.png">
            <a:extLst>
              <a:ext uri="{FF2B5EF4-FFF2-40B4-BE49-F238E27FC236}">
                <a16:creationId xmlns:a16="http://schemas.microsoft.com/office/drawing/2014/main" id="{DB8D6677-65E9-8EF9-4A1A-979B8983F225}"/>
              </a:ext>
            </a:extLst>
          </p:cNvPr>
          <p:cNvPicPr>
            <a:picLocks noChangeAspect="1"/>
          </p:cNvPicPr>
          <p:nvPr>
            <p:custDataLst>
              <p:tags r:id="rId15"/>
            </p:custDataLst>
          </p:nvPr>
        </p:nvPicPr>
        <p:blipFill>
          <a:blip r:embed="rId37" cstate="print">
            <a:extLst>
              <a:ext uri="{28A0092B-C50C-407E-A947-70E740481C1C}">
                <a14:useLocalDpi xmlns:a14="http://schemas.microsoft.com/office/drawing/2010/main" val="0"/>
              </a:ext>
            </a:extLst>
          </a:blip>
          <a:stretch>
            <a:fillRect/>
          </a:stretch>
        </p:blipFill>
        <p:spPr>
          <a:xfrm>
            <a:off x="9599540" y="4449068"/>
            <a:ext cx="455031" cy="455031"/>
          </a:xfrm>
          <a:prstGeom prst="rect">
            <a:avLst/>
          </a:prstGeom>
        </p:spPr>
      </p:pic>
      <p:sp>
        <p:nvSpPr>
          <p:cNvPr id="241" name="Freihandform: Form 240">
            <a:extLst>
              <a:ext uri="{FF2B5EF4-FFF2-40B4-BE49-F238E27FC236}">
                <a16:creationId xmlns:a16="http://schemas.microsoft.com/office/drawing/2014/main" id="{5C170D01-0A46-193F-DF82-94AFAB0475D1}"/>
              </a:ext>
            </a:extLst>
          </p:cNvPr>
          <p:cNvSpPr/>
          <p:nvPr/>
        </p:nvSpPr>
        <p:spPr bwMode="auto">
          <a:xfrm>
            <a:off x="9283964" y="4960668"/>
            <a:ext cx="860612" cy="144705"/>
          </a:xfrm>
          <a:custGeom>
            <a:avLst/>
            <a:gdLst>
              <a:gd name="connsiteX0" fmla="*/ 0 w 861060"/>
              <a:gd name="connsiteY0" fmla="*/ 0 h 144780"/>
              <a:gd name="connsiteX1" fmla="*/ 0 w 861060"/>
              <a:gd name="connsiteY1" fmla="*/ 144780 h 144780"/>
              <a:gd name="connsiteX2" fmla="*/ 861060 w 861060"/>
              <a:gd name="connsiteY2" fmla="*/ 144780 h 144780"/>
            </a:gdLst>
            <a:ahLst/>
            <a:cxnLst>
              <a:cxn ang="0">
                <a:pos x="connsiteX0" y="connsiteY0"/>
              </a:cxn>
              <a:cxn ang="0">
                <a:pos x="connsiteX1" y="connsiteY1"/>
              </a:cxn>
              <a:cxn ang="0">
                <a:pos x="connsiteX2" y="connsiteY2"/>
              </a:cxn>
            </a:cxnLst>
            <a:rect l="l" t="t" r="r" b="b"/>
            <a:pathLst>
              <a:path w="861060" h="144780">
                <a:moveTo>
                  <a:pt x="0" y="0"/>
                </a:moveTo>
                <a:lnTo>
                  <a:pt x="0" y="144780"/>
                </a:lnTo>
                <a:lnTo>
                  <a:pt x="861060" y="144780"/>
                </a:lnTo>
              </a:path>
            </a:pathLst>
          </a:cu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sp>
        <p:nvSpPr>
          <p:cNvPr id="242" name="Textfeld 241">
            <a:extLst>
              <a:ext uri="{FF2B5EF4-FFF2-40B4-BE49-F238E27FC236}">
                <a16:creationId xmlns:a16="http://schemas.microsoft.com/office/drawing/2014/main" id="{05D10ABC-C91D-3632-11D4-795620072853}"/>
              </a:ext>
            </a:extLst>
          </p:cNvPr>
          <p:cNvSpPr txBox="1"/>
          <p:nvPr/>
        </p:nvSpPr>
        <p:spPr>
          <a:xfrm>
            <a:off x="9765985" y="5121018"/>
            <a:ext cx="431823" cy="105407"/>
          </a:xfrm>
          <a:prstGeom prst="rect">
            <a:avLst/>
          </a:prstGeom>
          <a:noFill/>
        </p:spPr>
        <p:txBody>
          <a:bodyPr vert="horz" wrap="none" lIns="0" tIns="0" rIns="0" bIns="0" rtlCol="0">
            <a:noAutofit/>
          </a:bodyPr>
          <a:lstStyle/>
          <a:p>
            <a:pPr fontAlgn="base">
              <a:lnSpc>
                <a:spcPct val="110000"/>
              </a:lnSpc>
              <a:spcAft>
                <a:spcPct val="0"/>
              </a:spcAft>
            </a:pPr>
            <a:r>
              <a:rPr lang="en-US" sz="600" dirty="0">
                <a:solidFill>
                  <a:srgbClr val="000000"/>
                </a:solidFill>
                <a:latin typeface="Arial"/>
                <a:ea typeface="Arial Unicode MS" panose="020B0604020202020204" pitchFamily="34" charset="-128"/>
                <a:cs typeface="Arial Unicode MS" panose="020B0604020202020204" pitchFamily="34" charset="-128"/>
              </a:rPr>
              <a:t>PROFIBUS</a:t>
            </a:r>
          </a:p>
        </p:txBody>
      </p:sp>
      <p:grpSp>
        <p:nvGrpSpPr>
          <p:cNvPr id="248" name="Gruppieren 247">
            <a:extLst>
              <a:ext uri="{FF2B5EF4-FFF2-40B4-BE49-F238E27FC236}">
                <a16:creationId xmlns:a16="http://schemas.microsoft.com/office/drawing/2014/main" id="{81B80F1C-5C69-1A3E-4EFF-764393AE6D73}"/>
              </a:ext>
            </a:extLst>
          </p:cNvPr>
          <p:cNvGrpSpPr/>
          <p:nvPr/>
        </p:nvGrpSpPr>
        <p:grpSpPr>
          <a:xfrm>
            <a:off x="7948451" y="5017904"/>
            <a:ext cx="125934" cy="398635"/>
            <a:chOff x="7763282" y="4615733"/>
            <a:chExt cx="126000" cy="398843"/>
          </a:xfrm>
        </p:grpSpPr>
        <p:cxnSp>
          <p:nvCxnSpPr>
            <p:cNvPr id="249" name="Gerade Verbindung 160">
              <a:extLst>
                <a:ext uri="{FF2B5EF4-FFF2-40B4-BE49-F238E27FC236}">
                  <a16:creationId xmlns:a16="http://schemas.microsoft.com/office/drawing/2014/main" id="{7B7F5C12-B312-00F1-9E21-50A1C4EC253E}"/>
                </a:ext>
              </a:extLst>
            </p:cNvPr>
            <p:cNvCxnSpPr/>
            <p:nvPr/>
          </p:nvCxnSpPr>
          <p:spPr bwMode="auto">
            <a:xfrm flipV="1">
              <a:off x="7826281" y="4615733"/>
              <a:ext cx="0" cy="307040"/>
            </a:xfrm>
            <a:prstGeom prst="line">
              <a:avLst/>
            </a:pr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0" name="Rechteck 249">
              <a:extLst>
                <a:ext uri="{FF2B5EF4-FFF2-40B4-BE49-F238E27FC236}">
                  <a16:creationId xmlns:a16="http://schemas.microsoft.com/office/drawing/2014/main" id="{17DFD0B6-5742-049C-F2CA-02E50CD3E71D}"/>
                </a:ext>
              </a:extLst>
            </p:cNvPr>
            <p:cNvSpPr/>
            <p:nvPr/>
          </p:nvSpPr>
          <p:spPr bwMode="auto">
            <a:xfrm rot="10800000">
              <a:off x="7763282" y="4888576"/>
              <a:ext cx="126000" cy="126000"/>
            </a:xfrm>
            <a:prstGeom prst="rect">
              <a:avLst/>
            </a:prstGeom>
            <a:solidFill>
              <a:srgbClr val="AF235F"/>
            </a:solidFill>
            <a:ln w="9525" cap="flat" cmpd="sng" algn="ctr">
              <a:solidFill>
                <a:srgbClr val="AF235F"/>
              </a:solidFill>
              <a:prstDash val="solid"/>
              <a:round/>
              <a:headEnd type="none" w="med" len="med"/>
              <a:tailEnd type="none" w="med" len="med"/>
            </a:ln>
            <a:effectLst/>
          </p:spPr>
          <p:txBody>
            <a:bodyPr rtlCol="0" anchor="ctr"/>
            <a:lstStyle/>
            <a:p>
              <a:pPr algn="ctr"/>
              <a:endParaRPr lang="en-US" sz="1199" b="1" dirty="0"/>
            </a:p>
          </p:txBody>
        </p:sp>
      </p:grpSp>
      <p:sp>
        <p:nvSpPr>
          <p:cNvPr id="252" name="Freihandform: Form 251">
            <a:extLst>
              <a:ext uri="{FF2B5EF4-FFF2-40B4-BE49-F238E27FC236}">
                <a16:creationId xmlns:a16="http://schemas.microsoft.com/office/drawing/2014/main" id="{A9F21039-5A34-41F7-4315-8FF0E59E5F82}"/>
              </a:ext>
            </a:extLst>
          </p:cNvPr>
          <p:cNvSpPr/>
          <p:nvPr/>
        </p:nvSpPr>
        <p:spPr bwMode="auto">
          <a:xfrm>
            <a:off x="7652185" y="5236210"/>
            <a:ext cx="860612" cy="144705"/>
          </a:xfrm>
          <a:custGeom>
            <a:avLst/>
            <a:gdLst>
              <a:gd name="connsiteX0" fmla="*/ 0 w 861060"/>
              <a:gd name="connsiteY0" fmla="*/ 0 h 144780"/>
              <a:gd name="connsiteX1" fmla="*/ 0 w 861060"/>
              <a:gd name="connsiteY1" fmla="*/ 144780 h 144780"/>
              <a:gd name="connsiteX2" fmla="*/ 861060 w 861060"/>
              <a:gd name="connsiteY2" fmla="*/ 144780 h 144780"/>
            </a:gdLst>
            <a:ahLst/>
            <a:cxnLst>
              <a:cxn ang="0">
                <a:pos x="connsiteX0" y="connsiteY0"/>
              </a:cxn>
              <a:cxn ang="0">
                <a:pos x="connsiteX1" y="connsiteY1"/>
              </a:cxn>
              <a:cxn ang="0">
                <a:pos x="connsiteX2" y="connsiteY2"/>
              </a:cxn>
            </a:cxnLst>
            <a:rect l="l" t="t" r="r" b="b"/>
            <a:pathLst>
              <a:path w="861060" h="144780">
                <a:moveTo>
                  <a:pt x="0" y="0"/>
                </a:moveTo>
                <a:lnTo>
                  <a:pt x="0" y="144780"/>
                </a:lnTo>
                <a:lnTo>
                  <a:pt x="861060" y="144780"/>
                </a:lnTo>
              </a:path>
            </a:pathLst>
          </a:custGeom>
          <a:noFill/>
          <a:ln w="28575" cap="flat" cmpd="sng" algn="ctr">
            <a:solidFill>
              <a:srgbClr val="AF235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sz="1799" dirty="0"/>
          </a:p>
        </p:txBody>
      </p:sp>
      <p:sp>
        <p:nvSpPr>
          <p:cNvPr id="253" name="Textfeld 252">
            <a:extLst>
              <a:ext uri="{FF2B5EF4-FFF2-40B4-BE49-F238E27FC236}">
                <a16:creationId xmlns:a16="http://schemas.microsoft.com/office/drawing/2014/main" id="{870A8CA1-CEF9-64B8-8F65-CEE9E2A42CC9}"/>
              </a:ext>
            </a:extLst>
          </p:cNvPr>
          <p:cNvSpPr txBox="1"/>
          <p:nvPr/>
        </p:nvSpPr>
        <p:spPr>
          <a:xfrm>
            <a:off x="8134206" y="5396560"/>
            <a:ext cx="431823" cy="105407"/>
          </a:xfrm>
          <a:prstGeom prst="rect">
            <a:avLst/>
          </a:prstGeom>
          <a:noFill/>
        </p:spPr>
        <p:txBody>
          <a:bodyPr vert="horz" wrap="none" lIns="0" tIns="0" rIns="0" bIns="0" rtlCol="0">
            <a:noAutofit/>
          </a:bodyPr>
          <a:lstStyle/>
          <a:p>
            <a:pPr fontAlgn="base">
              <a:lnSpc>
                <a:spcPct val="110000"/>
              </a:lnSpc>
              <a:spcAft>
                <a:spcPct val="0"/>
              </a:spcAft>
            </a:pPr>
            <a:r>
              <a:rPr lang="en-US" sz="600" dirty="0">
                <a:solidFill>
                  <a:srgbClr val="000000"/>
                </a:solidFill>
                <a:latin typeface="Arial"/>
                <a:ea typeface="Arial Unicode MS" panose="020B0604020202020204" pitchFamily="34" charset="-128"/>
                <a:cs typeface="Arial Unicode MS" panose="020B0604020202020204" pitchFamily="34" charset="-128"/>
              </a:rPr>
              <a:t>PROFIBUS</a:t>
            </a:r>
          </a:p>
        </p:txBody>
      </p:sp>
      <p:grpSp>
        <p:nvGrpSpPr>
          <p:cNvPr id="188" name="Gruppieren 187">
            <a:extLst>
              <a:ext uri="{FF2B5EF4-FFF2-40B4-BE49-F238E27FC236}">
                <a16:creationId xmlns:a16="http://schemas.microsoft.com/office/drawing/2014/main" id="{C79271B1-9CA2-2EFB-6087-377062E92906}"/>
              </a:ext>
            </a:extLst>
          </p:cNvPr>
          <p:cNvGrpSpPr>
            <a:grpSpLocks noChangeAspect="1"/>
          </p:cNvGrpSpPr>
          <p:nvPr/>
        </p:nvGrpSpPr>
        <p:grpSpPr>
          <a:xfrm>
            <a:off x="7940036" y="4694196"/>
            <a:ext cx="622096" cy="496392"/>
            <a:chOff x="4105359" y="1822075"/>
            <a:chExt cx="4583448" cy="3657298"/>
          </a:xfrm>
        </p:grpSpPr>
        <p:pic>
          <p:nvPicPr>
            <p:cNvPr id="189" name="product_simatic-s7-1500.png">
              <a:extLst>
                <a:ext uri="{FF2B5EF4-FFF2-40B4-BE49-F238E27FC236}">
                  <a16:creationId xmlns:a16="http://schemas.microsoft.com/office/drawing/2014/main" id="{711E3317-B383-D4A1-AB86-CFA3035A0501}"/>
                </a:ext>
              </a:extLst>
            </p:cNvPr>
            <p:cNvPicPr>
              <a:picLocks noChangeAspect="1"/>
            </p:cNvPicPr>
            <p:nvPr>
              <p:custDataLst>
                <p:tags r:id="rId16"/>
              </p:custDataLst>
            </p:nvPr>
          </p:nvPicPr>
          <p:blipFill rotWithShape="1">
            <a:blip r:embed="rId38"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90" name="product_simatic-s7-1500.png">
              <a:extLst>
                <a:ext uri="{FF2B5EF4-FFF2-40B4-BE49-F238E27FC236}">
                  <a16:creationId xmlns:a16="http://schemas.microsoft.com/office/drawing/2014/main" id="{907378CC-604D-ACF6-2FE2-827C957661C0}"/>
                </a:ext>
              </a:extLst>
            </p:cNvPr>
            <p:cNvPicPr>
              <a:picLocks noChangeAspect="1"/>
            </p:cNvPicPr>
            <p:nvPr>
              <p:custDataLst>
                <p:tags r:id="rId17"/>
              </p:custDataLst>
            </p:nvPr>
          </p:nvPicPr>
          <p:blipFill rotWithShape="1">
            <a:blip r:embed="rId39"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191" name="product_simatic-s7-1500.png">
              <a:extLst>
                <a:ext uri="{FF2B5EF4-FFF2-40B4-BE49-F238E27FC236}">
                  <a16:creationId xmlns:a16="http://schemas.microsoft.com/office/drawing/2014/main" id="{FFEBD042-D46B-68E3-22E6-6100B4FE9E02}"/>
                </a:ext>
              </a:extLst>
            </p:cNvPr>
            <p:cNvPicPr>
              <a:picLocks noChangeAspect="1"/>
            </p:cNvPicPr>
            <p:nvPr>
              <p:custDataLst>
                <p:tags r:id="rId18"/>
              </p:custDataLst>
            </p:nvPr>
          </p:nvPicPr>
          <p:blipFill rotWithShape="1">
            <a:blip r:embed="rId40"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05" name="product_simatic-s7-1500.png">
              <a:extLst>
                <a:ext uri="{FF2B5EF4-FFF2-40B4-BE49-F238E27FC236}">
                  <a16:creationId xmlns:a16="http://schemas.microsoft.com/office/drawing/2014/main" id="{6DCF805E-9894-6A19-C3EF-A11F336F049C}"/>
                </a:ext>
              </a:extLst>
            </p:cNvPr>
            <p:cNvPicPr>
              <a:picLocks noChangeAspect="1"/>
            </p:cNvPicPr>
            <p:nvPr>
              <p:custDataLst>
                <p:tags r:id="rId19"/>
              </p:custDataLst>
            </p:nvPr>
          </p:nvPicPr>
          <p:blipFill rotWithShape="1">
            <a:blip r:embed="rId41"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Tree>
    <p:custDataLst>
      <p:tags r:id="rId1"/>
    </p:custDataLst>
    <p:extLst>
      <p:ext uri="{BB962C8B-B14F-4D97-AF65-F5344CB8AC3E}">
        <p14:creationId xmlns:p14="http://schemas.microsoft.com/office/powerpoint/2010/main" val="3793418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4F1BB0F-7015-47A8-B11D-F42FBD661E59}"/>
              </a:ext>
            </a:extLst>
          </p:cNvPr>
          <p:cNvSpPr>
            <a:spLocks noGrp="1"/>
          </p:cNvSpPr>
          <p:nvPr>
            <p:ph type="title"/>
          </p:nvPr>
        </p:nvSpPr>
        <p:spPr/>
        <p:txBody>
          <a:bodyPr/>
          <a:lstStyle/>
          <a:p>
            <a:r>
              <a:rPr lang="de-DE" dirty="0"/>
              <a:t>Disclaimer</a:t>
            </a:r>
          </a:p>
        </p:txBody>
      </p:sp>
      <p:sp>
        <p:nvSpPr>
          <p:cNvPr id="4" name="Footer Placeholder">
            <a:extLst>
              <a:ext uri="{FF2B5EF4-FFF2-40B4-BE49-F238E27FC236}">
                <a16:creationId xmlns:a16="http://schemas.microsoft.com/office/drawing/2014/main" id="{3DD2FE0F-26C9-44A2-8E72-736EE0DE558E}"/>
              </a:ext>
            </a:extLst>
          </p:cNvPr>
          <p:cNvSpPr>
            <a:spLocks noGrp="1"/>
          </p:cNvSpPr>
          <p:nvPr>
            <p:ph type="ftr" sz="quarter" idx="10"/>
          </p:nvPr>
        </p:nvSpPr>
        <p:spPr/>
        <p:txBody>
          <a:bodyPr/>
          <a:lstStyle/>
          <a:p>
            <a:pPr>
              <a:lnSpc>
                <a:spcPct val="100000"/>
              </a:lnSpc>
            </a:pPr>
            <a:r>
              <a:rPr lang="it-IT" dirty="0" err="1"/>
              <a:t>Unrestricted</a:t>
            </a:r>
            <a:r>
              <a:rPr lang="it-IT" dirty="0"/>
              <a:t> | © Siemens 2022 | DI FA | 08.12.2022</a:t>
            </a:r>
            <a:endParaRPr lang="de-DE" dirty="0"/>
          </a:p>
        </p:txBody>
      </p:sp>
      <p:sp>
        <p:nvSpPr>
          <p:cNvPr id="7" name="Copy">
            <a:extLst>
              <a:ext uri="{FF2B5EF4-FFF2-40B4-BE49-F238E27FC236}">
                <a16:creationId xmlns:a16="http://schemas.microsoft.com/office/drawing/2014/main" id="{B0F1AA84-8232-42E6-A097-B5D82BFE58C8}"/>
              </a:ext>
            </a:extLst>
          </p:cNvPr>
          <p:cNvSpPr>
            <a:spLocks noGrp="1"/>
          </p:cNvSpPr>
          <p:nvPr>
            <p:ph idx="4294967295"/>
          </p:nvPr>
        </p:nvSpPr>
        <p:spPr>
          <a:xfrm>
            <a:off x="869133" y="1396356"/>
            <a:ext cx="7199313" cy="4752975"/>
          </a:xfrm>
        </p:spPr>
        <p:txBody>
          <a:bodyPr/>
          <a:lstStyle/>
          <a:p>
            <a:r>
              <a:rPr lang="de-DE" dirty="0"/>
              <a:t>© Siemens 2022</a:t>
            </a:r>
          </a:p>
          <a:p>
            <a:r>
              <a:rPr lang="de-DE" dirty="0"/>
              <a:t> </a:t>
            </a:r>
          </a:p>
          <a:p>
            <a:r>
              <a:rPr lang="de-DE" dirty="0"/>
              <a:t>Changes and errors excepted. The information in this document contains only general descriptions or performance characteristics, which do not always apply in the form described in the specific application or which may change due to further development of the products. The desired performance characteristics are only binding if they are expressly agreed upon conclusion of the contract.</a:t>
            </a:r>
          </a:p>
          <a:p>
            <a:endParaRPr lang="de-DE" dirty="0"/>
          </a:p>
          <a:p>
            <a:r>
              <a:rPr lang="de-DE" dirty="0"/>
              <a:t>All product names may be trademarks or other rights of Siemens AG, its affiliates or third parties, the use of which by third parties for their own purposes may infringe the rights of their respective owners.</a:t>
            </a:r>
          </a:p>
        </p:txBody>
      </p:sp>
    </p:spTree>
    <p:extLst>
      <p:ext uri="{BB962C8B-B14F-4D97-AF65-F5344CB8AC3E}">
        <p14:creationId xmlns:p14="http://schemas.microsoft.com/office/powerpoint/2010/main" val="539676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F7BA6B8-2D49-49EE-AA38-401584ACB3E0}"/>
              </a:ext>
            </a:extLst>
          </p:cNvPr>
          <p:cNvSpPr>
            <a:spLocks noGrp="1"/>
          </p:cNvSpPr>
          <p:nvPr>
            <p:ph type="title"/>
          </p:nvPr>
        </p:nvSpPr>
        <p:spPr/>
        <p:txBody>
          <a:bodyPr/>
          <a:lstStyle/>
          <a:p>
            <a:r>
              <a:rPr lang="de-DE" dirty="0"/>
              <a:t>Contact</a:t>
            </a:r>
            <a:endParaRPr lang="de-DE" noProof="0" dirty="0"/>
          </a:p>
        </p:txBody>
      </p:sp>
      <p:sp>
        <p:nvSpPr>
          <p:cNvPr id="3" name="Subtitle">
            <a:extLst>
              <a:ext uri="{FF2B5EF4-FFF2-40B4-BE49-F238E27FC236}">
                <a16:creationId xmlns:a16="http://schemas.microsoft.com/office/drawing/2014/main" id="{A8C0B1B3-7902-4A0F-A274-1F5878B8197A}"/>
              </a:ext>
            </a:extLst>
          </p:cNvPr>
          <p:cNvSpPr>
            <a:spLocks noGrp="1"/>
          </p:cNvSpPr>
          <p:nvPr>
            <p:ph type="subTitle" idx="1"/>
          </p:nvPr>
        </p:nvSpPr>
        <p:spPr/>
        <p:txBody>
          <a:bodyPr/>
          <a:lstStyle/>
          <a:p>
            <a:r>
              <a:rPr lang="de-DE" noProof="0" dirty="0"/>
              <a:t>Publisher: Siemens 2022</a:t>
            </a:r>
          </a:p>
        </p:txBody>
      </p:sp>
      <p:sp>
        <p:nvSpPr>
          <p:cNvPr id="2" name="Footer Placeholder">
            <a:extLst>
              <a:ext uri="{FF2B5EF4-FFF2-40B4-BE49-F238E27FC236}">
                <a16:creationId xmlns:a16="http://schemas.microsoft.com/office/drawing/2014/main" id="{7D86EBFB-CE6A-4758-896A-AAD8E1D08CC8}"/>
              </a:ext>
            </a:extLst>
          </p:cNvPr>
          <p:cNvSpPr>
            <a:spLocks noGrp="1"/>
          </p:cNvSpPr>
          <p:nvPr>
            <p:ph type="ftr" sz="quarter" idx="10"/>
          </p:nvPr>
        </p:nvSpPr>
        <p:spPr/>
        <p:txBody>
          <a:bodyPr/>
          <a:lstStyle/>
          <a:p>
            <a:pPr>
              <a:lnSpc>
                <a:spcPct val="100000"/>
              </a:lnSpc>
            </a:pPr>
            <a:r>
              <a:rPr lang="it-IT" dirty="0" err="1"/>
              <a:t>Unrestricted</a:t>
            </a:r>
            <a:r>
              <a:rPr lang="it-IT" dirty="0"/>
              <a:t> | © Siemens 2022 | DI FA | 08.12.2022</a:t>
            </a:r>
            <a:endParaRPr lang="de-DE" dirty="0"/>
          </a:p>
        </p:txBody>
      </p:sp>
    </p:spTree>
    <p:extLst>
      <p:ext uri="{BB962C8B-B14F-4D97-AF65-F5344CB8AC3E}">
        <p14:creationId xmlns:p14="http://schemas.microsoft.com/office/powerpoint/2010/main" val="3044083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3.xml><?xml version="1.0" encoding="utf-8"?>
<p:tagLst xmlns:a="http://schemas.openxmlformats.org/drawingml/2006/main" xmlns:r="http://schemas.openxmlformats.org/officeDocument/2006/relationships" xmlns:p="http://schemas.openxmlformats.org/presentationml/2006/main">
  <p:tag name="CDT_TMP_FONTSIZE" val="10"/>
</p:tagLst>
</file>

<file path=ppt/tags/tag24.xml><?xml version="1.0" encoding="utf-8"?>
<p:tagLst xmlns:a="http://schemas.openxmlformats.org/drawingml/2006/main" xmlns:r="http://schemas.openxmlformats.org/officeDocument/2006/relationships" xmlns:p="http://schemas.openxmlformats.org/presentationml/2006/main">
  <p:tag name="CDT_TMP_FONTSIZE" val="10"/>
</p:tagLst>
</file>

<file path=ppt/tags/tag25.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26.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1.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4.xml><?xml version="1.0" encoding="utf-8"?>
<p:tagLst xmlns:a="http://schemas.openxmlformats.org/drawingml/2006/main" xmlns:r="http://schemas.openxmlformats.org/officeDocument/2006/relationships" xmlns:p="http://schemas.openxmlformats.org/presentationml/2006/main">
  <p:tag name="CDT_TMP_FONTSIZE" val="10"/>
</p:tagLst>
</file>

<file path=ppt/tags/tag3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7.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8.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6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7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7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7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7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7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75.xml><?xml version="1.0" encoding="utf-8"?>
<p:tagLst xmlns:a="http://schemas.openxmlformats.org/drawingml/2006/main" xmlns:r="http://schemas.openxmlformats.org/officeDocument/2006/relationships" xmlns:p="http://schemas.openxmlformats.org/presentationml/2006/main">
  <p:tag name="CDT_TMP_FONTSIZE" val="10"/>
</p:tagLst>
</file>

<file path=ppt/tags/tag76.xml><?xml version="1.0" encoding="utf-8"?>
<p:tagLst xmlns:a="http://schemas.openxmlformats.org/drawingml/2006/main" xmlns:r="http://schemas.openxmlformats.org/officeDocument/2006/relationships" xmlns:p="http://schemas.openxmlformats.org/presentationml/2006/main">
  <p:tag name="CDT_TMP_FONTSIZE" val="10"/>
</p:tagLst>
</file>

<file path=ppt/tags/tag7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8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8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8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8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99.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12.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1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1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1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1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1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2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6.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9.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7.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5.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7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3.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8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9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9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0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0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0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1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1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1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1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2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2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2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2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2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2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241.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5.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61.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26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63.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26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6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8.xml><?xml version="1.0" encoding="utf-8"?>
<p:tagLst xmlns:a="http://schemas.openxmlformats.org/drawingml/2006/main" xmlns:r="http://schemas.openxmlformats.org/officeDocument/2006/relationships" xmlns:p="http://schemas.openxmlformats.org/presentationml/2006/main">
  <p:tag name="MIO_GUID" val="2337cd42-e325-4b29-829d-7767a84a7e12"/>
  <p:tag name="MIO_EKGUID" val="059b5737-f944-4ff3-bc11-62161c107299"/>
  <p:tag name="MIO_UPDATE" val="True"/>
  <p:tag name="MIO_VERSION" val="02.11.2017 12:52:12"/>
  <p:tag name="MIO_DBID" val="598A5C07-C27D-430B-A8FC-FA667BE665A4"/>
  <p:tag name="MIO_LASTDOWNLOADED" val="02.11.2017 14:00:49"/>
  <p:tag name="MIO_OBJECTNAME" val="Synchronisationsverfahren – Ereignissynchronisation Vergleich S7-400H ↔ S7-1500H"/>
  <p:tag name="MIO_LASTEDITORNAME" val="Andre Blochwitz"/>
  <p:tag name="MIO_STRING_IGNORE_CHECKSUM_FOR_NEXT_SAVE" val="False"/>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81.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28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83.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28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8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2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8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09.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3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1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1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1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26.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3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MIO_GUID" val="74c6fbc2-337e-4966-a0bd-bb6007bd02a7"/>
  <p:tag name="MIO_EKGUID" val="ff16d49a-5502-494f-a473-734e21cdc3e4"/>
  <p:tag name="MIO_UPDATE" val="True"/>
  <p:tag name="MIO_VERSION" val="02.11.2017 12:51:26"/>
  <p:tag name="MIO_DBID" val="598A5C07-C27D-430B-A8FC-FA667BE665A4"/>
  <p:tag name="MIO_LASTDOWNLOADED" val="02.11.2017 14:00:38"/>
  <p:tag name="MIO_OBJECTNAME" val="R/H PROFINET Netzwerkkonfiguration PROFINET Devices – NAP S2"/>
  <p:tag name="MIO_LASTEDITORNAME" val="Andre Blochwitz"/>
  <p:tag name="MIO_STRING_IGNORE_CHECKSUM_FOR_NEXT_SAVE" val="False"/>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6.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37.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38.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39.xml><?xml version="1.0" encoding="utf-8"?>
<p:tagLst xmlns:a="http://schemas.openxmlformats.org/drawingml/2006/main" xmlns:r="http://schemas.openxmlformats.org/officeDocument/2006/relationships" xmlns:p="http://schemas.openxmlformats.org/presentationml/2006/main">
  <p:tag name="CDT_TMP_FONTSIZE" val="10"/>
</p:tagLst>
</file>

<file path=ppt/tags/tag340.xml><?xml version="1.0" encoding="utf-8"?>
<p:tagLst xmlns:a="http://schemas.openxmlformats.org/drawingml/2006/main" xmlns:r="http://schemas.openxmlformats.org/officeDocument/2006/relationships" xmlns:p="http://schemas.openxmlformats.org/presentationml/2006/main">
  <p:tag name="CDT_TMP_FONTSIZE" val="10"/>
</p:tagLst>
</file>

<file path=ppt/tags/tag3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4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6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61.xml><?xml version="1.0" encoding="utf-8"?>
<p:tagLst xmlns:a="http://schemas.openxmlformats.org/drawingml/2006/main" xmlns:r="http://schemas.openxmlformats.org/officeDocument/2006/relationships" xmlns:p="http://schemas.openxmlformats.org/presentationml/2006/main">
  <p:tag name="MIO_GUID" val="74c6fbc2-337e-4966-a0bd-bb6007bd02a7"/>
  <p:tag name="MIO_EKGUID" val="ff16d49a-5502-494f-a473-734e21cdc3e4"/>
  <p:tag name="MIO_UPDATE" val="True"/>
  <p:tag name="MIO_VERSION" val="02.11.2017 12:51:26"/>
  <p:tag name="MIO_DBID" val="598A5C07-C27D-430B-A8FC-FA667BE665A4"/>
  <p:tag name="MIO_LASTDOWNLOADED" val="02.11.2017 14:00:38"/>
  <p:tag name="MIO_OBJECTNAME" val="R/H PROFINET Netzwerkkonfiguration PROFINET Devices – NAP S2"/>
  <p:tag name="MIO_LASTEDITORNAME" val="Andre Blochwitz"/>
  <p:tag name="MIO_STRING_IGNORE_CHECKSUM_FOR_NEXT_SAVE" val="False"/>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3.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64.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6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6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67.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6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69.xml><?xml version="1.0" encoding="utf-8"?>
<p:tagLst xmlns:a="http://schemas.openxmlformats.org/drawingml/2006/main" xmlns:r="http://schemas.openxmlformats.org/officeDocument/2006/relationships" xmlns:p="http://schemas.openxmlformats.org/presentationml/2006/main">
  <p:tag name="CDT_TMP_FONTSIZE" val="10"/>
</p:tagLst>
</file>

<file path=ppt/tags/tag370.xml><?xml version="1.0" encoding="utf-8"?>
<p:tagLst xmlns:a="http://schemas.openxmlformats.org/drawingml/2006/main" xmlns:r="http://schemas.openxmlformats.org/officeDocument/2006/relationships" xmlns:p="http://schemas.openxmlformats.org/presentationml/2006/main">
  <p:tag name="CDT_TMP_FONTSIZE" val="10"/>
</p:tagLst>
</file>

<file path=ppt/tags/tag37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7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79.xml><?xml version="1.0" encoding="utf-8"?>
<p:tagLst xmlns:a="http://schemas.openxmlformats.org/drawingml/2006/main" xmlns:r="http://schemas.openxmlformats.org/officeDocument/2006/relationships" xmlns:p="http://schemas.openxmlformats.org/presentationml/2006/main">
  <p:tag name="MIO_GUID" val="74c6fbc2-337e-4966-a0bd-bb6007bd02a7"/>
  <p:tag name="MIO_EKGUID" val="ff16d49a-5502-494f-a473-734e21cdc3e4"/>
  <p:tag name="MIO_UPDATE" val="True"/>
  <p:tag name="MIO_VERSION" val="02.11.2017 12:51:26"/>
  <p:tag name="MIO_DBID" val="598A5C07-C27D-430B-A8FC-FA667BE665A4"/>
  <p:tag name="MIO_LASTDOWNLOADED" val="02.11.2017 14:00:38"/>
  <p:tag name="MIO_OBJECTNAME" val="R/H PROFINET Netzwerkkonfiguration PROFINET Devices – NAP S2"/>
  <p:tag name="MIO_LASTEDITORNAME" val="Andre Blochwitz"/>
  <p:tag name="MIO_STRING_IGNORE_CHECKSUM_FOR_NEXT_SAVE" val="False"/>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89.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90.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91.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3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0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0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0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0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0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0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12.xml><?xml version="1.0" encoding="utf-8"?>
<p:tagLst xmlns:a="http://schemas.openxmlformats.org/drawingml/2006/main" xmlns:r="http://schemas.openxmlformats.org/officeDocument/2006/relationships" xmlns:p="http://schemas.openxmlformats.org/presentationml/2006/main">
  <p:tag name="MIO_GUID" val="74c6fbc2-337e-4966-a0bd-bb6007bd02a7"/>
  <p:tag name="MIO_EKGUID" val="ff16d49a-5502-494f-a473-734e21cdc3e4"/>
  <p:tag name="MIO_UPDATE" val="True"/>
  <p:tag name="MIO_VERSION" val="02.11.2017 12:51:26"/>
  <p:tag name="MIO_DBID" val="598A5C07-C27D-430B-A8FC-FA667BE665A4"/>
  <p:tag name="MIO_LASTDOWNLOADED" val="02.11.2017 14:00:38"/>
  <p:tag name="MIO_OBJECTNAME" val="R/H PROFINET Netzwerkkonfiguration PROFINET Devices – NAP S2"/>
  <p:tag name="MIO_LASTEDITORNAME" val="Andre Blochwitz"/>
  <p:tag name="MIO_STRING_IGNORE_CHECKSUM_FOR_NEXT_SAVE" val="False"/>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1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1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1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1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1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2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2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22.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23.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24.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2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2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3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3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3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3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3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3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deu-v3-1.pptx" id="{7613E8C5-E0C3-4489-AC89-E8089F6A812C}" vid="{320C5E40-1BFF-4793-9D50-87FFDBA9278E}"/>
    </a:ext>
  </a:extLst>
</a:theme>
</file>

<file path=ppt/theme/theme2.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06625C93B7C468983BF860202C81A" ma:contentTypeVersion="12" ma:contentTypeDescription="Create a new document." ma:contentTypeScope="" ma:versionID="cc53b566e74bb9a953a32a4d6eebe014">
  <xsd:schema xmlns:xsd="http://www.w3.org/2001/XMLSchema" xmlns:xs="http://www.w3.org/2001/XMLSchema" xmlns:p="http://schemas.microsoft.com/office/2006/metadata/properties" xmlns:ns2="13584626-45fe-4671-a2be-bf0fec5c40a6" xmlns:ns3="49b7adc6-cf1f-4538-a8af-d98466dc2cbe" targetNamespace="http://schemas.microsoft.com/office/2006/metadata/properties" ma:root="true" ma:fieldsID="aaaad87872fc2189de1713bec3ea3312" ns2:_="" ns3:_="">
    <xsd:import namespace="13584626-45fe-4671-a2be-bf0fec5c40a6"/>
    <xsd:import namespace="49b7adc6-cf1f-4538-a8af-d98466dc2cb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84626-45fe-4671-a2be-bf0fec5c40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b7adc6-cf1f-4538-a8af-d98466dc2cb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VariableListDefinition name="AD_HOC" displayName="AD_HOC" id="9921d65f-6f47-4dae-b045-10770eddd99c" isdomainofvalue="False" dataSourceId="471e46ce-6a62-492f-9f22-bf0ed1733df2"/>
</file>

<file path=customXml/item5.xml><?xml version="1.0" encoding="utf-8"?>
<VariableList UniqueId="2375287e-47df-4b30-8715-0cf030a8eba2" Name="Computed" ContentType="XML" MajorVersion="0" MinorVersion="1" isLocalCopy="False" IsBaseObject="False" DataSourceId="7604a082-8ad0-4370-bcfc-95843f7cc8a4" DataSourceMajorVersion="0" DataSourceMinorVersion="1"/>
</file>

<file path=customXml/item6.xml><?xml version="1.0" encoding="utf-8"?>
<VariableListDefinition name="System" displayName="System" id="edff6068-f4d2-4d83-b5f9-0beeb696778f" isdomainofvalue="False" dataSourceId="1fd5bdec-ad46-44fc-8eaf-900b07f5ed60"/>
</file>

<file path=customXml/item7.xml><?xml version="1.0" encoding="utf-8"?>
<VariableList UniqueId="edff6068-f4d2-4d83-b5f9-0beeb696778f" Name="System" ContentType="XML" MajorVersion="0" MinorVersion="1" isLocalCopy="False" IsBaseObject="False" DataSourceId="1fd5bdec-ad46-44fc-8eaf-900b07f5ed60" DataSourceMajorVersion="0" DataSourceMinorVersion="1"/>
</file>

<file path=customXml/item8.xml><?xml version="1.0" encoding="utf-8"?>
<VariableList UniqueId="9921d65f-6f47-4dae-b045-10770eddd99c" Name="AD_HOC" ContentType="XML" MajorVersion="0" MinorVersion="1" isLocalCopy="False" IsBaseObject="False" DataSourceId="471e46ce-6a62-492f-9f22-bf0ed1733df2" DataSourceMajorVersion="0" DataSourceMinorVersion="1"/>
</file>

<file path=customXml/item9.xml><?xml version="1.0" encoding="utf-8"?>
<VariableListDefinition name="Computed" displayName="Computed" id="2375287e-47df-4b30-8715-0cf030a8eba2" isdomainofvalue="False" dataSourceId="7604a082-8ad0-4370-bcfc-95843f7cc8a4"/>
</file>

<file path=customXml/item10.xml><?xml version="1.0" encoding="utf-8"?>
<AllExternalAdhocVariableMappings/>
</file>

<file path=customXml/itemProps1.xml><?xml version="1.0" encoding="utf-8"?>
<ds:datastoreItem xmlns:ds="http://schemas.openxmlformats.org/officeDocument/2006/customXml" ds:itemID="{B9B47E64-E7F8-40FA-8555-16DA7B3E41A2}"/>
</file>

<file path=customXml/itemProps2.xml><?xml version="1.0" encoding="utf-8"?>
<ds:datastoreItem xmlns:ds="http://schemas.openxmlformats.org/officeDocument/2006/customXml" ds:itemID="{A234D321-763F-4E39-BA68-00E9F8F329C6}">
  <ds:schemaRefs>
    <ds:schemaRef ds:uri="http://schemas.microsoft.com/sharepoint/v3/contenttype/forms"/>
  </ds:schemaRefs>
</ds:datastoreItem>
</file>

<file path=customXml/itemProps3.xml><?xml version="1.0" encoding="utf-8"?>
<ds:datastoreItem xmlns:ds="http://schemas.openxmlformats.org/officeDocument/2006/customXml" ds:itemID="{7A1CEE79-3339-485C-A630-576882EBB4DE}">
  <ds:schemaRefs>
    <ds:schemaRef ds:uri="http://purl.org/dc/term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9875b122-1dae-4cb7-b212-0b77cf727ff6"/>
    <ds:schemaRef ds:uri="http://purl.org/dc/dcmitype/"/>
    <ds:schemaRef ds:uri="http://schemas.microsoft.com/office/infopath/2007/PartnerControls"/>
    <ds:schemaRef ds:uri="e790e5ba-3d34-4c0a-a1d8-aff90b5e9f95"/>
    <ds:schemaRef ds:uri="http://www.w3.org/XML/1998/namespace"/>
  </ds:schemaRefs>
</ds:datastoreItem>
</file>

<file path=customXml/itemProps4.xml><?xml version="1.0" encoding="utf-8"?>
<ds:datastoreItem xmlns:ds="http://schemas.openxmlformats.org/officeDocument/2006/customXml" ds:itemID="{7D109278-5C60-4383-9412-21AAC7B28DB3}">
  <ds:schemaRefs/>
</ds:datastoreItem>
</file>

<file path=customXml/itemProps5.xml><?xml version="1.0" encoding="utf-8"?>
<ds:datastoreItem xmlns:ds="http://schemas.openxmlformats.org/officeDocument/2006/customXml" ds:itemID="{DF6FC3B3-F461-44D8-A8F4-FBB90E0DAE69}">
  <ds:schemaRefs/>
</ds:datastoreItem>
</file>

<file path=customXml/itemProps6.xml><?xml version="1.0" encoding="utf-8"?>
<ds:datastoreItem xmlns:ds="http://schemas.openxmlformats.org/officeDocument/2006/customXml" ds:itemID="{91CABD73-396F-4710-B82D-1F54BE63070D}">
  <ds:schemaRefs/>
</ds:datastoreItem>
</file>

<file path=customXml/itemProps7.xml><?xml version="1.0" encoding="utf-8"?>
<ds:datastoreItem xmlns:ds="http://schemas.openxmlformats.org/officeDocument/2006/customXml" ds:itemID="{DD3945A5-B32A-4A7F-AB35-1935CBB82DBA}">
  <ds:schemaRefs/>
</ds:datastoreItem>
</file>

<file path=customXml/itemProps8.xml><?xml version="1.0" encoding="utf-8"?>
<ds:datastoreItem xmlns:ds="http://schemas.openxmlformats.org/officeDocument/2006/customXml" ds:itemID="{3B7EB4F2-3BD4-4209-8F96-B7E2DA3A489F}">
  <ds:schemaRefs/>
</ds:datastoreItem>
</file>

<file path=customXml/itemProps9.xml><?xml version="1.0" encoding="utf-8"?>
<ds:datastoreItem xmlns:ds="http://schemas.openxmlformats.org/officeDocument/2006/customXml" ds:itemID="{BB329BDA-0424-444C-B541-1447F4F00AF4}">
  <ds:schemaRefs/>
</ds:datastoreItem>
</file>

<file path=customXml/itemProps10.xml><?xml version="1.0" encoding="utf-8"?>
<ds:datastoreItem xmlns:ds="http://schemas.openxmlformats.org/officeDocument/2006/customXml" ds:itemID="{7F0E43B9-B17F-4350-995D-4B8F8E2040EE}">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2713</Words>
  <Application>Microsoft Office PowerPoint</Application>
  <PresentationFormat>Breitbild</PresentationFormat>
  <Paragraphs>414</Paragraphs>
  <Slides>35</Slides>
  <Notes>24</Notes>
  <HiddenSlides>0</HiddenSlides>
  <MMClips>0</MMClips>
  <ScaleCrop>false</ScaleCrop>
  <HeadingPairs>
    <vt:vector size="8" baseType="variant">
      <vt:variant>
        <vt:lpstr>Verwendete Schriftarten</vt:lpstr>
      </vt:variant>
      <vt:variant>
        <vt:i4>2</vt:i4>
      </vt:variant>
      <vt:variant>
        <vt:lpstr>Design</vt:lpstr>
      </vt:variant>
      <vt:variant>
        <vt:i4>1</vt:i4>
      </vt:variant>
      <vt:variant>
        <vt:lpstr>Eingebettete OLE-Server</vt:lpstr>
      </vt:variant>
      <vt:variant>
        <vt:i4>1</vt:i4>
      </vt:variant>
      <vt:variant>
        <vt:lpstr>Folientitel</vt:lpstr>
      </vt:variant>
      <vt:variant>
        <vt:i4>35</vt:i4>
      </vt:variant>
    </vt:vector>
  </HeadingPairs>
  <TitlesOfParts>
    <vt:vector size="39" baseType="lpstr">
      <vt:lpstr>Arial</vt:lpstr>
      <vt:lpstr>Wingdings</vt:lpstr>
      <vt:lpstr>Siemens 2020</vt:lpstr>
      <vt:lpstr>think-cell Folie</vt:lpstr>
      <vt:lpstr>Redundant Systems Network Configuration</vt:lpstr>
      <vt:lpstr>SIMATIC S7-1500 Redundant Systems Further technical slide sets</vt:lpstr>
      <vt:lpstr>Network configuration with S7-1500R/H Overview</vt:lpstr>
      <vt:lpstr>Configuration Examples S7-1500R</vt:lpstr>
      <vt:lpstr>Configuration Examples S7-1500R Ring Topology with MRP</vt:lpstr>
      <vt:lpstr>Configuration Examples S7-1500R Ring Topology – Supplemented with MRP Interconnection</vt:lpstr>
      <vt:lpstr>Configuration Examples S7-1500H with S2 Redundancy</vt:lpstr>
      <vt:lpstr>Configuration example S7-1500H with S2 Redundancy Example with ring topology</vt:lpstr>
      <vt:lpstr>Configuration example S7-1500H with S2 Redundancy Coupling of multiple MRP rings</vt:lpstr>
      <vt:lpstr>Configuration example S7-1500H with S2 Redundancy Example for Combined Topology – For example: Backbone-Ring</vt:lpstr>
      <vt:lpstr>Configuration examples S7-1500H with S2 Redundancy Example with line topology</vt:lpstr>
      <vt:lpstr>Configuration example S7-1500H without PN devices Special case for operation without PROFINET devices</vt:lpstr>
      <vt:lpstr>Configuration Examples S7-1500H with R1 Redundancy</vt:lpstr>
      <vt:lpstr>Configuration examples S7-1500H with R1 Redundancy Example with ring topology</vt:lpstr>
      <vt:lpstr>Configuration examples S7-1500H with R1 Redundancy Ring topology for S7-1500H – extended with MRP Interconnection</vt:lpstr>
      <vt:lpstr>Configuration examples S7-1500H with R1 Redundancy Example for Combined Topology –For example: Backbone-Ring</vt:lpstr>
      <vt:lpstr>Configuration examples S7-1500H with R1 Redundancy Unsupported Topology - Single R1 Ring</vt:lpstr>
      <vt:lpstr>Configuration examples S7-1500H with R1 Redundancy Example with line topology</vt:lpstr>
      <vt:lpstr>Configuration examples S7-1500H with R1 Redundancy Combination of R1 and S1/S2 devices</vt:lpstr>
      <vt:lpstr>Configuration examples S7-1500H with R1 Redundancy Combination of R1 and S1/S2 devices on ring structures</vt:lpstr>
      <vt:lpstr>Configuration examples S7-1500H with R1 Redundancy IO devices that are connected to only one CPU</vt:lpstr>
      <vt:lpstr>Configuration examples S7-1500H with R1 Redundancy IO devices that are connected to only one CPU - Configuration</vt:lpstr>
      <vt:lpstr>System IP Address at  S2 ring and line structure</vt:lpstr>
      <vt:lpstr>Network configuration with S7-1500 H Use of System IP with MRP Ring</vt:lpstr>
      <vt:lpstr>Network configuration with S7-1500 H Use of System IP with line topology</vt:lpstr>
      <vt:lpstr>System IP Address at  R1 ring and line structure</vt:lpstr>
      <vt:lpstr>Configuration examples S7-1500H with R1 Redundancy Combination of R1 and HMI devices</vt:lpstr>
      <vt:lpstr>Configuration examples S7-1500H with R1 Redundancy Combination of R1 and HMI devices</vt:lpstr>
      <vt:lpstr>Connection of subordinate components</vt:lpstr>
      <vt:lpstr>Network configuration with S7-1500 R/H Connection of subordinate controllers</vt:lpstr>
      <vt:lpstr>Network configuration with S7-1500 R/H Connection of PROFIBUS DP slaves</vt:lpstr>
      <vt:lpstr>R1 network configuration with S7-1500 H Connection of subordinate controllers</vt:lpstr>
      <vt:lpstr>R1 network configuration with S7-1500 H Connection of PROFIBUS DP slaves</vt:lpstr>
      <vt:lpstr>Disclaimer</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SIMATIC S7-1500 redundante Systeme, S7-1500 R/H</dc:title>
  <dc:creator>macher@siemens.com</dc:creator>
  <cp:keywords>Template</cp:keywords>
  <dc:description>Version 3.1.1
November 2020</dc:description>
  <cp:lastModifiedBy>Macher, Andreas (DI FA CTR PLC PPM)</cp:lastModifiedBy>
  <cp:revision>67</cp:revision>
  <dcterms:created xsi:type="dcterms:W3CDTF">2021-05-07T11:30:34Z</dcterms:created>
  <dcterms:modified xsi:type="dcterms:W3CDTF">2022-12-08T14:54:26Z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0x01010080A06625C93B7C468983BF860202C81A</vt:lpwstr>
  </property>
  <property fmtid="{D5CDD505-2E9C-101B-9397-08002B2CF9AE}" pid="3" name="MSIP_Label_6f75f480-7803-4ee9-bb54-84d0635fdbe7_Enabled">
    <vt:lpwstr>true</vt:lpwstr>
  </property>
  <property fmtid="{D5CDD505-2E9C-101B-9397-08002B2CF9AE}" pid="4" name="MSIP_Label_6f75f480-7803-4ee9-bb54-84d0635fdbe7_SetDate">
    <vt:lpwstr>2022-12-08T14:54:26Z</vt:lpwstr>
  </property>
  <property fmtid="{D5CDD505-2E9C-101B-9397-08002B2CF9AE}" pid="5" name="MSIP_Label_6f75f480-7803-4ee9-bb54-84d0635fdbe7_Method">
    <vt:lpwstr>Privileged</vt:lpwstr>
  </property>
  <property fmtid="{D5CDD505-2E9C-101B-9397-08002B2CF9AE}" pid="6" name="MSIP_Label_6f75f480-7803-4ee9-bb54-84d0635fdbe7_Name">
    <vt:lpwstr>unrestricted</vt:lpwstr>
  </property>
  <property fmtid="{D5CDD505-2E9C-101B-9397-08002B2CF9AE}" pid="7" name="MSIP_Label_6f75f480-7803-4ee9-bb54-84d0635fdbe7_SiteId">
    <vt:lpwstr>38ae3bcd-9579-4fd4-adda-b42e1495d55a</vt:lpwstr>
  </property>
  <property fmtid="{D5CDD505-2E9C-101B-9397-08002B2CF9AE}" pid="8" name="MSIP_Label_6f75f480-7803-4ee9-bb54-84d0635fdbe7_ActionId">
    <vt:lpwstr>49026424-9296-49ab-9bbd-81ce4c8a102b</vt:lpwstr>
  </property>
  <property fmtid="{D5CDD505-2E9C-101B-9397-08002B2CF9AE}" pid="9" name="MSIP_Label_6f75f480-7803-4ee9-bb54-84d0635fdbe7_ContentBits">
    <vt:lpwstr>0</vt:lpwstr>
  </property>
  <property fmtid="{D5CDD505-2E9C-101B-9397-08002B2CF9AE}" pid="10" name="Document_Confidentiality">
    <vt:lpwstr>Unrestricted</vt:lpwstr>
  </property>
</Properties>
</file>
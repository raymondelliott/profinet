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4.xml" ContentType="application/vnd.openxmlformats-officedocument.presentationml.notesSlide+xml"/>
  <Override PartName="/ppt/media/image36.bin" ContentType="image/png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5.xml" ContentType="application/vnd.openxmlformats-officedocument.presentationml.notesSlide+xml"/>
  <Override PartName="/ppt/media/image39.bin" ContentType="image/png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6.xml" ContentType="application/vnd.openxmlformats-officedocument.presentationml.notesSlide+xml"/>
  <Override PartName="/ppt/media/image43.bin" ContentType="image/png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media/image91.bin" ContentType="image/png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7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notesSlides/notesSlide8.xml" ContentType="application/vnd.openxmlformats-officedocument.presentationml.notesSlide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notesSlides/notesSlide9.xml" ContentType="application/vnd.openxmlformats-officedocument.presentationml.notesSlide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973" r:id="rId32"/>
  </p:sldMasterIdLst>
  <p:notesMasterIdLst>
    <p:notesMasterId r:id="rId61"/>
  </p:notesMasterIdLst>
  <p:handoutMasterIdLst>
    <p:handoutMasterId r:id="rId62"/>
  </p:handoutMasterIdLst>
  <p:sldIdLst>
    <p:sldId id="1310" r:id="rId33"/>
    <p:sldId id="1351" r:id="rId34"/>
    <p:sldId id="1385" r:id="rId35"/>
    <p:sldId id="1365" r:id="rId36"/>
    <p:sldId id="1366" r:id="rId37"/>
    <p:sldId id="2262" r:id="rId38"/>
    <p:sldId id="1367" r:id="rId39"/>
    <p:sldId id="2266" r:id="rId40"/>
    <p:sldId id="1394" r:id="rId41"/>
    <p:sldId id="1395" r:id="rId42"/>
    <p:sldId id="1871" r:id="rId43"/>
    <p:sldId id="2267" r:id="rId44"/>
    <p:sldId id="2268" r:id="rId45"/>
    <p:sldId id="2269" r:id="rId46"/>
    <p:sldId id="2270" r:id="rId47"/>
    <p:sldId id="2271" r:id="rId48"/>
    <p:sldId id="2272" r:id="rId49"/>
    <p:sldId id="2275" r:id="rId50"/>
    <p:sldId id="2276" r:id="rId51"/>
    <p:sldId id="2264" r:id="rId52"/>
    <p:sldId id="2263" r:id="rId53"/>
    <p:sldId id="2265" r:id="rId54"/>
    <p:sldId id="2277" r:id="rId55"/>
    <p:sldId id="2278" r:id="rId56"/>
    <p:sldId id="1357" r:id="rId57"/>
    <p:sldId id="1358" r:id="rId58"/>
    <p:sldId id="1355" r:id="rId59"/>
    <p:sldId id="1287" r:id="rId60"/>
  </p:sldIdLst>
  <p:sldSz cx="12198350" cy="6858000"/>
  <p:notesSz cx="6797675" cy="9926638"/>
  <p:custDataLst>
    <p:custData r:id="rId9"/>
    <p:tags r:id="rId63"/>
  </p:custDataLst>
  <p:defaultTextStyle>
    <a:defPPr>
      <a:defRPr lang="de-DE"/>
    </a:defPPr>
    <a:lvl1pPr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4CBFA8F-7537-4C12-8255-E43290A9DD9C}">
          <p14:sldIdLst>
            <p14:sldId id="1310"/>
            <p14:sldId id="1351"/>
            <p14:sldId id="1385"/>
            <p14:sldId id="1365"/>
            <p14:sldId id="1366"/>
            <p14:sldId id="2262"/>
            <p14:sldId id="1367"/>
            <p14:sldId id="2266"/>
            <p14:sldId id="1394"/>
            <p14:sldId id="1395"/>
            <p14:sldId id="1871"/>
            <p14:sldId id="2267"/>
            <p14:sldId id="2268"/>
            <p14:sldId id="2269"/>
            <p14:sldId id="2270"/>
            <p14:sldId id="2271"/>
            <p14:sldId id="2272"/>
            <p14:sldId id="2275"/>
            <p14:sldId id="2276"/>
            <p14:sldId id="2264"/>
            <p14:sldId id="2263"/>
            <p14:sldId id="2265"/>
            <p14:sldId id="2277"/>
            <p14:sldId id="2278"/>
            <p14:sldId id="1357"/>
            <p14:sldId id="1358"/>
            <p14:sldId id="1355"/>
            <p14:sldId id="1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2432">
          <p15:clr>
            <a:srgbClr val="A4A3A4"/>
          </p15:clr>
        </p15:guide>
        <p15:guide id="4" orient="horz" pos="2341">
          <p15:clr>
            <a:srgbClr val="A4A3A4"/>
          </p15:clr>
        </p15:guide>
        <p15:guide id="5" orient="horz" pos="890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395">
          <p15:clr>
            <a:srgbClr val="A4A3A4"/>
          </p15:clr>
        </p15:guide>
        <p15:guide id="8" pos="3842">
          <p15:clr>
            <a:srgbClr val="A4A3A4"/>
          </p15:clr>
        </p15:guide>
        <p15:guide id="9" pos="3933">
          <p15:clr>
            <a:srgbClr val="A4A3A4"/>
          </p15:clr>
        </p15:guide>
        <p15:guide id="10" pos="7380">
          <p15:clr>
            <a:srgbClr val="A4A3A4"/>
          </p15:clr>
        </p15:guide>
        <p15:guide id="11" pos="5566">
          <p15:clr>
            <a:srgbClr val="A4A3A4"/>
          </p15:clr>
        </p15:guide>
        <p15:guide id="12" orient="horz" pos="3906">
          <p15:clr>
            <a:srgbClr val="A4A3A4"/>
          </p15:clr>
        </p15:guide>
        <p15:guide id="13" orient="horz" pos="663">
          <p15:clr>
            <a:srgbClr val="A4A3A4"/>
          </p15:clr>
        </p15:guide>
        <p15:guide id="14" orient="horz" pos="2478">
          <p15:clr>
            <a:srgbClr val="A4A3A4"/>
          </p15:clr>
        </p15:guide>
        <p15:guide id="15" orient="horz" pos="2387">
          <p15:clr>
            <a:srgbClr val="A4A3A4"/>
          </p15:clr>
        </p15:guide>
        <p15:guide id="16" orient="horz" pos="980">
          <p15:clr>
            <a:srgbClr val="A4A3A4"/>
          </p15:clr>
        </p15:guide>
        <p15:guide id="17" orient="horz" pos="1071">
          <p15:clr>
            <a:srgbClr val="A4A3A4"/>
          </p15:clr>
        </p15:guide>
        <p15:guide id="18" orient="horz" pos="1162">
          <p15:clr>
            <a:srgbClr val="A4A3A4"/>
          </p15:clr>
        </p15:guide>
        <p15:guide id="19" orient="horz" pos="3816">
          <p15:clr>
            <a:srgbClr val="A4A3A4"/>
          </p15:clr>
        </p15:guide>
        <p15:guide id="20" orient="horz" pos="3734">
          <p15:clr>
            <a:srgbClr val="A4A3A4"/>
          </p15:clr>
        </p15:guide>
        <p15:guide id="21" orient="horz">
          <p15:clr>
            <a:srgbClr val="A4A3A4"/>
          </p15:clr>
        </p15:guide>
        <p15:guide id="22" pos="3846">
          <p15:clr>
            <a:srgbClr val="A4A3A4"/>
          </p15:clr>
        </p15:guide>
        <p15:guide id="23" pos="3939">
          <p15:clr>
            <a:srgbClr val="A4A3A4"/>
          </p15:clr>
        </p15:guide>
        <p15:guide id="24" pos="7387">
          <p15:clr>
            <a:srgbClr val="A4A3A4"/>
          </p15:clr>
        </p15:guide>
        <p15:guide id="25" orient="horz" pos="981">
          <p15:clr>
            <a:srgbClr val="A4A3A4"/>
          </p15:clr>
        </p15:guide>
        <p15:guide id="26" orient="horz" pos="372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9900"/>
    <a:srgbClr val="010000"/>
    <a:srgbClr val="990000"/>
    <a:srgbClr val="DFE6ED"/>
    <a:srgbClr val="9C5CB0"/>
    <a:srgbClr val="FDFDFC"/>
    <a:srgbClr val="FDFDFD"/>
    <a:srgbClr val="FDF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7" autoAdjust="0"/>
    <p:restoredTop sz="93599" autoAdjust="0"/>
  </p:normalViewPr>
  <p:slideViewPr>
    <p:cSldViewPr showGuides="1">
      <p:cViewPr varScale="1">
        <p:scale>
          <a:sx n="73" d="100"/>
          <a:sy n="73" d="100"/>
        </p:scale>
        <p:origin x="156" y="606"/>
      </p:cViewPr>
      <p:guideLst>
        <p:guide orient="horz" pos="3884"/>
        <p:guide orient="horz" pos="618"/>
        <p:guide orient="horz" pos="2432"/>
        <p:guide orient="horz" pos="2341"/>
        <p:guide orient="horz" pos="890"/>
        <p:guide orient="horz" pos="210"/>
        <p:guide pos="395"/>
        <p:guide pos="3842"/>
        <p:guide pos="3933"/>
        <p:guide pos="7380"/>
        <p:guide pos="5566"/>
        <p:guide orient="horz" pos="3906"/>
        <p:guide orient="horz" pos="663"/>
        <p:guide orient="horz" pos="2478"/>
        <p:guide orient="horz" pos="2387"/>
        <p:guide orient="horz" pos="980"/>
        <p:guide orient="horz" pos="1071"/>
        <p:guide orient="horz" pos="1162"/>
        <p:guide orient="horz" pos="3816"/>
        <p:guide orient="horz" pos="3734"/>
        <p:guide orient="horz"/>
        <p:guide pos="3846"/>
        <p:guide pos="3939"/>
        <p:guide pos="7387"/>
        <p:guide orient="horz" pos="981"/>
        <p:guide orient="horz" pos="3725"/>
      </p:guideLst>
    </p:cSldViewPr>
  </p:slideViewPr>
  <p:outlineViewPr>
    <p:cViewPr>
      <p:scale>
        <a:sx n="33" d="100"/>
        <a:sy n="33" d="100"/>
      </p:scale>
      <p:origin x="0" y="10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68" d="100"/>
          <a:sy n="68" d="100"/>
        </p:scale>
        <p:origin x="-2568" y="-77"/>
      </p:cViewPr>
      <p:guideLst>
        <p:guide orient="horz" pos="3224"/>
        <p:guide pos="2236"/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7.xml"/><Relationship Id="rId21" Type="http://schemas.openxmlformats.org/officeDocument/2006/relationships/customXml" Target="../customXml/item21.xml"/><Relationship Id="rId34" Type="http://schemas.openxmlformats.org/officeDocument/2006/relationships/slide" Target="slides/slide2.xml"/><Relationship Id="rId42" Type="http://schemas.openxmlformats.org/officeDocument/2006/relationships/slide" Target="slides/slide10.xml"/><Relationship Id="rId47" Type="http://schemas.openxmlformats.org/officeDocument/2006/relationships/slide" Target="slides/slide15.xml"/><Relationship Id="rId50" Type="http://schemas.openxmlformats.org/officeDocument/2006/relationships/slide" Target="slides/slide18.xml"/><Relationship Id="rId55" Type="http://schemas.openxmlformats.org/officeDocument/2006/relationships/slide" Target="slides/slide23.xml"/><Relationship Id="rId63" Type="http://schemas.openxmlformats.org/officeDocument/2006/relationships/tags" Target="tags/tag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Master" Target="slideMasters/slideMaster1.xml"/><Relationship Id="rId37" Type="http://schemas.openxmlformats.org/officeDocument/2006/relationships/slide" Target="slides/slide5.xml"/><Relationship Id="rId40" Type="http://schemas.openxmlformats.org/officeDocument/2006/relationships/slide" Target="slides/slide8.xml"/><Relationship Id="rId45" Type="http://schemas.openxmlformats.org/officeDocument/2006/relationships/slide" Target="slides/slide13.xml"/><Relationship Id="rId53" Type="http://schemas.openxmlformats.org/officeDocument/2006/relationships/slide" Target="slides/slide21.xml"/><Relationship Id="rId58" Type="http://schemas.openxmlformats.org/officeDocument/2006/relationships/slide" Target="slides/slide26.xml"/><Relationship Id="rId66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" Target="slides/slide4.xml"/><Relationship Id="rId49" Type="http://schemas.openxmlformats.org/officeDocument/2006/relationships/slide" Target="slides/slide17.xml"/><Relationship Id="rId57" Type="http://schemas.openxmlformats.org/officeDocument/2006/relationships/slide" Target="slides/slide25.xml"/><Relationship Id="rId61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slide" Target="slides/slide12.xml"/><Relationship Id="rId52" Type="http://schemas.openxmlformats.org/officeDocument/2006/relationships/slide" Target="slides/slide20.xml"/><Relationship Id="rId60" Type="http://schemas.openxmlformats.org/officeDocument/2006/relationships/slide" Target="slides/slide28.xml"/><Relationship Id="rId65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slide" Target="slides/slide3.xml"/><Relationship Id="rId43" Type="http://schemas.openxmlformats.org/officeDocument/2006/relationships/slide" Target="slides/slide11.xml"/><Relationship Id="rId48" Type="http://schemas.openxmlformats.org/officeDocument/2006/relationships/slide" Target="slides/slide16.xml"/><Relationship Id="rId56" Type="http://schemas.openxmlformats.org/officeDocument/2006/relationships/slide" Target="slides/slide24.xml"/><Relationship Id="rId64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slide" Target="slides/slide19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slide" Target="slides/slide14.xml"/><Relationship Id="rId59" Type="http://schemas.openxmlformats.org/officeDocument/2006/relationships/slide" Target="slides/slide27.xml"/><Relationship Id="rId67" Type="http://schemas.openxmlformats.org/officeDocument/2006/relationships/tableStyles" Target="tableStyles.xml"/><Relationship Id="rId20" Type="http://schemas.openxmlformats.org/officeDocument/2006/relationships/customXml" Target="../customXml/item20.xml"/><Relationship Id="rId41" Type="http://schemas.openxmlformats.org/officeDocument/2006/relationships/slide" Target="slides/slide9.xml"/><Relationship Id="rId54" Type="http://schemas.openxmlformats.org/officeDocument/2006/relationships/slide" Target="slides/slide22.xml"/><Relationship Id="rId6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0" y="0"/>
            <a:ext cx="6797675" cy="677482"/>
          </a:xfrm>
          <a:prstGeom prst="rect">
            <a:avLst/>
          </a:prstGeom>
          <a:solidFill>
            <a:srgbClr val="879BAA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88211" tIns="44106" rIns="88211" bIns="44106" anchor="ctr"/>
          <a:lstStyle/>
          <a:p>
            <a:endParaRPr lang="de-DE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11548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t" anchorCtr="0" compatLnSpc="1">
            <a:prstTxWarp prst="textNoShape">
              <a:avLst/>
            </a:prstTxWarp>
          </a:bodyPr>
          <a:lstStyle>
            <a:lvl1pPr defTabSz="909678">
              <a:spcBef>
                <a:spcPct val="0"/>
              </a:spcBef>
              <a:defRPr sz="12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86129" y="0"/>
            <a:ext cx="3111547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t" anchorCtr="0" compatLnSpc="1">
            <a:prstTxWarp prst="textNoShape">
              <a:avLst/>
            </a:prstTxWarp>
          </a:bodyPr>
          <a:lstStyle>
            <a:lvl1pPr algn="r" defTabSz="909678">
              <a:spcBef>
                <a:spcPct val="0"/>
              </a:spcBef>
              <a:defRPr sz="12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90812"/>
            <a:ext cx="3111548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b" anchorCtr="0" compatLnSpc="1">
            <a:prstTxWarp prst="textNoShape">
              <a:avLst/>
            </a:prstTxWarp>
          </a:bodyPr>
          <a:lstStyle>
            <a:lvl1pPr defTabSz="909678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86129" y="9390812"/>
            <a:ext cx="3111547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b" anchorCtr="0" compatLnSpc="1">
            <a:prstTxWarp prst="textNoShape">
              <a:avLst/>
            </a:prstTxWarp>
          </a:bodyPr>
          <a:lstStyle>
            <a:lvl1pPr algn="r" defTabSz="909678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de-DE" dirty="0">
                <a:latin typeface="Arial" pitchFamily="34" charset="0"/>
              </a:rPr>
              <a:t>Handout </a:t>
            </a:r>
            <a:fld id="{BFC713D8-7968-482B-A79F-9C586FE5053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72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11548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t" anchorCtr="0" compatLnSpc="1">
            <a:prstTxWarp prst="textNoShape">
              <a:avLst/>
            </a:prstTxWarp>
          </a:bodyPr>
          <a:lstStyle>
            <a:lvl1pPr defTabSz="909678" eaLnBrk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  <a:ea typeface="微软雅黑"/>
              </a:defRPr>
            </a:lvl1pPr>
          </a:lstStyle>
          <a:p>
            <a:endParaRPr lang="de-DE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86128" y="0"/>
            <a:ext cx="3110027" cy="53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t" anchorCtr="0" compatLnSpc="1">
            <a:prstTxWarp prst="textNoShape">
              <a:avLst/>
            </a:prstTxWarp>
          </a:bodyPr>
          <a:lstStyle>
            <a:lvl1pPr algn="r" defTabSz="909678" eaLnBrk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  <a:ea typeface="微软雅黑"/>
              </a:defRPr>
            </a:lvl1pPr>
          </a:lstStyle>
          <a:p>
            <a:endParaRPr lang="de-DE" dirty="0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4538"/>
            <a:ext cx="66214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28009" y="4677699"/>
            <a:ext cx="6341659" cy="442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90812"/>
            <a:ext cx="3111548" cy="5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b" anchorCtr="0" compatLnSpc="1">
            <a:prstTxWarp prst="textNoShape">
              <a:avLst/>
            </a:prstTxWarp>
          </a:bodyPr>
          <a:lstStyle>
            <a:lvl1pPr defTabSz="909678" eaLnBrk="1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  <a:ea typeface="微软雅黑"/>
              </a:defRPr>
            </a:lvl1pPr>
          </a:lstStyle>
          <a:p>
            <a:endParaRPr lang="de-DE" dirty="0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86128" y="9390812"/>
            <a:ext cx="3110027" cy="5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3304" tIns="143304" rIns="143304" bIns="143304" numCol="1" anchor="b" anchorCtr="0" compatLnSpc="1">
            <a:prstTxWarp prst="textNoShape">
              <a:avLst/>
            </a:prstTxWarp>
          </a:bodyPr>
          <a:lstStyle>
            <a:lvl1pPr algn="r" defTabSz="909678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  <a:ea typeface="微软雅黑"/>
              </a:defRPr>
            </a:lvl1pPr>
          </a:lstStyle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778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微软雅黑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微软雅黑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微软雅黑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微软雅黑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微软雅黑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57238"/>
            <a:ext cx="6496050" cy="365283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6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38" indent="-28574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981" indent="-22859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174" indent="-22859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366" indent="-22859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559" indent="-228596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750" indent="-228596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943" indent="-228596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136" indent="-228596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7FC99A7-2B06-417C-97FC-A8AF37535EB7}" type="slidenum">
              <a:rPr lang="en-US" smtClean="0"/>
              <a:pPr eaLnBrk="1" hangingPunct="1"/>
              <a:t>2</a:t>
            </a:fld>
            <a:endParaRPr lang="en-US" dirty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8175" y="504825"/>
            <a:ext cx="3673475" cy="2066925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Autofit/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Notizen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3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251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Notes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9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058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Notes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10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219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11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784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</a:rPr>
              <a:t>Notes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25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215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</a:rPr>
              <a:t>Notes </a:t>
            </a:r>
            <a:fld id="{AD141568-5488-4AC9-B82D-9F5CE1225E2A}" type="slidenum">
              <a:rPr lang="en-US" smtClean="0">
                <a:latin typeface="Arial" pitchFamily="34" charset="0"/>
              </a:rPr>
              <a:pPr/>
              <a:t>26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48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588" y="760413"/>
            <a:ext cx="6743701" cy="3792537"/>
          </a:xfrm>
          <a:noFill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4463" y="758825"/>
            <a:ext cx="6492875" cy="36512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28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68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customXml" Target="../../customXml/item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3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5.xml"/><Relationship Id="rId7" Type="http://schemas.openxmlformats.org/officeDocument/2006/relationships/oleObject" Target="../embeddings/oleObject2.bin"/><Relationship Id="rId2" Type="http://schemas.openxmlformats.org/officeDocument/2006/relationships/tags" Target="../tags/tag34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3.tif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customXml" Target="../../customXml/item30.xml"/><Relationship Id="rId1" Type="http://schemas.openxmlformats.org/officeDocument/2006/relationships/vmlDrawing" Target="../drawings/vmlDrawing3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2.xml"/><Relationship Id="rId7" Type="http://schemas.openxmlformats.org/officeDocument/2006/relationships/oleObject" Target="../embeddings/oleObject4.bin"/><Relationship Id="rId2" Type="http://schemas.openxmlformats.org/officeDocument/2006/relationships/tags" Target="../tags/tag41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3.tif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dtContent Placeholder 2 Id3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custDataLst>
      <p:custData r:id="rId1"/>
      <p:tags r:id="rId2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Object 8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65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" name="Picture 82" descr="C:\Users\z003k6cf\Pictures\Bild1.ti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 eaLnBrk="1">
              <a:buClrTx/>
              <a:buFontTx/>
              <a:buNone/>
            </a:pPr>
            <a:endParaRPr lang="de-DE" sz="1100" b="1" dirty="0">
              <a:solidFill>
                <a:srgbClr val="990000"/>
              </a:solidFill>
              <a:ea typeface="微软雅黑"/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insert</a:t>
            </a:r>
            <a:r>
              <a:rPr lang="de-DE" dirty="0"/>
              <a:t>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3" y="5907600"/>
            <a:ext cx="2340000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insert</a:t>
            </a:r>
            <a:r>
              <a:rPr lang="de-DE" dirty="0"/>
              <a:t> </a:t>
            </a:r>
            <a:r>
              <a:rPr lang="de-DE" dirty="0" err="1"/>
              <a:t>confidentiality</a:t>
            </a:r>
            <a:r>
              <a:rPr lang="de-DE" dirty="0"/>
              <a:t> </a:t>
            </a:r>
            <a:r>
              <a:rPr lang="de-DE" dirty="0" err="1"/>
              <a:t>note</a:t>
            </a:r>
            <a:endParaRPr lang="de-DE" dirty="0"/>
          </a:p>
        </p:txBody>
      </p:sp>
      <p:grpSp>
        <p:nvGrpSpPr>
          <p:cNvPr id="2" name="Gruppieren 3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3" name="Gerade Verbindung 3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63"/>
            <p:cNvCxnSpPr/>
            <p:nvPr userDrawn="1"/>
          </p:nvCxnSpPr>
          <p:spPr bwMode="auto">
            <a:xfrm rot="5400000">
              <a:off x="123228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64"/>
            <p:cNvCxnSpPr/>
            <p:nvPr userDrawn="1"/>
          </p:nvCxnSpPr>
          <p:spPr bwMode="auto">
            <a:xfrm rot="5400000">
              <a:off x="123228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65"/>
            <p:cNvCxnSpPr/>
            <p:nvPr userDrawn="1"/>
          </p:nvCxnSpPr>
          <p:spPr bwMode="auto">
            <a:xfrm rot="5400000">
              <a:off x="123228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66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67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-126000" y="94822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-1260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-1260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-1260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-1260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33"/>
          <p:cNvGrpSpPr>
            <a:grpSpLocks noChangeAspect="1"/>
          </p:cNvGrpSpPr>
          <p:nvPr userDrawn="1"/>
        </p:nvGrpSpPr>
        <p:grpSpPr bwMode="auto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35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7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8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9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0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1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2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3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4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5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6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7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8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9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0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1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2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3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4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5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6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78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79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0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1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2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861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7109230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490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/>
          <p:cNvSpPr/>
          <p:nvPr userDrawn="1">
            <p:custDataLst>
              <p:tags r:id="rId4"/>
            </p:custDataLst>
          </p:nvPr>
        </p:nvSpPr>
        <p:spPr bwMode="gray">
          <a:xfrm>
            <a:off x="0" y="1414800"/>
            <a:ext cx="12196800" cy="480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Rechteck 6" hidden="1"/>
          <p:cNvSpPr/>
          <p:nvPr userDrawn="1">
            <p:custDataLst>
              <p:tags r:id="rId5"/>
            </p:custDataLst>
          </p:nvPr>
        </p:nvSpPr>
        <p:spPr bwMode="gray">
          <a:xfrm>
            <a:off x="8978900" y="-1"/>
            <a:ext cx="3219450" cy="141287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407220361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Object 8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37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" name="Picture 82" descr="C:\Users\z003k6cf\Pictures\Bild1.ti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4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 eaLnBrk="1">
              <a:buClrTx/>
              <a:buFontTx/>
              <a:buNone/>
            </a:pPr>
            <a:endParaRPr lang="de-DE" sz="1100" b="1" dirty="0">
              <a:solidFill>
                <a:srgbClr val="990000"/>
              </a:solidFill>
              <a:ea typeface="微软雅黑"/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insert</a:t>
            </a:r>
            <a:r>
              <a:rPr lang="de-DE" dirty="0"/>
              <a:t>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3" y="5907600"/>
            <a:ext cx="2340000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insert</a:t>
            </a:r>
            <a:r>
              <a:rPr lang="de-DE" dirty="0"/>
              <a:t> </a:t>
            </a:r>
            <a:r>
              <a:rPr lang="de-DE" dirty="0" err="1"/>
              <a:t>confidentiality</a:t>
            </a:r>
            <a:r>
              <a:rPr lang="de-DE" dirty="0"/>
              <a:t> </a:t>
            </a:r>
            <a:r>
              <a:rPr lang="de-DE" dirty="0" err="1"/>
              <a:t>note</a:t>
            </a:r>
            <a:endParaRPr lang="de-DE" dirty="0"/>
          </a:p>
        </p:txBody>
      </p:sp>
      <p:grpSp>
        <p:nvGrpSpPr>
          <p:cNvPr id="2" name="Gruppieren 3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3" name="Gerade Verbindung 3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63"/>
            <p:cNvCxnSpPr/>
            <p:nvPr userDrawn="1"/>
          </p:nvCxnSpPr>
          <p:spPr bwMode="auto">
            <a:xfrm rot="5400000">
              <a:off x="123228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64"/>
            <p:cNvCxnSpPr/>
            <p:nvPr userDrawn="1"/>
          </p:nvCxnSpPr>
          <p:spPr bwMode="auto">
            <a:xfrm rot="5400000">
              <a:off x="123228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65"/>
            <p:cNvCxnSpPr/>
            <p:nvPr userDrawn="1"/>
          </p:nvCxnSpPr>
          <p:spPr bwMode="auto">
            <a:xfrm rot="5400000">
              <a:off x="123228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66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67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-126000" y="94822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-1260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-1260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-1260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-1260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33"/>
          <p:cNvGrpSpPr>
            <a:grpSpLocks noChangeAspect="1"/>
          </p:cNvGrpSpPr>
          <p:nvPr userDrawn="1"/>
        </p:nvGrpSpPr>
        <p:grpSpPr bwMode="auto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35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7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8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39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0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1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2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3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4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5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6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7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8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49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0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1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2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3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4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5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56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78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79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0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1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  <p:sp>
          <p:nvSpPr>
            <p:cNvPr id="82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de-DE" dirty="0"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861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27062" y="1412873"/>
            <a:ext cx="11088687" cy="4752977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1pPr>
            <a:lvl2pPr>
              <a:defRPr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2pPr>
            <a:lvl3pPr>
              <a:defRPr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3pPr>
            <a:lvl4pPr>
              <a:defRPr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4pPr>
            <a:lvl5pPr>
              <a:defRPr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5pPr>
          </a:lstStyle>
          <a:p>
            <a:pPr lvl="0"/>
            <a:r>
              <a:rPr lang="zh-CN" altLang="en-US" dirty="0"/>
              <a:t>单击此处添加文本，</a:t>
            </a:r>
            <a:r>
              <a:rPr lang="en-US" altLang="zh-CN" dirty="0"/>
              <a:t>Siemens Sans Global</a:t>
            </a:r>
            <a:r>
              <a:rPr lang="zh-CN" altLang="en-US" dirty="0"/>
              <a:t>，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en-US" dirty="0"/>
          </a:p>
          <a:p>
            <a:pPr lvl="1"/>
            <a:r>
              <a:rPr lang="zh-CN" altLang="en-US" dirty="0"/>
              <a:t>第二层级</a:t>
            </a:r>
            <a:endParaRPr lang="en-US" dirty="0"/>
          </a:p>
          <a:p>
            <a:pPr lvl="2"/>
            <a:r>
              <a:rPr lang="zh-CN" altLang="en-US" dirty="0"/>
              <a:t>第三层级</a:t>
            </a:r>
            <a:endParaRPr lang="en-US" dirty="0"/>
          </a:p>
          <a:p>
            <a:pPr lvl="3"/>
            <a:r>
              <a:rPr lang="zh-CN" altLang="en-US" dirty="0"/>
              <a:t>第四层级</a:t>
            </a:r>
            <a:endParaRPr lang="en-US" dirty="0"/>
          </a:p>
          <a:p>
            <a:pPr lvl="4"/>
            <a:r>
              <a:rPr lang="zh-CN" altLang="en-US" dirty="0"/>
              <a:t>第五层级</a:t>
            </a:r>
            <a:endParaRPr lang="en-US" dirty="0"/>
          </a:p>
        </p:txBody>
      </p:sp>
      <p:sp>
        <p:nvSpPr>
          <p:cNvPr id="2" name="cdtTitle 1 Id2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0" y="0"/>
            <a:ext cx="12198350" cy="126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396000" rIns="2124000" bIns="234000" numCol="1" anchor="b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de-DE" sz="2200" b="1" i="0" baseline="0">
                <a:solidFill>
                  <a:srgbClr val="00646E"/>
                </a:solidFill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单击此处添加标题，</a:t>
            </a:r>
            <a:r>
              <a:rPr lang="en-US" altLang="zh-CN" dirty="0"/>
              <a:t>Siemens Sans Global</a:t>
            </a:r>
            <a:r>
              <a:rPr lang="zh-CN" altLang="en-US" dirty="0"/>
              <a:t>，</a:t>
            </a:r>
            <a:r>
              <a:rPr lang="en-US" altLang="zh-CN" dirty="0"/>
              <a:t>22</a:t>
            </a:r>
            <a:r>
              <a:rPr lang="zh-CN" altLang="en-US" dirty="0"/>
              <a:t>号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5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tags" Target="../tags/tag7.xml"/><Relationship Id="rId18" Type="http://schemas.openxmlformats.org/officeDocument/2006/relationships/tags" Target="../tags/tag12.xml"/><Relationship Id="rId26" Type="http://schemas.openxmlformats.org/officeDocument/2006/relationships/tags" Target="../tags/tag20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5.xml"/><Relationship Id="rId34" Type="http://schemas.openxmlformats.org/officeDocument/2006/relationships/tags" Target="../tags/tag28.xml"/><Relationship Id="rId7" Type="http://schemas.openxmlformats.org/officeDocument/2006/relationships/vmlDrawing" Target="../drawings/vmlDrawing1.vml"/><Relationship Id="rId12" Type="http://schemas.openxmlformats.org/officeDocument/2006/relationships/tags" Target="../tags/tag6.xml"/><Relationship Id="rId17" Type="http://schemas.openxmlformats.org/officeDocument/2006/relationships/tags" Target="../tags/tag11.xml"/><Relationship Id="rId25" Type="http://schemas.openxmlformats.org/officeDocument/2006/relationships/tags" Target="../tags/tag19.xml"/><Relationship Id="rId33" Type="http://schemas.openxmlformats.org/officeDocument/2006/relationships/tags" Target="../tags/tag27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0.xml"/><Relationship Id="rId20" Type="http://schemas.openxmlformats.org/officeDocument/2006/relationships/tags" Target="../tags/tag14.xml"/><Relationship Id="rId29" Type="http://schemas.openxmlformats.org/officeDocument/2006/relationships/tags" Target="../tags/tag23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24" Type="http://schemas.openxmlformats.org/officeDocument/2006/relationships/tags" Target="../tags/tag18.xml"/><Relationship Id="rId32" Type="http://schemas.openxmlformats.org/officeDocument/2006/relationships/tags" Target="../tags/tag26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9.xml"/><Relationship Id="rId23" Type="http://schemas.openxmlformats.org/officeDocument/2006/relationships/tags" Target="../tags/tag17.xml"/><Relationship Id="rId28" Type="http://schemas.openxmlformats.org/officeDocument/2006/relationships/tags" Target="../tags/tag22.xml"/><Relationship Id="rId36" Type="http://schemas.openxmlformats.org/officeDocument/2006/relationships/tags" Target="../tags/tag30.xml"/><Relationship Id="rId10" Type="http://schemas.openxmlformats.org/officeDocument/2006/relationships/tags" Target="../tags/tag4.xml"/><Relationship Id="rId19" Type="http://schemas.openxmlformats.org/officeDocument/2006/relationships/tags" Target="../tags/tag13.xml"/><Relationship Id="rId31" Type="http://schemas.openxmlformats.org/officeDocument/2006/relationships/tags" Target="../tags/tag2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Relationship Id="rId14" Type="http://schemas.openxmlformats.org/officeDocument/2006/relationships/tags" Target="../tags/tag8.xml"/><Relationship Id="rId22" Type="http://schemas.openxmlformats.org/officeDocument/2006/relationships/tags" Target="../tags/tag16.xml"/><Relationship Id="rId27" Type="http://schemas.openxmlformats.org/officeDocument/2006/relationships/tags" Target="../tags/tag21.xml"/><Relationship Id="rId30" Type="http://schemas.openxmlformats.org/officeDocument/2006/relationships/tags" Target="../tags/tag24.xml"/><Relationship Id="rId35" Type="http://schemas.openxmlformats.org/officeDocument/2006/relationships/tags" Target="../tags/tag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267366641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06" name="think-cell Slide" r:id="rId37" imgW="360" imgH="360" progId="TCLayout.ActiveDocument.1">
                  <p:embed/>
                </p:oleObj>
              </mc:Choice>
              <mc:Fallback>
                <p:oleObj name="think-cell Slide" r:id="rId37" imgW="360" imgH="360" progId="TCLayout.ActiveDocument.1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0" y="-1"/>
            <a:ext cx="12198350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3384000" bIns="234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11"/>
            </p:custDataLst>
          </p:nvPr>
        </p:nvSpPr>
        <p:spPr bwMode="auto">
          <a:xfrm>
            <a:off x="627063" y="1443037"/>
            <a:ext cx="8208962" cy="475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3072" name="cdtMasterTags_CL1 Id3072"/>
          <p:cNvCxnSpPr/>
          <p:nvPr>
            <p:custDataLst>
              <p:tags r:id="rId1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1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1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1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1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1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1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1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2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2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2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2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2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2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2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2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2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2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3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3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3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3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3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cdtTextBox 12 Id17"/>
          <p:cNvSpPr txBox="1"/>
          <p:nvPr>
            <p:custDataLst>
              <p:tags r:id="rId35"/>
            </p:custDataLst>
          </p:nvPr>
        </p:nvSpPr>
        <p:spPr>
          <a:xfrm>
            <a:off x="0" y="6597650"/>
            <a:ext cx="3932230" cy="26035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</a:rPr>
              <a:t>Nov 2018</a:t>
            </a:r>
          </a:p>
        </p:txBody>
      </p:sp>
      <p:sp>
        <p:nvSpPr>
          <p:cNvPr id="65" name="cdtTextBox 11 Id18"/>
          <p:cNvSpPr txBox="1"/>
          <p:nvPr>
            <p:custDataLst>
              <p:tags r:id="rId36"/>
            </p:custDataLst>
          </p:nvPr>
        </p:nvSpPr>
        <p:spPr>
          <a:xfrm>
            <a:off x="0" y="6597650"/>
            <a:ext cx="1765285" cy="26035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</a:rPr>
              <a:t>Page </a:t>
            </a:r>
            <a:fld id="{91E7552C-A157-4A4F-8E99-698C0325FC94}" type="slidenum">
              <a:rPr lang="en-US" sz="1000" smtClean="0">
                <a:solidFill>
                  <a:srgbClr val="000000"/>
                </a:solidFill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en-US" sz="1000" dirty="0">
              <a:solidFill>
                <a:srgbClr val="000000"/>
              </a:solidFill>
            </a:endParaRPr>
          </a:p>
        </p:txBody>
      </p:sp>
      <p:grpSp>
        <p:nvGrpSpPr>
          <p:cNvPr id="3" name="Gruppieren 66"/>
          <p:cNvGrpSpPr/>
          <p:nvPr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Group 33"/>
          <p:cNvGrpSpPr>
            <a:grpSpLocks noChangeAspect="1"/>
          </p:cNvGrpSpPr>
          <p:nvPr userDrawn="1"/>
        </p:nvGrpSpPr>
        <p:grpSpPr bwMode="gray">
          <a:xfrm>
            <a:off x="9555163" y="323850"/>
            <a:ext cx="2159000" cy="914400"/>
            <a:chOff x="6019" y="204"/>
            <a:chExt cx="1360" cy="576"/>
          </a:xfrm>
        </p:grpSpPr>
        <p:sp>
          <p:nvSpPr>
            <p:cNvPr id="56" name="AutoShape 32"/>
            <p:cNvSpPr>
              <a:spLocks noChangeAspect="1" noChangeArrowheads="1" noTextEdit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57" name="Rectangle 34"/>
            <p:cNvSpPr>
              <a:spLocks noChangeArrowheads="1"/>
            </p:cNvSpPr>
            <p:nvPr userDrawn="1"/>
          </p:nvSpPr>
          <p:spPr bwMode="gray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58" name="Freeform 35"/>
            <p:cNvSpPr>
              <a:spLocks/>
            </p:cNvSpPr>
            <p:nvPr userDrawn="1"/>
          </p:nvSpPr>
          <p:spPr bwMode="gray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59" name="Freeform 36"/>
            <p:cNvSpPr>
              <a:spLocks/>
            </p:cNvSpPr>
            <p:nvPr userDrawn="1"/>
          </p:nvSpPr>
          <p:spPr bwMode="gray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60" name="Freeform 37"/>
            <p:cNvSpPr>
              <a:spLocks/>
            </p:cNvSpPr>
            <p:nvPr userDrawn="1"/>
          </p:nvSpPr>
          <p:spPr bwMode="gray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61" name="Freeform 38"/>
            <p:cNvSpPr>
              <a:spLocks/>
            </p:cNvSpPr>
            <p:nvPr userDrawn="1"/>
          </p:nvSpPr>
          <p:spPr bwMode="gray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62" name="Freeform 39"/>
            <p:cNvSpPr>
              <a:spLocks/>
            </p:cNvSpPr>
            <p:nvPr userDrawn="1"/>
          </p:nvSpPr>
          <p:spPr bwMode="gray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0" name="Freeform 40"/>
            <p:cNvSpPr>
              <a:spLocks/>
            </p:cNvSpPr>
            <p:nvPr userDrawn="1"/>
          </p:nvSpPr>
          <p:spPr bwMode="gray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1" name="Freeform 41"/>
            <p:cNvSpPr>
              <a:spLocks/>
            </p:cNvSpPr>
            <p:nvPr userDrawn="1"/>
          </p:nvSpPr>
          <p:spPr bwMode="gray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2" name="Freeform 42"/>
            <p:cNvSpPr>
              <a:spLocks/>
            </p:cNvSpPr>
            <p:nvPr userDrawn="1"/>
          </p:nvSpPr>
          <p:spPr bwMode="gray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3" name="Freeform 43"/>
            <p:cNvSpPr>
              <a:spLocks/>
            </p:cNvSpPr>
            <p:nvPr userDrawn="1"/>
          </p:nvSpPr>
          <p:spPr bwMode="gray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4" name="Freeform 44"/>
            <p:cNvSpPr>
              <a:spLocks/>
            </p:cNvSpPr>
            <p:nvPr userDrawn="1"/>
          </p:nvSpPr>
          <p:spPr bwMode="gray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5" name="Freeform 45"/>
            <p:cNvSpPr>
              <a:spLocks/>
            </p:cNvSpPr>
            <p:nvPr userDrawn="1"/>
          </p:nvSpPr>
          <p:spPr bwMode="gray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6" name="Freeform 46"/>
            <p:cNvSpPr>
              <a:spLocks/>
            </p:cNvSpPr>
            <p:nvPr userDrawn="1"/>
          </p:nvSpPr>
          <p:spPr bwMode="gray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7" name="Freeform 47"/>
            <p:cNvSpPr>
              <a:spLocks/>
            </p:cNvSpPr>
            <p:nvPr userDrawn="1"/>
          </p:nvSpPr>
          <p:spPr bwMode="gray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8" name="Freeform 48"/>
            <p:cNvSpPr>
              <a:spLocks/>
            </p:cNvSpPr>
            <p:nvPr userDrawn="1"/>
          </p:nvSpPr>
          <p:spPr bwMode="gray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99" name="Freeform 49"/>
            <p:cNvSpPr>
              <a:spLocks/>
            </p:cNvSpPr>
            <p:nvPr userDrawn="1"/>
          </p:nvSpPr>
          <p:spPr bwMode="gray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0" name="Freeform 50"/>
            <p:cNvSpPr>
              <a:spLocks/>
            </p:cNvSpPr>
            <p:nvPr userDrawn="1"/>
          </p:nvSpPr>
          <p:spPr bwMode="gray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1" name="Freeform 51"/>
            <p:cNvSpPr>
              <a:spLocks/>
            </p:cNvSpPr>
            <p:nvPr userDrawn="1"/>
          </p:nvSpPr>
          <p:spPr bwMode="gray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2" name="Freeform 52"/>
            <p:cNvSpPr>
              <a:spLocks/>
            </p:cNvSpPr>
            <p:nvPr userDrawn="1"/>
          </p:nvSpPr>
          <p:spPr bwMode="gray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3" name="Freeform 53"/>
            <p:cNvSpPr>
              <a:spLocks/>
            </p:cNvSpPr>
            <p:nvPr userDrawn="1"/>
          </p:nvSpPr>
          <p:spPr bwMode="gray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4" name="Freeform 54"/>
            <p:cNvSpPr>
              <a:spLocks/>
            </p:cNvSpPr>
            <p:nvPr userDrawn="1"/>
          </p:nvSpPr>
          <p:spPr bwMode="gray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5" name="Freeform 55"/>
            <p:cNvSpPr>
              <a:spLocks/>
            </p:cNvSpPr>
            <p:nvPr userDrawn="1"/>
          </p:nvSpPr>
          <p:spPr bwMode="gray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6" name="Freeform 56"/>
            <p:cNvSpPr>
              <a:spLocks/>
            </p:cNvSpPr>
            <p:nvPr userDrawn="1"/>
          </p:nvSpPr>
          <p:spPr bwMode="gray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7" name="Freeform 57"/>
            <p:cNvSpPr>
              <a:spLocks/>
            </p:cNvSpPr>
            <p:nvPr userDrawn="1"/>
          </p:nvSpPr>
          <p:spPr bwMode="gray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8" name="Freeform 58"/>
            <p:cNvSpPr>
              <a:spLocks/>
            </p:cNvSpPr>
            <p:nvPr userDrawn="1"/>
          </p:nvSpPr>
          <p:spPr bwMode="gray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  <p:sp>
          <p:nvSpPr>
            <p:cNvPr id="109" name="Freeform 59"/>
            <p:cNvSpPr>
              <a:spLocks/>
            </p:cNvSpPr>
            <p:nvPr userDrawn="1"/>
          </p:nvSpPr>
          <p:spPr bwMode="gray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ADBECB"/>
                </a:solidFill>
              </a:endParaRPr>
            </a:p>
          </p:txBody>
        </p:sp>
      </p:grp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88" r:id="rId2"/>
    <p:sldLayoutId id="2147483989" r:id="rId3"/>
    <p:sldLayoutId id="2147483991" r:id="rId4"/>
    <p:sldLayoutId id="2147483993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646E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accent1"/>
        </a:buClr>
        <a:buFont typeface="Arial" pitchFamily="34" charset="0"/>
        <a:buNone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179388" indent="-180000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358775" indent="-180000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538163" indent="-180000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rgbClr val="879BAA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720000" indent="-180000" algn="l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6pPr>
      <a:lvl7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7pPr>
      <a:lvl8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8pPr>
      <a:lvl9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47.xml"/><Relationship Id="rId7" Type="http://schemas.openxmlformats.org/officeDocument/2006/relationships/oleObject" Target="../embeddings/oleObject5.bin"/><Relationship Id="rId2" Type="http://schemas.openxmlformats.org/officeDocument/2006/relationships/tags" Target="../tags/tag46.xml"/><Relationship Id="rId1" Type="http://schemas.openxmlformats.org/officeDocument/2006/relationships/vmlDrawing" Target="../drawings/vmlDrawing5.v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10.jpeg"/><Relationship Id="rId3" Type="http://schemas.openxmlformats.org/officeDocument/2006/relationships/tags" Target="../tags/tag50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jpeg"/><Relationship Id="rId2" Type="http://schemas.openxmlformats.org/officeDocument/2006/relationships/tags" Target="../tags/tag49.xml"/><Relationship Id="rId1" Type="http://schemas.openxmlformats.org/officeDocument/2006/relationships/vmlDrawing" Target="../drawings/vmlDrawing6.vml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8.jpeg"/><Relationship Id="rId5" Type="http://schemas.openxmlformats.org/officeDocument/2006/relationships/slideLayout" Target="../slideLayouts/slideLayout3.xml"/><Relationship Id="rId10" Type="http://schemas.openxmlformats.org/officeDocument/2006/relationships/image" Target="../media/image7.jpeg"/><Relationship Id="rId4" Type="http://schemas.openxmlformats.org/officeDocument/2006/relationships/tags" Target="../tags/tag51.xml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1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12.emf"/><Relationship Id="rId3" Type="http://schemas.openxmlformats.org/officeDocument/2006/relationships/tags" Target="../tags/tag55.xml"/><Relationship Id="rId21" Type="http://schemas.openxmlformats.org/officeDocument/2006/relationships/image" Target="../media/image15.png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oleObject" Target="../embeddings/oleObject7.bin"/><Relationship Id="rId2" Type="http://schemas.openxmlformats.org/officeDocument/2006/relationships/tags" Target="../tags/tag54.xml"/><Relationship Id="rId16" Type="http://schemas.openxmlformats.org/officeDocument/2006/relationships/slideLayout" Target="../slideLayouts/slideLayout5.xml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7.v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image" Target="../media/image17.png"/><Relationship Id="rId10" Type="http://schemas.openxmlformats.org/officeDocument/2006/relationships/tags" Target="../tags/tag62.xml"/><Relationship Id="rId19" Type="http://schemas.openxmlformats.org/officeDocument/2006/relationships/image" Target="../media/image13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26" Type="http://schemas.openxmlformats.org/officeDocument/2006/relationships/tags" Target="../tags/tag92.xml"/><Relationship Id="rId3" Type="http://schemas.openxmlformats.org/officeDocument/2006/relationships/tags" Target="../tags/tag69.xml"/><Relationship Id="rId21" Type="http://schemas.openxmlformats.org/officeDocument/2006/relationships/tags" Target="../tags/tag87.xml"/><Relationship Id="rId34" Type="http://schemas.openxmlformats.org/officeDocument/2006/relationships/image" Target="../media/image20.jpeg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5" Type="http://schemas.openxmlformats.org/officeDocument/2006/relationships/tags" Target="../tags/tag91.xml"/><Relationship Id="rId33" Type="http://schemas.openxmlformats.org/officeDocument/2006/relationships/image" Target="../media/image19.jpeg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0" Type="http://schemas.openxmlformats.org/officeDocument/2006/relationships/tags" Target="../tags/tag86.xml"/><Relationship Id="rId29" Type="http://schemas.openxmlformats.org/officeDocument/2006/relationships/oleObject" Target="../embeddings/oleObject8.bin"/><Relationship Id="rId1" Type="http://schemas.openxmlformats.org/officeDocument/2006/relationships/vmlDrawing" Target="../drawings/vmlDrawing8.v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24" Type="http://schemas.openxmlformats.org/officeDocument/2006/relationships/tags" Target="../tags/tag90.xml"/><Relationship Id="rId32" Type="http://schemas.microsoft.com/office/2007/relationships/hdphoto" Target="../media/hdphoto1.wdp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23" Type="http://schemas.openxmlformats.org/officeDocument/2006/relationships/tags" Target="../tags/tag89.xml"/><Relationship Id="rId28" Type="http://schemas.openxmlformats.org/officeDocument/2006/relationships/slideLayout" Target="../slideLayouts/slideLayout5.xml"/><Relationship Id="rId36" Type="http://schemas.openxmlformats.org/officeDocument/2006/relationships/image" Target="../media/image22.jpg"/><Relationship Id="rId10" Type="http://schemas.openxmlformats.org/officeDocument/2006/relationships/tags" Target="../tags/tag76.xml"/><Relationship Id="rId19" Type="http://schemas.openxmlformats.org/officeDocument/2006/relationships/tags" Target="../tags/tag85.xml"/><Relationship Id="rId31" Type="http://schemas.openxmlformats.org/officeDocument/2006/relationships/image" Target="../media/image18.png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30" Type="http://schemas.openxmlformats.org/officeDocument/2006/relationships/image" Target="../media/image12.emf"/><Relationship Id="rId35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95.xml"/><Relationship Id="rId7" Type="http://schemas.openxmlformats.org/officeDocument/2006/relationships/image" Target="../media/image23.png"/><Relationship Id="rId2" Type="http://schemas.openxmlformats.org/officeDocument/2006/relationships/tags" Target="../tags/tag9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emf"/><Relationship Id="rId11" Type="http://schemas.openxmlformats.org/officeDocument/2006/relationships/image" Target="../media/image27.jpe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6.jpe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tags" Target="../tags/tag97.xml"/><Relationship Id="rId7" Type="http://schemas.openxmlformats.org/officeDocument/2006/relationships/image" Target="../media/image28.jpeg"/><Relationship Id="rId2" Type="http://schemas.openxmlformats.org/officeDocument/2006/relationships/tags" Target="../tags/tag9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1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image" Target="../media/image12.emf"/><Relationship Id="rId3" Type="http://schemas.openxmlformats.org/officeDocument/2006/relationships/tags" Target="../tags/tag99.xml"/><Relationship Id="rId21" Type="http://schemas.openxmlformats.org/officeDocument/2006/relationships/image" Target="../media/image34.png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oleObject" Target="../embeddings/oleObject11.bin"/><Relationship Id="rId2" Type="http://schemas.openxmlformats.org/officeDocument/2006/relationships/tags" Target="../tags/tag98.xml"/><Relationship Id="rId16" Type="http://schemas.openxmlformats.org/officeDocument/2006/relationships/slideLayout" Target="../slideLayouts/slideLayout5.xml"/><Relationship Id="rId20" Type="http://schemas.openxmlformats.org/officeDocument/2006/relationships/image" Target="../media/image33.png"/><Relationship Id="rId1" Type="http://schemas.openxmlformats.org/officeDocument/2006/relationships/vmlDrawing" Target="../drawings/vmlDrawing11.v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19" Type="http://schemas.openxmlformats.org/officeDocument/2006/relationships/image" Target="../media/image32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32.png"/><Relationship Id="rId3" Type="http://schemas.openxmlformats.org/officeDocument/2006/relationships/tags" Target="../tags/tag113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37.png"/><Relationship Id="rId2" Type="http://schemas.openxmlformats.org/officeDocument/2006/relationships/tags" Target="../tags/tag112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16.xml"/><Relationship Id="rId11" Type="http://schemas.openxmlformats.org/officeDocument/2006/relationships/image" Target="../media/image36.bin"/><Relationship Id="rId5" Type="http://schemas.openxmlformats.org/officeDocument/2006/relationships/tags" Target="../tags/tag115.xml"/><Relationship Id="rId10" Type="http://schemas.openxmlformats.org/officeDocument/2006/relationships/image" Target="../media/image12.emf"/><Relationship Id="rId4" Type="http://schemas.openxmlformats.org/officeDocument/2006/relationships/tags" Target="../tags/tag114.xml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37.png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image" Target="../media/image39.bin"/><Relationship Id="rId2" Type="http://schemas.openxmlformats.org/officeDocument/2006/relationships/tags" Target="../tags/tag117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21.xml"/><Relationship Id="rId11" Type="http://schemas.openxmlformats.org/officeDocument/2006/relationships/image" Target="../media/image12.emf"/><Relationship Id="rId5" Type="http://schemas.openxmlformats.org/officeDocument/2006/relationships/tags" Target="../tags/tag120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119.xml"/><Relationship Id="rId9" Type="http://schemas.openxmlformats.org/officeDocument/2006/relationships/notesSlide" Target="../notesSlides/notesSlide5.xml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industry.siemens.com/cs/ww/de/view/109739614" TargetMode="External"/><Relationship Id="rId3" Type="http://schemas.openxmlformats.org/officeDocument/2006/relationships/tags" Target="../tags/tag124.xml"/><Relationship Id="rId7" Type="http://schemas.openxmlformats.org/officeDocument/2006/relationships/image" Target="../media/image12.emf"/><Relationship Id="rId12" Type="http://schemas.openxmlformats.org/officeDocument/2006/relationships/image" Target="../media/image43.bin"/><Relationship Id="rId2" Type="http://schemas.openxmlformats.org/officeDocument/2006/relationships/tags" Target="../tags/tag12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42.jpe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41.emf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126.xml"/><Relationship Id="rId7" Type="http://schemas.openxmlformats.org/officeDocument/2006/relationships/image" Target="../media/image44.png"/><Relationship Id="rId2" Type="http://schemas.openxmlformats.org/officeDocument/2006/relationships/tags" Target="../tags/tag12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tags" Target="../tags/tag128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27.xml"/><Relationship Id="rId1" Type="http://schemas.openxmlformats.org/officeDocument/2006/relationships/vmlDrawing" Target="../drawings/vmlDrawing16.vml"/><Relationship Id="rId6" Type="http://schemas.openxmlformats.org/officeDocument/2006/relationships/slideLayout" Target="../slideLayouts/slideLayout5.xml"/><Relationship Id="rId11" Type="http://schemas.openxmlformats.org/officeDocument/2006/relationships/image" Target="../media/image47.jpg"/><Relationship Id="rId5" Type="http://schemas.openxmlformats.org/officeDocument/2006/relationships/tags" Target="../tags/tag130.xml"/><Relationship Id="rId10" Type="http://schemas.openxmlformats.org/officeDocument/2006/relationships/image" Target="../media/image34.png"/><Relationship Id="rId4" Type="http://schemas.openxmlformats.org/officeDocument/2006/relationships/tags" Target="../tags/tag129.xml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132.xml"/><Relationship Id="rId7" Type="http://schemas.openxmlformats.org/officeDocument/2006/relationships/image" Target="../media/image48.png"/><Relationship Id="rId2" Type="http://schemas.openxmlformats.org/officeDocument/2006/relationships/tags" Target="../tags/tag13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7.bin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134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33.xml"/><Relationship Id="rId1" Type="http://schemas.openxmlformats.org/officeDocument/2006/relationships/vmlDrawing" Target="../drawings/vmlDrawing18.vml"/><Relationship Id="rId6" Type="http://schemas.openxmlformats.org/officeDocument/2006/relationships/tags" Target="../tags/tag137.xml"/><Relationship Id="rId11" Type="http://schemas.openxmlformats.org/officeDocument/2006/relationships/image" Target="../media/image50.jpg"/><Relationship Id="rId5" Type="http://schemas.openxmlformats.org/officeDocument/2006/relationships/tags" Target="../tags/tag136.xml"/><Relationship Id="rId10" Type="http://schemas.openxmlformats.org/officeDocument/2006/relationships/image" Target="../media/image35.png"/><Relationship Id="rId4" Type="http://schemas.openxmlformats.org/officeDocument/2006/relationships/tags" Target="../tags/tag135.xml"/><Relationship Id="rId9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image" Target="../media/image51.png"/><Relationship Id="rId2" Type="http://schemas.openxmlformats.org/officeDocument/2006/relationships/tags" Target="../tags/tag13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9.bin"/><Relationship Id="rId4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tags" Target="../tags/tag141.xml"/><Relationship Id="rId7" Type="http://schemas.openxmlformats.org/officeDocument/2006/relationships/image" Target="../media/image51.png"/><Relationship Id="rId2" Type="http://schemas.openxmlformats.org/officeDocument/2006/relationships/tags" Target="../tags/tag140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49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26" Type="http://schemas.openxmlformats.org/officeDocument/2006/relationships/tags" Target="../tags/tag166.xml"/><Relationship Id="rId39" Type="http://schemas.openxmlformats.org/officeDocument/2006/relationships/oleObject" Target="../embeddings/oleObject21.bin"/><Relationship Id="rId3" Type="http://schemas.openxmlformats.org/officeDocument/2006/relationships/tags" Target="../tags/tag143.xml"/><Relationship Id="rId21" Type="http://schemas.openxmlformats.org/officeDocument/2006/relationships/tags" Target="../tags/tag161.xml"/><Relationship Id="rId34" Type="http://schemas.openxmlformats.org/officeDocument/2006/relationships/tags" Target="../tags/tag174.xml"/><Relationship Id="rId42" Type="http://schemas.openxmlformats.org/officeDocument/2006/relationships/image" Target="../media/image53.png"/><Relationship Id="rId47" Type="http://schemas.openxmlformats.org/officeDocument/2006/relationships/image" Target="../media/image58.png"/><Relationship Id="rId50" Type="http://schemas.openxmlformats.org/officeDocument/2006/relationships/image" Target="../media/image61.png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33" Type="http://schemas.openxmlformats.org/officeDocument/2006/relationships/tags" Target="../tags/tag173.xml"/><Relationship Id="rId38" Type="http://schemas.openxmlformats.org/officeDocument/2006/relationships/slideLayout" Target="../slideLayouts/slideLayout5.xml"/><Relationship Id="rId46" Type="http://schemas.openxmlformats.org/officeDocument/2006/relationships/image" Target="../media/image57.png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0" Type="http://schemas.openxmlformats.org/officeDocument/2006/relationships/tags" Target="../tags/tag160.xml"/><Relationship Id="rId29" Type="http://schemas.openxmlformats.org/officeDocument/2006/relationships/tags" Target="../tags/tag169.xml"/><Relationship Id="rId41" Type="http://schemas.openxmlformats.org/officeDocument/2006/relationships/image" Target="../media/image52.png"/><Relationship Id="rId1" Type="http://schemas.openxmlformats.org/officeDocument/2006/relationships/vmlDrawing" Target="../drawings/vmlDrawing21.v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32" Type="http://schemas.openxmlformats.org/officeDocument/2006/relationships/tags" Target="../tags/tag172.xml"/><Relationship Id="rId37" Type="http://schemas.openxmlformats.org/officeDocument/2006/relationships/tags" Target="../tags/tag177.xml"/><Relationship Id="rId40" Type="http://schemas.openxmlformats.org/officeDocument/2006/relationships/image" Target="../media/image12.emf"/><Relationship Id="rId45" Type="http://schemas.openxmlformats.org/officeDocument/2006/relationships/image" Target="../media/image56.png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36" Type="http://schemas.openxmlformats.org/officeDocument/2006/relationships/tags" Target="../tags/tag176.xml"/><Relationship Id="rId49" Type="http://schemas.openxmlformats.org/officeDocument/2006/relationships/image" Target="../media/image60.png"/><Relationship Id="rId10" Type="http://schemas.openxmlformats.org/officeDocument/2006/relationships/tags" Target="../tags/tag150.xml"/><Relationship Id="rId19" Type="http://schemas.openxmlformats.org/officeDocument/2006/relationships/tags" Target="../tags/tag159.xml"/><Relationship Id="rId31" Type="http://schemas.openxmlformats.org/officeDocument/2006/relationships/tags" Target="../tags/tag171.xml"/><Relationship Id="rId44" Type="http://schemas.openxmlformats.org/officeDocument/2006/relationships/image" Target="../media/image55.png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tags" Target="../tags/tag170.xml"/><Relationship Id="rId35" Type="http://schemas.openxmlformats.org/officeDocument/2006/relationships/tags" Target="../tags/tag175.xml"/><Relationship Id="rId43" Type="http://schemas.openxmlformats.org/officeDocument/2006/relationships/image" Target="../media/image54.png"/><Relationship Id="rId48" Type="http://schemas.openxmlformats.org/officeDocument/2006/relationships/image" Target="../media/image59.png"/><Relationship Id="rId8" Type="http://schemas.openxmlformats.org/officeDocument/2006/relationships/tags" Target="../tags/tag14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tags" Target="../tags/tag189.xml"/><Relationship Id="rId18" Type="http://schemas.openxmlformats.org/officeDocument/2006/relationships/tags" Target="../tags/tag194.xml"/><Relationship Id="rId26" Type="http://schemas.openxmlformats.org/officeDocument/2006/relationships/tags" Target="../tags/tag202.xml"/><Relationship Id="rId39" Type="http://schemas.openxmlformats.org/officeDocument/2006/relationships/image" Target="../media/image69.png"/><Relationship Id="rId3" Type="http://schemas.openxmlformats.org/officeDocument/2006/relationships/tags" Target="../tags/tag179.xml"/><Relationship Id="rId21" Type="http://schemas.openxmlformats.org/officeDocument/2006/relationships/tags" Target="../tags/tag197.xml"/><Relationship Id="rId34" Type="http://schemas.openxmlformats.org/officeDocument/2006/relationships/image" Target="../media/image65.png"/><Relationship Id="rId42" Type="http://schemas.openxmlformats.org/officeDocument/2006/relationships/image" Target="../media/image72.png"/><Relationship Id="rId47" Type="http://schemas.openxmlformats.org/officeDocument/2006/relationships/image" Target="../media/image77.jpeg"/><Relationship Id="rId7" Type="http://schemas.openxmlformats.org/officeDocument/2006/relationships/tags" Target="../tags/tag183.xml"/><Relationship Id="rId12" Type="http://schemas.openxmlformats.org/officeDocument/2006/relationships/tags" Target="../tags/tag188.xml"/><Relationship Id="rId17" Type="http://schemas.openxmlformats.org/officeDocument/2006/relationships/tags" Target="../tags/tag193.xml"/><Relationship Id="rId25" Type="http://schemas.openxmlformats.org/officeDocument/2006/relationships/tags" Target="../tags/tag201.xml"/><Relationship Id="rId33" Type="http://schemas.openxmlformats.org/officeDocument/2006/relationships/image" Target="../media/image64.png"/><Relationship Id="rId38" Type="http://schemas.openxmlformats.org/officeDocument/2006/relationships/image" Target="../media/image68.png"/><Relationship Id="rId46" Type="http://schemas.openxmlformats.org/officeDocument/2006/relationships/image" Target="../media/image76.png"/><Relationship Id="rId2" Type="http://schemas.openxmlformats.org/officeDocument/2006/relationships/tags" Target="../tags/tag178.xml"/><Relationship Id="rId16" Type="http://schemas.openxmlformats.org/officeDocument/2006/relationships/tags" Target="../tags/tag192.xml"/><Relationship Id="rId20" Type="http://schemas.openxmlformats.org/officeDocument/2006/relationships/tags" Target="../tags/tag196.xml"/><Relationship Id="rId29" Type="http://schemas.openxmlformats.org/officeDocument/2006/relationships/oleObject" Target="../embeddings/oleObject22.bin"/><Relationship Id="rId41" Type="http://schemas.openxmlformats.org/officeDocument/2006/relationships/image" Target="../media/image71.png"/><Relationship Id="rId1" Type="http://schemas.openxmlformats.org/officeDocument/2006/relationships/vmlDrawing" Target="../drawings/vmlDrawing22.v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24" Type="http://schemas.openxmlformats.org/officeDocument/2006/relationships/tags" Target="../tags/tag200.xml"/><Relationship Id="rId32" Type="http://schemas.openxmlformats.org/officeDocument/2006/relationships/image" Target="../media/image63.png"/><Relationship Id="rId37" Type="http://schemas.openxmlformats.org/officeDocument/2006/relationships/image" Target="../media/image43.bin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" Type="http://schemas.openxmlformats.org/officeDocument/2006/relationships/tags" Target="../tags/tag181.xml"/><Relationship Id="rId15" Type="http://schemas.openxmlformats.org/officeDocument/2006/relationships/tags" Target="../tags/tag191.xml"/><Relationship Id="rId23" Type="http://schemas.openxmlformats.org/officeDocument/2006/relationships/tags" Target="../tags/tag199.xml"/><Relationship Id="rId28" Type="http://schemas.openxmlformats.org/officeDocument/2006/relationships/slideLayout" Target="../slideLayouts/slideLayout5.xml"/><Relationship Id="rId36" Type="http://schemas.openxmlformats.org/officeDocument/2006/relationships/image" Target="../media/image67.png"/><Relationship Id="rId10" Type="http://schemas.openxmlformats.org/officeDocument/2006/relationships/tags" Target="../tags/tag186.xml"/><Relationship Id="rId19" Type="http://schemas.openxmlformats.org/officeDocument/2006/relationships/tags" Target="../tags/tag195.xml"/><Relationship Id="rId31" Type="http://schemas.openxmlformats.org/officeDocument/2006/relationships/image" Target="../media/image62.png"/><Relationship Id="rId44" Type="http://schemas.openxmlformats.org/officeDocument/2006/relationships/image" Target="../media/image74.png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tags" Target="../tags/tag190.xml"/><Relationship Id="rId22" Type="http://schemas.openxmlformats.org/officeDocument/2006/relationships/tags" Target="../tags/tag198.xml"/><Relationship Id="rId27" Type="http://schemas.openxmlformats.org/officeDocument/2006/relationships/tags" Target="../tags/tag203.xml"/><Relationship Id="rId30" Type="http://schemas.openxmlformats.org/officeDocument/2006/relationships/image" Target="../media/image12.emf"/><Relationship Id="rId35" Type="http://schemas.openxmlformats.org/officeDocument/2006/relationships/image" Target="../media/image66.png"/><Relationship Id="rId43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tags" Target="../tags/tag220.xml"/><Relationship Id="rId26" Type="http://schemas.openxmlformats.org/officeDocument/2006/relationships/image" Target="../media/image82.png"/><Relationship Id="rId3" Type="http://schemas.openxmlformats.org/officeDocument/2006/relationships/tags" Target="../tags/tag205.xml"/><Relationship Id="rId21" Type="http://schemas.openxmlformats.org/officeDocument/2006/relationships/image" Target="../media/image12.emf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5" Type="http://schemas.openxmlformats.org/officeDocument/2006/relationships/image" Target="../media/image81.png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openxmlformats.org/officeDocument/2006/relationships/oleObject" Target="../embeddings/oleObject23.bin"/><Relationship Id="rId29" Type="http://schemas.openxmlformats.org/officeDocument/2006/relationships/image" Target="../media/image61.png"/><Relationship Id="rId1" Type="http://schemas.openxmlformats.org/officeDocument/2006/relationships/vmlDrawing" Target="../drawings/vmlDrawing23.v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24" Type="http://schemas.openxmlformats.org/officeDocument/2006/relationships/image" Target="../media/image80.png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10" Type="http://schemas.openxmlformats.org/officeDocument/2006/relationships/tags" Target="../tags/tag212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18" Type="http://schemas.openxmlformats.org/officeDocument/2006/relationships/tags" Target="../tags/tag237.xml"/><Relationship Id="rId26" Type="http://schemas.openxmlformats.org/officeDocument/2006/relationships/tags" Target="../tags/tag245.xml"/><Relationship Id="rId3" Type="http://schemas.openxmlformats.org/officeDocument/2006/relationships/tags" Target="../tags/tag222.xml"/><Relationship Id="rId21" Type="http://schemas.openxmlformats.org/officeDocument/2006/relationships/tags" Target="../tags/tag240.xml"/><Relationship Id="rId34" Type="http://schemas.openxmlformats.org/officeDocument/2006/relationships/image" Target="../media/image82.png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tags" Target="../tags/tag236.xml"/><Relationship Id="rId25" Type="http://schemas.openxmlformats.org/officeDocument/2006/relationships/tags" Target="../tags/tag244.xml"/><Relationship Id="rId33" Type="http://schemas.openxmlformats.org/officeDocument/2006/relationships/image" Target="../media/image81.png"/><Relationship Id="rId2" Type="http://schemas.openxmlformats.org/officeDocument/2006/relationships/tags" Target="../tags/tag221.xml"/><Relationship Id="rId16" Type="http://schemas.openxmlformats.org/officeDocument/2006/relationships/tags" Target="../tags/tag235.xml"/><Relationship Id="rId20" Type="http://schemas.openxmlformats.org/officeDocument/2006/relationships/tags" Target="../tags/tag239.xml"/><Relationship Id="rId29" Type="http://schemas.openxmlformats.org/officeDocument/2006/relationships/image" Target="../media/image12.emf"/><Relationship Id="rId1" Type="http://schemas.openxmlformats.org/officeDocument/2006/relationships/vmlDrawing" Target="../drawings/vmlDrawing24.v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24" Type="http://schemas.openxmlformats.org/officeDocument/2006/relationships/tags" Target="../tags/tag243.xml"/><Relationship Id="rId32" Type="http://schemas.openxmlformats.org/officeDocument/2006/relationships/image" Target="../media/image80.png"/><Relationship Id="rId37" Type="http://schemas.openxmlformats.org/officeDocument/2006/relationships/image" Target="../media/image85.png"/><Relationship Id="rId5" Type="http://schemas.openxmlformats.org/officeDocument/2006/relationships/tags" Target="../tags/tag224.xml"/><Relationship Id="rId15" Type="http://schemas.openxmlformats.org/officeDocument/2006/relationships/tags" Target="../tags/tag234.xml"/><Relationship Id="rId23" Type="http://schemas.openxmlformats.org/officeDocument/2006/relationships/tags" Target="../tags/tag242.xml"/><Relationship Id="rId28" Type="http://schemas.openxmlformats.org/officeDocument/2006/relationships/oleObject" Target="../embeddings/oleObject24.bin"/><Relationship Id="rId36" Type="http://schemas.openxmlformats.org/officeDocument/2006/relationships/image" Target="../media/image83.png"/><Relationship Id="rId10" Type="http://schemas.openxmlformats.org/officeDocument/2006/relationships/tags" Target="../tags/tag229.xml"/><Relationship Id="rId19" Type="http://schemas.openxmlformats.org/officeDocument/2006/relationships/tags" Target="../tags/tag238.xml"/><Relationship Id="rId31" Type="http://schemas.openxmlformats.org/officeDocument/2006/relationships/image" Target="../media/image79.png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Relationship Id="rId22" Type="http://schemas.openxmlformats.org/officeDocument/2006/relationships/tags" Target="../tags/tag241.xml"/><Relationship Id="rId27" Type="http://schemas.openxmlformats.org/officeDocument/2006/relationships/slideLayout" Target="../slideLayouts/slideLayout3.xml"/><Relationship Id="rId30" Type="http://schemas.openxmlformats.org/officeDocument/2006/relationships/image" Target="../media/image78.png"/><Relationship Id="rId35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52.xml"/><Relationship Id="rId13" Type="http://schemas.openxmlformats.org/officeDocument/2006/relationships/tags" Target="../tags/tag257.xml"/><Relationship Id="rId18" Type="http://schemas.openxmlformats.org/officeDocument/2006/relationships/tags" Target="../tags/tag262.xml"/><Relationship Id="rId26" Type="http://schemas.openxmlformats.org/officeDocument/2006/relationships/tags" Target="../tags/tag270.xml"/><Relationship Id="rId39" Type="http://schemas.openxmlformats.org/officeDocument/2006/relationships/image" Target="../media/image81.png"/><Relationship Id="rId3" Type="http://schemas.openxmlformats.org/officeDocument/2006/relationships/tags" Target="../tags/tag247.xml"/><Relationship Id="rId21" Type="http://schemas.openxmlformats.org/officeDocument/2006/relationships/tags" Target="../tags/tag265.xml"/><Relationship Id="rId34" Type="http://schemas.openxmlformats.org/officeDocument/2006/relationships/oleObject" Target="../embeddings/oleObject25.bin"/><Relationship Id="rId42" Type="http://schemas.openxmlformats.org/officeDocument/2006/relationships/image" Target="../media/image88.png"/><Relationship Id="rId7" Type="http://schemas.openxmlformats.org/officeDocument/2006/relationships/tags" Target="../tags/tag251.xml"/><Relationship Id="rId12" Type="http://schemas.openxmlformats.org/officeDocument/2006/relationships/tags" Target="../tags/tag256.xml"/><Relationship Id="rId17" Type="http://schemas.openxmlformats.org/officeDocument/2006/relationships/tags" Target="../tags/tag261.xml"/><Relationship Id="rId25" Type="http://schemas.openxmlformats.org/officeDocument/2006/relationships/tags" Target="../tags/tag269.xml"/><Relationship Id="rId33" Type="http://schemas.openxmlformats.org/officeDocument/2006/relationships/slideLayout" Target="../slideLayouts/slideLayout3.xml"/><Relationship Id="rId38" Type="http://schemas.openxmlformats.org/officeDocument/2006/relationships/image" Target="../media/image80.png"/><Relationship Id="rId2" Type="http://schemas.openxmlformats.org/officeDocument/2006/relationships/tags" Target="../tags/tag246.xml"/><Relationship Id="rId16" Type="http://schemas.openxmlformats.org/officeDocument/2006/relationships/tags" Target="../tags/tag260.xml"/><Relationship Id="rId20" Type="http://schemas.openxmlformats.org/officeDocument/2006/relationships/tags" Target="../tags/tag264.xml"/><Relationship Id="rId29" Type="http://schemas.openxmlformats.org/officeDocument/2006/relationships/tags" Target="../tags/tag273.xml"/><Relationship Id="rId41" Type="http://schemas.openxmlformats.org/officeDocument/2006/relationships/image" Target="../media/image87.png"/><Relationship Id="rId1" Type="http://schemas.openxmlformats.org/officeDocument/2006/relationships/vmlDrawing" Target="../drawings/vmlDrawing25.vml"/><Relationship Id="rId6" Type="http://schemas.openxmlformats.org/officeDocument/2006/relationships/tags" Target="../tags/tag250.xml"/><Relationship Id="rId11" Type="http://schemas.openxmlformats.org/officeDocument/2006/relationships/tags" Target="../tags/tag255.xml"/><Relationship Id="rId24" Type="http://schemas.openxmlformats.org/officeDocument/2006/relationships/tags" Target="../tags/tag268.xml"/><Relationship Id="rId32" Type="http://schemas.openxmlformats.org/officeDocument/2006/relationships/tags" Target="../tags/tag276.xml"/><Relationship Id="rId37" Type="http://schemas.openxmlformats.org/officeDocument/2006/relationships/image" Target="../media/image79.png"/><Relationship Id="rId40" Type="http://schemas.openxmlformats.org/officeDocument/2006/relationships/image" Target="../media/image82.png"/><Relationship Id="rId45" Type="http://schemas.openxmlformats.org/officeDocument/2006/relationships/image" Target="../media/image85.png"/><Relationship Id="rId5" Type="http://schemas.openxmlformats.org/officeDocument/2006/relationships/tags" Target="../tags/tag249.xml"/><Relationship Id="rId15" Type="http://schemas.openxmlformats.org/officeDocument/2006/relationships/tags" Target="../tags/tag259.xml"/><Relationship Id="rId23" Type="http://schemas.openxmlformats.org/officeDocument/2006/relationships/tags" Target="../tags/tag267.xml"/><Relationship Id="rId28" Type="http://schemas.openxmlformats.org/officeDocument/2006/relationships/tags" Target="../tags/tag272.xml"/><Relationship Id="rId36" Type="http://schemas.openxmlformats.org/officeDocument/2006/relationships/image" Target="../media/image78.png"/><Relationship Id="rId10" Type="http://schemas.openxmlformats.org/officeDocument/2006/relationships/tags" Target="../tags/tag254.xml"/><Relationship Id="rId19" Type="http://schemas.openxmlformats.org/officeDocument/2006/relationships/tags" Target="../tags/tag263.xml"/><Relationship Id="rId31" Type="http://schemas.openxmlformats.org/officeDocument/2006/relationships/tags" Target="../tags/tag275.xml"/><Relationship Id="rId44" Type="http://schemas.openxmlformats.org/officeDocument/2006/relationships/image" Target="../media/image83.png"/><Relationship Id="rId4" Type="http://schemas.openxmlformats.org/officeDocument/2006/relationships/tags" Target="../tags/tag248.xml"/><Relationship Id="rId9" Type="http://schemas.openxmlformats.org/officeDocument/2006/relationships/tags" Target="../tags/tag253.xml"/><Relationship Id="rId14" Type="http://schemas.openxmlformats.org/officeDocument/2006/relationships/tags" Target="../tags/tag258.xml"/><Relationship Id="rId22" Type="http://schemas.openxmlformats.org/officeDocument/2006/relationships/tags" Target="../tags/tag266.xml"/><Relationship Id="rId27" Type="http://schemas.openxmlformats.org/officeDocument/2006/relationships/tags" Target="../tags/tag271.xml"/><Relationship Id="rId30" Type="http://schemas.openxmlformats.org/officeDocument/2006/relationships/tags" Target="../tags/tag274.xml"/><Relationship Id="rId35" Type="http://schemas.openxmlformats.org/officeDocument/2006/relationships/image" Target="../media/image12.emf"/><Relationship Id="rId43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288.xml"/><Relationship Id="rId18" Type="http://schemas.openxmlformats.org/officeDocument/2006/relationships/tags" Target="../tags/tag293.xml"/><Relationship Id="rId26" Type="http://schemas.openxmlformats.org/officeDocument/2006/relationships/tags" Target="../tags/tag301.xml"/><Relationship Id="rId39" Type="http://schemas.openxmlformats.org/officeDocument/2006/relationships/tags" Target="../tags/tag314.xml"/><Relationship Id="rId3" Type="http://schemas.openxmlformats.org/officeDocument/2006/relationships/tags" Target="../tags/tag278.xml"/><Relationship Id="rId21" Type="http://schemas.openxmlformats.org/officeDocument/2006/relationships/tags" Target="../tags/tag296.xml"/><Relationship Id="rId34" Type="http://schemas.openxmlformats.org/officeDocument/2006/relationships/tags" Target="../tags/tag309.xml"/><Relationship Id="rId42" Type="http://schemas.openxmlformats.org/officeDocument/2006/relationships/slideLayout" Target="../slideLayouts/slideLayout5.xml"/><Relationship Id="rId47" Type="http://schemas.openxmlformats.org/officeDocument/2006/relationships/image" Target="../media/image79.png"/><Relationship Id="rId50" Type="http://schemas.openxmlformats.org/officeDocument/2006/relationships/image" Target="../media/image82.png"/><Relationship Id="rId7" Type="http://schemas.openxmlformats.org/officeDocument/2006/relationships/tags" Target="../tags/tag282.xml"/><Relationship Id="rId12" Type="http://schemas.openxmlformats.org/officeDocument/2006/relationships/tags" Target="../tags/tag287.xml"/><Relationship Id="rId17" Type="http://schemas.openxmlformats.org/officeDocument/2006/relationships/tags" Target="../tags/tag292.xml"/><Relationship Id="rId25" Type="http://schemas.openxmlformats.org/officeDocument/2006/relationships/tags" Target="../tags/tag300.xml"/><Relationship Id="rId33" Type="http://schemas.openxmlformats.org/officeDocument/2006/relationships/tags" Target="../tags/tag308.xml"/><Relationship Id="rId38" Type="http://schemas.openxmlformats.org/officeDocument/2006/relationships/tags" Target="../tags/tag313.xml"/><Relationship Id="rId46" Type="http://schemas.openxmlformats.org/officeDocument/2006/relationships/image" Target="../media/image89.png"/><Relationship Id="rId2" Type="http://schemas.openxmlformats.org/officeDocument/2006/relationships/tags" Target="../tags/tag277.xml"/><Relationship Id="rId16" Type="http://schemas.openxmlformats.org/officeDocument/2006/relationships/tags" Target="../tags/tag291.xml"/><Relationship Id="rId20" Type="http://schemas.openxmlformats.org/officeDocument/2006/relationships/tags" Target="../tags/tag295.xml"/><Relationship Id="rId29" Type="http://schemas.openxmlformats.org/officeDocument/2006/relationships/tags" Target="../tags/tag304.xml"/><Relationship Id="rId41" Type="http://schemas.openxmlformats.org/officeDocument/2006/relationships/tags" Target="../tags/tag316.xml"/><Relationship Id="rId1" Type="http://schemas.openxmlformats.org/officeDocument/2006/relationships/vmlDrawing" Target="../drawings/vmlDrawing26.vml"/><Relationship Id="rId6" Type="http://schemas.openxmlformats.org/officeDocument/2006/relationships/tags" Target="../tags/tag281.xml"/><Relationship Id="rId11" Type="http://schemas.openxmlformats.org/officeDocument/2006/relationships/tags" Target="../tags/tag286.xml"/><Relationship Id="rId24" Type="http://schemas.openxmlformats.org/officeDocument/2006/relationships/tags" Target="../tags/tag299.xml"/><Relationship Id="rId32" Type="http://schemas.openxmlformats.org/officeDocument/2006/relationships/tags" Target="../tags/tag307.xml"/><Relationship Id="rId37" Type="http://schemas.openxmlformats.org/officeDocument/2006/relationships/tags" Target="../tags/tag312.xml"/><Relationship Id="rId40" Type="http://schemas.openxmlformats.org/officeDocument/2006/relationships/tags" Target="../tags/tag315.xml"/><Relationship Id="rId45" Type="http://schemas.openxmlformats.org/officeDocument/2006/relationships/image" Target="../media/image85.png"/><Relationship Id="rId5" Type="http://schemas.openxmlformats.org/officeDocument/2006/relationships/tags" Target="../tags/tag280.xml"/><Relationship Id="rId15" Type="http://schemas.openxmlformats.org/officeDocument/2006/relationships/tags" Target="../tags/tag290.xml"/><Relationship Id="rId23" Type="http://schemas.openxmlformats.org/officeDocument/2006/relationships/tags" Target="../tags/tag298.xml"/><Relationship Id="rId28" Type="http://schemas.openxmlformats.org/officeDocument/2006/relationships/tags" Target="../tags/tag303.xml"/><Relationship Id="rId36" Type="http://schemas.openxmlformats.org/officeDocument/2006/relationships/tags" Target="../tags/tag311.xml"/><Relationship Id="rId49" Type="http://schemas.openxmlformats.org/officeDocument/2006/relationships/image" Target="../media/image81.png"/><Relationship Id="rId10" Type="http://schemas.openxmlformats.org/officeDocument/2006/relationships/tags" Target="../tags/tag285.xml"/><Relationship Id="rId19" Type="http://schemas.openxmlformats.org/officeDocument/2006/relationships/tags" Target="../tags/tag294.xml"/><Relationship Id="rId31" Type="http://schemas.openxmlformats.org/officeDocument/2006/relationships/tags" Target="../tags/tag306.xml"/><Relationship Id="rId44" Type="http://schemas.openxmlformats.org/officeDocument/2006/relationships/image" Target="../media/image12.emf"/><Relationship Id="rId52" Type="http://schemas.openxmlformats.org/officeDocument/2006/relationships/image" Target="../media/image91.bin"/><Relationship Id="rId4" Type="http://schemas.openxmlformats.org/officeDocument/2006/relationships/tags" Target="../tags/tag279.xml"/><Relationship Id="rId9" Type="http://schemas.openxmlformats.org/officeDocument/2006/relationships/tags" Target="../tags/tag284.xml"/><Relationship Id="rId14" Type="http://schemas.openxmlformats.org/officeDocument/2006/relationships/tags" Target="../tags/tag289.xml"/><Relationship Id="rId22" Type="http://schemas.openxmlformats.org/officeDocument/2006/relationships/tags" Target="../tags/tag297.xml"/><Relationship Id="rId27" Type="http://schemas.openxmlformats.org/officeDocument/2006/relationships/tags" Target="../tags/tag302.xml"/><Relationship Id="rId30" Type="http://schemas.openxmlformats.org/officeDocument/2006/relationships/tags" Target="../tags/tag305.xml"/><Relationship Id="rId35" Type="http://schemas.openxmlformats.org/officeDocument/2006/relationships/tags" Target="../tags/tag310.xml"/><Relationship Id="rId43" Type="http://schemas.openxmlformats.org/officeDocument/2006/relationships/oleObject" Target="../embeddings/oleObject26.bin"/><Relationship Id="rId48" Type="http://schemas.openxmlformats.org/officeDocument/2006/relationships/image" Target="../media/image80.png"/><Relationship Id="rId8" Type="http://schemas.openxmlformats.org/officeDocument/2006/relationships/tags" Target="../tags/tag283.xml"/><Relationship Id="rId51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23.xml"/><Relationship Id="rId13" Type="http://schemas.openxmlformats.org/officeDocument/2006/relationships/tags" Target="../tags/tag328.xml"/><Relationship Id="rId18" Type="http://schemas.openxmlformats.org/officeDocument/2006/relationships/tags" Target="../tags/tag333.xml"/><Relationship Id="rId26" Type="http://schemas.openxmlformats.org/officeDocument/2006/relationships/tags" Target="../tags/tag341.xml"/><Relationship Id="rId39" Type="http://schemas.openxmlformats.org/officeDocument/2006/relationships/image" Target="../media/image79.png"/><Relationship Id="rId3" Type="http://schemas.openxmlformats.org/officeDocument/2006/relationships/tags" Target="../tags/tag318.xml"/><Relationship Id="rId21" Type="http://schemas.openxmlformats.org/officeDocument/2006/relationships/tags" Target="../tags/tag336.xml"/><Relationship Id="rId34" Type="http://schemas.openxmlformats.org/officeDocument/2006/relationships/slideLayout" Target="../slideLayouts/slideLayout5.xml"/><Relationship Id="rId42" Type="http://schemas.openxmlformats.org/officeDocument/2006/relationships/image" Target="../media/image82.png"/><Relationship Id="rId7" Type="http://schemas.openxmlformats.org/officeDocument/2006/relationships/tags" Target="../tags/tag322.xml"/><Relationship Id="rId12" Type="http://schemas.openxmlformats.org/officeDocument/2006/relationships/tags" Target="../tags/tag327.xml"/><Relationship Id="rId17" Type="http://schemas.openxmlformats.org/officeDocument/2006/relationships/tags" Target="../tags/tag332.xml"/><Relationship Id="rId25" Type="http://schemas.openxmlformats.org/officeDocument/2006/relationships/tags" Target="../tags/tag340.xml"/><Relationship Id="rId33" Type="http://schemas.openxmlformats.org/officeDocument/2006/relationships/tags" Target="../tags/tag348.xml"/><Relationship Id="rId38" Type="http://schemas.openxmlformats.org/officeDocument/2006/relationships/image" Target="../media/image89.png"/><Relationship Id="rId2" Type="http://schemas.openxmlformats.org/officeDocument/2006/relationships/tags" Target="../tags/tag317.xml"/><Relationship Id="rId16" Type="http://schemas.openxmlformats.org/officeDocument/2006/relationships/tags" Target="../tags/tag331.xml"/><Relationship Id="rId20" Type="http://schemas.openxmlformats.org/officeDocument/2006/relationships/tags" Target="../tags/tag335.xml"/><Relationship Id="rId29" Type="http://schemas.openxmlformats.org/officeDocument/2006/relationships/tags" Target="../tags/tag344.xml"/><Relationship Id="rId41" Type="http://schemas.openxmlformats.org/officeDocument/2006/relationships/image" Target="../media/image81.png"/><Relationship Id="rId1" Type="http://schemas.openxmlformats.org/officeDocument/2006/relationships/vmlDrawing" Target="../drawings/vmlDrawing27.vml"/><Relationship Id="rId6" Type="http://schemas.openxmlformats.org/officeDocument/2006/relationships/tags" Target="../tags/tag321.xml"/><Relationship Id="rId11" Type="http://schemas.openxmlformats.org/officeDocument/2006/relationships/tags" Target="../tags/tag326.xml"/><Relationship Id="rId24" Type="http://schemas.openxmlformats.org/officeDocument/2006/relationships/tags" Target="../tags/tag339.xml"/><Relationship Id="rId32" Type="http://schemas.openxmlformats.org/officeDocument/2006/relationships/tags" Target="../tags/tag347.xml"/><Relationship Id="rId37" Type="http://schemas.openxmlformats.org/officeDocument/2006/relationships/image" Target="../media/image85.png"/><Relationship Id="rId40" Type="http://schemas.openxmlformats.org/officeDocument/2006/relationships/image" Target="../media/image80.png"/><Relationship Id="rId5" Type="http://schemas.openxmlformats.org/officeDocument/2006/relationships/tags" Target="../tags/tag320.xml"/><Relationship Id="rId15" Type="http://schemas.openxmlformats.org/officeDocument/2006/relationships/tags" Target="../tags/tag330.xml"/><Relationship Id="rId23" Type="http://schemas.openxmlformats.org/officeDocument/2006/relationships/tags" Target="../tags/tag338.xml"/><Relationship Id="rId28" Type="http://schemas.openxmlformats.org/officeDocument/2006/relationships/tags" Target="../tags/tag343.xml"/><Relationship Id="rId36" Type="http://schemas.openxmlformats.org/officeDocument/2006/relationships/image" Target="../media/image12.emf"/><Relationship Id="rId10" Type="http://schemas.openxmlformats.org/officeDocument/2006/relationships/tags" Target="../tags/tag325.xml"/><Relationship Id="rId19" Type="http://schemas.openxmlformats.org/officeDocument/2006/relationships/tags" Target="../tags/tag334.xml"/><Relationship Id="rId31" Type="http://schemas.openxmlformats.org/officeDocument/2006/relationships/tags" Target="../tags/tag346.xml"/><Relationship Id="rId44" Type="http://schemas.openxmlformats.org/officeDocument/2006/relationships/image" Target="../media/image91.bin"/><Relationship Id="rId4" Type="http://schemas.openxmlformats.org/officeDocument/2006/relationships/tags" Target="../tags/tag319.xml"/><Relationship Id="rId9" Type="http://schemas.openxmlformats.org/officeDocument/2006/relationships/tags" Target="../tags/tag324.xml"/><Relationship Id="rId14" Type="http://schemas.openxmlformats.org/officeDocument/2006/relationships/tags" Target="../tags/tag329.xml"/><Relationship Id="rId22" Type="http://schemas.openxmlformats.org/officeDocument/2006/relationships/tags" Target="../tags/tag337.xml"/><Relationship Id="rId27" Type="http://schemas.openxmlformats.org/officeDocument/2006/relationships/tags" Target="../tags/tag342.xml"/><Relationship Id="rId30" Type="http://schemas.openxmlformats.org/officeDocument/2006/relationships/tags" Target="../tags/tag345.xml"/><Relationship Id="rId35" Type="http://schemas.openxmlformats.org/officeDocument/2006/relationships/oleObject" Target="../embeddings/oleObject27.bin"/><Relationship Id="rId43" Type="http://schemas.openxmlformats.org/officeDocument/2006/relationships/image" Target="../media/image9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tags" Target="../tags/tag350.xml"/><Relationship Id="rId7" Type="http://schemas.openxmlformats.org/officeDocument/2006/relationships/image" Target="../media/image1.emf"/><Relationship Id="rId2" Type="http://schemas.openxmlformats.org/officeDocument/2006/relationships/tags" Target="../tags/tag349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8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9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52.xml"/><Relationship Id="rId7" Type="http://schemas.openxmlformats.org/officeDocument/2006/relationships/oleObject" Target="../embeddings/oleObject29.bin"/><Relationship Id="rId2" Type="http://schemas.openxmlformats.org/officeDocument/2006/relationships/tags" Target="../tags/tag351.xml"/><Relationship Id="rId1" Type="http://schemas.openxmlformats.org/officeDocument/2006/relationships/vmlDrawing" Target="../drawings/vmlDrawing29.vml"/><Relationship Id="rId6" Type="http://schemas.openxmlformats.org/officeDocument/2006/relationships/notesSlide" Target="../notesSlides/notesSlide8.xml"/><Relationship Id="rId11" Type="http://schemas.openxmlformats.org/officeDocument/2006/relationships/image" Target="../media/image97.png"/><Relationship Id="rId5" Type="http://schemas.openxmlformats.org/officeDocument/2006/relationships/slideLayout" Target="../slideLayouts/slideLayout3.xml"/><Relationship Id="rId10" Type="http://schemas.openxmlformats.org/officeDocument/2006/relationships/image" Target="../media/image96.jpeg"/><Relationship Id="rId4" Type="http://schemas.openxmlformats.org/officeDocument/2006/relationships/tags" Target="../tags/tag353.xml"/><Relationship Id="rId9" Type="http://schemas.openxmlformats.org/officeDocument/2006/relationships/image" Target="../media/image95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tags" Target="../tags/tag355.xml"/><Relationship Id="rId7" Type="http://schemas.openxmlformats.org/officeDocument/2006/relationships/oleObject" Target="../embeddings/oleObject30.bin"/><Relationship Id="rId2" Type="http://schemas.openxmlformats.org/officeDocument/2006/relationships/tags" Target="../tags/tag354.xml"/><Relationship Id="rId1" Type="http://schemas.openxmlformats.org/officeDocument/2006/relationships/vmlDrawing" Target="../drawings/vmlDrawing30.v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56.xml"/><Relationship Id="rId9" Type="http://schemas.openxmlformats.org/officeDocument/2006/relationships/image" Target="../media/image9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7" Type="http://schemas.openxmlformats.org/officeDocument/2006/relationships/image" Target="../media/image1.emf"/><Relationship Id="rId2" Type="http://schemas.openxmlformats.org/officeDocument/2006/relationships/tags" Target="../tags/tag35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1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565503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93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lang="en-US" sz="4400" b="1" dirty="0" err="1"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ctrTitle"/>
          </p:nvPr>
        </p:nvSpPr>
        <p:spPr>
          <a:xfrm>
            <a:off x="627063" y="3831513"/>
            <a:ext cx="8820484" cy="1970982"/>
          </a:xfr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黑体" pitchFamily="49" charset="-122"/>
              </a:rPr>
              <a:t>SIMATIC S7-1500R/H</a:t>
            </a:r>
            <a:r>
              <a:rPr lang="zh-CN" altLang="en-US" dirty="0">
                <a:solidFill>
                  <a:schemeClr val="bg1"/>
                </a:solidFill>
                <a:ea typeface="黑体" pitchFamily="49" charset="-122"/>
              </a:rPr>
              <a:t>冗余控制器</a:t>
            </a:r>
            <a:br>
              <a:rPr lang="en-US" altLang="zh-CN" sz="3600" dirty="0">
                <a:solidFill>
                  <a:schemeClr val="bg1"/>
                </a:solidFill>
                <a:ea typeface="黑体" pitchFamily="49" charset="-122"/>
              </a:rPr>
            </a:br>
            <a:br>
              <a:rPr lang="en-US" altLang="zh-CN" sz="2000" dirty="0">
                <a:solidFill>
                  <a:schemeClr val="bg1"/>
                </a:solidFill>
                <a:ea typeface="黑体" pitchFamily="49" charset="-122"/>
              </a:rPr>
            </a:br>
            <a:br>
              <a:rPr lang="en-US" altLang="zh-CN" sz="2200" b="0" dirty="0">
                <a:latin typeface="宋体" pitchFamily="2" charset="-122"/>
                <a:ea typeface="宋体" pitchFamily="2" charset="-122"/>
              </a:rPr>
            </a:br>
            <a:r>
              <a:rPr lang="zh-CN" altLang="en-US" sz="2200" b="0" dirty="0">
                <a:latin typeface="宋体" pitchFamily="2" charset="-122"/>
                <a:ea typeface="宋体" pitchFamily="2" charset="-122"/>
              </a:rPr>
              <a:t>西门子（中国）有限公司</a:t>
            </a:r>
            <a:endParaRPr lang="en-US" altLang="en-US" sz="2200" b="0" dirty="0">
              <a:latin typeface="宋体" pitchFamily="2" charset="-122"/>
              <a:ea typeface="宋体" pitchFamily="2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7501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 hidden="1"/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97064515"/>
              </p:ext>
            </p:extLst>
          </p:nvPr>
        </p:nvGraphicFramePr>
        <p:xfrm>
          <a:off x="87314" y="-177800"/>
          <a:ext cx="15883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851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4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4" y="-177800"/>
                        <a:ext cx="158833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6C7BAD54-44D6-4963-84AF-45169450767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 err="1"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627346" y="4206959"/>
            <a:ext cx="3048627" cy="1093962"/>
          </a:xfrm>
          <a:prstGeom prst="rect">
            <a:avLst/>
          </a:prstGeom>
          <a:noFill/>
          <a:ln w="9525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rgbClr val="41AAAA"/>
                </a:solidFill>
                <a:latin typeface="宋体" pitchFamily="2" charset="-122"/>
                <a:ea typeface="宋体" pitchFamily="2" charset="-122"/>
              </a:rPr>
              <a:t>减少维护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300"/>
              </a:spcBef>
              <a:buClr>
                <a:schemeClr val="accent1"/>
              </a:buClr>
            </a:pPr>
            <a:r>
              <a:rPr lang="zh-CN" alt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应用复杂，难以维护</a:t>
            </a:r>
            <a:endParaRPr lang="en-US" sz="1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296" name="AutoShape 8"/>
          <p:cNvSpPr>
            <a:spLocks noChangeArrowheads="1"/>
          </p:cNvSpPr>
          <p:nvPr/>
        </p:nvSpPr>
        <p:spPr bwMode="auto">
          <a:xfrm>
            <a:off x="8220075" y="2825000"/>
            <a:ext cx="3495675" cy="1093961"/>
          </a:xfrm>
          <a:prstGeom prst="rect">
            <a:avLst/>
          </a:prstGeom>
          <a:noFill/>
          <a:ln w="9525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rgbClr val="41AAAA"/>
                </a:solidFill>
                <a:latin typeface="宋体" pitchFamily="2" charset="-122"/>
                <a:ea typeface="宋体" pitchFamily="2" charset="-122"/>
              </a:rPr>
              <a:t>无人值守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维护计划可以更好的规划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297" name="AutoShape 9"/>
          <p:cNvSpPr>
            <a:spLocks noChangeArrowheads="1"/>
          </p:cNvSpPr>
          <p:nvPr/>
        </p:nvSpPr>
        <p:spPr bwMode="auto">
          <a:xfrm>
            <a:off x="627346" y="1443036"/>
            <a:ext cx="3763679" cy="1093962"/>
          </a:xfrm>
          <a:prstGeom prst="rect">
            <a:avLst/>
          </a:prstGeom>
          <a:noFill/>
          <a:ln w="9525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rgbClr val="41AAAA"/>
                </a:solidFill>
                <a:latin typeface="宋体" pitchFamily="2" charset="-122"/>
                <a:ea typeface="宋体" pitchFamily="2" charset="-122"/>
              </a:rPr>
              <a:t>避免停机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生产运维的高可用性，避免停产</a:t>
            </a:r>
            <a:endParaRPr lang="en-US" sz="1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27346" y="5444921"/>
            <a:ext cx="11088404" cy="462167"/>
          </a:xfrm>
          <a:prstGeom prst="rect">
            <a:avLst/>
          </a:prstGeom>
          <a:solidFill>
            <a:srgbClr val="32A0A0"/>
          </a:solidFill>
          <a:ln>
            <a:noFill/>
          </a:ln>
          <a:effectLst/>
        </p:spPr>
        <p:txBody>
          <a:bodyPr lIns="144000" tIns="36000" rIns="144000" bIns="3600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冗余系统节约成本</a:t>
            </a:r>
            <a:endParaRPr lang="en-US" b="1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303" name="AutoShape 15"/>
          <p:cNvSpPr>
            <a:spLocks noChangeArrowheads="1"/>
          </p:cNvSpPr>
          <p:nvPr/>
        </p:nvSpPr>
        <p:spPr bwMode="auto">
          <a:xfrm>
            <a:off x="8220075" y="1443039"/>
            <a:ext cx="3495675" cy="1093961"/>
          </a:xfrm>
          <a:prstGeom prst="rect">
            <a:avLst/>
          </a:prstGeom>
          <a:noFill/>
          <a:ln w="9525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rgbClr val="41AAAA"/>
                </a:solidFill>
                <a:latin typeface="宋体" pitchFamily="2" charset="-122"/>
                <a:ea typeface="宋体" pitchFamily="2" charset="-122"/>
              </a:rPr>
              <a:t>防止数据丢失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保持数据的完整性，减少失效后长时间等待重启</a:t>
            </a:r>
            <a:r>
              <a:rPr 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. </a:t>
            </a: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627345" y="2824998"/>
            <a:ext cx="3916080" cy="1093962"/>
          </a:xfrm>
          <a:prstGeom prst="rect">
            <a:avLst/>
          </a:prstGeom>
          <a:noFill/>
          <a:ln w="9525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rgbClr val="41AAAA"/>
                </a:solidFill>
                <a:latin typeface="宋体" pitchFamily="2" charset="-122"/>
                <a:ea typeface="宋体" pitchFamily="2" charset="-122"/>
              </a:rPr>
              <a:t>防止损坏</a:t>
            </a:r>
            <a:endParaRPr lang="en-US" sz="1600" b="1" dirty="0">
              <a:solidFill>
                <a:srgbClr val="41AAAA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避免非计划的生产中断，非计划停机会导致生产中的产品损坏</a:t>
            </a:r>
            <a:endParaRPr lang="en-US" sz="1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064" y="440668"/>
            <a:ext cx="8208416" cy="720000"/>
          </a:xfrm>
        </p:spPr>
        <p:txBody>
          <a:bodyPr lIns="0" tIns="0" rIns="0" bIns="0" anchor="t"/>
          <a:lstStyle/>
          <a:p>
            <a:r>
              <a:rPr lang="zh-CN" altLang="en-US" dirty="0">
                <a:latin typeface="Arial"/>
              </a:rPr>
              <a:t>冗余系统</a:t>
            </a:r>
            <a:br>
              <a:rPr lang="en-US" dirty="0">
                <a:latin typeface="Arial"/>
              </a:rPr>
            </a:br>
            <a:r>
              <a:rPr lang="en-US" dirty="0">
                <a:latin typeface="Arial"/>
              </a:rPr>
              <a:t>Motivation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DFD67DD-78A7-4D65-9E39-DFA479B911E5}"/>
              </a:ext>
            </a:extLst>
          </p:cNvPr>
          <p:cNvCxnSpPr>
            <a:cxnSpLocks/>
          </p:cNvCxnSpPr>
          <p:nvPr/>
        </p:nvCxnSpPr>
        <p:spPr bwMode="auto">
          <a:xfrm>
            <a:off x="627346" y="2680998"/>
            <a:ext cx="3763679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E1CA0EF-7241-472C-B8B9-A6ED5877C795}"/>
              </a:ext>
            </a:extLst>
          </p:cNvPr>
          <p:cNvCxnSpPr>
            <a:cxnSpLocks/>
          </p:cNvCxnSpPr>
          <p:nvPr/>
        </p:nvCxnSpPr>
        <p:spPr bwMode="auto">
          <a:xfrm>
            <a:off x="627346" y="4062960"/>
            <a:ext cx="3763679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3D224C8-7CB9-45D5-B8AB-1D6CD98E895C}"/>
              </a:ext>
            </a:extLst>
          </p:cNvPr>
          <p:cNvCxnSpPr/>
          <p:nvPr/>
        </p:nvCxnSpPr>
        <p:spPr bwMode="auto">
          <a:xfrm>
            <a:off x="8134350" y="2680998"/>
            <a:ext cx="3581400" cy="2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8454" y="3784377"/>
            <a:ext cx="2253499" cy="151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2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19528" y="3784711"/>
            <a:ext cx="2258593" cy="151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3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9807" y="3784377"/>
            <a:ext cx="2265680" cy="151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4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1538" y="1557466"/>
            <a:ext cx="1644297" cy="206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5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6396" y="1557466"/>
            <a:ext cx="1699107" cy="206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1585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SIMATIC </a:t>
            </a:r>
            <a:r>
              <a:rPr lang="zh-CN" altLang="en-US" dirty="0">
                <a:latin typeface="Arial"/>
              </a:rPr>
              <a:t>冗余系统</a:t>
            </a:r>
            <a:r>
              <a:rPr lang="en-US" altLang="zh-CN" dirty="0"/>
              <a:t>---</a:t>
            </a:r>
            <a:r>
              <a:rPr lang="de-DE" dirty="0"/>
              <a:t>S7-1500R/H</a:t>
            </a:r>
          </a:p>
        </p:txBody>
      </p:sp>
      <p:pic>
        <p:nvPicPr>
          <p:cNvPr id="18" name="Picture 4" descr="C:\Users\z003k6cf\Downloads\Tunnel_KeyVisual_C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465" r="2266" b="4804"/>
          <a:stretch/>
        </p:blipFill>
        <p:spPr bwMode="gray">
          <a:xfrm>
            <a:off x="6243638" y="1449387"/>
            <a:ext cx="5472112" cy="47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9" name="Gruppieren 48"/>
          <p:cNvGrpSpPr/>
          <p:nvPr/>
        </p:nvGrpSpPr>
        <p:grpSpPr bwMode="gray">
          <a:xfrm>
            <a:off x="627414" y="1701416"/>
            <a:ext cx="5472114" cy="718311"/>
            <a:chOff x="627061" y="1558177"/>
            <a:chExt cx="5472114" cy="718311"/>
          </a:xfrm>
        </p:grpSpPr>
        <p:sp>
          <p:nvSpPr>
            <p:cNvPr id="34" name="Textfeld 33"/>
            <p:cNvSpPr txBox="1"/>
            <p:nvPr/>
          </p:nvSpPr>
          <p:spPr bwMode="gray">
            <a:xfrm>
              <a:off x="627061" y="1558177"/>
              <a:ext cx="54721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32A0A0"/>
                  </a:solidFill>
                </a:rPr>
                <a:t>基于标准</a:t>
              </a:r>
              <a:r>
                <a:rPr lang="en-US" sz="1600" b="1" dirty="0">
                  <a:solidFill>
                    <a:srgbClr val="32A0A0"/>
                  </a:solidFill>
                </a:rPr>
                <a:t> S7-1500 CPU </a:t>
              </a:r>
              <a:r>
                <a:rPr lang="zh-CN" altLang="en-US" sz="1600" b="1" dirty="0">
                  <a:solidFill>
                    <a:srgbClr val="32A0A0"/>
                  </a:solidFill>
                </a:rPr>
                <a:t>和</a:t>
              </a:r>
              <a:r>
                <a:rPr lang="en-US" sz="1600" b="1" dirty="0">
                  <a:solidFill>
                    <a:srgbClr val="32A0A0"/>
                  </a:solidFill>
                </a:rPr>
                <a:t> PROFINET</a:t>
              </a:r>
            </a:p>
          </p:txBody>
        </p:sp>
        <p:sp>
          <p:nvSpPr>
            <p:cNvPr id="35" name="Textfeld 34"/>
            <p:cNvSpPr txBox="1">
              <a:spLocks/>
            </p:cNvSpPr>
            <p:nvPr/>
          </p:nvSpPr>
          <p:spPr bwMode="gray">
            <a:xfrm>
              <a:off x="627061" y="1845601"/>
              <a:ext cx="547211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809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基于标准型的</a:t>
              </a:r>
              <a:r>
                <a:rPr lang="en-US" altLang="zh-CN" sz="1400" dirty="0">
                  <a:solidFill>
                    <a:schemeClr val="tx1"/>
                  </a:solidFill>
                </a:rPr>
                <a:t>S7-1500</a:t>
              </a:r>
              <a:r>
                <a:rPr lang="zh-CN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CPU /Fail-safe CPU</a:t>
              </a:r>
            </a:p>
            <a:p>
              <a:pPr marL="1809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基于</a:t>
              </a:r>
              <a:r>
                <a:rPr lang="en-US" altLang="zh-CN" sz="1400" dirty="0">
                  <a:solidFill>
                    <a:schemeClr val="tx1"/>
                  </a:solidFill>
                </a:rPr>
                <a:t>PROFINET</a:t>
              </a:r>
              <a:r>
                <a:rPr lang="zh-CN" altLang="en-US" sz="1400" dirty="0">
                  <a:solidFill>
                    <a:schemeClr val="tx1"/>
                  </a:solidFill>
                </a:rPr>
                <a:t>系统冗余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6" name="Gerade Verbindung 35"/>
          <p:cNvCxnSpPr>
            <a:cxnSpLocks/>
          </p:cNvCxnSpPr>
          <p:nvPr/>
        </p:nvCxnSpPr>
        <p:spPr bwMode="gray">
          <a:xfrm>
            <a:off x="627063" y="3201987"/>
            <a:ext cx="5472000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BECDD7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 Verbindung 36"/>
          <p:cNvCxnSpPr>
            <a:cxnSpLocks/>
          </p:cNvCxnSpPr>
          <p:nvPr/>
        </p:nvCxnSpPr>
        <p:spPr bwMode="gray">
          <a:xfrm>
            <a:off x="627063" y="4986421"/>
            <a:ext cx="5472000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BECDD7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Freeform 5"/>
          <p:cNvSpPr>
            <a:spLocks noChangeAspect="1"/>
          </p:cNvSpPr>
          <p:nvPr/>
        </p:nvSpPr>
        <p:spPr bwMode="gray">
          <a:xfrm>
            <a:off x="5723264" y="1698853"/>
            <a:ext cx="376264" cy="292850"/>
          </a:xfrm>
          <a:custGeom>
            <a:avLst/>
            <a:gdLst>
              <a:gd name="T0" fmla="*/ 418 w 1254"/>
              <a:gd name="T1" fmla="*/ 697 h 976"/>
              <a:gd name="T2" fmla="*/ 1114 w 1254"/>
              <a:gd name="T3" fmla="*/ 0 h 976"/>
              <a:gd name="T4" fmla="*/ 1254 w 1254"/>
              <a:gd name="T5" fmla="*/ 138 h 976"/>
              <a:gd name="T6" fmla="*/ 418 w 1254"/>
              <a:gd name="T7" fmla="*/ 976 h 976"/>
              <a:gd name="T8" fmla="*/ 0 w 1254"/>
              <a:gd name="T9" fmla="*/ 557 h 976"/>
              <a:gd name="T10" fmla="*/ 138 w 1254"/>
              <a:gd name="T11" fmla="*/ 419 h 976"/>
              <a:gd name="T12" fmla="*/ 418 w 1254"/>
              <a:gd name="T13" fmla="*/ 697 h 976"/>
              <a:gd name="T14" fmla="*/ 418 w 1254"/>
              <a:gd name="T15" fmla="*/ 697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54" h="976">
                <a:moveTo>
                  <a:pt x="418" y="697"/>
                </a:moveTo>
                <a:lnTo>
                  <a:pt x="1114" y="0"/>
                </a:lnTo>
                <a:lnTo>
                  <a:pt x="1254" y="138"/>
                </a:lnTo>
                <a:lnTo>
                  <a:pt x="418" y="976"/>
                </a:lnTo>
                <a:lnTo>
                  <a:pt x="0" y="557"/>
                </a:lnTo>
                <a:lnTo>
                  <a:pt x="138" y="419"/>
                </a:lnTo>
                <a:lnTo>
                  <a:pt x="418" y="697"/>
                </a:lnTo>
                <a:lnTo>
                  <a:pt x="418" y="69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400" kern="1400" dirty="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8" name="Gruppieren 47"/>
          <p:cNvGrpSpPr/>
          <p:nvPr/>
        </p:nvGrpSpPr>
        <p:grpSpPr bwMode="gray">
          <a:xfrm>
            <a:off x="627414" y="3273995"/>
            <a:ext cx="5472114" cy="1163117"/>
            <a:chOff x="627061" y="2622484"/>
            <a:chExt cx="5472114" cy="1163117"/>
          </a:xfrm>
        </p:grpSpPr>
        <p:sp>
          <p:nvSpPr>
            <p:cNvPr id="40" name="Textfeld 39"/>
            <p:cNvSpPr txBox="1"/>
            <p:nvPr/>
          </p:nvSpPr>
          <p:spPr bwMode="gray">
            <a:xfrm>
              <a:off x="627061" y="2622484"/>
              <a:ext cx="54721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32A0A0"/>
                  </a:solidFill>
                </a:rPr>
                <a:t>透明化编程</a:t>
              </a:r>
              <a:endParaRPr lang="en-US" sz="1600" b="1" dirty="0">
                <a:solidFill>
                  <a:srgbClr val="32A0A0"/>
                </a:solidFill>
              </a:endParaRPr>
            </a:p>
          </p:txBody>
        </p:sp>
        <p:sp>
          <p:nvSpPr>
            <p:cNvPr id="41" name="Textfeld 40"/>
            <p:cNvSpPr txBox="1">
              <a:spLocks/>
            </p:cNvSpPr>
            <p:nvPr/>
          </p:nvSpPr>
          <p:spPr bwMode="gray">
            <a:xfrm>
              <a:off x="627061" y="2923827"/>
              <a:ext cx="5472112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809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标准的工程开发工具</a:t>
              </a:r>
              <a:r>
                <a:rPr lang="en-US" sz="1400" dirty="0">
                  <a:solidFill>
                    <a:schemeClr val="tx1"/>
                  </a:solidFill>
                </a:rPr>
                <a:t> TIA Portal V15.1 </a:t>
              </a:r>
            </a:p>
            <a:p>
              <a:pPr marL="3587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冗余功能完全集成于</a:t>
              </a:r>
              <a:r>
                <a:rPr lang="en-US" sz="1400" dirty="0">
                  <a:solidFill>
                    <a:schemeClr val="tx1"/>
                  </a:solidFill>
                </a:rPr>
                <a:t>TIA Portal</a:t>
              </a:r>
            </a:p>
            <a:p>
              <a:pPr marL="3587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编程和标准</a:t>
              </a:r>
              <a:r>
                <a:rPr lang="en-US" altLang="zh-CN" sz="1400" dirty="0">
                  <a:solidFill>
                    <a:schemeClr val="tx1"/>
                  </a:solidFill>
                </a:rPr>
                <a:t>CPU</a:t>
              </a:r>
              <a:r>
                <a:rPr lang="zh-CN" altLang="en-US" sz="1400" dirty="0">
                  <a:solidFill>
                    <a:schemeClr val="tx1"/>
                  </a:solidFill>
                </a:rPr>
                <a:t>一样</a:t>
              </a:r>
              <a:endParaRPr lang="en-US" sz="1400" dirty="0">
                <a:solidFill>
                  <a:schemeClr val="tx1"/>
                </a:solidFill>
              </a:endParaRPr>
            </a:p>
            <a:p>
              <a:pPr marL="3587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无需深入的冗余知识储备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uppieren 46"/>
          <p:cNvGrpSpPr/>
          <p:nvPr/>
        </p:nvGrpSpPr>
        <p:grpSpPr bwMode="gray">
          <a:xfrm>
            <a:off x="627414" y="5058429"/>
            <a:ext cx="5472114" cy="718919"/>
            <a:chOff x="627061" y="3914336"/>
            <a:chExt cx="5472114" cy="718919"/>
          </a:xfrm>
        </p:grpSpPr>
        <p:sp>
          <p:nvSpPr>
            <p:cNvPr id="42" name="Textfeld 41"/>
            <p:cNvSpPr txBox="1"/>
            <p:nvPr/>
          </p:nvSpPr>
          <p:spPr bwMode="gray">
            <a:xfrm>
              <a:off x="627061" y="3914336"/>
              <a:ext cx="54721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32A0A0"/>
                  </a:solidFill>
                </a:rPr>
                <a:t>灵活扩展</a:t>
              </a:r>
              <a:endParaRPr lang="en-US" sz="1600" b="1" dirty="0">
                <a:solidFill>
                  <a:srgbClr val="32A0A0"/>
                </a:solidFill>
              </a:endParaRPr>
            </a:p>
          </p:txBody>
        </p:sp>
        <p:sp>
          <p:nvSpPr>
            <p:cNvPr id="43" name="Textfeld 42"/>
            <p:cNvSpPr txBox="1">
              <a:spLocks/>
            </p:cNvSpPr>
            <p:nvPr/>
          </p:nvSpPr>
          <p:spPr bwMode="gray">
            <a:xfrm>
              <a:off x="627061" y="4202368"/>
              <a:ext cx="547211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809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灵活的冗余架构</a:t>
              </a:r>
              <a:endParaRPr lang="en-US" sz="1400" dirty="0">
                <a:solidFill>
                  <a:schemeClr val="tx1"/>
                </a:solidFill>
              </a:endParaRPr>
            </a:p>
            <a:p>
              <a:pPr marL="180975" indent="-180975">
                <a:spcBef>
                  <a:spcPts val="0"/>
                </a:spcBef>
                <a:buClr>
                  <a:schemeClr val="accent1"/>
                </a:buClr>
                <a:buFont typeface="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</a:rPr>
                <a:t>多种</a:t>
              </a:r>
              <a:r>
                <a:rPr lang="en-US" altLang="zh-CN" sz="1400" dirty="0">
                  <a:solidFill>
                    <a:schemeClr val="tx1"/>
                  </a:solidFill>
                </a:rPr>
                <a:t>CPU</a:t>
              </a:r>
              <a:r>
                <a:rPr lang="zh-CN" altLang="en-US" sz="1400" dirty="0">
                  <a:solidFill>
                    <a:schemeClr val="tx1"/>
                  </a:solidFill>
                </a:rPr>
                <a:t>可选</a:t>
              </a:r>
              <a:r>
                <a:rPr lang="en-US" sz="1400" dirty="0">
                  <a:solidFill>
                    <a:schemeClr val="tx1"/>
                  </a:solidFill>
                </a:rPr>
                <a:t> (1513 </a:t>
              </a:r>
              <a:r>
                <a:rPr lang="en-US" sz="14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400" dirty="0">
                  <a:solidFill>
                    <a:schemeClr val="tx1"/>
                  </a:solidFill>
                </a:rPr>
                <a:t>1517)</a:t>
              </a:r>
            </a:p>
          </p:txBody>
        </p:sp>
      </p:grpSp>
      <p:sp>
        <p:nvSpPr>
          <p:cNvPr id="51" name="Freeform 5"/>
          <p:cNvSpPr>
            <a:spLocks noChangeAspect="1"/>
          </p:cNvSpPr>
          <p:nvPr/>
        </p:nvSpPr>
        <p:spPr bwMode="gray">
          <a:xfrm>
            <a:off x="5722799" y="3282488"/>
            <a:ext cx="376264" cy="292850"/>
          </a:xfrm>
          <a:custGeom>
            <a:avLst/>
            <a:gdLst>
              <a:gd name="T0" fmla="*/ 418 w 1254"/>
              <a:gd name="T1" fmla="*/ 697 h 976"/>
              <a:gd name="T2" fmla="*/ 1114 w 1254"/>
              <a:gd name="T3" fmla="*/ 0 h 976"/>
              <a:gd name="T4" fmla="*/ 1254 w 1254"/>
              <a:gd name="T5" fmla="*/ 138 h 976"/>
              <a:gd name="T6" fmla="*/ 418 w 1254"/>
              <a:gd name="T7" fmla="*/ 976 h 976"/>
              <a:gd name="T8" fmla="*/ 0 w 1254"/>
              <a:gd name="T9" fmla="*/ 557 h 976"/>
              <a:gd name="T10" fmla="*/ 138 w 1254"/>
              <a:gd name="T11" fmla="*/ 419 h 976"/>
              <a:gd name="T12" fmla="*/ 418 w 1254"/>
              <a:gd name="T13" fmla="*/ 697 h 976"/>
              <a:gd name="T14" fmla="*/ 418 w 1254"/>
              <a:gd name="T15" fmla="*/ 697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54" h="976">
                <a:moveTo>
                  <a:pt x="418" y="697"/>
                </a:moveTo>
                <a:lnTo>
                  <a:pt x="1114" y="0"/>
                </a:lnTo>
                <a:lnTo>
                  <a:pt x="1254" y="138"/>
                </a:lnTo>
                <a:lnTo>
                  <a:pt x="418" y="976"/>
                </a:lnTo>
                <a:lnTo>
                  <a:pt x="0" y="557"/>
                </a:lnTo>
                <a:lnTo>
                  <a:pt x="138" y="419"/>
                </a:lnTo>
                <a:lnTo>
                  <a:pt x="418" y="697"/>
                </a:lnTo>
                <a:lnTo>
                  <a:pt x="418" y="69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400" kern="1400" dirty="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2" name="Freeform 5"/>
          <p:cNvSpPr>
            <a:spLocks noChangeAspect="1"/>
          </p:cNvSpPr>
          <p:nvPr/>
        </p:nvSpPr>
        <p:spPr bwMode="gray">
          <a:xfrm>
            <a:off x="5723264" y="5130698"/>
            <a:ext cx="376264" cy="292850"/>
          </a:xfrm>
          <a:custGeom>
            <a:avLst/>
            <a:gdLst>
              <a:gd name="T0" fmla="*/ 418 w 1254"/>
              <a:gd name="T1" fmla="*/ 697 h 976"/>
              <a:gd name="T2" fmla="*/ 1114 w 1254"/>
              <a:gd name="T3" fmla="*/ 0 h 976"/>
              <a:gd name="T4" fmla="*/ 1254 w 1254"/>
              <a:gd name="T5" fmla="*/ 138 h 976"/>
              <a:gd name="T6" fmla="*/ 418 w 1254"/>
              <a:gd name="T7" fmla="*/ 976 h 976"/>
              <a:gd name="T8" fmla="*/ 0 w 1254"/>
              <a:gd name="T9" fmla="*/ 557 h 976"/>
              <a:gd name="T10" fmla="*/ 138 w 1254"/>
              <a:gd name="T11" fmla="*/ 419 h 976"/>
              <a:gd name="T12" fmla="*/ 418 w 1254"/>
              <a:gd name="T13" fmla="*/ 697 h 976"/>
              <a:gd name="T14" fmla="*/ 418 w 1254"/>
              <a:gd name="T15" fmla="*/ 697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54" h="976">
                <a:moveTo>
                  <a:pt x="418" y="697"/>
                </a:moveTo>
                <a:lnTo>
                  <a:pt x="1114" y="0"/>
                </a:lnTo>
                <a:lnTo>
                  <a:pt x="1254" y="138"/>
                </a:lnTo>
                <a:lnTo>
                  <a:pt x="418" y="976"/>
                </a:lnTo>
                <a:lnTo>
                  <a:pt x="0" y="557"/>
                </a:lnTo>
                <a:lnTo>
                  <a:pt x="138" y="419"/>
                </a:lnTo>
                <a:lnTo>
                  <a:pt x="418" y="697"/>
                </a:lnTo>
                <a:lnTo>
                  <a:pt x="418" y="69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400" kern="1400" dirty="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" name="Freeform 31"/>
          <p:cNvSpPr>
            <a:spLocks noChangeAspect="1" noEditPoints="1"/>
          </p:cNvSpPr>
          <p:nvPr/>
        </p:nvSpPr>
        <p:spPr bwMode="gray">
          <a:xfrm>
            <a:off x="5668175" y="2060848"/>
            <a:ext cx="430888" cy="430887"/>
          </a:xfrm>
          <a:custGeom>
            <a:avLst/>
            <a:gdLst>
              <a:gd name="T0" fmla="*/ 1200 w 2400"/>
              <a:gd name="T1" fmla="*/ 0 h 2400"/>
              <a:gd name="T2" fmla="*/ 840 w 2400"/>
              <a:gd name="T3" fmla="*/ 2220 h 2400"/>
              <a:gd name="T4" fmla="*/ 455 w 2400"/>
              <a:gd name="T5" fmla="*/ 2400 h 2400"/>
              <a:gd name="T6" fmla="*/ 0 w 2400"/>
              <a:gd name="T7" fmla="*/ 0 h 2400"/>
              <a:gd name="T8" fmla="*/ 2400 w 2400"/>
              <a:gd name="T9" fmla="*/ 2400 h 2400"/>
              <a:gd name="T10" fmla="*/ 631 w 2400"/>
              <a:gd name="T11" fmla="*/ 2329 h 2400"/>
              <a:gd name="T12" fmla="*/ 2400 w 2400"/>
              <a:gd name="T13" fmla="*/ 2260 h 2400"/>
              <a:gd name="T14" fmla="*/ 1800 w 2400"/>
              <a:gd name="T15" fmla="*/ 0 h 2400"/>
              <a:gd name="T16" fmla="*/ 1240 w 2400"/>
              <a:gd name="T17" fmla="*/ 2220 h 2400"/>
              <a:gd name="T18" fmla="*/ 1840 w 2400"/>
              <a:gd name="T19" fmla="*/ 0 h 2400"/>
              <a:gd name="T20" fmla="*/ 2400 w 2400"/>
              <a:gd name="T21" fmla="*/ 2220 h 2400"/>
              <a:gd name="T22" fmla="*/ 1840 w 2400"/>
              <a:gd name="T23" fmla="*/ 0 h 2400"/>
              <a:gd name="T24" fmla="*/ 700 w 2400"/>
              <a:gd name="T25" fmla="*/ 1400 h 2400"/>
              <a:gd name="T26" fmla="*/ 500 w 2400"/>
              <a:gd name="T27" fmla="*/ 1600 h 2400"/>
              <a:gd name="T28" fmla="*/ 532 w 2400"/>
              <a:gd name="T29" fmla="*/ 1568 h 2400"/>
              <a:gd name="T30" fmla="*/ 668 w 2400"/>
              <a:gd name="T31" fmla="*/ 1432 h 2400"/>
              <a:gd name="T32" fmla="*/ 1000 w 2400"/>
              <a:gd name="T33" fmla="*/ 1200 h 2400"/>
              <a:gd name="T34" fmla="*/ 200 w 2400"/>
              <a:gd name="T35" fmla="*/ 200 h 2400"/>
              <a:gd name="T36" fmla="*/ 1000 w 2400"/>
              <a:gd name="T37" fmla="*/ 1200 h 2400"/>
              <a:gd name="T38" fmla="*/ 460 w 2400"/>
              <a:gd name="T39" fmla="*/ 1640 h 2400"/>
              <a:gd name="T40" fmla="*/ 260 w 2400"/>
              <a:gd name="T41" fmla="*/ 1840 h 2400"/>
              <a:gd name="T42" fmla="*/ 292 w 2400"/>
              <a:gd name="T43" fmla="*/ 1808 h 2400"/>
              <a:gd name="T44" fmla="*/ 428 w 2400"/>
              <a:gd name="T45" fmla="*/ 1672 h 2400"/>
              <a:gd name="T46" fmla="*/ 676 w 2400"/>
              <a:gd name="T47" fmla="*/ 1904 h 2400"/>
              <a:gd name="T48" fmla="*/ 500 w 2400"/>
              <a:gd name="T49" fmla="*/ 1880 h 2400"/>
              <a:gd name="T50" fmla="*/ 524 w 2400"/>
              <a:gd name="T51" fmla="*/ 2056 h 2400"/>
              <a:gd name="T52" fmla="*/ 532 w 2400"/>
              <a:gd name="T53" fmla="*/ 1912 h 2400"/>
              <a:gd name="T54" fmla="*/ 676 w 2400"/>
              <a:gd name="T55" fmla="*/ 1904 h 2400"/>
              <a:gd name="T56" fmla="*/ 940 w 2400"/>
              <a:gd name="T57" fmla="*/ 1640 h 2400"/>
              <a:gd name="T58" fmla="*/ 740 w 2400"/>
              <a:gd name="T59" fmla="*/ 1840 h 2400"/>
              <a:gd name="T60" fmla="*/ 772 w 2400"/>
              <a:gd name="T61" fmla="*/ 1808 h 2400"/>
              <a:gd name="T62" fmla="*/ 908 w 2400"/>
              <a:gd name="T63" fmla="*/ 1672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00" h="2400">
                <a:moveTo>
                  <a:pt x="0" y="0"/>
                </a:moveTo>
                <a:cubicBezTo>
                  <a:pt x="1200" y="0"/>
                  <a:pt x="1200" y="0"/>
                  <a:pt x="1200" y="0"/>
                </a:cubicBezTo>
                <a:cubicBezTo>
                  <a:pt x="1200" y="2220"/>
                  <a:pt x="1200" y="2220"/>
                  <a:pt x="1200" y="2220"/>
                </a:cubicBezTo>
                <a:cubicBezTo>
                  <a:pt x="840" y="2220"/>
                  <a:pt x="840" y="2220"/>
                  <a:pt x="840" y="2220"/>
                </a:cubicBezTo>
                <a:cubicBezTo>
                  <a:pt x="726" y="2221"/>
                  <a:pt x="698" y="2242"/>
                  <a:pt x="609" y="2295"/>
                </a:cubicBezTo>
                <a:cubicBezTo>
                  <a:pt x="582" y="2313"/>
                  <a:pt x="516" y="2359"/>
                  <a:pt x="455" y="240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2400" y="2260"/>
                </a:moveTo>
                <a:cubicBezTo>
                  <a:pt x="2400" y="2400"/>
                  <a:pt x="2400" y="2400"/>
                  <a:pt x="2400" y="2400"/>
                </a:cubicBezTo>
                <a:cubicBezTo>
                  <a:pt x="526" y="2400"/>
                  <a:pt x="526" y="2400"/>
                  <a:pt x="526" y="2400"/>
                </a:cubicBezTo>
                <a:cubicBezTo>
                  <a:pt x="570" y="2370"/>
                  <a:pt x="611" y="2342"/>
                  <a:pt x="631" y="2329"/>
                </a:cubicBezTo>
                <a:cubicBezTo>
                  <a:pt x="715" y="2278"/>
                  <a:pt x="735" y="2260"/>
                  <a:pt x="848" y="2260"/>
                </a:cubicBezTo>
                <a:cubicBezTo>
                  <a:pt x="2400" y="2260"/>
                  <a:pt x="2400" y="2260"/>
                  <a:pt x="2400" y="2260"/>
                </a:cubicBezTo>
                <a:close/>
                <a:moveTo>
                  <a:pt x="1240" y="0"/>
                </a:moveTo>
                <a:cubicBezTo>
                  <a:pt x="1800" y="0"/>
                  <a:pt x="1800" y="0"/>
                  <a:pt x="1800" y="0"/>
                </a:cubicBezTo>
                <a:cubicBezTo>
                  <a:pt x="1800" y="2220"/>
                  <a:pt x="1800" y="2220"/>
                  <a:pt x="1800" y="2220"/>
                </a:cubicBezTo>
                <a:cubicBezTo>
                  <a:pt x="1240" y="2220"/>
                  <a:pt x="1240" y="2220"/>
                  <a:pt x="1240" y="2220"/>
                </a:cubicBezTo>
                <a:cubicBezTo>
                  <a:pt x="1240" y="0"/>
                  <a:pt x="1240" y="0"/>
                  <a:pt x="1240" y="0"/>
                </a:cubicBezTo>
                <a:close/>
                <a:moveTo>
                  <a:pt x="1840" y="0"/>
                </a:moveTo>
                <a:cubicBezTo>
                  <a:pt x="2400" y="0"/>
                  <a:pt x="2400" y="0"/>
                  <a:pt x="2400" y="0"/>
                </a:cubicBezTo>
                <a:cubicBezTo>
                  <a:pt x="2400" y="2220"/>
                  <a:pt x="2400" y="2220"/>
                  <a:pt x="2400" y="2220"/>
                </a:cubicBezTo>
                <a:cubicBezTo>
                  <a:pt x="1840" y="2220"/>
                  <a:pt x="1840" y="2220"/>
                  <a:pt x="1840" y="2220"/>
                </a:cubicBezTo>
                <a:cubicBezTo>
                  <a:pt x="1840" y="0"/>
                  <a:pt x="1840" y="0"/>
                  <a:pt x="1840" y="0"/>
                </a:cubicBezTo>
                <a:close/>
                <a:moveTo>
                  <a:pt x="676" y="1424"/>
                </a:moveTo>
                <a:cubicBezTo>
                  <a:pt x="700" y="1400"/>
                  <a:pt x="700" y="1400"/>
                  <a:pt x="700" y="1400"/>
                </a:cubicBezTo>
                <a:cubicBezTo>
                  <a:pt x="500" y="1400"/>
                  <a:pt x="500" y="1400"/>
                  <a:pt x="500" y="1400"/>
                </a:cubicBezTo>
                <a:cubicBezTo>
                  <a:pt x="500" y="1600"/>
                  <a:pt x="500" y="1600"/>
                  <a:pt x="500" y="1600"/>
                </a:cubicBezTo>
                <a:cubicBezTo>
                  <a:pt x="524" y="1576"/>
                  <a:pt x="524" y="1576"/>
                  <a:pt x="524" y="1576"/>
                </a:cubicBezTo>
                <a:cubicBezTo>
                  <a:pt x="532" y="1568"/>
                  <a:pt x="532" y="1568"/>
                  <a:pt x="532" y="1568"/>
                </a:cubicBezTo>
                <a:cubicBezTo>
                  <a:pt x="532" y="1432"/>
                  <a:pt x="532" y="1432"/>
                  <a:pt x="532" y="1432"/>
                </a:cubicBezTo>
                <a:cubicBezTo>
                  <a:pt x="668" y="1432"/>
                  <a:pt x="668" y="1432"/>
                  <a:pt x="668" y="1432"/>
                </a:cubicBezTo>
                <a:cubicBezTo>
                  <a:pt x="676" y="1424"/>
                  <a:pt x="676" y="1424"/>
                  <a:pt x="676" y="1424"/>
                </a:cubicBezTo>
                <a:close/>
                <a:moveTo>
                  <a:pt x="1000" y="1200"/>
                </a:moveTo>
                <a:cubicBezTo>
                  <a:pt x="1000" y="200"/>
                  <a:pt x="1000" y="200"/>
                  <a:pt x="1000" y="200"/>
                </a:cubicBezTo>
                <a:cubicBezTo>
                  <a:pt x="200" y="200"/>
                  <a:pt x="200" y="200"/>
                  <a:pt x="200" y="200"/>
                </a:cubicBezTo>
                <a:cubicBezTo>
                  <a:pt x="200" y="1200"/>
                  <a:pt x="200" y="1200"/>
                  <a:pt x="200" y="1200"/>
                </a:cubicBezTo>
                <a:cubicBezTo>
                  <a:pt x="1000" y="1200"/>
                  <a:pt x="1000" y="1200"/>
                  <a:pt x="1000" y="1200"/>
                </a:cubicBezTo>
                <a:close/>
                <a:moveTo>
                  <a:pt x="436" y="1664"/>
                </a:moveTo>
                <a:cubicBezTo>
                  <a:pt x="460" y="1640"/>
                  <a:pt x="460" y="1640"/>
                  <a:pt x="460" y="1640"/>
                </a:cubicBezTo>
                <a:cubicBezTo>
                  <a:pt x="260" y="1640"/>
                  <a:pt x="260" y="1640"/>
                  <a:pt x="260" y="1640"/>
                </a:cubicBezTo>
                <a:cubicBezTo>
                  <a:pt x="260" y="1840"/>
                  <a:pt x="260" y="1840"/>
                  <a:pt x="260" y="1840"/>
                </a:cubicBezTo>
                <a:cubicBezTo>
                  <a:pt x="284" y="1816"/>
                  <a:pt x="284" y="1816"/>
                  <a:pt x="284" y="1816"/>
                </a:cubicBezTo>
                <a:cubicBezTo>
                  <a:pt x="292" y="1808"/>
                  <a:pt x="292" y="1808"/>
                  <a:pt x="292" y="1808"/>
                </a:cubicBezTo>
                <a:cubicBezTo>
                  <a:pt x="292" y="1672"/>
                  <a:pt x="292" y="1672"/>
                  <a:pt x="292" y="1672"/>
                </a:cubicBezTo>
                <a:cubicBezTo>
                  <a:pt x="428" y="1672"/>
                  <a:pt x="428" y="1672"/>
                  <a:pt x="428" y="1672"/>
                </a:cubicBezTo>
                <a:cubicBezTo>
                  <a:pt x="436" y="1664"/>
                  <a:pt x="436" y="1664"/>
                  <a:pt x="436" y="1664"/>
                </a:cubicBezTo>
                <a:close/>
                <a:moveTo>
                  <a:pt x="676" y="1904"/>
                </a:moveTo>
                <a:cubicBezTo>
                  <a:pt x="700" y="1880"/>
                  <a:pt x="700" y="1880"/>
                  <a:pt x="700" y="1880"/>
                </a:cubicBezTo>
                <a:cubicBezTo>
                  <a:pt x="500" y="1880"/>
                  <a:pt x="500" y="1880"/>
                  <a:pt x="500" y="1880"/>
                </a:cubicBezTo>
                <a:cubicBezTo>
                  <a:pt x="500" y="2080"/>
                  <a:pt x="500" y="2080"/>
                  <a:pt x="500" y="2080"/>
                </a:cubicBezTo>
                <a:cubicBezTo>
                  <a:pt x="524" y="2056"/>
                  <a:pt x="524" y="2056"/>
                  <a:pt x="524" y="2056"/>
                </a:cubicBezTo>
                <a:cubicBezTo>
                  <a:pt x="532" y="2048"/>
                  <a:pt x="532" y="2048"/>
                  <a:pt x="532" y="2048"/>
                </a:cubicBezTo>
                <a:cubicBezTo>
                  <a:pt x="532" y="1912"/>
                  <a:pt x="532" y="1912"/>
                  <a:pt x="532" y="1912"/>
                </a:cubicBezTo>
                <a:cubicBezTo>
                  <a:pt x="668" y="1912"/>
                  <a:pt x="668" y="1912"/>
                  <a:pt x="668" y="1912"/>
                </a:cubicBezTo>
                <a:cubicBezTo>
                  <a:pt x="676" y="1904"/>
                  <a:pt x="676" y="1904"/>
                  <a:pt x="676" y="1904"/>
                </a:cubicBezTo>
                <a:close/>
                <a:moveTo>
                  <a:pt x="916" y="1664"/>
                </a:moveTo>
                <a:cubicBezTo>
                  <a:pt x="940" y="1640"/>
                  <a:pt x="940" y="1640"/>
                  <a:pt x="940" y="1640"/>
                </a:cubicBezTo>
                <a:cubicBezTo>
                  <a:pt x="740" y="1640"/>
                  <a:pt x="740" y="1640"/>
                  <a:pt x="740" y="1640"/>
                </a:cubicBezTo>
                <a:cubicBezTo>
                  <a:pt x="740" y="1840"/>
                  <a:pt x="740" y="1840"/>
                  <a:pt x="740" y="1840"/>
                </a:cubicBezTo>
                <a:cubicBezTo>
                  <a:pt x="764" y="1816"/>
                  <a:pt x="764" y="1816"/>
                  <a:pt x="764" y="1816"/>
                </a:cubicBezTo>
                <a:cubicBezTo>
                  <a:pt x="772" y="1808"/>
                  <a:pt x="772" y="1808"/>
                  <a:pt x="772" y="1808"/>
                </a:cubicBezTo>
                <a:cubicBezTo>
                  <a:pt x="772" y="1672"/>
                  <a:pt x="772" y="1672"/>
                  <a:pt x="772" y="1672"/>
                </a:cubicBezTo>
                <a:cubicBezTo>
                  <a:pt x="908" y="1672"/>
                  <a:pt x="908" y="1672"/>
                  <a:pt x="908" y="1672"/>
                </a:cubicBezTo>
                <a:cubicBezTo>
                  <a:pt x="916" y="1664"/>
                  <a:pt x="916" y="1664"/>
                  <a:pt x="916" y="1664"/>
                </a:cubicBez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400" kern="1400" dirty="0">
              <a:solidFill>
                <a:srgbClr val="788791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7" name="Freeform 160"/>
          <p:cNvSpPr>
            <a:spLocks noChangeAspect="1" noEditPoints="1"/>
          </p:cNvSpPr>
          <p:nvPr/>
        </p:nvSpPr>
        <p:spPr bwMode="gray">
          <a:xfrm>
            <a:off x="5541263" y="3899374"/>
            <a:ext cx="627087" cy="387603"/>
          </a:xfrm>
          <a:custGeom>
            <a:avLst/>
            <a:gdLst>
              <a:gd name="T0" fmla="*/ 1325 w 2400"/>
              <a:gd name="T1" fmla="*/ 533 h 1480"/>
              <a:gd name="T2" fmla="*/ 1275 w 2400"/>
              <a:gd name="T3" fmla="*/ 593 h 1480"/>
              <a:gd name="T4" fmla="*/ 1225 w 2400"/>
              <a:gd name="T5" fmla="*/ 553 h 1480"/>
              <a:gd name="T6" fmla="*/ 1175 w 2400"/>
              <a:gd name="T7" fmla="*/ 613 h 1480"/>
              <a:gd name="T8" fmla="*/ 1118 w 2400"/>
              <a:gd name="T9" fmla="*/ 582 h 1480"/>
              <a:gd name="T10" fmla="*/ 1055 w 2400"/>
              <a:gd name="T11" fmla="*/ 603 h 1480"/>
              <a:gd name="T12" fmla="*/ 1105 w 2400"/>
              <a:gd name="T13" fmla="*/ 563 h 1480"/>
              <a:gd name="T14" fmla="*/ 1175 w 2400"/>
              <a:gd name="T15" fmla="*/ 573 h 1480"/>
              <a:gd name="T16" fmla="*/ 1225 w 2400"/>
              <a:gd name="T17" fmla="*/ 513 h 1480"/>
              <a:gd name="T18" fmla="*/ 1275 w 2400"/>
              <a:gd name="T19" fmla="*/ 553 h 1480"/>
              <a:gd name="T20" fmla="*/ 1420 w 2400"/>
              <a:gd name="T21" fmla="*/ 370 h 1480"/>
              <a:gd name="T22" fmla="*/ 960 w 2400"/>
              <a:gd name="T23" fmla="*/ 370 h 1480"/>
              <a:gd name="T24" fmla="*/ 1420 w 2400"/>
              <a:gd name="T25" fmla="*/ 370 h 1480"/>
              <a:gd name="T26" fmla="*/ 1000 w 2400"/>
              <a:gd name="T27" fmla="*/ 370 h 1480"/>
              <a:gd name="T28" fmla="*/ 1020 w 2400"/>
              <a:gd name="T29" fmla="*/ 450 h 1480"/>
              <a:gd name="T30" fmla="*/ 1060 w 2400"/>
              <a:gd name="T31" fmla="*/ 700 h 1480"/>
              <a:gd name="T32" fmla="*/ 1140 w 2400"/>
              <a:gd name="T33" fmla="*/ 700 h 1480"/>
              <a:gd name="T34" fmla="*/ 1220 w 2400"/>
              <a:gd name="T35" fmla="*/ 700 h 1480"/>
              <a:gd name="T36" fmla="*/ 2020 w 2400"/>
              <a:gd name="T37" fmla="*/ 270 h 1480"/>
              <a:gd name="T38" fmla="*/ 2020 w 2400"/>
              <a:gd name="T39" fmla="*/ 670 h 1480"/>
              <a:gd name="T40" fmla="*/ 2020 w 2400"/>
              <a:gd name="T41" fmla="*/ 670 h 1480"/>
              <a:gd name="T42" fmla="*/ 1700 w 2400"/>
              <a:gd name="T43" fmla="*/ 750 h 1480"/>
              <a:gd name="T44" fmla="*/ 1720 w 2400"/>
              <a:gd name="T45" fmla="*/ 770 h 1480"/>
              <a:gd name="T46" fmla="*/ 1720 w 2400"/>
              <a:gd name="T47" fmla="*/ 770 h 1480"/>
              <a:gd name="T48" fmla="*/ 1960 w 2400"/>
              <a:gd name="T49" fmla="*/ 850 h 1480"/>
              <a:gd name="T50" fmla="*/ 1840 w 2400"/>
              <a:gd name="T51" fmla="*/ 830 h 1480"/>
              <a:gd name="T52" fmla="*/ 1720 w 2400"/>
              <a:gd name="T53" fmla="*/ 550 h 1480"/>
              <a:gd name="T54" fmla="*/ 1680 w 2400"/>
              <a:gd name="T55" fmla="*/ 330 h 1480"/>
              <a:gd name="T56" fmla="*/ 1700 w 2400"/>
              <a:gd name="T57" fmla="*/ 590 h 1480"/>
              <a:gd name="T58" fmla="*/ 1720 w 2400"/>
              <a:gd name="T59" fmla="*/ 390 h 1480"/>
              <a:gd name="T60" fmla="*/ 1720 w 2400"/>
              <a:gd name="T61" fmla="*/ 490 h 1480"/>
              <a:gd name="T62" fmla="*/ 1720 w 2400"/>
              <a:gd name="T63" fmla="*/ 490 h 1480"/>
              <a:gd name="T64" fmla="*/ 1960 w 2400"/>
              <a:gd name="T65" fmla="*/ 450 h 1480"/>
              <a:gd name="T66" fmla="*/ 1840 w 2400"/>
              <a:gd name="T67" fmla="*/ 430 h 1480"/>
              <a:gd name="T68" fmla="*/ 1720 w 2400"/>
              <a:gd name="T69" fmla="*/ 590 h 1480"/>
              <a:gd name="T70" fmla="*/ 480 w 2400"/>
              <a:gd name="T71" fmla="*/ 750 h 1480"/>
              <a:gd name="T72" fmla="*/ 480 w 2400"/>
              <a:gd name="T73" fmla="*/ 750 h 1480"/>
              <a:gd name="T74" fmla="*/ 460 w 2400"/>
              <a:gd name="T75" fmla="*/ 390 h 1480"/>
              <a:gd name="T76" fmla="*/ 480 w 2400"/>
              <a:gd name="T77" fmla="*/ 430 h 1480"/>
              <a:gd name="T78" fmla="*/ 480 w 2400"/>
              <a:gd name="T79" fmla="*/ 430 h 1480"/>
              <a:gd name="T80" fmla="*/ 380 w 2400"/>
              <a:gd name="T81" fmla="*/ 950 h 1480"/>
              <a:gd name="T82" fmla="*/ 600 w 2400"/>
              <a:gd name="T83" fmla="*/ 710 h 1480"/>
              <a:gd name="T84" fmla="*/ 480 w 2400"/>
              <a:gd name="T85" fmla="*/ 630 h 1480"/>
              <a:gd name="T86" fmla="*/ 480 w 2400"/>
              <a:gd name="T87" fmla="*/ 510 h 1480"/>
              <a:gd name="T88" fmla="*/ 480 w 2400"/>
              <a:gd name="T89" fmla="*/ 510 h 1480"/>
              <a:gd name="T90" fmla="*/ 600 w 2400"/>
              <a:gd name="T91" fmla="*/ 830 h 1480"/>
              <a:gd name="T92" fmla="*/ 2020 w 2400"/>
              <a:gd name="T93" fmla="*/ 250 h 1480"/>
              <a:gd name="T94" fmla="*/ 1300 w 2400"/>
              <a:gd name="T95" fmla="*/ 700 h 1480"/>
              <a:gd name="T96" fmla="*/ 2400 w 2400"/>
              <a:gd name="T97" fmla="*/ 1400 h 1480"/>
              <a:gd name="T98" fmla="*/ 270 w 2400"/>
              <a:gd name="T99" fmla="*/ 1100 h 1480"/>
              <a:gd name="T100" fmla="*/ 270 w 2400"/>
              <a:gd name="T101" fmla="*/ 1100 h 1480"/>
              <a:gd name="T102" fmla="*/ 2130 w 2400"/>
              <a:gd name="T103" fmla="*/ 60 h 1480"/>
              <a:gd name="T104" fmla="*/ 350 w 2400"/>
              <a:gd name="T105" fmla="*/ 80 h 1480"/>
              <a:gd name="T106" fmla="*/ 350 w 2400"/>
              <a:gd name="T107" fmla="*/ 80 h 1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400" h="1480">
                <a:moveTo>
                  <a:pt x="1305" y="513"/>
                </a:moveTo>
                <a:cubicBezTo>
                  <a:pt x="1305" y="502"/>
                  <a:pt x="1314" y="493"/>
                  <a:pt x="1325" y="493"/>
                </a:cubicBezTo>
                <a:cubicBezTo>
                  <a:pt x="1336" y="493"/>
                  <a:pt x="1345" y="502"/>
                  <a:pt x="1345" y="513"/>
                </a:cubicBezTo>
                <a:cubicBezTo>
                  <a:pt x="1345" y="524"/>
                  <a:pt x="1336" y="533"/>
                  <a:pt x="1325" y="533"/>
                </a:cubicBezTo>
                <a:cubicBezTo>
                  <a:pt x="1324" y="533"/>
                  <a:pt x="1323" y="533"/>
                  <a:pt x="1322" y="533"/>
                </a:cubicBezTo>
                <a:cubicBezTo>
                  <a:pt x="1294" y="566"/>
                  <a:pt x="1294" y="566"/>
                  <a:pt x="1294" y="566"/>
                </a:cubicBezTo>
                <a:cubicBezTo>
                  <a:pt x="1295" y="568"/>
                  <a:pt x="1295" y="571"/>
                  <a:pt x="1295" y="573"/>
                </a:cubicBezTo>
                <a:cubicBezTo>
                  <a:pt x="1295" y="584"/>
                  <a:pt x="1286" y="593"/>
                  <a:pt x="1275" y="593"/>
                </a:cubicBezTo>
                <a:cubicBezTo>
                  <a:pt x="1264" y="593"/>
                  <a:pt x="1255" y="584"/>
                  <a:pt x="1255" y="573"/>
                </a:cubicBezTo>
                <a:cubicBezTo>
                  <a:pt x="1255" y="572"/>
                  <a:pt x="1255" y="571"/>
                  <a:pt x="1255" y="570"/>
                </a:cubicBezTo>
                <a:cubicBezTo>
                  <a:pt x="1232" y="552"/>
                  <a:pt x="1232" y="552"/>
                  <a:pt x="1232" y="552"/>
                </a:cubicBezTo>
                <a:cubicBezTo>
                  <a:pt x="1230" y="553"/>
                  <a:pt x="1228" y="553"/>
                  <a:pt x="1225" y="553"/>
                </a:cubicBezTo>
                <a:cubicBezTo>
                  <a:pt x="1224" y="553"/>
                  <a:pt x="1223" y="553"/>
                  <a:pt x="1222" y="553"/>
                </a:cubicBezTo>
                <a:cubicBezTo>
                  <a:pt x="1194" y="586"/>
                  <a:pt x="1194" y="586"/>
                  <a:pt x="1194" y="586"/>
                </a:cubicBezTo>
                <a:cubicBezTo>
                  <a:pt x="1195" y="588"/>
                  <a:pt x="1195" y="591"/>
                  <a:pt x="1195" y="593"/>
                </a:cubicBezTo>
                <a:cubicBezTo>
                  <a:pt x="1195" y="604"/>
                  <a:pt x="1186" y="613"/>
                  <a:pt x="1175" y="613"/>
                </a:cubicBezTo>
                <a:cubicBezTo>
                  <a:pt x="1164" y="613"/>
                  <a:pt x="1155" y="604"/>
                  <a:pt x="1155" y="593"/>
                </a:cubicBezTo>
                <a:cubicBezTo>
                  <a:pt x="1135" y="580"/>
                  <a:pt x="1135" y="580"/>
                  <a:pt x="1135" y="580"/>
                </a:cubicBezTo>
                <a:cubicBezTo>
                  <a:pt x="1132" y="582"/>
                  <a:pt x="1129" y="583"/>
                  <a:pt x="1125" y="583"/>
                </a:cubicBezTo>
                <a:cubicBezTo>
                  <a:pt x="1122" y="583"/>
                  <a:pt x="1120" y="583"/>
                  <a:pt x="1118" y="582"/>
                </a:cubicBezTo>
                <a:cubicBezTo>
                  <a:pt x="1095" y="600"/>
                  <a:pt x="1095" y="600"/>
                  <a:pt x="1095" y="600"/>
                </a:cubicBezTo>
                <a:cubicBezTo>
                  <a:pt x="1095" y="601"/>
                  <a:pt x="1095" y="602"/>
                  <a:pt x="1095" y="603"/>
                </a:cubicBezTo>
                <a:cubicBezTo>
                  <a:pt x="1095" y="614"/>
                  <a:pt x="1086" y="623"/>
                  <a:pt x="1075" y="623"/>
                </a:cubicBezTo>
                <a:cubicBezTo>
                  <a:pt x="1064" y="623"/>
                  <a:pt x="1055" y="614"/>
                  <a:pt x="1055" y="603"/>
                </a:cubicBezTo>
                <a:cubicBezTo>
                  <a:pt x="1055" y="592"/>
                  <a:pt x="1064" y="583"/>
                  <a:pt x="1075" y="583"/>
                </a:cubicBezTo>
                <a:cubicBezTo>
                  <a:pt x="1078" y="583"/>
                  <a:pt x="1080" y="583"/>
                  <a:pt x="1082" y="584"/>
                </a:cubicBezTo>
                <a:cubicBezTo>
                  <a:pt x="1105" y="566"/>
                  <a:pt x="1105" y="566"/>
                  <a:pt x="1105" y="566"/>
                </a:cubicBezTo>
                <a:cubicBezTo>
                  <a:pt x="1105" y="565"/>
                  <a:pt x="1105" y="564"/>
                  <a:pt x="1105" y="563"/>
                </a:cubicBezTo>
                <a:cubicBezTo>
                  <a:pt x="1105" y="552"/>
                  <a:pt x="1114" y="543"/>
                  <a:pt x="1125" y="543"/>
                </a:cubicBezTo>
                <a:cubicBezTo>
                  <a:pt x="1136" y="543"/>
                  <a:pt x="1145" y="552"/>
                  <a:pt x="1145" y="563"/>
                </a:cubicBezTo>
                <a:cubicBezTo>
                  <a:pt x="1165" y="576"/>
                  <a:pt x="1165" y="576"/>
                  <a:pt x="1165" y="576"/>
                </a:cubicBezTo>
                <a:cubicBezTo>
                  <a:pt x="1168" y="574"/>
                  <a:pt x="1171" y="573"/>
                  <a:pt x="1175" y="573"/>
                </a:cubicBezTo>
                <a:cubicBezTo>
                  <a:pt x="1176" y="573"/>
                  <a:pt x="1177" y="573"/>
                  <a:pt x="1178" y="573"/>
                </a:cubicBezTo>
                <a:cubicBezTo>
                  <a:pt x="1206" y="540"/>
                  <a:pt x="1206" y="540"/>
                  <a:pt x="1206" y="540"/>
                </a:cubicBezTo>
                <a:cubicBezTo>
                  <a:pt x="1205" y="538"/>
                  <a:pt x="1205" y="535"/>
                  <a:pt x="1205" y="533"/>
                </a:cubicBezTo>
                <a:cubicBezTo>
                  <a:pt x="1205" y="522"/>
                  <a:pt x="1214" y="513"/>
                  <a:pt x="1225" y="513"/>
                </a:cubicBezTo>
                <a:cubicBezTo>
                  <a:pt x="1236" y="513"/>
                  <a:pt x="1245" y="522"/>
                  <a:pt x="1245" y="533"/>
                </a:cubicBezTo>
                <a:cubicBezTo>
                  <a:pt x="1245" y="534"/>
                  <a:pt x="1245" y="535"/>
                  <a:pt x="1245" y="536"/>
                </a:cubicBezTo>
                <a:cubicBezTo>
                  <a:pt x="1268" y="554"/>
                  <a:pt x="1268" y="554"/>
                  <a:pt x="1268" y="554"/>
                </a:cubicBezTo>
                <a:cubicBezTo>
                  <a:pt x="1270" y="553"/>
                  <a:pt x="1272" y="553"/>
                  <a:pt x="1275" y="553"/>
                </a:cubicBezTo>
                <a:cubicBezTo>
                  <a:pt x="1276" y="553"/>
                  <a:pt x="1277" y="553"/>
                  <a:pt x="1278" y="553"/>
                </a:cubicBezTo>
                <a:cubicBezTo>
                  <a:pt x="1306" y="520"/>
                  <a:pt x="1306" y="520"/>
                  <a:pt x="1306" y="520"/>
                </a:cubicBezTo>
                <a:cubicBezTo>
                  <a:pt x="1305" y="518"/>
                  <a:pt x="1305" y="515"/>
                  <a:pt x="1305" y="513"/>
                </a:cubicBezTo>
                <a:close/>
                <a:moveTo>
                  <a:pt x="1420" y="370"/>
                </a:moveTo>
                <a:cubicBezTo>
                  <a:pt x="1440" y="370"/>
                  <a:pt x="1440" y="370"/>
                  <a:pt x="1440" y="370"/>
                </a:cubicBezTo>
                <a:cubicBezTo>
                  <a:pt x="1440" y="850"/>
                  <a:pt x="1440" y="850"/>
                  <a:pt x="1440" y="850"/>
                </a:cubicBezTo>
                <a:cubicBezTo>
                  <a:pt x="960" y="850"/>
                  <a:pt x="960" y="850"/>
                  <a:pt x="960" y="850"/>
                </a:cubicBezTo>
                <a:cubicBezTo>
                  <a:pt x="960" y="370"/>
                  <a:pt x="960" y="370"/>
                  <a:pt x="960" y="370"/>
                </a:cubicBezTo>
                <a:cubicBezTo>
                  <a:pt x="980" y="370"/>
                  <a:pt x="980" y="370"/>
                  <a:pt x="980" y="370"/>
                </a:cubicBezTo>
                <a:cubicBezTo>
                  <a:pt x="980" y="790"/>
                  <a:pt x="980" y="790"/>
                  <a:pt x="980" y="790"/>
                </a:cubicBezTo>
                <a:cubicBezTo>
                  <a:pt x="1420" y="790"/>
                  <a:pt x="1420" y="790"/>
                  <a:pt x="1420" y="790"/>
                </a:cubicBezTo>
                <a:lnTo>
                  <a:pt x="1420" y="370"/>
                </a:lnTo>
                <a:close/>
                <a:moveTo>
                  <a:pt x="1400" y="370"/>
                </a:moveTo>
                <a:cubicBezTo>
                  <a:pt x="1400" y="770"/>
                  <a:pt x="1400" y="770"/>
                  <a:pt x="1400" y="770"/>
                </a:cubicBezTo>
                <a:cubicBezTo>
                  <a:pt x="1000" y="770"/>
                  <a:pt x="1000" y="770"/>
                  <a:pt x="1000" y="770"/>
                </a:cubicBezTo>
                <a:cubicBezTo>
                  <a:pt x="1000" y="370"/>
                  <a:pt x="1000" y="370"/>
                  <a:pt x="1000" y="370"/>
                </a:cubicBezTo>
                <a:lnTo>
                  <a:pt x="1400" y="370"/>
                </a:lnTo>
                <a:close/>
                <a:moveTo>
                  <a:pt x="1380" y="666"/>
                </a:moveTo>
                <a:cubicBezTo>
                  <a:pt x="1380" y="450"/>
                  <a:pt x="1380" y="450"/>
                  <a:pt x="1380" y="450"/>
                </a:cubicBezTo>
                <a:cubicBezTo>
                  <a:pt x="1020" y="450"/>
                  <a:pt x="1020" y="450"/>
                  <a:pt x="1020" y="450"/>
                </a:cubicBezTo>
                <a:cubicBezTo>
                  <a:pt x="1020" y="666"/>
                  <a:pt x="1020" y="666"/>
                  <a:pt x="1020" y="666"/>
                </a:cubicBezTo>
                <a:lnTo>
                  <a:pt x="1380" y="666"/>
                </a:lnTo>
                <a:close/>
                <a:moveTo>
                  <a:pt x="1100" y="700"/>
                </a:moveTo>
                <a:cubicBezTo>
                  <a:pt x="1060" y="700"/>
                  <a:pt x="1060" y="700"/>
                  <a:pt x="1060" y="700"/>
                </a:cubicBezTo>
                <a:cubicBezTo>
                  <a:pt x="1060" y="740"/>
                  <a:pt x="1060" y="740"/>
                  <a:pt x="1060" y="740"/>
                </a:cubicBezTo>
                <a:lnTo>
                  <a:pt x="1100" y="700"/>
                </a:lnTo>
                <a:close/>
                <a:moveTo>
                  <a:pt x="1180" y="700"/>
                </a:moveTo>
                <a:cubicBezTo>
                  <a:pt x="1140" y="700"/>
                  <a:pt x="1140" y="700"/>
                  <a:pt x="1140" y="700"/>
                </a:cubicBezTo>
                <a:cubicBezTo>
                  <a:pt x="1140" y="740"/>
                  <a:pt x="1140" y="740"/>
                  <a:pt x="1140" y="740"/>
                </a:cubicBezTo>
                <a:lnTo>
                  <a:pt x="1180" y="700"/>
                </a:lnTo>
                <a:close/>
                <a:moveTo>
                  <a:pt x="1260" y="700"/>
                </a:moveTo>
                <a:cubicBezTo>
                  <a:pt x="1220" y="700"/>
                  <a:pt x="1220" y="700"/>
                  <a:pt x="1220" y="700"/>
                </a:cubicBezTo>
                <a:cubicBezTo>
                  <a:pt x="1220" y="740"/>
                  <a:pt x="1220" y="740"/>
                  <a:pt x="1220" y="740"/>
                </a:cubicBezTo>
                <a:lnTo>
                  <a:pt x="1260" y="700"/>
                </a:lnTo>
                <a:close/>
                <a:moveTo>
                  <a:pt x="1620" y="270"/>
                </a:moveTo>
                <a:cubicBezTo>
                  <a:pt x="2020" y="270"/>
                  <a:pt x="2020" y="270"/>
                  <a:pt x="2020" y="270"/>
                </a:cubicBezTo>
                <a:cubicBezTo>
                  <a:pt x="2020" y="650"/>
                  <a:pt x="2020" y="650"/>
                  <a:pt x="2020" y="650"/>
                </a:cubicBezTo>
                <a:cubicBezTo>
                  <a:pt x="1620" y="650"/>
                  <a:pt x="1620" y="650"/>
                  <a:pt x="1620" y="650"/>
                </a:cubicBezTo>
                <a:lnTo>
                  <a:pt x="1620" y="270"/>
                </a:lnTo>
                <a:close/>
                <a:moveTo>
                  <a:pt x="2020" y="670"/>
                </a:moveTo>
                <a:cubicBezTo>
                  <a:pt x="2020" y="950"/>
                  <a:pt x="2020" y="950"/>
                  <a:pt x="2020" y="950"/>
                </a:cubicBezTo>
                <a:cubicBezTo>
                  <a:pt x="1620" y="950"/>
                  <a:pt x="1620" y="950"/>
                  <a:pt x="1620" y="950"/>
                </a:cubicBezTo>
                <a:cubicBezTo>
                  <a:pt x="1620" y="670"/>
                  <a:pt x="1620" y="670"/>
                  <a:pt x="1620" y="670"/>
                </a:cubicBezTo>
                <a:lnTo>
                  <a:pt x="2020" y="670"/>
                </a:lnTo>
                <a:close/>
                <a:moveTo>
                  <a:pt x="1680" y="730"/>
                </a:moveTo>
                <a:cubicBezTo>
                  <a:pt x="1880" y="730"/>
                  <a:pt x="1880" y="730"/>
                  <a:pt x="1880" y="730"/>
                </a:cubicBezTo>
                <a:cubicBezTo>
                  <a:pt x="1880" y="750"/>
                  <a:pt x="1880" y="750"/>
                  <a:pt x="1880" y="750"/>
                </a:cubicBezTo>
                <a:cubicBezTo>
                  <a:pt x="1700" y="750"/>
                  <a:pt x="1700" y="750"/>
                  <a:pt x="1700" y="750"/>
                </a:cubicBezTo>
                <a:cubicBezTo>
                  <a:pt x="1700" y="870"/>
                  <a:pt x="1700" y="870"/>
                  <a:pt x="1700" y="870"/>
                </a:cubicBezTo>
                <a:cubicBezTo>
                  <a:pt x="1680" y="870"/>
                  <a:pt x="1680" y="870"/>
                  <a:pt x="1680" y="870"/>
                </a:cubicBezTo>
                <a:lnTo>
                  <a:pt x="1680" y="730"/>
                </a:lnTo>
                <a:close/>
                <a:moveTo>
                  <a:pt x="1720" y="770"/>
                </a:moveTo>
                <a:cubicBezTo>
                  <a:pt x="1720" y="790"/>
                  <a:pt x="1720" y="790"/>
                  <a:pt x="1720" y="790"/>
                </a:cubicBezTo>
                <a:cubicBezTo>
                  <a:pt x="1960" y="790"/>
                  <a:pt x="1960" y="790"/>
                  <a:pt x="1960" y="790"/>
                </a:cubicBezTo>
                <a:cubicBezTo>
                  <a:pt x="1960" y="770"/>
                  <a:pt x="1960" y="770"/>
                  <a:pt x="1960" y="770"/>
                </a:cubicBezTo>
                <a:lnTo>
                  <a:pt x="1720" y="770"/>
                </a:lnTo>
                <a:close/>
                <a:moveTo>
                  <a:pt x="1720" y="850"/>
                </a:moveTo>
                <a:cubicBezTo>
                  <a:pt x="1720" y="870"/>
                  <a:pt x="1720" y="870"/>
                  <a:pt x="1720" y="870"/>
                </a:cubicBezTo>
                <a:cubicBezTo>
                  <a:pt x="1960" y="870"/>
                  <a:pt x="1960" y="870"/>
                  <a:pt x="1960" y="870"/>
                </a:cubicBezTo>
                <a:cubicBezTo>
                  <a:pt x="1960" y="850"/>
                  <a:pt x="1960" y="850"/>
                  <a:pt x="1960" y="850"/>
                </a:cubicBezTo>
                <a:lnTo>
                  <a:pt x="1720" y="850"/>
                </a:lnTo>
                <a:close/>
                <a:moveTo>
                  <a:pt x="1720" y="810"/>
                </a:moveTo>
                <a:cubicBezTo>
                  <a:pt x="1720" y="830"/>
                  <a:pt x="1720" y="830"/>
                  <a:pt x="1720" y="830"/>
                </a:cubicBezTo>
                <a:cubicBezTo>
                  <a:pt x="1840" y="830"/>
                  <a:pt x="1840" y="830"/>
                  <a:pt x="1840" y="830"/>
                </a:cubicBezTo>
                <a:cubicBezTo>
                  <a:pt x="1840" y="810"/>
                  <a:pt x="1840" y="810"/>
                  <a:pt x="1840" y="810"/>
                </a:cubicBezTo>
                <a:lnTo>
                  <a:pt x="1720" y="810"/>
                </a:lnTo>
                <a:close/>
                <a:moveTo>
                  <a:pt x="1720" y="530"/>
                </a:moveTo>
                <a:cubicBezTo>
                  <a:pt x="1720" y="550"/>
                  <a:pt x="1720" y="550"/>
                  <a:pt x="1720" y="550"/>
                </a:cubicBezTo>
                <a:cubicBezTo>
                  <a:pt x="1960" y="550"/>
                  <a:pt x="1960" y="550"/>
                  <a:pt x="1960" y="550"/>
                </a:cubicBezTo>
                <a:cubicBezTo>
                  <a:pt x="1960" y="530"/>
                  <a:pt x="1960" y="530"/>
                  <a:pt x="1960" y="530"/>
                </a:cubicBezTo>
                <a:lnTo>
                  <a:pt x="1720" y="530"/>
                </a:lnTo>
                <a:close/>
                <a:moveTo>
                  <a:pt x="1680" y="330"/>
                </a:moveTo>
                <a:cubicBezTo>
                  <a:pt x="1880" y="330"/>
                  <a:pt x="1880" y="330"/>
                  <a:pt x="1880" y="330"/>
                </a:cubicBezTo>
                <a:cubicBezTo>
                  <a:pt x="1880" y="350"/>
                  <a:pt x="1880" y="350"/>
                  <a:pt x="1880" y="350"/>
                </a:cubicBezTo>
                <a:cubicBezTo>
                  <a:pt x="1700" y="350"/>
                  <a:pt x="1700" y="350"/>
                  <a:pt x="1700" y="350"/>
                </a:cubicBezTo>
                <a:cubicBezTo>
                  <a:pt x="1700" y="590"/>
                  <a:pt x="1700" y="590"/>
                  <a:pt x="1700" y="590"/>
                </a:cubicBezTo>
                <a:cubicBezTo>
                  <a:pt x="1680" y="590"/>
                  <a:pt x="1680" y="590"/>
                  <a:pt x="1680" y="590"/>
                </a:cubicBezTo>
                <a:lnTo>
                  <a:pt x="1680" y="330"/>
                </a:lnTo>
                <a:close/>
                <a:moveTo>
                  <a:pt x="1720" y="370"/>
                </a:moveTo>
                <a:cubicBezTo>
                  <a:pt x="1720" y="390"/>
                  <a:pt x="1720" y="390"/>
                  <a:pt x="1720" y="390"/>
                </a:cubicBezTo>
                <a:cubicBezTo>
                  <a:pt x="1960" y="390"/>
                  <a:pt x="1960" y="390"/>
                  <a:pt x="1960" y="390"/>
                </a:cubicBezTo>
                <a:cubicBezTo>
                  <a:pt x="1960" y="370"/>
                  <a:pt x="1960" y="370"/>
                  <a:pt x="1960" y="370"/>
                </a:cubicBezTo>
                <a:lnTo>
                  <a:pt x="1720" y="370"/>
                </a:lnTo>
                <a:close/>
                <a:moveTo>
                  <a:pt x="1720" y="490"/>
                </a:moveTo>
                <a:cubicBezTo>
                  <a:pt x="1720" y="510"/>
                  <a:pt x="1720" y="510"/>
                  <a:pt x="1720" y="510"/>
                </a:cubicBezTo>
                <a:cubicBezTo>
                  <a:pt x="1840" y="510"/>
                  <a:pt x="1840" y="510"/>
                  <a:pt x="1840" y="510"/>
                </a:cubicBezTo>
                <a:cubicBezTo>
                  <a:pt x="1840" y="490"/>
                  <a:pt x="1840" y="490"/>
                  <a:pt x="1840" y="490"/>
                </a:cubicBezTo>
                <a:lnTo>
                  <a:pt x="1720" y="490"/>
                </a:lnTo>
                <a:close/>
                <a:moveTo>
                  <a:pt x="1720" y="450"/>
                </a:moveTo>
                <a:cubicBezTo>
                  <a:pt x="1720" y="470"/>
                  <a:pt x="1720" y="470"/>
                  <a:pt x="1720" y="470"/>
                </a:cubicBezTo>
                <a:cubicBezTo>
                  <a:pt x="1960" y="470"/>
                  <a:pt x="1960" y="470"/>
                  <a:pt x="1960" y="470"/>
                </a:cubicBezTo>
                <a:cubicBezTo>
                  <a:pt x="1960" y="450"/>
                  <a:pt x="1960" y="450"/>
                  <a:pt x="1960" y="450"/>
                </a:cubicBezTo>
                <a:lnTo>
                  <a:pt x="1720" y="450"/>
                </a:lnTo>
                <a:close/>
                <a:moveTo>
                  <a:pt x="1720" y="410"/>
                </a:moveTo>
                <a:cubicBezTo>
                  <a:pt x="1720" y="430"/>
                  <a:pt x="1720" y="430"/>
                  <a:pt x="1720" y="430"/>
                </a:cubicBezTo>
                <a:cubicBezTo>
                  <a:pt x="1840" y="430"/>
                  <a:pt x="1840" y="430"/>
                  <a:pt x="1840" y="430"/>
                </a:cubicBezTo>
                <a:cubicBezTo>
                  <a:pt x="1840" y="410"/>
                  <a:pt x="1840" y="410"/>
                  <a:pt x="1840" y="410"/>
                </a:cubicBezTo>
                <a:lnTo>
                  <a:pt x="1720" y="410"/>
                </a:lnTo>
                <a:close/>
                <a:moveTo>
                  <a:pt x="1720" y="570"/>
                </a:moveTo>
                <a:cubicBezTo>
                  <a:pt x="1720" y="590"/>
                  <a:pt x="1720" y="590"/>
                  <a:pt x="1720" y="590"/>
                </a:cubicBezTo>
                <a:cubicBezTo>
                  <a:pt x="1840" y="590"/>
                  <a:pt x="1840" y="590"/>
                  <a:pt x="1840" y="590"/>
                </a:cubicBezTo>
                <a:cubicBezTo>
                  <a:pt x="1840" y="570"/>
                  <a:pt x="1840" y="570"/>
                  <a:pt x="1840" y="570"/>
                </a:cubicBezTo>
                <a:lnTo>
                  <a:pt x="1720" y="570"/>
                </a:lnTo>
                <a:close/>
                <a:moveTo>
                  <a:pt x="480" y="750"/>
                </a:moveTo>
                <a:cubicBezTo>
                  <a:pt x="480" y="790"/>
                  <a:pt x="480" y="790"/>
                  <a:pt x="480" y="790"/>
                </a:cubicBezTo>
                <a:cubicBezTo>
                  <a:pt x="720" y="790"/>
                  <a:pt x="720" y="790"/>
                  <a:pt x="720" y="790"/>
                </a:cubicBezTo>
                <a:cubicBezTo>
                  <a:pt x="720" y="750"/>
                  <a:pt x="720" y="750"/>
                  <a:pt x="720" y="750"/>
                </a:cubicBezTo>
                <a:lnTo>
                  <a:pt x="480" y="750"/>
                </a:lnTo>
                <a:close/>
                <a:moveTo>
                  <a:pt x="440" y="350"/>
                </a:moveTo>
                <a:cubicBezTo>
                  <a:pt x="640" y="350"/>
                  <a:pt x="640" y="350"/>
                  <a:pt x="640" y="350"/>
                </a:cubicBezTo>
                <a:cubicBezTo>
                  <a:pt x="640" y="390"/>
                  <a:pt x="640" y="390"/>
                  <a:pt x="640" y="390"/>
                </a:cubicBezTo>
                <a:cubicBezTo>
                  <a:pt x="460" y="390"/>
                  <a:pt x="460" y="390"/>
                  <a:pt x="460" y="390"/>
                </a:cubicBezTo>
                <a:cubicBezTo>
                  <a:pt x="460" y="870"/>
                  <a:pt x="460" y="870"/>
                  <a:pt x="460" y="870"/>
                </a:cubicBezTo>
                <a:cubicBezTo>
                  <a:pt x="440" y="870"/>
                  <a:pt x="440" y="870"/>
                  <a:pt x="440" y="870"/>
                </a:cubicBezTo>
                <a:lnTo>
                  <a:pt x="440" y="350"/>
                </a:lnTo>
                <a:close/>
                <a:moveTo>
                  <a:pt x="480" y="430"/>
                </a:moveTo>
                <a:cubicBezTo>
                  <a:pt x="480" y="470"/>
                  <a:pt x="480" y="470"/>
                  <a:pt x="480" y="470"/>
                </a:cubicBezTo>
                <a:cubicBezTo>
                  <a:pt x="720" y="470"/>
                  <a:pt x="720" y="470"/>
                  <a:pt x="720" y="470"/>
                </a:cubicBezTo>
                <a:cubicBezTo>
                  <a:pt x="720" y="430"/>
                  <a:pt x="720" y="430"/>
                  <a:pt x="720" y="430"/>
                </a:cubicBezTo>
                <a:lnTo>
                  <a:pt x="480" y="430"/>
                </a:lnTo>
                <a:close/>
                <a:moveTo>
                  <a:pt x="380" y="270"/>
                </a:moveTo>
                <a:cubicBezTo>
                  <a:pt x="780" y="270"/>
                  <a:pt x="780" y="270"/>
                  <a:pt x="780" y="270"/>
                </a:cubicBezTo>
                <a:cubicBezTo>
                  <a:pt x="780" y="950"/>
                  <a:pt x="780" y="950"/>
                  <a:pt x="780" y="950"/>
                </a:cubicBezTo>
                <a:cubicBezTo>
                  <a:pt x="380" y="950"/>
                  <a:pt x="380" y="950"/>
                  <a:pt x="380" y="950"/>
                </a:cubicBezTo>
                <a:lnTo>
                  <a:pt x="380" y="270"/>
                </a:lnTo>
                <a:close/>
                <a:moveTo>
                  <a:pt x="480" y="670"/>
                </a:moveTo>
                <a:cubicBezTo>
                  <a:pt x="480" y="710"/>
                  <a:pt x="480" y="710"/>
                  <a:pt x="480" y="710"/>
                </a:cubicBezTo>
                <a:cubicBezTo>
                  <a:pt x="600" y="710"/>
                  <a:pt x="600" y="710"/>
                  <a:pt x="600" y="710"/>
                </a:cubicBezTo>
                <a:cubicBezTo>
                  <a:pt x="600" y="670"/>
                  <a:pt x="600" y="670"/>
                  <a:pt x="600" y="670"/>
                </a:cubicBezTo>
                <a:lnTo>
                  <a:pt x="480" y="670"/>
                </a:lnTo>
                <a:close/>
                <a:moveTo>
                  <a:pt x="480" y="590"/>
                </a:moveTo>
                <a:cubicBezTo>
                  <a:pt x="480" y="630"/>
                  <a:pt x="480" y="630"/>
                  <a:pt x="480" y="630"/>
                </a:cubicBezTo>
                <a:cubicBezTo>
                  <a:pt x="720" y="630"/>
                  <a:pt x="720" y="630"/>
                  <a:pt x="720" y="630"/>
                </a:cubicBezTo>
                <a:cubicBezTo>
                  <a:pt x="720" y="590"/>
                  <a:pt x="720" y="590"/>
                  <a:pt x="720" y="590"/>
                </a:cubicBezTo>
                <a:lnTo>
                  <a:pt x="480" y="590"/>
                </a:lnTo>
                <a:close/>
                <a:moveTo>
                  <a:pt x="480" y="510"/>
                </a:moveTo>
                <a:cubicBezTo>
                  <a:pt x="480" y="550"/>
                  <a:pt x="480" y="550"/>
                  <a:pt x="480" y="550"/>
                </a:cubicBezTo>
                <a:cubicBezTo>
                  <a:pt x="600" y="550"/>
                  <a:pt x="600" y="550"/>
                  <a:pt x="600" y="550"/>
                </a:cubicBezTo>
                <a:cubicBezTo>
                  <a:pt x="600" y="510"/>
                  <a:pt x="600" y="510"/>
                  <a:pt x="600" y="510"/>
                </a:cubicBezTo>
                <a:lnTo>
                  <a:pt x="480" y="510"/>
                </a:lnTo>
                <a:close/>
                <a:moveTo>
                  <a:pt x="480" y="830"/>
                </a:moveTo>
                <a:cubicBezTo>
                  <a:pt x="480" y="870"/>
                  <a:pt x="480" y="870"/>
                  <a:pt x="480" y="870"/>
                </a:cubicBezTo>
                <a:cubicBezTo>
                  <a:pt x="600" y="870"/>
                  <a:pt x="600" y="870"/>
                  <a:pt x="600" y="870"/>
                </a:cubicBezTo>
                <a:cubicBezTo>
                  <a:pt x="600" y="830"/>
                  <a:pt x="600" y="830"/>
                  <a:pt x="600" y="830"/>
                </a:cubicBezTo>
                <a:lnTo>
                  <a:pt x="480" y="830"/>
                </a:lnTo>
                <a:close/>
                <a:moveTo>
                  <a:pt x="380" y="110"/>
                </a:moveTo>
                <a:cubicBezTo>
                  <a:pt x="2020" y="110"/>
                  <a:pt x="2020" y="110"/>
                  <a:pt x="2020" y="110"/>
                </a:cubicBezTo>
                <a:cubicBezTo>
                  <a:pt x="2020" y="250"/>
                  <a:pt x="2020" y="250"/>
                  <a:pt x="2020" y="250"/>
                </a:cubicBezTo>
                <a:cubicBezTo>
                  <a:pt x="380" y="250"/>
                  <a:pt x="380" y="250"/>
                  <a:pt x="380" y="250"/>
                </a:cubicBezTo>
                <a:lnTo>
                  <a:pt x="380" y="110"/>
                </a:lnTo>
                <a:close/>
                <a:moveTo>
                  <a:pt x="1340" y="700"/>
                </a:moveTo>
                <a:cubicBezTo>
                  <a:pt x="1300" y="700"/>
                  <a:pt x="1300" y="700"/>
                  <a:pt x="1300" y="700"/>
                </a:cubicBezTo>
                <a:cubicBezTo>
                  <a:pt x="1300" y="740"/>
                  <a:pt x="1300" y="740"/>
                  <a:pt x="1300" y="740"/>
                </a:cubicBezTo>
                <a:lnTo>
                  <a:pt x="1340" y="700"/>
                </a:lnTo>
                <a:close/>
                <a:moveTo>
                  <a:pt x="0" y="1400"/>
                </a:moveTo>
                <a:cubicBezTo>
                  <a:pt x="2400" y="1400"/>
                  <a:pt x="2400" y="1400"/>
                  <a:pt x="2400" y="1400"/>
                </a:cubicBezTo>
                <a:cubicBezTo>
                  <a:pt x="2400" y="1444"/>
                  <a:pt x="2364" y="1480"/>
                  <a:pt x="2320" y="1480"/>
                </a:cubicBezTo>
                <a:cubicBezTo>
                  <a:pt x="80" y="1480"/>
                  <a:pt x="80" y="1480"/>
                  <a:pt x="80" y="1480"/>
                </a:cubicBezTo>
                <a:cubicBezTo>
                  <a:pt x="36" y="1480"/>
                  <a:pt x="0" y="1444"/>
                  <a:pt x="0" y="1400"/>
                </a:cubicBezTo>
                <a:close/>
                <a:moveTo>
                  <a:pt x="270" y="1100"/>
                </a:moveTo>
                <a:cubicBezTo>
                  <a:pt x="2130" y="1100"/>
                  <a:pt x="2130" y="1100"/>
                  <a:pt x="2130" y="1100"/>
                </a:cubicBezTo>
                <a:cubicBezTo>
                  <a:pt x="2400" y="1360"/>
                  <a:pt x="2400" y="1360"/>
                  <a:pt x="2400" y="1360"/>
                </a:cubicBezTo>
                <a:cubicBezTo>
                  <a:pt x="0" y="1360"/>
                  <a:pt x="0" y="1360"/>
                  <a:pt x="0" y="1360"/>
                </a:cubicBezTo>
                <a:lnTo>
                  <a:pt x="270" y="1100"/>
                </a:lnTo>
                <a:close/>
                <a:moveTo>
                  <a:pt x="270" y="60"/>
                </a:moveTo>
                <a:cubicBezTo>
                  <a:pt x="270" y="27"/>
                  <a:pt x="297" y="0"/>
                  <a:pt x="330" y="0"/>
                </a:cubicBezTo>
                <a:cubicBezTo>
                  <a:pt x="2070" y="0"/>
                  <a:pt x="2070" y="0"/>
                  <a:pt x="2070" y="0"/>
                </a:cubicBezTo>
                <a:cubicBezTo>
                  <a:pt x="2103" y="0"/>
                  <a:pt x="2130" y="27"/>
                  <a:pt x="2130" y="60"/>
                </a:cubicBezTo>
                <a:cubicBezTo>
                  <a:pt x="2130" y="1060"/>
                  <a:pt x="2130" y="1060"/>
                  <a:pt x="2130" y="1060"/>
                </a:cubicBezTo>
                <a:cubicBezTo>
                  <a:pt x="270" y="1060"/>
                  <a:pt x="270" y="1060"/>
                  <a:pt x="270" y="1060"/>
                </a:cubicBezTo>
                <a:lnTo>
                  <a:pt x="270" y="60"/>
                </a:lnTo>
                <a:close/>
                <a:moveTo>
                  <a:pt x="350" y="80"/>
                </a:moveTo>
                <a:cubicBezTo>
                  <a:pt x="350" y="980"/>
                  <a:pt x="350" y="980"/>
                  <a:pt x="350" y="980"/>
                </a:cubicBezTo>
                <a:cubicBezTo>
                  <a:pt x="2050" y="980"/>
                  <a:pt x="2050" y="980"/>
                  <a:pt x="2050" y="980"/>
                </a:cubicBezTo>
                <a:cubicBezTo>
                  <a:pt x="2050" y="80"/>
                  <a:pt x="2050" y="80"/>
                  <a:pt x="2050" y="80"/>
                </a:cubicBezTo>
                <a:lnTo>
                  <a:pt x="350" y="80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788791"/>
              </a:solidFill>
            </a:endParaRPr>
          </a:p>
        </p:txBody>
      </p:sp>
      <p:sp>
        <p:nvSpPr>
          <p:cNvPr id="58" name="Freeform 13"/>
          <p:cNvSpPr>
            <a:spLocks noChangeAspect="1" noEditPoints="1"/>
          </p:cNvSpPr>
          <p:nvPr/>
        </p:nvSpPr>
        <p:spPr bwMode="gray">
          <a:xfrm>
            <a:off x="5604721" y="5490477"/>
            <a:ext cx="494807" cy="494807"/>
          </a:xfrm>
          <a:custGeom>
            <a:avLst/>
            <a:gdLst>
              <a:gd name="T0" fmla="*/ 2126 w 2400"/>
              <a:gd name="T1" fmla="*/ 474 h 2400"/>
              <a:gd name="T2" fmla="*/ 1976 w 2400"/>
              <a:gd name="T3" fmla="*/ 425 h 2400"/>
              <a:gd name="T4" fmla="*/ 0 w 2400"/>
              <a:gd name="T5" fmla="*/ 1919 h 2400"/>
              <a:gd name="T6" fmla="*/ 0 w 2400"/>
              <a:gd name="T7" fmla="*/ 1758 h 2400"/>
              <a:gd name="T8" fmla="*/ 1823 w 2400"/>
              <a:gd name="T9" fmla="*/ 376 h 2400"/>
              <a:gd name="T10" fmla="*/ 1665 w 2400"/>
              <a:gd name="T11" fmla="*/ 324 h 2400"/>
              <a:gd name="T12" fmla="*/ 2026 w 2400"/>
              <a:gd name="T13" fmla="*/ 0 h 2400"/>
              <a:gd name="T14" fmla="*/ 2076 w 2400"/>
              <a:gd name="T15" fmla="*/ 237 h 2400"/>
              <a:gd name="T16" fmla="*/ 2126 w 2400"/>
              <a:gd name="T17" fmla="*/ 474 h 2400"/>
              <a:gd name="T18" fmla="*/ 2308 w 2400"/>
              <a:gd name="T19" fmla="*/ 0 h 2400"/>
              <a:gd name="T20" fmla="*/ 2400 w 2400"/>
              <a:gd name="T21" fmla="*/ 0 h 2400"/>
              <a:gd name="T22" fmla="*/ 2400 w 2400"/>
              <a:gd name="T23" fmla="*/ 2400 h 2400"/>
              <a:gd name="T24" fmla="*/ 2080 w 2400"/>
              <a:gd name="T25" fmla="*/ 2400 h 2400"/>
              <a:gd name="T26" fmla="*/ 2080 w 2400"/>
              <a:gd name="T27" fmla="*/ 807 h 2400"/>
              <a:gd name="T28" fmla="*/ 2308 w 2400"/>
              <a:gd name="T29" fmla="*/ 0 h 2400"/>
              <a:gd name="T30" fmla="*/ 2000 w 2400"/>
              <a:gd name="T31" fmla="*/ 2400 h 2400"/>
              <a:gd name="T32" fmla="*/ 1240 w 2400"/>
              <a:gd name="T33" fmla="*/ 2400 h 2400"/>
              <a:gd name="T34" fmla="*/ 1240 w 2400"/>
              <a:gd name="T35" fmla="*/ 1765 h 2400"/>
              <a:gd name="T36" fmla="*/ 2000 w 2400"/>
              <a:gd name="T37" fmla="*/ 958 h 2400"/>
              <a:gd name="T38" fmla="*/ 2000 w 2400"/>
              <a:gd name="T39" fmla="*/ 2400 h 2400"/>
              <a:gd name="T40" fmla="*/ 1160 w 2400"/>
              <a:gd name="T41" fmla="*/ 2400 h 2400"/>
              <a:gd name="T42" fmla="*/ 0 w 2400"/>
              <a:gd name="T43" fmla="*/ 2400 h 2400"/>
              <a:gd name="T44" fmla="*/ 0 w 2400"/>
              <a:gd name="T45" fmla="*/ 2159 h 2400"/>
              <a:gd name="T46" fmla="*/ 1160 w 2400"/>
              <a:gd name="T47" fmla="*/ 1815 h 2400"/>
              <a:gd name="T48" fmla="*/ 1160 w 2400"/>
              <a:gd name="T49" fmla="*/ 240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400" h="2400">
                <a:moveTo>
                  <a:pt x="2126" y="474"/>
                </a:moveTo>
                <a:cubicBezTo>
                  <a:pt x="1976" y="425"/>
                  <a:pt x="1976" y="425"/>
                  <a:pt x="1976" y="425"/>
                </a:cubicBezTo>
                <a:cubicBezTo>
                  <a:pt x="1703" y="1268"/>
                  <a:pt x="926" y="1885"/>
                  <a:pt x="0" y="1919"/>
                </a:cubicBezTo>
                <a:cubicBezTo>
                  <a:pt x="0" y="1758"/>
                  <a:pt x="0" y="1758"/>
                  <a:pt x="0" y="1758"/>
                </a:cubicBezTo>
                <a:cubicBezTo>
                  <a:pt x="855" y="1725"/>
                  <a:pt x="1572" y="1155"/>
                  <a:pt x="1823" y="376"/>
                </a:cubicBezTo>
                <a:cubicBezTo>
                  <a:pt x="1665" y="324"/>
                  <a:pt x="1665" y="324"/>
                  <a:pt x="1665" y="324"/>
                </a:cubicBezTo>
                <a:cubicBezTo>
                  <a:pt x="2026" y="0"/>
                  <a:pt x="2026" y="0"/>
                  <a:pt x="2026" y="0"/>
                </a:cubicBezTo>
                <a:cubicBezTo>
                  <a:pt x="2076" y="237"/>
                  <a:pt x="2076" y="237"/>
                  <a:pt x="2076" y="237"/>
                </a:cubicBezTo>
                <a:lnTo>
                  <a:pt x="2126" y="474"/>
                </a:lnTo>
                <a:close/>
                <a:moveTo>
                  <a:pt x="2308" y="0"/>
                </a:moveTo>
                <a:cubicBezTo>
                  <a:pt x="2400" y="0"/>
                  <a:pt x="2400" y="0"/>
                  <a:pt x="2400" y="0"/>
                </a:cubicBezTo>
                <a:cubicBezTo>
                  <a:pt x="2400" y="2400"/>
                  <a:pt x="2400" y="2400"/>
                  <a:pt x="2400" y="2400"/>
                </a:cubicBezTo>
                <a:cubicBezTo>
                  <a:pt x="2080" y="2400"/>
                  <a:pt x="2080" y="2400"/>
                  <a:pt x="2080" y="2400"/>
                </a:cubicBezTo>
                <a:cubicBezTo>
                  <a:pt x="2080" y="807"/>
                  <a:pt x="2080" y="807"/>
                  <a:pt x="2080" y="807"/>
                </a:cubicBezTo>
                <a:cubicBezTo>
                  <a:pt x="2201" y="559"/>
                  <a:pt x="2280" y="287"/>
                  <a:pt x="2308" y="0"/>
                </a:cubicBezTo>
                <a:close/>
                <a:moveTo>
                  <a:pt x="2000" y="2400"/>
                </a:moveTo>
                <a:cubicBezTo>
                  <a:pt x="1240" y="2400"/>
                  <a:pt x="1240" y="2400"/>
                  <a:pt x="1240" y="2400"/>
                </a:cubicBezTo>
                <a:cubicBezTo>
                  <a:pt x="1240" y="1765"/>
                  <a:pt x="1240" y="1765"/>
                  <a:pt x="1240" y="1765"/>
                </a:cubicBezTo>
                <a:cubicBezTo>
                  <a:pt x="1552" y="1559"/>
                  <a:pt x="1813" y="1283"/>
                  <a:pt x="2000" y="958"/>
                </a:cubicBezTo>
                <a:lnTo>
                  <a:pt x="2000" y="2400"/>
                </a:lnTo>
                <a:close/>
                <a:moveTo>
                  <a:pt x="1160" y="2400"/>
                </a:moveTo>
                <a:cubicBezTo>
                  <a:pt x="0" y="2400"/>
                  <a:pt x="0" y="2400"/>
                  <a:pt x="0" y="2400"/>
                </a:cubicBezTo>
                <a:cubicBezTo>
                  <a:pt x="0" y="2159"/>
                  <a:pt x="0" y="2159"/>
                  <a:pt x="0" y="2159"/>
                </a:cubicBezTo>
                <a:cubicBezTo>
                  <a:pt x="424" y="2145"/>
                  <a:pt x="819" y="2021"/>
                  <a:pt x="1160" y="1815"/>
                </a:cubicBezTo>
                <a:lnTo>
                  <a:pt x="1160" y="2400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400" kern="1400" dirty="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cxnSp>
        <p:nvCxnSpPr>
          <p:cNvPr id="29" name="Gerade Verbindung 35"/>
          <p:cNvCxnSpPr>
            <a:cxnSpLocks/>
          </p:cNvCxnSpPr>
          <p:nvPr/>
        </p:nvCxnSpPr>
        <p:spPr bwMode="gray">
          <a:xfrm>
            <a:off x="662571" y="1592796"/>
            <a:ext cx="5472000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BECDD7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57399815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467FC13-2FC4-419A-8BA1-97E2B83EC12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334" name="think-cell Slide" r:id="rId17" imgW="359" imgH="355" progId="TCLayout.ActiveDocument.1">
                  <p:embed/>
                </p:oleObj>
              </mc:Choice>
              <mc:Fallback>
                <p:oleObj name="think-cell Slide" r:id="rId17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467FC13-2FC4-419A-8BA1-97E2B83EC1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4FB536-F020-4E8B-A1C8-CB43121089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315C9-08E2-41F6-9BC8-61949CDC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SIMATIC S7-1500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冗余系统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系统概述</a:t>
            </a:r>
            <a:endParaRPr lang="en-US" dirty="0"/>
          </a:p>
        </p:txBody>
      </p:sp>
      <p:sp>
        <p:nvSpPr>
          <p:cNvPr id="6" name="Textfeld 4">
            <a:extLst>
              <a:ext uri="{FF2B5EF4-FFF2-40B4-BE49-F238E27FC236}">
                <a16:creationId xmlns:a16="http://schemas.microsoft.com/office/drawing/2014/main" id="{B2548BEF-8CD6-4EA3-B45E-66D8FE3CE3B4}"/>
              </a:ext>
            </a:extLst>
          </p:cNvPr>
          <p:cNvSpPr txBox="1">
            <a:spLocks/>
          </p:cNvSpPr>
          <p:nvPr/>
        </p:nvSpPr>
        <p:spPr bwMode="gray">
          <a:xfrm>
            <a:off x="8115750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高可用性 </a:t>
            </a:r>
            <a:r>
              <a:rPr lang="en-US" altLang="zh-CN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– S7-1500H</a:t>
            </a:r>
          </a:p>
        </p:txBody>
      </p:sp>
      <p:grpSp>
        <p:nvGrpSpPr>
          <p:cNvPr id="7" name="Gruppieren 17">
            <a:extLst>
              <a:ext uri="{FF2B5EF4-FFF2-40B4-BE49-F238E27FC236}">
                <a16:creationId xmlns:a16="http://schemas.microsoft.com/office/drawing/2014/main" id="{DC6C0103-E8BF-4EAB-AAA2-5797939957CF}"/>
              </a:ext>
            </a:extLst>
          </p:cNvPr>
          <p:cNvGrpSpPr>
            <a:grpSpLocks/>
          </p:cNvGrpSpPr>
          <p:nvPr/>
        </p:nvGrpSpPr>
        <p:grpSpPr bwMode="gray">
          <a:xfrm>
            <a:off x="8115750" y="4415077"/>
            <a:ext cx="3600000" cy="934332"/>
            <a:chOff x="626399" y="4142859"/>
            <a:chExt cx="5400675" cy="934332"/>
          </a:xfrm>
        </p:grpSpPr>
        <p:sp>
          <p:nvSpPr>
            <p:cNvPr id="8" name="Rechteck 18">
              <a:extLst>
                <a:ext uri="{FF2B5EF4-FFF2-40B4-BE49-F238E27FC236}">
                  <a16:creationId xmlns:a16="http://schemas.microsoft.com/office/drawing/2014/main" id="{9091B747-4C3A-4027-BD79-26775A8BFE2E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142859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CPU 1517H</a:t>
              </a:r>
              <a:endParaRPr lang="zh-CN" altLang="en-US" sz="1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Rechteck 19">
              <a:extLst>
                <a:ext uri="{FF2B5EF4-FFF2-40B4-BE49-F238E27FC236}">
                  <a16:creationId xmlns:a16="http://schemas.microsoft.com/office/drawing/2014/main" id="{FF400BD4-EEAE-4835-B38A-55108FF62967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502303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zh-CN" altLang="en-US" sz="1400" b="0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通过</a:t>
              </a:r>
              <a:r>
                <a:rPr lang="zh-CN" altLang="en-US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同步模块</a:t>
              </a:r>
              <a:endParaRPr lang="zh-CN" altLang="en-US" sz="1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Rechteck 20">
              <a:extLst>
                <a:ext uri="{FF2B5EF4-FFF2-40B4-BE49-F238E27FC236}">
                  <a16:creationId xmlns:a16="http://schemas.microsoft.com/office/drawing/2014/main" id="{9FD1CB34-92F9-4D27-A9F0-89C3FC7FA45A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861747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50 </a:t>
              </a:r>
              <a:r>
                <a:rPr lang="en-US" altLang="zh-CN" sz="1400" b="1" i="0" u="none" baseline="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ms</a:t>
              </a:r>
              <a:endParaRPr lang="zh-CN" altLang="en-US" sz="1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11" name="Gerade Verbindung 19">
              <a:extLst>
                <a:ext uri="{FF2B5EF4-FFF2-40B4-BE49-F238E27FC236}">
                  <a16:creationId xmlns:a16="http://schemas.microsoft.com/office/drawing/2014/main" id="{CE513A90-C91B-4F1C-BC1A-3C28D42D0A0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430303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9">
              <a:extLst>
                <a:ext uri="{FF2B5EF4-FFF2-40B4-BE49-F238E27FC236}">
                  <a16:creationId xmlns:a16="http://schemas.microsoft.com/office/drawing/2014/main" id="{A7633B91-764A-4DAD-8F5F-6774F9CD766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789747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Richtungspfeil 4">
            <a:extLst>
              <a:ext uri="{FF2B5EF4-FFF2-40B4-BE49-F238E27FC236}">
                <a16:creationId xmlns:a16="http://schemas.microsoft.com/office/drawing/2014/main" id="{43B54772-1461-4F82-813F-984990166721}"/>
              </a:ext>
            </a:extLst>
          </p:cNvPr>
          <p:cNvSpPr>
            <a:spLocks/>
          </p:cNvSpPr>
          <p:nvPr/>
        </p:nvSpPr>
        <p:spPr bwMode="gray">
          <a:xfrm>
            <a:off x="626399" y="1439999"/>
            <a:ext cx="3601114" cy="4754428"/>
          </a:xfrm>
          <a:prstGeom prst="rect">
            <a:avLst/>
          </a:prstGeom>
          <a:gradFill flip="none" rotWithShape="1"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144000" rIns="14400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1200"/>
              </a:spcAft>
            </a:pP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一贯的理念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–</a:t>
            </a:r>
            <a:br>
              <a:rPr lang="zh-CN" altLang="en-US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</a:b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相同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的同步过程 </a:t>
            </a:r>
          </a:p>
          <a:p>
            <a:pPr algn="l" rtl="0">
              <a:spcBef>
                <a:spcPts val="0"/>
              </a:spcBef>
              <a:spcAft>
                <a:spcPts val="1200"/>
              </a:spcAft>
            </a:pP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通过同步连接中</a:t>
            </a: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可用的带宽</a:t>
            </a:r>
            <a:br>
              <a:rPr lang="en-US" altLang="zh-CN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</a:b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对性能切换进行</a:t>
            </a: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扩展</a:t>
            </a:r>
          </a:p>
        </p:txBody>
      </p:sp>
      <p:grpSp>
        <p:nvGrpSpPr>
          <p:cNvPr id="14" name="Gruppieren 113">
            <a:extLst>
              <a:ext uri="{FF2B5EF4-FFF2-40B4-BE49-F238E27FC236}">
                <a16:creationId xmlns:a16="http://schemas.microsoft.com/office/drawing/2014/main" id="{EEAE5DF7-A28E-4912-A6C9-F0C1CDFCDEF4}"/>
              </a:ext>
            </a:extLst>
          </p:cNvPr>
          <p:cNvGrpSpPr>
            <a:grpSpLocks/>
          </p:cNvGrpSpPr>
          <p:nvPr/>
        </p:nvGrpSpPr>
        <p:grpSpPr bwMode="gray">
          <a:xfrm>
            <a:off x="770956" y="4415077"/>
            <a:ext cx="3312000" cy="1653220"/>
            <a:chOff x="626399" y="4142859"/>
            <a:chExt cx="5400675" cy="1653220"/>
          </a:xfrm>
        </p:grpSpPr>
        <p:sp>
          <p:nvSpPr>
            <p:cNvPr id="15" name="Rechteck 114">
              <a:extLst>
                <a:ext uri="{FF2B5EF4-FFF2-40B4-BE49-F238E27FC236}">
                  <a16:creationId xmlns:a16="http://schemas.microsoft.com/office/drawing/2014/main" id="{142D2997-FA84-4AE1-B0F5-6785248DE267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142859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CPU </a:t>
              </a:r>
              <a:r>
                <a:rPr lang="zh-CN" altLang="en-US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型号</a:t>
              </a:r>
            </a:p>
          </p:txBody>
        </p:sp>
        <p:sp>
          <p:nvSpPr>
            <p:cNvPr id="16" name="Rechteck 115">
              <a:extLst>
                <a:ext uri="{FF2B5EF4-FFF2-40B4-BE49-F238E27FC236}">
                  <a16:creationId xmlns:a16="http://schemas.microsoft.com/office/drawing/2014/main" id="{0FCB5802-4D8D-429A-A268-414B8678E60E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502303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zh-CN" altLang="en-US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同步</a:t>
              </a:r>
              <a:endParaRPr lang="zh-CN" altLang="en-US" sz="140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hteck 116">
              <a:extLst>
                <a:ext uri="{FF2B5EF4-FFF2-40B4-BE49-F238E27FC236}">
                  <a16:creationId xmlns:a16="http://schemas.microsoft.com/office/drawing/2014/main" id="{33FD8E4C-1D5C-4033-A4D4-19FF02213D8C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861747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zh-CN" altLang="en-US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切换时间</a:t>
              </a:r>
            </a:p>
          </p:txBody>
        </p:sp>
        <p:sp>
          <p:nvSpPr>
            <p:cNvPr id="18" name="Rechteck 117">
              <a:extLst>
                <a:ext uri="{FF2B5EF4-FFF2-40B4-BE49-F238E27FC236}">
                  <a16:creationId xmlns:a16="http://schemas.microsoft.com/office/drawing/2014/main" id="{CA383924-072D-4B03-BDB9-4EAAF0490AD4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5221191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I/O </a:t>
              </a:r>
              <a:r>
                <a:rPr lang="zh-CN" altLang="en-US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系统</a:t>
              </a:r>
              <a:endParaRPr lang="zh-CN" altLang="en-US" sz="140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Rechteck 118">
              <a:extLst>
                <a:ext uri="{FF2B5EF4-FFF2-40B4-BE49-F238E27FC236}">
                  <a16:creationId xmlns:a16="http://schemas.microsoft.com/office/drawing/2014/main" id="{0721BA7A-DA45-45BF-9E08-17921688A1AB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5580635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zh-CN" altLang="en-US" sz="1400" b="0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连接方式</a:t>
              </a:r>
              <a:endParaRPr lang="zh-CN" altLang="en-US" sz="140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1E01182C-5221-4F05-AFEF-4D712663F62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430303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19">
              <a:extLst>
                <a:ext uri="{FF2B5EF4-FFF2-40B4-BE49-F238E27FC236}">
                  <a16:creationId xmlns:a16="http://schemas.microsoft.com/office/drawing/2014/main" id="{EF9BB1F4-D031-4CDC-A487-BFB75753259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789747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19">
              <a:extLst>
                <a:ext uri="{FF2B5EF4-FFF2-40B4-BE49-F238E27FC236}">
                  <a16:creationId xmlns:a16="http://schemas.microsoft.com/office/drawing/2014/main" id="{4F0C8787-F9D0-4DB2-AE41-A1908C67E73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5149191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19">
              <a:extLst>
                <a:ext uri="{FF2B5EF4-FFF2-40B4-BE49-F238E27FC236}">
                  <a16:creationId xmlns:a16="http://schemas.microsoft.com/office/drawing/2014/main" id="{A585313E-05C4-4A2B-9EC7-80DC476C44B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5508635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Textfeld 126">
            <a:extLst>
              <a:ext uri="{FF2B5EF4-FFF2-40B4-BE49-F238E27FC236}">
                <a16:creationId xmlns:a16="http://schemas.microsoft.com/office/drawing/2014/main" id="{05BC8273-A572-4ACA-9278-1ADDE065153F}"/>
              </a:ext>
            </a:extLst>
          </p:cNvPr>
          <p:cNvSpPr txBox="1">
            <a:spLocks/>
          </p:cNvSpPr>
          <p:nvPr/>
        </p:nvSpPr>
        <p:spPr bwMode="gray">
          <a:xfrm>
            <a:off x="4370388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冗余 </a:t>
            </a:r>
            <a:r>
              <a:rPr lang="en-US" altLang="zh-CN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– S7-1500R</a:t>
            </a:r>
            <a:endParaRPr lang="zh-CN" altLang="en-US" b="1" dirty="0">
              <a:solidFill>
                <a:srgbClr val="41AAAA"/>
              </a:solidFill>
              <a:latin typeface="Arial"/>
              <a:ea typeface="宋体" panose="02010600030101010101" pitchFamily="2" charset="-122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25" name="Gruppieren 127">
            <a:extLst>
              <a:ext uri="{FF2B5EF4-FFF2-40B4-BE49-F238E27FC236}">
                <a16:creationId xmlns:a16="http://schemas.microsoft.com/office/drawing/2014/main" id="{027819C8-2EDA-416C-8359-3DA3D9AD614B}"/>
              </a:ext>
            </a:extLst>
          </p:cNvPr>
          <p:cNvGrpSpPr>
            <a:grpSpLocks/>
          </p:cNvGrpSpPr>
          <p:nvPr/>
        </p:nvGrpSpPr>
        <p:grpSpPr bwMode="gray">
          <a:xfrm>
            <a:off x="4370388" y="4415077"/>
            <a:ext cx="3600000" cy="934332"/>
            <a:chOff x="626399" y="4142859"/>
            <a:chExt cx="5400675" cy="934332"/>
          </a:xfrm>
        </p:grpSpPr>
        <p:sp>
          <p:nvSpPr>
            <p:cNvPr id="26" name="Rechteck 159">
              <a:extLst>
                <a:ext uri="{FF2B5EF4-FFF2-40B4-BE49-F238E27FC236}">
                  <a16:creationId xmlns:a16="http://schemas.microsoft.com/office/drawing/2014/main" id="{0527FEB1-54F8-4D1B-A568-0DF3A8ABF10B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142859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CPU 1513R/CPU 1515R</a:t>
              </a:r>
            </a:p>
          </p:txBody>
        </p:sp>
        <p:sp>
          <p:nvSpPr>
            <p:cNvPr id="27" name="Rechteck 160">
              <a:extLst>
                <a:ext uri="{FF2B5EF4-FFF2-40B4-BE49-F238E27FC236}">
                  <a16:creationId xmlns:a16="http://schemas.microsoft.com/office/drawing/2014/main" id="{9CE5979A-37B5-482A-A48D-1B2CEFA102C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502303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zh-CN" altLang="en-US" sz="1400" b="0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通过 </a:t>
              </a: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PROFINET </a:t>
              </a:r>
              <a:r>
                <a:rPr lang="zh-CN" altLang="en-US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环网 </a:t>
              </a: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(MRP)</a:t>
              </a:r>
            </a:p>
          </p:txBody>
        </p:sp>
        <p:sp>
          <p:nvSpPr>
            <p:cNvPr id="28" name="Rechteck 161">
              <a:extLst>
                <a:ext uri="{FF2B5EF4-FFF2-40B4-BE49-F238E27FC236}">
                  <a16:creationId xmlns:a16="http://schemas.microsoft.com/office/drawing/2014/main" id="{C7399353-6D42-4B81-B630-BE032220BAB2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399" y="4861747"/>
              <a:ext cx="5400675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l" rtl="0"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</a:pPr>
              <a:r>
                <a:rPr lang="en-US" altLang="zh-CN" sz="14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300 </a:t>
              </a:r>
              <a:r>
                <a:rPr lang="en-US" altLang="zh-CN" sz="1400" b="1" i="0" u="none" baseline="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ms</a:t>
              </a:r>
              <a:endParaRPr lang="zh-CN" altLang="en-US" sz="1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9" name="Gerade Verbindung 19">
              <a:extLst>
                <a:ext uri="{FF2B5EF4-FFF2-40B4-BE49-F238E27FC236}">
                  <a16:creationId xmlns:a16="http://schemas.microsoft.com/office/drawing/2014/main" id="{903BCCBF-BF5F-47F2-8D5B-8614325FFA9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430303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Gerade Verbindung 19">
              <a:extLst>
                <a:ext uri="{FF2B5EF4-FFF2-40B4-BE49-F238E27FC236}">
                  <a16:creationId xmlns:a16="http://schemas.microsoft.com/office/drawing/2014/main" id="{F2AD6CE9-9FEC-4956-A265-83164906034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6399" y="4789747"/>
              <a:ext cx="5400675" cy="0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Gerade Verbindung 19">
            <a:extLst>
              <a:ext uri="{FF2B5EF4-FFF2-40B4-BE49-F238E27FC236}">
                <a16:creationId xmlns:a16="http://schemas.microsoft.com/office/drawing/2014/main" id="{EBD1FABB-0B33-4B20-8DB8-1ACFEEC5F3CE}"/>
              </a:ext>
            </a:extLst>
          </p:cNvPr>
          <p:cNvCxnSpPr>
            <a:cxnSpLocks/>
          </p:cNvCxnSpPr>
          <p:nvPr/>
        </p:nvCxnSpPr>
        <p:spPr bwMode="gray">
          <a:xfrm>
            <a:off x="8043391" y="1439999"/>
            <a:ext cx="0" cy="398141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hteck 99">
            <a:extLst>
              <a:ext uri="{FF2B5EF4-FFF2-40B4-BE49-F238E27FC236}">
                <a16:creationId xmlns:a16="http://schemas.microsoft.com/office/drawing/2014/main" id="{88180C23-D147-4C90-96EF-73A657677846}"/>
              </a:ext>
            </a:extLst>
          </p:cNvPr>
          <p:cNvSpPr>
            <a:spLocks/>
          </p:cNvSpPr>
          <p:nvPr/>
        </p:nvSpPr>
        <p:spPr bwMode="gray">
          <a:xfrm>
            <a:off x="6351603" y="5493409"/>
            <a:ext cx="3600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ET 200SP </a:t>
            </a:r>
            <a:r>
              <a:rPr lang="zh-CN" altLang="en-US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和 </a:t>
            </a:r>
            <a:r>
              <a:rPr lang="en-US" altLang="zh-CN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ET 200MP </a:t>
            </a:r>
            <a:r>
              <a:rPr lang="en-US" altLang="zh-CN" sz="1400" b="0" i="0" u="none" baseline="3000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1)</a:t>
            </a:r>
          </a:p>
        </p:txBody>
      </p:sp>
      <p:sp>
        <p:nvSpPr>
          <p:cNvPr id="33" name="Rechteck 109">
            <a:extLst>
              <a:ext uri="{FF2B5EF4-FFF2-40B4-BE49-F238E27FC236}">
                <a16:creationId xmlns:a16="http://schemas.microsoft.com/office/drawing/2014/main" id="{8B5FB087-B6EF-4AAE-B40E-8620E9294E3A}"/>
              </a:ext>
            </a:extLst>
          </p:cNvPr>
          <p:cNvSpPr>
            <a:spLocks/>
          </p:cNvSpPr>
          <p:nvPr/>
        </p:nvSpPr>
        <p:spPr bwMode="gray">
          <a:xfrm>
            <a:off x="4370388" y="5852852"/>
            <a:ext cx="7345362" cy="25628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单连接（</a:t>
            </a:r>
            <a:r>
              <a:rPr lang="en-US" altLang="zh-CN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PN </a:t>
            </a:r>
            <a:r>
              <a:rPr lang="zh-CN" altLang="en-US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冗余 </a:t>
            </a:r>
            <a:r>
              <a:rPr lang="en-US" altLang="zh-CN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S2</a:t>
            </a:r>
            <a:r>
              <a:rPr lang="zh-CN" altLang="en-US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）和交换式 </a:t>
            </a:r>
            <a:r>
              <a:rPr lang="en-US" altLang="zh-CN" sz="14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S1 </a:t>
            </a:r>
            <a:r>
              <a:rPr lang="en-US" altLang="zh-CN" sz="1400" b="0" i="0" u="none" baseline="3000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2)</a:t>
            </a:r>
            <a:endParaRPr lang="zh-CN" altLang="en-US" sz="14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34" name="Gerade Verbindung 19">
            <a:extLst>
              <a:ext uri="{FF2B5EF4-FFF2-40B4-BE49-F238E27FC236}">
                <a16:creationId xmlns:a16="http://schemas.microsoft.com/office/drawing/2014/main" id="{C330C403-744F-4A43-9F6A-B56BA93951A8}"/>
              </a:ext>
            </a:extLst>
          </p:cNvPr>
          <p:cNvCxnSpPr>
            <a:cxnSpLocks/>
          </p:cNvCxnSpPr>
          <p:nvPr/>
        </p:nvCxnSpPr>
        <p:spPr bwMode="gray">
          <a:xfrm>
            <a:off x="4370388" y="5421409"/>
            <a:ext cx="7345362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Gerade Verbindung 19">
            <a:extLst>
              <a:ext uri="{FF2B5EF4-FFF2-40B4-BE49-F238E27FC236}">
                <a16:creationId xmlns:a16="http://schemas.microsoft.com/office/drawing/2014/main" id="{5FE18A13-3B1D-4E69-A365-EB79A84EDC8E}"/>
              </a:ext>
            </a:extLst>
          </p:cNvPr>
          <p:cNvCxnSpPr>
            <a:cxnSpLocks/>
          </p:cNvCxnSpPr>
          <p:nvPr/>
        </p:nvCxnSpPr>
        <p:spPr bwMode="gray">
          <a:xfrm>
            <a:off x="4370388" y="5801718"/>
            <a:ext cx="7345362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feld 124">
            <a:extLst>
              <a:ext uri="{FF2B5EF4-FFF2-40B4-BE49-F238E27FC236}">
                <a16:creationId xmlns:a16="http://schemas.microsoft.com/office/drawing/2014/main" id="{CC8DB314-D3F4-4A9C-9B71-37419779D4C5}"/>
              </a:ext>
            </a:extLst>
          </p:cNvPr>
          <p:cNvSpPr txBox="1"/>
          <p:nvPr/>
        </p:nvSpPr>
        <p:spPr>
          <a:xfrm>
            <a:off x="5019055" y="6540229"/>
            <a:ext cx="6444716" cy="21543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1) ET 200eco PN M12-L 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筹备中  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2) 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请参见幻灯片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  <a:hlinkClick r:id="" action="ppaction://noaction"/>
              </a:rPr>
              <a:t>交换式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  <a:hlinkClick r:id="" action="ppaction://noaction"/>
              </a:rPr>
              <a:t>S1 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  <a:hlinkClick r:id="" action="ppaction://noaction"/>
              </a:rPr>
              <a:t>设备</a:t>
            </a:r>
            <a:endParaRPr lang="zh-CN" altLang="en-US" sz="12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grpSp>
        <p:nvGrpSpPr>
          <p:cNvPr id="39" name="Gruppieren 168">
            <a:extLst>
              <a:ext uri="{FF2B5EF4-FFF2-40B4-BE49-F238E27FC236}">
                <a16:creationId xmlns:a16="http://schemas.microsoft.com/office/drawing/2014/main" id="{F5FFE8ED-96D6-4BA6-BC29-717C525EC146}"/>
              </a:ext>
            </a:extLst>
          </p:cNvPr>
          <p:cNvGrpSpPr>
            <a:grpSpLocks/>
          </p:cNvGrpSpPr>
          <p:nvPr/>
        </p:nvGrpSpPr>
        <p:grpSpPr bwMode="gray">
          <a:xfrm>
            <a:off x="8599044" y="1962128"/>
            <a:ext cx="2728962" cy="2207819"/>
            <a:chOff x="8599044" y="2025193"/>
            <a:chExt cx="2728962" cy="2207819"/>
          </a:xfrm>
        </p:grpSpPr>
        <p:sp>
          <p:nvSpPr>
            <p:cNvPr id="40" name="Rechteck 111">
              <a:extLst>
                <a:ext uri="{FF2B5EF4-FFF2-40B4-BE49-F238E27FC236}">
                  <a16:creationId xmlns:a16="http://schemas.microsoft.com/office/drawing/2014/main" id="{F3084332-2F0D-406E-9648-DF46A641D336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9936906" y="2118522"/>
              <a:ext cx="69155" cy="113109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DA040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Ellipse 77">
              <a:extLst>
                <a:ext uri="{FF2B5EF4-FFF2-40B4-BE49-F238E27FC236}">
                  <a16:creationId xmlns:a16="http://schemas.microsoft.com/office/drawing/2014/main" id="{6F46396D-C793-4D08-A155-86270852BAB1}"/>
                </a:ext>
              </a:extLst>
            </p:cNvPr>
            <p:cNvSpPr>
              <a:spLocks/>
            </p:cNvSpPr>
            <p:nvPr/>
          </p:nvSpPr>
          <p:spPr bwMode="gray">
            <a:xfrm>
              <a:off x="8599044" y="3117958"/>
              <a:ext cx="2728962" cy="409132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buClr>
                  <a:srgbClr val="879BAA"/>
                </a:buClr>
                <a:buFont typeface="Wingdings" pitchFamily="2" charset="2"/>
                <a:buNone/>
              </a:pPr>
              <a:endParaRPr lang="en-US" sz="900" dirty="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2" name="Gruppieren 78">
              <a:extLst>
                <a:ext uri="{FF2B5EF4-FFF2-40B4-BE49-F238E27FC236}">
                  <a16:creationId xmlns:a16="http://schemas.microsoft.com/office/drawing/2014/main" id="{5E970438-DD79-42B8-B15B-BE133F8A49BD}"/>
                </a:ext>
              </a:extLst>
            </p:cNvPr>
            <p:cNvGrpSpPr/>
            <p:nvPr/>
          </p:nvGrpSpPr>
          <p:grpSpPr bwMode="gray">
            <a:xfrm>
              <a:off x="9269036" y="2785167"/>
              <a:ext cx="1382566" cy="954084"/>
              <a:chOff x="1741505" y="2547208"/>
              <a:chExt cx="1382566" cy="954084"/>
            </a:xfrm>
          </p:grpSpPr>
          <p:sp>
            <p:nvSpPr>
              <p:cNvPr id="65" name="Rechteck 103">
                <a:extLst>
                  <a:ext uri="{FF2B5EF4-FFF2-40B4-BE49-F238E27FC236}">
                    <a16:creationId xmlns:a16="http://schemas.microsoft.com/office/drawing/2014/main" id="{9B2EC39A-49C4-4C10-B512-6CCCCE580C5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41505" y="2547209"/>
                <a:ext cx="69155" cy="415938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963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900" b="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" name="Rechteck 104">
                <a:extLst>
                  <a:ext uri="{FF2B5EF4-FFF2-40B4-BE49-F238E27FC236}">
                    <a16:creationId xmlns:a16="http://schemas.microsoft.com/office/drawing/2014/main" id="{FE21DE6F-A3BB-4B2C-9489-03392437CA7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54916" y="2547208"/>
                <a:ext cx="69155" cy="439569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963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900" b="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" name="Rechteck 105">
                <a:extLst>
                  <a:ext uri="{FF2B5EF4-FFF2-40B4-BE49-F238E27FC236}">
                    <a16:creationId xmlns:a16="http://schemas.microsoft.com/office/drawing/2014/main" id="{0C82A7C5-4CAD-4958-8472-A7632827550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41505" y="3134844"/>
                <a:ext cx="69155" cy="366448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963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900" b="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" name="Rechteck 106">
                <a:extLst>
                  <a:ext uri="{FF2B5EF4-FFF2-40B4-BE49-F238E27FC236}">
                    <a16:creationId xmlns:a16="http://schemas.microsoft.com/office/drawing/2014/main" id="{3FB5D14D-CB68-484C-808B-D07A9E78AD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54916" y="3134844"/>
                <a:ext cx="69155" cy="366448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963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endParaRPr lang="en-US" sz="900" b="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3" name="Gruppieren 79">
              <a:extLst>
                <a:ext uri="{FF2B5EF4-FFF2-40B4-BE49-F238E27FC236}">
                  <a16:creationId xmlns:a16="http://schemas.microsoft.com/office/drawing/2014/main" id="{5D271378-4DF1-4339-93C3-B2A633524976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9488473" y="2356282"/>
              <a:ext cx="950105" cy="223570"/>
              <a:chOff x="1886203" y="2789442"/>
              <a:chExt cx="950105" cy="223570"/>
            </a:xfrm>
          </p:grpSpPr>
          <p:sp>
            <p:nvSpPr>
              <p:cNvPr id="63" name="Freeform 23">
                <a:extLst>
                  <a:ext uri="{FF2B5EF4-FFF2-40B4-BE49-F238E27FC236}">
                    <a16:creationId xmlns:a16="http://schemas.microsoft.com/office/drawing/2014/main" id="{2A6A4691-1B30-4068-8991-DF21649679D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86203" y="2859080"/>
                <a:ext cx="950105" cy="153932"/>
              </a:xfrm>
              <a:custGeom>
                <a:avLst/>
                <a:gdLst>
                  <a:gd name="T0" fmla="*/ 0 w 534"/>
                  <a:gd name="T1" fmla="*/ 2147483647 h 121"/>
                  <a:gd name="T2" fmla="*/ 2147483647 w 534"/>
                  <a:gd name="T3" fmla="*/ 2147483647 h 121"/>
                  <a:gd name="T4" fmla="*/ 2147483647 w 534"/>
                  <a:gd name="T5" fmla="*/ 0 h 1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4" h="121">
                    <a:moveTo>
                      <a:pt x="0" y="16"/>
                    </a:moveTo>
                    <a:cubicBezTo>
                      <a:pt x="92" y="68"/>
                      <a:pt x="185" y="121"/>
                      <a:pt x="274" y="118"/>
                    </a:cubicBezTo>
                    <a:cubicBezTo>
                      <a:pt x="363" y="115"/>
                      <a:pt x="448" y="57"/>
                      <a:pt x="534" y="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DA040F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en-US" sz="900" dirty="0">
                  <a:solidFill>
                    <a:srgbClr val="AF235F"/>
                  </a:solidFill>
                  <a:latin typeface="Arial"/>
                </a:endParaRPr>
              </a:p>
            </p:txBody>
          </p:sp>
          <p:sp>
            <p:nvSpPr>
              <p:cNvPr id="64" name="Text Box 24">
                <a:extLst>
                  <a:ext uri="{FF2B5EF4-FFF2-40B4-BE49-F238E27FC236}">
                    <a16:creationId xmlns:a16="http://schemas.microsoft.com/office/drawing/2014/main" id="{68A885E9-CC41-4A27-AC3E-8219972A2AF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2184098" y="2789442"/>
                <a:ext cx="354316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altLang="de-DE" sz="1000" b="1">
                    <a:solidFill>
                      <a:srgbClr val="DA040F"/>
                    </a:solidFill>
                  </a:rPr>
                  <a:t>Sync</a:t>
                </a:r>
                <a:endParaRPr lang="en-US" altLang="de-DE" sz="1000" b="1" dirty="0">
                  <a:solidFill>
                    <a:srgbClr val="DA040F"/>
                  </a:solidFill>
                </a:endParaRPr>
              </a:p>
            </p:txBody>
          </p:sp>
        </p:grpSp>
        <p:sp>
          <p:nvSpPr>
            <p:cNvPr id="44" name="Text Box 16">
              <a:extLst>
                <a:ext uri="{FF2B5EF4-FFF2-40B4-BE49-F238E27FC236}">
                  <a16:creationId xmlns:a16="http://schemas.microsoft.com/office/drawing/2014/main" id="{B861B1EF-40DF-4420-B905-7F5FE606FFBC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gray">
            <a:xfrm>
              <a:off x="8863702" y="2025193"/>
              <a:ext cx="47448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de-DE" sz="1000">
                  <a:solidFill>
                    <a:srgbClr val="000000"/>
                  </a:solidFill>
                </a:rPr>
                <a:t>Primary</a:t>
              </a:r>
              <a:endParaRPr lang="en-US" alt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45" name="Text Box 21">
              <a:extLst>
                <a:ext uri="{FF2B5EF4-FFF2-40B4-BE49-F238E27FC236}">
                  <a16:creationId xmlns:a16="http://schemas.microsoft.com/office/drawing/2014/main" id="{026BFAD6-2FF7-47E4-9142-5AB7A2A260D2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gray">
            <a:xfrm>
              <a:off x="10617024" y="2025193"/>
              <a:ext cx="461665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de-DE" sz="1000">
                  <a:solidFill>
                    <a:srgbClr val="000000"/>
                  </a:solidFill>
                </a:rPr>
                <a:t>Backup</a:t>
              </a:r>
              <a:endParaRPr lang="en-US" altLang="de-DE" sz="1000" dirty="0">
                <a:solidFill>
                  <a:srgbClr val="000000"/>
                </a:solidFill>
              </a:endParaRPr>
            </a:p>
          </p:txBody>
        </p:sp>
        <p:grpSp>
          <p:nvGrpSpPr>
            <p:cNvPr id="46" name="Gruppieren 82">
              <a:extLst>
                <a:ext uri="{FF2B5EF4-FFF2-40B4-BE49-F238E27FC236}">
                  <a16:creationId xmlns:a16="http://schemas.microsoft.com/office/drawing/2014/main" id="{4F5CFBF3-F0C7-445C-A5A2-56B8F8AC8187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9006329" y="3666959"/>
              <a:ext cx="594569" cy="566006"/>
              <a:chOff x="1706481" y="3772659"/>
              <a:chExt cx="594569" cy="566006"/>
            </a:xfrm>
          </p:grpSpPr>
          <p:pic>
            <p:nvPicPr>
              <p:cNvPr id="61" name="Grafik 1">
                <a:extLst>
                  <a:ext uri="{FF2B5EF4-FFF2-40B4-BE49-F238E27FC236}">
                    <a16:creationId xmlns:a16="http://schemas.microsoft.com/office/drawing/2014/main" id="{C9627980-E040-4E4C-ADE7-5FBC7FE8D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1706481" y="3772659"/>
                <a:ext cx="594569" cy="374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" name="Text Box 16">
                <a:extLst>
                  <a:ext uri="{FF2B5EF4-FFF2-40B4-BE49-F238E27FC236}">
                    <a16:creationId xmlns:a16="http://schemas.microsoft.com/office/drawing/2014/main" id="{7A98B2B3-27F7-4862-ADF2-B55B76257D5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gray">
              <a:xfrm>
                <a:off x="1706481" y="4184777"/>
                <a:ext cx="594569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b">
                <a:noAutofit/>
              </a:bodyPr>
              <a:lstStyle>
                <a:defPPr>
                  <a:defRPr lang="de-DE"/>
                </a:defPPr>
                <a:lvl1pPr algn="ctr" eaLnBrk="1" hangingPunct="1">
                  <a:defRPr sz="10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de-DE" b="0"/>
                  <a:t>ET 200SP</a:t>
                </a:r>
                <a:endParaRPr lang="en-US" altLang="de-DE" b="0" dirty="0"/>
              </a:p>
            </p:txBody>
          </p:sp>
        </p:grpSp>
        <p:grpSp>
          <p:nvGrpSpPr>
            <p:cNvPr id="47" name="Gruppieren 83">
              <a:extLst>
                <a:ext uri="{FF2B5EF4-FFF2-40B4-BE49-F238E27FC236}">
                  <a16:creationId xmlns:a16="http://schemas.microsoft.com/office/drawing/2014/main" id="{4A0DDF2E-A6CD-4E2F-B258-CA4F0C453580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10233637" y="3666959"/>
              <a:ext cx="766775" cy="566053"/>
              <a:chOff x="2903649" y="3772658"/>
              <a:chExt cx="766775" cy="566053"/>
            </a:xfrm>
          </p:grpSpPr>
          <p:grpSp>
            <p:nvGrpSpPr>
              <p:cNvPr id="53" name="Gruppieren 87">
                <a:extLst>
                  <a:ext uri="{FF2B5EF4-FFF2-40B4-BE49-F238E27FC236}">
                    <a16:creationId xmlns:a16="http://schemas.microsoft.com/office/drawing/2014/main" id="{8B2C8D57-4D2D-42AD-9151-C770296749B4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2903649" y="3772658"/>
                <a:ext cx="766775" cy="379887"/>
                <a:chOff x="2878787" y="3217256"/>
                <a:chExt cx="1572034" cy="1060068"/>
              </a:xfrm>
            </p:grpSpPr>
            <p:pic>
              <p:nvPicPr>
                <p:cNvPr id="55" name="Picture 52">
                  <a:extLst>
                    <a:ext uri="{FF2B5EF4-FFF2-40B4-BE49-F238E27FC236}">
                      <a16:creationId xmlns:a16="http://schemas.microsoft.com/office/drawing/2014/main" id="{EDA43C92-961F-4A65-AC18-D0562ABFC4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2878787" y="3217256"/>
                  <a:ext cx="262004" cy="10600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3E1DEB00-97C8-4BA2-A3C2-D19B7E6458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3140791" y="3217256"/>
                  <a:ext cx="262006" cy="10600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7" name="Picture 55">
                  <a:extLst>
                    <a:ext uri="{FF2B5EF4-FFF2-40B4-BE49-F238E27FC236}">
                      <a16:creationId xmlns:a16="http://schemas.microsoft.com/office/drawing/2014/main" id="{EFF6A400-448A-4DF4-9BBA-DA8B5549D2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3402797" y="3217256"/>
                  <a:ext cx="262006" cy="10600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8" name="Picture 55">
                  <a:extLst>
                    <a:ext uri="{FF2B5EF4-FFF2-40B4-BE49-F238E27FC236}">
                      <a16:creationId xmlns:a16="http://schemas.microsoft.com/office/drawing/2014/main" id="{34752240-B6A2-4A60-A170-42856F853C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3664803" y="3217256"/>
                  <a:ext cx="262006" cy="10600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9" name="Picture 55">
                  <a:extLst>
                    <a:ext uri="{FF2B5EF4-FFF2-40B4-BE49-F238E27FC236}">
                      <a16:creationId xmlns:a16="http://schemas.microsoft.com/office/drawing/2014/main" id="{1BC4B7C4-FFD8-400A-9E89-E28BF42653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3926809" y="3217256"/>
                  <a:ext cx="262006" cy="10600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0" name="Picture 55">
                  <a:extLst>
                    <a:ext uri="{FF2B5EF4-FFF2-40B4-BE49-F238E27FC236}">
                      <a16:creationId xmlns:a16="http://schemas.microsoft.com/office/drawing/2014/main" id="{937BFAF1-F0E9-45F5-B065-4767E47478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4188815" y="3217256"/>
                  <a:ext cx="262006" cy="10600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54" name="Text Box 16">
                <a:extLst>
                  <a:ext uri="{FF2B5EF4-FFF2-40B4-BE49-F238E27FC236}">
                    <a16:creationId xmlns:a16="http://schemas.microsoft.com/office/drawing/2014/main" id="{8895FDF0-5EBE-4D7F-9C0D-D7448446037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gray">
              <a:xfrm>
                <a:off x="2985672" y="4184823"/>
                <a:ext cx="602729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b">
                <a:noAutofit/>
              </a:bodyPr>
              <a:lstStyle>
                <a:defPPr>
                  <a:defRPr lang="de-DE"/>
                </a:defPPr>
                <a:lvl1pPr algn="ctr" eaLnBrk="1" hangingPunct="1">
                  <a:defRPr sz="10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de-DE" b="0"/>
                  <a:t>ET 200MP</a:t>
                </a:r>
                <a:endParaRPr lang="en-US" altLang="de-DE" b="0" dirty="0"/>
              </a:p>
            </p:txBody>
          </p:sp>
        </p:grpSp>
        <p:grpSp>
          <p:nvGrpSpPr>
            <p:cNvPr id="48" name="Gruppieren 84">
              <a:extLst>
                <a:ext uri="{FF2B5EF4-FFF2-40B4-BE49-F238E27FC236}">
                  <a16:creationId xmlns:a16="http://schemas.microsoft.com/office/drawing/2014/main" id="{F4EE560B-704B-48E1-93FA-8E7EB980C286}"/>
                </a:ext>
              </a:extLst>
            </p:cNvPr>
            <p:cNvGrpSpPr/>
            <p:nvPr/>
          </p:nvGrpSpPr>
          <p:grpSpPr bwMode="gray">
            <a:xfrm>
              <a:off x="8599044" y="3117958"/>
              <a:ext cx="2728962" cy="409132"/>
              <a:chOff x="1071513" y="2879999"/>
              <a:chExt cx="2728962" cy="409132"/>
            </a:xfrm>
          </p:grpSpPr>
          <p:sp>
            <p:nvSpPr>
              <p:cNvPr id="51" name="Ellipse 85">
                <a:extLst>
                  <a:ext uri="{FF2B5EF4-FFF2-40B4-BE49-F238E27FC236}">
                    <a16:creationId xmlns:a16="http://schemas.microsoft.com/office/drawing/2014/main" id="{ECB60218-8AC6-4719-829A-51E9F6CE412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71513" y="2879999"/>
                <a:ext cx="2728962" cy="40913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>
                  <a:buClr>
                    <a:srgbClr val="879BAA"/>
                  </a:buClr>
                  <a:buFont typeface="Wingdings" pitchFamily="2" charset="2"/>
                  <a:buNone/>
                </a:pPr>
                <a:endParaRPr lang="en-US" sz="90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" name="Text Box 49">
                <a:extLst>
                  <a:ext uri="{FF2B5EF4-FFF2-40B4-BE49-F238E27FC236}">
                    <a16:creationId xmlns:a16="http://schemas.microsoft.com/office/drawing/2014/main" id="{AD1C69ED-5284-42D0-A3A1-2B9EBF1A6E0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gray">
              <a:xfrm>
                <a:off x="2236420" y="3007621"/>
                <a:ext cx="399148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altLang="de-DE" sz="1000" b="1">
                    <a:solidFill>
                      <a:srgbClr val="00963F"/>
                    </a:solidFill>
                  </a:rPr>
                  <a:t>1-Ring</a:t>
                </a:r>
                <a:endParaRPr lang="en-US" altLang="de-DE" sz="1000" b="1" dirty="0">
                  <a:solidFill>
                    <a:srgbClr val="00963F"/>
                  </a:solidFill>
                </a:endParaRPr>
              </a:p>
            </p:txBody>
          </p:sp>
        </p:grpSp>
        <p:pic>
          <p:nvPicPr>
            <p:cNvPr id="49" name="Grafik 107">
              <a:extLst>
                <a:ext uri="{FF2B5EF4-FFF2-40B4-BE49-F238E27FC236}">
                  <a16:creationId xmlns:a16="http://schemas.microsoft.com/office/drawing/2014/main" id="{DCB3A09A-036B-41B0-A6B2-755DC97D8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9746" y="2217181"/>
              <a:ext cx="769173" cy="609907"/>
            </a:xfrm>
            <a:prstGeom prst="rect">
              <a:avLst/>
            </a:prstGeom>
          </p:spPr>
        </p:pic>
        <p:pic>
          <p:nvPicPr>
            <p:cNvPr id="50" name="Grafik 108">
              <a:extLst>
                <a:ext uri="{FF2B5EF4-FFF2-40B4-BE49-F238E27FC236}">
                  <a16:creationId xmlns:a16="http://schemas.microsoft.com/office/drawing/2014/main" id="{302B5231-A0AD-4F62-BCAD-BFFED0713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681719" y="2217181"/>
              <a:ext cx="769173" cy="609907"/>
            </a:xfrm>
            <a:prstGeom prst="rect">
              <a:avLst/>
            </a:prstGeom>
          </p:spPr>
        </p:pic>
      </p:grpSp>
      <p:grpSp>
        <p:nvGrpSpPr>
          <p:cNvPr id="69" name="Gruppieren 2">
            <a:extLst>
              <a:ext uri="{FF2B5EF4-FFF2-40B4-BE49-F238E27FC236}">
                <a16:creationId xmlns:a16="http://schemas.microsoft.com/office/drawing/2014/main" id="{EAE564A9-9B6C-4F45-B1D5-F9A00F93A200}"/>
              </a:ext>
            </a:extLst>
          </p:cNvPr>
          <p:cNvGrpSpPr/>
          <p:nvPr/>
        </p:nvGrpSpPr>
        <p:grpSpPr bwMode="gray">
          <a:xfrm>
            <a:off x="4806595" y="1962128"/>
            <a:ext cx="2728962" cy="2207819"/>
            <a:chOff x="4806595" y="1962128"/>
            <a:chExt cx="2728962" cy="2207819"/>
          </a:xfrm>
        </p:grpSpPr>
        <p:sp>
          <p:nvSpPr>
            <p:cNvPr id="70" name="Ellipse 129">
              <a:extLst>
                <a:ext uri="{FF2B5EF4-FFF2-40B4-BE49-F238E27FC236}">
                  <a16:creationId xmlns:a16="http://schemas.microsoft.com/office/drawing/2014/main" id="{85E40C33-3DC4-42F8-AE06-126B9883DE00}"/>
                </a:ext>
              </a:extLst>
            </p:cNvPr>
            <p:cNvSpPr>
              <a:spLocks/>
            </p:cNvSpPr>
            <p:nvPr/>
          </p:nvSpPr>
          <p:spPr bwMode="gray">
            <a:xfrm>
              <a:off x="4806595" y="3054893"/>
              <a:ext cx="2728962" cy="409132"/>
            </a:xfrm>
            <a:prstGeom prst="ellipse">
              <a:avLst/>
            </a:prstGeom>
            <a:noFill/>
            <a:ln w="3810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Rechteck 155">
              <a:extLst>
                <a:ext uri="{FF2B5EF4-FFF2-40B4-BE49-F238E27FC236}">
                  <a16:creationId xmlns:a16="http://schemas.microsoft.com/office/drawing/2014/main" id="{995804D8-FB69-4F93-9189-32A2B4573376}"/>
                </a:ext>
              </a:extLst>
            </p:cNvPr>
            <p:cNvSpPr>
              <a:spLocks/>
            </p:cNvSpPr>
            <p:nvPr/>
          </p:nvSpPr>
          <p:spPr bwMode="gray">
            <a:xfrm>
              <a:off x="5476587" y="2722103"/>
              <a:ext cx="69155" cy="415938"/>
            </a:xfrm>
            <a:prstGeom prst="rect">
              <a:avLst/>
            </a:prstGeom>
            <a:noFill/>
            <a:ln w="1905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Rechteck 156">
              <a:extLst>
                <a:ext uri="{FF2B5EF4-FFF2-40B4-BE49-F238E27FC236}">
                  <a16:creationId xmlns:a16="http://schemas.microsoft.com/office/drawing/2014/main" id="{8E21F0CC-0156-4E59-BB1F-F8F187C6F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6789998" y="2722102"/>
              <a:ext cx="69155" cy="439569"/>
            </a:xfrm>
            <a:prstGeom prst="rect">
              <a:avLst/>
            </a:prstGeom>
            <a:noFill/>
            <a:ln w="1905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Rechteck 157">
              <a:extLst>
                <a:ext uri="{FF2B5EF4-FFF2-40B4-BE49-F238E27FC236}">
                  <a16:creationId xmlns:a16="http://schemas.microsoft.com/office/drawing/2014/main" id="{0F103B3A-392D-4ABF-8003-139942E5609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76587" y="3309738"/>
              <a:ext cx="69155" cy="366448"/>
            </a:xfrm>
            <a:prstGeom prst="rect">
              <a:avLst/>
            </a:prstGeom>
            <a:noFill/>
            <a:ln w="1905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Rechteck 158">
              <a:extLst>
                <a:ext uri="{FF2B5EF4-FFF2-40B4-BE49-F238E27FC236}">
                  <a16:creationId xmlns:a16="http://schemas.microsoft.com/office/drawing/2014/main" id="{81EA7599-B696-42DF-843A-A7C5F6CF5B7F}"/>
                </a:ext>
              </a:extLst>
            </p:cNvPr>
            <p:cNvSpPr>
              <a:spLocks/>
            </p:cNvSpPr>
            <p:nvPr/>
          </p:nvSpPr>
          <p:spPr bwMode="gray">
            <a:xfrm>
              <a:off x="6789998" y="3309738"/>
              <a:ext cx="69155" cy="366448"/>
            </a:xfrm>
            <a:prstGeom prst="rect">
              <a:avLst/>
            </a:prstGeom>
            <a:noFill/>
            <a:ln w="19050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endParaRPr lang="en-US" sz="900" b="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B27927F0-BDB3-41CE-A53E-8A39BAEE887B}"/>
                </a:ext>
              </a:extLst>
            </p:cNvPr>
            <p:cNvSpPr>
              <a:spLocks/>
            </p:cNvSpPr>
            <p:nvPr/>
          </p:nvSpPr>
          <p:spPr bwMode="gray">
            <a:xfrm>
              <a:off x="5696024" y="2803753"/>
              <a:ext cx="950105" cy="153932"/>
            </a:xfrm>
            <a:custGeom>
              <a:avLst/>
              <a:gdLst>
                <a:gd name="T0" fmla="*/ 0 w 534"/>
                <a:gd name="T1" fmla="*/ 2147483647 h 121"/>
                <a:gd name="T2" fmla="*/ 2147483647 w 534"/>
                <a:gd name="T3" fmla="*/ 2147483647 h 121"/>
                <a:gd name="T4" fmla="*/ 2147483647 w 534"/>
                <a:gd name="T5" fmla="*/ 0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121">
                  <a:moveTo>
                    <a:pt x="0" y="16"/>
                  </a:moveTo>
                  <a:cubicBezTo>
                    <a:pt x="92" y="68"/>
                    <a:pt x="185" y="121"/>
                    <a:pt x="274" y="118"/>
                  </a:cubicBezTo>
                  <a:cubicBezTo>
                    <a:pt x="363" y="115"/>
                    <a:pt x="448" y="57"/>
                    <a:pt x="534" y="0"/>
                  </a:cubicBezTo>
                </a:path>
              </a:pathLst>
            </a:custGeom>
            <a:noFill/>
            <a:ln w="19050" cap="flat" cmpd="sng" algn="ctr">
              <a:solidFill>
                <a:srgbClr val="DA040F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en-US" sz="900" dirty="0">
                <a:solidFill>
                  <a:srgbClr val="AF235F"/>
                </a:solidFill>
                <a:latin typeface="Arial"/>
              </a:endParaRPr>
            </a:p>
          </p:txBody>
        </p:sp>
        <p:sp>
          <p:nvSpPr>
            <p:cNvPr id="76" name="Text Box 24">
              <a:extLst>
                <a:ext uri="{FF2B5EF4-FFF2-40B4-BE49-F238E27FC236}">
                  <a16:creationId xmlns:a16="http://schemas.microsoft.com/office/drawing/2014/main" id="{7A23FCBB-7949-4DD9-A3ED-6C95E312B363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5993919" y="2734115"/>
              <a:ext cx="354316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de-DE" sz="1000" b="1">
                  <a:solidFill>
                    <a:srgbClr val="DA040F"/>
                  </a:solidFill>
                </a:rPr>
                <a:t>Sync</a:t>
              </a:r>
              <a:endParaRPr lang="en-US" altLang="de-DE" sz="1000" b="1" dirty="0">
                <a:solidFill>
                  <a:srgbClr val="DA040F"/>
                </a:solidFill>
              </a:endParaRPr>
            </a:p>
          </p:txBody>
        </p:sp>
        <p:pic>
          <p:nvPicPr>
            <p:cNvPr id="77" name="Grafik 151">
              <a:extLst>
                <a:ext uri="{FF2B5EF4-FFF2-40B4-BE49-F238E27FC236}">
                  <a16:creationId xmlns:a16="http://schemas.microsoft.com/office/drawing/2014/main" id="{0EABAF59-74E4-4835-9FE7-213BA8B1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363886" y="2154116"/>
              <a:ext cx="294557" cy="609907"/>
            </a:xfrm>
            <a:prstGeom prst="rect">
              <a:avLst/>
            </a:prstGeom>
          </p:spPr>
        </p:pic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FED62357-A87C-4ACC-9BDA-2C9EC1DFE138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gray">
            <a:xfrm>
              <a:off x="5273920" y="1962128"/>
              <a:ext cx="47448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de-DE" sz="1000">
                  <a:solidFill>
                    <a:srgbClr val="000000"/>
                  </a:solidFill>
                </a:rPr>
                <a:t>Primary</a:t>
              </a:r>
              <a:endParaRPr lang="en-US" altLang="de-DE" sz="1000" dirty="0">
                <a:solidFill>
                  <a:srgbClr val="000000"/>
                </a:solidFill>
              </a:endParaRPr>
            </a:p>
          </p:txBody>
        </p:sp>
        <p:pic>
          <p:nvPicPr>
            <p:cNvPr id="79" name="Grafik 149">
              <a:extLst>
                <a:ext uri="{FF2B5EF4-FFF2-40B4-BE49-F238E27FC236}">
                  <a16:creationId xmlns:a16="http://schemas.microsoft.com/office/drawing/2014/main" id="{5A1D94C2-C183-483C-A7B2-85E1D8AED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6677297" y="2154116"/>
              <a:ext cx="294557" cy="609907"/>
            </a:xfrm>
            <a:prstGeom prst="rect">
              <a:avLst/>
            </a:prstGeom>
          </p:spPr>
        </p:pic>
        <p:sp>
          <p:nvSpPr>
            <p:cNvPr id="80" name="Text Box 21">
              <a:extLst>
                <a:ext uri="{FF2B5EF4-FFF2-40B4-BE49-F238E27FC236}">
                  <a16:creationId xmlns:a16="http://schemas.microsoft.com/office/drawing/2014/main" id="{AE683E21-57E8-4B6D-B67B-381A9C131C97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gray">
            <a:xfrm>
              <a:off x="6593743" y="1962128"/>
              <a:ext cx="461665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de-DE" sz="1000">
                  <a:solidFill>
                    <a:srgbClr val="000000"/>
                  </a:solidFill>
                </a:rPr>
                <a:t>Backup</a:t>
              </a:r>
              <a:endParaRPr lang="en-US" altLang="de-DE" sz="1000" dirty="0">
                <a:solidFill>
                  <a:srgbClr val="000000"/>
                </a:solidFill>
              </a:endParaRPr>
            </a:p>
          </p:txBody>
        </p:sp>
        <p:pic>
          <p:nvPicPr>
            <p:cNvPr id="81" name="Grafik 1">
              <a:extLst>
                <a:ext uri="{FF2B5EF4-FFF2-40B4-BE49-F238E27FC236}">
                  <a16:creationId xmlns:a16="http://schemas.microsoft.com/office/drawing/2014/main" id="{A2D337D7-0B85-449F-BFEB-A1C240CD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5213880" y="3603894"/>
              <a:ext cx="594569" cy="374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Text Box 16">
              <a:extLst>
                <a:ext uri="{FF2B5EF4-FFF2-40B4-BE49-F238E27FC236}">
                  <a16:creationId xmlns:a16="http://schemas.microsoft.com/office/drawing/2014/main" id="{7CAC55E3-8983-4B77-A9FD-08E38478F56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gray">
            <a:xfrm>
              <a:off x="5213880" y="4016012"/>
              <a:ext cx="59456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noAutofit/>
            </a:bodyPr>
            <a:lstStyle>
              <a:defPPr>
                <a:defRPr lang="de-DE"/>
              </a:defPPr>
              <a:lvl1pPr algn="ctr" eaLnBrk="1" hangingPunct="1">
                <a:defRPr sz="10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de-DE" b="0"/>
                <a:t>ET 200SP</a:t>
              </a:r>
              <a:endParaRPr lang="en-US" altLang="de-DE" b="0" dirty="0"/>
            </a:p>
          </p:txBody>
        </p:sp>
        <p:grpSp>
          <p:nvGrpSpPr>
            <p:cNvPr id="83" name="Gruppieren 139">
              <a:extLst>
                <a:ext uri="{FF2B5EF4-FFF2-40B4-BE49-F238E27FC236}">
                  <a16:creationId xmlns:a16="http://schemas.microsoft.com/office/drawing/2014/main" id="{017EEA27-F970-4450-9FFD-969F0BB08180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441188" y="3603894"/>
              <a:ext cx="766775" cy="379887"/>
              <a:chOff x="2878787" y="3217256"/>
              <a:chExt cx="1572034" cy="1060068"/>
            </a:xfrm>
          </p:grpSpPr>
          <p:pic>
            <p:nvPicPr>
              <p:cNvPr id="87" name="Picture 52">
                <a:extLst>
                  <a:ext uri="{FF2B5EF4-FFF2-40B4-BE49-F238E27FC236}">
                    <a16:creationId xmlns:a16="http://schemas.microsoft.com/office/drawing/2014/main" id="{4A2E2B47-E64C-4621-9F74-DCB6E1389E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2878787" y="3217256"/>
                <a:ext cx="262004" cy="10600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8" name="Picture 55">
                <a:extLst>
                  <a:ext uri="{FF2B5EF4-FFF2-40B4-BE49-F238E27FC236}">
                    <a16:creationId xmlns:a16="http://schemas.microsoft.com/office/drawing/2014/main" id="{ED70999B-3A5B-44B4-9949-72AA52387B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3140791" y="3217256"/>
                <a:ext cx="262006" cy="1060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" name="Picture 55">
                <a:extLst>
                  <a:ext uri="{FF2B5EF4-FFF2-40B4-BE49-F238E27FC236}">
                    <a16:creationId xmlns:a16="http://schemas.microsoft.com/office/drawing/2014/main" id="{2EFA898D-368E-4EBE-8E4A-74569EA6ED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3402797" y="3217256"/>
                <a:ext cx="262006" cy="1060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0" name="Picture 55">
                <a:extLst>
                  <a:ext uri="{FF2B5EF4-FFF2-40B4-BE49-F238E27FC236}">
                    <a16:creationId xmlns:a16="http://schemas.microsoft.com/office/drawing/2014/main" id="{F05DB91F-C535-492B-8CB0-BA84614B61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3664803" y="3217256"/>
                <a:ext cx="262006" cy="1060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1" name="Picture 55">
                <a:extLst>
                  <a:ext uri="{FF2B5EF4-FFF2-40B4-BE49-F238E27FC236}">
                    <a16:creationId xmlns:a16="http://schemas.microsoft.com/office/drawing/2014/main" id="{B2548D0C-9582-4371-A367-39F0441E85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3926809" y="3217256"/>
                <a:ext cx="262006" cy="1060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2" name="Picture 55">
                <a:extLst>
                  <a:ext uri="{FF2B5EF4-FFF2-40B4-BE49-F238E27FC236}">
                    <a16:creationId xmlns:a16="http://schemas.microsoft.com/office/drawing/2014/main" id="{DCAC59A6-CE04-4831-B430-5598E0BEF8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4188815" y="3217256"/>
                <a:ext cx="262006" cy="1060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4" name="Text Box 16">
              <a:extLst>
                <a:ext uri="{FF2B5EF4-FFF2-40B4-BE49-F238E27FC236}">
                  <a16:creationId xmlns:a16="http://schemas.microsoft.com/office/drawing/2014/main" id="{484F9BBD-3F7D-453B-9516-31CA8732C2AC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gray">
            <a:xfrm>
              <a:off x="6523211" y="4016059"/>
              <a:ext cx="60272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noAutofit/>
            </a:bodyPr>
            <a:lstStyle>
              <a:defPPr>
                <a:defRPr lang="de-DE"/>
              </a:defPPr>
              <a:lvl1pPr algn="ctr" eaLnBrk="1" hangingPunct="1">
                <a:defRPr sz="10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de-DE" b="0"/>
                <a:t>ET 200MP</a:t>
              </a:r>
              <a:endParaRPr lang="en-US" altLang="de-DE" b="0" dirty="0"/>
            </a:p>
          </p:txBody>
        </p:sp>
        <p:sp>
          <p:nvSpPr>
            <p:cNvPr id="85" name="Ellipse 137">
              <a:extLst>
                <a:ext uri="{FF2B5EF4-FFF2-40B4-BE49-F238E27FC236}">
                  <a16:creationId xmlns:a16="http://schemas.microsoft.com/office/drawing/2014/main" id="{B34C7B72-B88C-4782-9C47-0A9E5071B63B}"/>
                </a:ext>
              </a:extLst>
            </p:cNvPr>
            <p:cNvSpPr>
              <a:spLocks/>
            </p:cNvSpPr>
            <p:nvPr/>
          </p:nvSpPr>
          <p:spPr bwMode="gray">
            <a:xfrm>
              <a:off x="4806595" y="3054893"/>
              <a:ext cx="2728962" cy="409132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buClr>
                  <a:srgbClr val="879BAA"/>
                </a:buClr>
                <a:buFont typeface="Wingdings" pitchFamily="2" charset="2"/>
                <a:buNone/>
              </a:pPr>
              <a:endParaRPr lang="en-US" sz="90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Text Box 49">
              <a:extLst>
                <a:ext uri="{FF2B5EF4-FFF2-40B4-BE49-F238E27FC236}">
                  <a16:creationId xmlns:a16="http://schemas.microsoft.com/office/drawing/2014/main" id="{25AE69CF-E0DA-433D-ACEA-130CA8497314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gray">
            <a:xfrm>
              <a:off x="5971502" y="3182515"/>
              <a:ext cx="399148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de-DE" sz="1000" b="1">
                  <a:solidFill>
                    <a:srgbClr val="00963F"/>
                  </a:solidFill>
                </a:rPr>
                <a:t>1-Ring</a:t>
              </a:r>
              <a:endParaRPr lang="en-US" altLang="de-DE" sz="1000" b="1" dirty="0">
                <a:solidFill>
                  <a:srgbClr val="00963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2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B01060-6B2F-44F4-9655-4676EEFBA6A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358" name="think-cell Slide" r:id="rId29" imgW="359" imgH="355" progId="TCLayout.ActiveDocument.1">
                  <p:embed/>
                </p:oleObj>
              </mc:Choice>
              <mc:Fallback>
                <p:oleObj name="think-cell Slide" r:id="rId29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B01060-6B2F-44F4-9655-4676EEFBA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DC888D-4B3F-4BD2-ABBA-7E12B136E4C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6090C1-C44A-4583-9135-06D73200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SIMATIC S7-1500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冗余系统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PLC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硬件</a:t>
            </a:r>
            <a:endParaRPr lang="en-US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457D71F-5862-4D44-92D8-5171185EE712}"/>
              </a:ext>
            </a:extLst>
          </p:cNvPr>
          <p:cNvGraphicFramePr>
            <a:graphicFrameLocks noGrp="1"/>
          </p:cNvGraphicFramePr>
          <p:nvPr/>
        </p:nvGraphicFramePr>
        <p:xfrm>
          <a:off x="633048" y="1449388"/>
          <a:ext cx="6822618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zh-CN" altLang="en-US" sz="1600" noProof="0" dirty="0">
                        <a:latin typeface="Arial"/>
                        <a:ea typeface="宋体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1" i="0" u="none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sym typeface="Arial"/>
                        </a:rPr>
                        <a:t>CPU 1513R-1 PN</a:t>
                      </a:r>
                      <a:endParaRPr lang="zh-CN" altLang="en-US" sz="1600" b="1" noProof="0" dirty="0">
                        <a:solidFill>
                          <a:srgbClr val="41AAAA"/>
                        </a:solidFill>
                        <a:latin typeface="Arial"/>
                        <a:ea typeface="宋体"/>
                        <a:sym typeface="Arial"/>
                      </a:endParaRPr>
                    </a:p>
                    <a:p>
                      <a:pPr algn="l" rtl="0"/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1AAAA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6ES7513-1RL00-0AB0</a:t>
                      </a:r>
                      <a:endParaRPr kumimoji="0" lang="zh-CN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1AAAA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sym typeface="Arial"/>
                        </a:rPr>
                        <a:t>CPU 1515R-2 PN</a:t>
                      </a:r>
                      <a:r>
                        <a:rPr lang="zh-CN" altLang="en-US" sz="1600" b="1" i="0" u="none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1AAAA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6ES7515-2RM00-0AB0</a:t>
                      </a:r>
                      <a:endParaRPr lang="zh-CN" altLang="en-US" sz="1000" b="1" noProof="0" dirty="0">
                        <a:solidFill>
                          <a:srgbClr val="41AAAA"/>
                        </a:solidFill>
                        <a:latin typeface="Arial"/>
                        <a:ea typeface="宋体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sym typeface="Arial"/>
                        </a:rPr>
                        <a:t>CPU 1517H-3 PN</a:t>
                      </a:r>
                      <a:endParaRPr lang="zh-CN" altLang="en-US" sz="1600" b="1" noProof="0" dirty="0">
                        <a:solidFill>
                          <a:srgbClr val="41AAAA"/>
                        </a:solidFill>
                        <a:latin typeface="Arial"/>
                        <a:ea typeface="宋体"/>
                        <a:sym typeface="Arial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49EA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1AAAA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6ES7517-3HP00-0AB0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程序</a:t>
                      </a: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/</a:t>
                      </a:r>
                      <a:r>
                        <a:rPr kumimoji="0" lang="zh-CN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存储器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3000">
                          <a:srgbClr val="41AAC8"/>
                        </a:gs>
                        <a:gs pos="50000">
                          <a:srgbClr val="32A0A0"/>
                        </a:gs>
                        <a:gs pos="0">
                          <a:srgbClr val="4BB9B9"/>
                        </a:gs>
                        <a:gs pos="100000">
                          <a:srgbClr val="2387AA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代码：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350 kB</a:t>
                      </a:r>
                      <a:b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</a:b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数据：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1.5 MB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代码：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500 kB</a:t>
                      </a:r>
                      <a:b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</a:b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数据：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3 MB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代码：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2 MB</a:t>
                      </a:r>
                      <a:b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</a:b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数据：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8 MB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600" b="1" i="0" u="none" baseline="0" noProof="0" dirty="0">
                          <a:solidFill>
                            <a:schemeClr val="bg1"/>
                          </a:solidFill>
                          <a:latin typeface="Arial"/>
                          <a:ea typeface="宋体"/>
                          <a:sym typeface="Arial"/>
                        </a:rPr>
                        <a:t>接口</a:t>
                      </a:r>
                      <a:endParaRPr lang="zh-CN" altLang="en-US" sz="1600" noProof="0" dirty="0">
                        <a:latin typeface="Arial"/>
                        <a:ea typeface="宋体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3000">
                          <a:srgbClr val="41AAC8"/>
                        </a:gs>
                        <a:gs pos="50000">
                          <a:srgbClr val="32A0A0"/>
                        </a:gs>
                        <a:gs pos="0">
                          <a:srgbClr val="4BB9B9"/>
                        </a:gs>
                        <a:gs pos="100000">
                          <a:srgbClr val="2387AA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9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i="0" u="none" kern="1200" baseline="0" noProof="0" dirty="0">
                          <a:solidFill>
                            <a:schemeClr val="bg1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固件</a:t>
                      </a:r>
                      <a:endParaRPr lang="zh-CN" altLang="en-US" sz="1600" b="1" kern="1200" noProof="0" dirty="0">
                        <a:solidFill>
                          <a:schemeClr val="bg1"/>
                        </a:solidFill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3000">
                          <a:srgbClr val="41AAC8"/>
                        </a:gs>
                        <a:gs pos="50000">
                          <a:srgbClr val="32A0A0"/>
                        </a:gs>
                        <a:gs pos="0">
                          <a:srgbClr val="4BB9B9"/>
                        </a:gs>
                        <a:gs pos="100000">
                          <a:srgbClr val="2387AA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V2.8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V2.8</a:t>
                      </a:r>
                    </a:p>
                  </a:txBody>
                  <a:tcPr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V2.8</a:t>
                      </a:r>
                    </a:p>
                  </a:txBody>
                  <a:tcPr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4FF2F4A0-F794-488C-A0CA-C5A3EA410FCA}"/>
              </a:ext>
            </a:extLst>
          </p:cNvPr>
          <p:cNvGrpSpPr/>
          <p:nvPr/>
        </p:nvGrpSpPr>
        <p:grpSpPr>
          <a:xfrm>
            <a:off x="3002831" y="2744924"/>
            <a:ext cx="4248472" cy="576000"/>
            <a:chOff x="3002831" y="2763835"/>
            <a:chExt cx="4248472" cy="66516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E448B483-CDC8-4E3F-B19B-D677539F0243}"/>
                </a:ext>
              </a:extLst>
            </p:cNvPr>
            <p:cNvGrpSpPr/>
            <p:nvPr/>
          </p:nvGrpSpPr>
          <p:grpSpPr>
            <a:xfrm>
              <a:off x="3002831" y="2763837"/>
              <a:ext cx="297017" cy="665163"/>
              <a:chOff x="3046943" y="2798763"/>
              <a:chExt cx="297017" cy="665163"/>
            </a:xfrm>
          </p:grpSpPr>
          <p:sp>
            <p:nvSpPr>
              <p:cNvPr id="35" name="Rectangle 207">
                <a:extLst>
                  <a:ext uri="{FF2B5EF4-FFF2-40B4-BE49-F238E27FC236}">
                    <a16:creationId xmlns:a16="http://schemas.microsoft.com/office/drawing/2014/main" id="{D249C6B1-FAA7-417F-A86B-FC6249D26D5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046943" y="2798763"/>
                <a:ext cx="297017" cy="66516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Rectangle 208">
                <a:extLst>
                  <a:ext uri="{FF2B5EF4-FFF2-40B4-BE49-F238E27FC236}">
                    <a16:creationId xmlns:a16="http://schemas.microsoft.com/office/drawing/2014/main" id="{804EC79E-7F39-4992-A01A-D08D0F48FBE0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09">
                <a:extLst>
                  <a:ext uri="{FF2B5EF4-FFF2-40B4-BE49-F238E27FC236}">
                    <a16:creationId xmlns:a16="http://schemas.microsoft.com/office/drawing/2014/main" id="{1A6EAD01-0BE1-42BF-9DAD-4B7522AC6FF0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088237" y="3230564"/>
                <a:ext cx="216012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208">
                <a:extLst>
                  <a:ext uri="{FF2B5EF4-FFF2-40B4-BE49-F238E27FC236}">
                    <a16:creationId xmlns:a16="http://schemas.microsoft.com/office/drawing/2014/main" id="{FF7C7012-DB2C-4A10-AAF0-86C7DF9BE732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X1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Gruppieren 22">
              <a:extLst>
                <a:ext uri="{FF2B5EF4-FFF2-40B4-BE49-F238E27FC236}">
                  <a16:creationId xmlns:a16="http://schemas.microsoft.com/office/drawing/2014/main" id="{0EF025FD-214A-4016-9F4D-2BDF56BCE54D}"/>
                </a:ext>
              </a:extLst>
            </p:cNvPr>
            <p:cNvGrpSpPr/>
            <p:nvPr/>
          </p:nvGrpSpPr>
          <p:grpSpPr>
            <a:xfrm>
              <a:off x="4902058" y="2763837"/>
              <a:ext cx="297017" cy="665163"/>
              <a:chOff x="3046943" y="2798763"/>
              <a:chExt cx="297017" cy="665163"/>
            </a:xfrm>
          </p:grpSpPr>
          <p:sp>
            <p:nvSpPr>
              <p:cNvPr id="31" name="Rectangle 207">
                <a:extLst>
                  <a:ext uri="{FF2B5EF4-FFF2-40B4-BE49-F238E27FC236}">
                    <a16:creationId xmlns:a16="http://schemas.microsoft.com/office/drawing/2014/main" id="{0730F361-2CD8-4594-9051-75BFB1091B9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046943" y="2798763"/>
                <a:ext cx="297017" cy="66516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Rectangle 208">
                <a:extLst>
                  <a:ext uri="{FF2B5EF4-FFF2-40B4-BE49-F238E27FC236}">
                    <a16:creationId xmlns:a16="http://schemas.microsoft.com/office/drawing/2014/main" id="{4D1A0F9C-318C-4456-A9EA-E15F5563EA0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Rectangle 209">
                <a:extLst>
                  <a:ext uri="{FF2B5EF4-FFF2-40B4-BE49-F238E27FC236}">
                    <a16:creationId xmlns:a16="http://schemas.microsoft.com/office/drawing/2014/main" id="{4C33A0A4-13E8-4069-A0E5-E211D918552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088237" y="3230564"/>
                <a:ext cx="216012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Rectangle 208">
                <a:extLst>
                  <a:ext uri="{FF2B5EF4-FFF2-40B4-BE49-F238E27FC236}">
                    <a16:creationId xmlns:a16="http://schemas.microsoft.com/office/drawing/2014/main" id="{03F7E480-C594-49E0-87AF-EAEF7F1AC52F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X1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" name="Gruppieren 27">
              <a:extLst>
                <a:ext uri="{FF2B5EF4-FFF2-40B4-BE49-F238E27FC236}">
                  <a16:creationId xmlns:a16="http://schemas.microsoft.com/office/drawing/2014/main" id="{B00E95EF-B3AE-42A6-8BEA-027E9A4AEA23}"/>
                </a:ext>
              </a:extLst>
            </p:cNvPr>
            <p:cNvGrpSpPr/>
            <p:nvPr/>
          </p:nvGrpSpPr>
          <p:grpSpPr>
            <a:xfrm>
              <a:off x="6261298" y="2763837"/>
              <a:ext cx="297017" cy="665163"/>
              <a:chOff x="3046943" y="2798763"/>
              <a:chExt cx="297017" cy="665163"/>
            </a:xfrm>
          </p:grpSpPr>
          <p:sp>
            <p:nvSpPr>
              <p:cNvPr id="27" name="Rectangle 207">
                <a:extLst>
                  <a:ext uri="{FF2B5EF4-FFF2-40B4-BE49-F238E27FC236}">
                    <a16:creationId xmlns:a16="http://schemas.microsoft.com/office/drawing/2014/main" id="{1BAAA47D-F8FF-4274-B0DC-524C0F62A71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046943" y="2798763"/>
                <a:ext cx="297017" cy="66516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208">
                <a:extLst>
                  <a:ext uri="{FF2B5EF4-FFF2-40B4-BE49-F238E27FC236}">
                    <a16:creationId xmlns:a16="http://schemas.microsoft.com/office/drawing/2014/main" id="{5B88FEE4-83D5-40C8-9A57-D57DB41895E9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209">
                <a:extLst>
                  <a:ext uri="{FF2B5EF4-FFF2-40B4-BE49-F238E27FC236}">
                    <a16:creationId xmlns:a16="http://schemas.microsoft.com/office/drawing/2014/main" id="{6AA22667-94F0-4F94-99B0-10FF0C372B5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088237" y="3230564"/>
                <a:ext cx="216012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208">
                <a:extLst>
                  <a:ext uri="{FF2B5EF4-FFF2-40B4-BE49-F238E27FC236}">
                    <a16:creationId xmlns:a16="http://schemas.microsoft.com/office/drawing/2014/main" id="{986F6015-9718-4111-A6E9-30354A4F121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X1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" name="Gruppieren 32">
              <a:extLst>
                <a:ext uri="{FF2B5EF4-FFF2-40B4-BE49-F238E27FC236}">
                  <a16:creationId xmlns:a16="http://schemas.microsoft.com/office/drawing/2014/main" id="{9B11AB12-6BA0-4851-A3C9-52F7980F4CF1}"/>
                </a:ext>
              </a:extLst>
            </p:cNvPr>
            <p:cNvGrpSpPr/>
            <p:nvPr/>
          </p:nvGrpSpPr>
          <p:grpSpPr>
            <a:xfrm>
              <a:off x="4564137" y="2763836"/>
              <a:ext cx="297017" cy="431803"/>
              <a:chOff x="3046943" y="2798763"/>
              <a:chExt cx="297017" cy="431803"/>
            </a:xfrm>
          </p:grpSpPr>
          <p:sp>
            <p:nvSpPr>
              <p:cNvPr id="24" name="Rectangle 207">
                <a:extLst>
                  <a:ext uri="{FF2B5EF4-FFF2-40B4-BE49-F238E27FC236}">
                    <a16:creationId xmlns:a16="http://schemas.microsoft.com/office/drawing/2014/main" id="{AEDD7425-063F-47AC-807A-1ECD20B1914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046943" y="2798764"/>
                <a:ext cx="297017" cy="43180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Rectangle 208">
                <a:extLst>
                  <a:ext uri="{FF2B5EF4-FFF2-40B4-BE49-F238E27FC236}">
                    <a16:creationId xmlns:a16="http://schemas.microsoft.com/office/drawing/2014/main" id="{F1742257-F013-4277-B320-A536493AAC2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208">
                <a:extLst>
                  <a:ext uri="{FF2B5EF4-FFF2-40B4-BE49-F238E27FC236}">
                    <a16:creationId xmlns:a16="http://schemas.microsoft.com/office/drawing/2014/main" id="{AF68AADD-D957-47DC-B68F-664C1EBAA7B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X2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" name="Gruppieren 36">
              <a:extLst>
                <a:ext uri="{FF2B5EF4-FFF2-40B4-BE49-F238E27FC236}">
                  <a16:creationId xmlns:a16="http://schemas.microsoft.com/office/drawing/2014/main" id="{7E132127-EBAC-4490-A78A-C0F502FB3EB1}"/>
                </a:ext>
              </a:extLst>
            </p:cNvPr>
            <p:cNvGrpSpPr/>
            <p:nvPr/>
          </p:nvGrpSpPr>
          <p:grpSpPr>
            <a:xfrm>
              <a:off x="5918216" y="2763835"/>
              <a:ext cx="297017" cy="431803"/>
              <a:chOff x="3046943" y="2798763"/>
              <a:chExt cx="297017" cy="431803"/>
            </a:xfrm>
          </p:grpSpPr>
          <p:sp>
            <p:nvSpPr>
              <p:cNvPr id="21" name="Rectangle 207">
                <a:extLst>
                  <a:ext uri="{FF2B5EF4-FFF2-40B4-BE49-F238E27FC236}">
                    <a16:creationId xmlns:a16="http://schemas.microsoft.com/office/drawing/2014/main" id="{22DB7CF4-AC26-42EE-92C1-BF4B9F345A4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046943" y="2798764"/>
                <a:ext cx="297017" cy="43180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Rectangle 208">
                <a:extLst>
                  <a:ext uri="{FF2B5EF4-FFF2-40B4-BE49-F238E27FC236}">
                    <a16:creationId xmlns:a16="http://schemas.microsoft.com/office/drawing/2014/main" id="{697E9A2A-8DD6-49C5-A0D8-A8505404706A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00963F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Rectangle 208">
                <a:extLst>
                  <a:ext uri="{FF2B5EF4-FFF2-40B4-BE49-F238E27FC236}">
                    <a16:creationId xmlns:a16="http://schemas.microsoft.com/office/drawing/2014/main" id="{CBE4A94D-3924-4C13-95E1-4CA8D279B439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X2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Gruppieren 40">
              <a:extLst>
                <a:ext uri="{FF2B5EF4-FFF2-40B4-BE49-F238E27FC236}">
                  <a16:creationId xmlns:a16="http://schemas.microsoft.com/office/drawing/2014/main" id="{C806A7D0-1D11-4CEE-946C-39B0CE9569F9}"/>
                </a:ext>
              </a:extLst>
            </p:cNvPr>
            <p:cNvGrpSpPr/>
            <p:nvPr/>
          </p:nvGrpSpPr>
          <p:grpSpPr>
            <a:xfrm>
              <a:off x="6604955" y="2763835"/>
              <a:ext cx="297017" cy="431803"/>
              <a:chOff x="3046943" y="2798763"/>
              <a:chExt cx="297017" cy="431803"/>
            </a:xfrm>
          </p:grpSpPr>
          <p:sp>
            <p:nvSpPr>
              <p:cNvPr id="18" name="Rectangle 207">
                <a:extLst>
                  <a:ext uri="{FF2B5EF4-FFF2-40B4-BE49-F238E27FC236}">
                    <a16:creationId xmlns:a16="http://schemas.microsoft.com/office/drawing/2014/main" id="{9995033F-0D76-4BA6-A165-4BE87CC7C98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046943" y="2798764"/>
                <a:ext cx="297017" cy="43180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Rectangle 208">
                <a:extLst>
                  <a:ext uri="{FF2B5EF4-FFF2-40B4-BE49-F238E27FC236}">
                    <a16:creationId xmlns:a16="http://schemas.microsoft.com/office/drawing/2014/main" id="{959B42E1-42E6-4E11-A879-106CAFFEFCF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EB790A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Rectangle 208">
                <a:extLst>
                  <a:ext uri="{FF2B5EF4-FFF2-40B4-BE49-F238E27FC236}">
                    <a16:creationId xmlns:a16="http://schemas.microsoft.com/office/drawing/2014/main" id="{8720F14D-4929-4538-9734-6EA2D4CC617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X3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Gruppieren 44">
              <a:extLst>
                <a:ext uri="{FF2B5EF4-FFF2-40B4-BE49-F238E27FC236}">
                  <a16:creationId xmlns:a16="http://schemas.microsoft.com/office/drawing/2014/main" id="{6B875240-C6C4-4455-B63D-D98EEEFAAA77}"/>
                </a:ext>
              </a:extLst>
            </p:cNvPr>
            <p:cNvGrpSpPr/>
            <p:nvPr/>
          </p:nvGrpSpPr>
          <p:grpSpPr>
            <a:xfrm>
              <a:off x="6954286" y="2763835"/>
              <a:ext cx="297017" cy="431803"/>
              <a:chOff x="3046943" y="2798763"/>
              <a:chExt cx="297017" cy="431803"/>
            </a:xfrm>
          </p:grpSpPr>
          <p:sp>
            <p:nvSpPr>
              <p:cNvPr id="15" name="Rectangle 207">
                <a:extLst>
                  <a:ext uri="{FF2B5EF4-FFF2-40B4-BE49-F238E27FC236}">
                    <a16:creationId xmlns:a16="http://schemas.microsoft.com/office/drawing/2014/main" id="{A46A1473-5725-476A-B024-AC01441FA81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046943" y="2798764"/>
                <a:ext cx="297017" cy="43180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208">
                <a:extLst>
                  <a:ext uri="{FF2B5EF4-FFF2-40B4-BE49-F238E27FC236}">
                    <a16:creationId xmlns:a16="http://schemas.microsoft.com/office/drawing/2014/main" id="{8DB7C42E-E432-4591-A3B9-6003F98BACE9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083475" y="3017839"/>
                <a:ext cx="220777" cy="163513"/>
              </a:xfrm>
              <a:prstGeom prst="rect">
                <a:avLst/>
              </a:prstGeom>
              <a:solidFill>
                <a:srgbClr val="EB790A"/>
              </a:solidFill>
              <a:ln w="254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208">
                <a:extLst>
                  <a:ext uri="{FF2B5EF4-FFF2-40B4-BE49-F238E27FC236}">
                    <a16:creationId xmlns:a16="http://schemas.microsoft.com/office/drawing/2014/main" id="{F88A3BBD-7C21-4B47-B27A-EE289C57E17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085062" y="2798763"/>
                <a:ext cx="220777" cy="16351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 rtl="0">
                  <a:buClrTx/>
                  <a:buFontTx/>
                  <a:buNone/>
                </a:pPr>
                <a:r>
                  <a:rPr lang="en-US" altLang="zh-CN" sz="1000" b="0" i="0" u="none" baseline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X4</a:t>
                </a:r>
                <a:endParaRPr lang="zh-CN" altLang="en-US" sz="10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39" name="Tabelle 48">
            <a:extLst>
              <a:ext uri="{FF2B5EF4-FFF2-40B4-BE49-F238E27FC236}">
                <a16:creationId xmlns:a16="http://schemas.microsoft.com/office/drawing/2014/main" id="{E599F53A-6EF5-4830-BAFB-EBCFBF719A50}"/>
              </a:ext>
            </a:extLst>
          </p:cNvPr>
          <p:cNvGraphicFramePr>
            <a:graphicFrameLocks noGrp="1"/>
          </p:cNvGraphicFramePr>
          <p:nvPr/>
        </p:nvGraphicFramePr>
        <p:xfrm>
          <a:off x="7598919" y="1449388"/>
          <a:ext cx="4110198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kern="1200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近距离 </a:t>
                      </a:r>
                      <a:br>
                        <a:rPr lang="zh-CN" altLang="en-US" sz="1400" b="1" kern="120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</a:br>
                      <a:r>
                        <a:rPr lang="en-US" altLang="zh-CN" sz="1400" b="1" i="0" u="none" kern="1200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&lt;= 10 m</a:t>
                      </a:r>
                    </a:p>
                  </a:txBody>
                  <a:tcPr marL="10800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kern="1200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远距离 </a:t>
                      </a:r>
                      <a:br>
                        <a:rPr lang="zh-CN" altLang="en-US" sz="1400" b="1" kern="120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</a:br>
                      <a:r>
                        <a:rPr lang="en-US" altLang="zh-CN" sz="1400" b="1" i="0" u="none" kern="1200" baseline="0" noProof="0" dirty="0">
                          <a:solidFill>
                            <a:srgbClr val="41AAAA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&lt;= 10 km</a:t>
                      </a:r>
                    </a:p>
                  </a:txBody>
                  <a:tcPr marL="10800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光纤电缆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itchFamily="34" charset="0"/>
                        <a:ea typeface="ＭＳ Ｐゴシック" charset="-128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塑料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玻璃纤维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kern="1200" baseline="0" noProof="0" dirty="0">
                          <a:solidFill>
                            <a:srgbClr val="00646E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同步模块 </a:t>
                      </a:r>
                      <a:r>
                        <a:rPr lang="en-US" altLang="zh-CN" sz="1600" b="0" i="0" u="none" kern="1200" baseline="0" noProof="0" dirty="0">
                          <a:solidFill>
                            <a:srgbClr val="00646E"/>
                          </a:solidFill>
                          <a:latin typeface="Arial"/>
                          <a:ea typeface="宋体"/>
                          <a:cs typeface="+mn-cs"/>
                          <a:sym typeface="Arial"/>
                        </a:rPr>
                        <a:t>SFP</a:t>
                      </a:r>
                      <a:endParaRPr lang="zh-CN" altLang="en-US" sz="1600" b="0" kern="1200" noProof="0" dirty="0">
                        <a:solidFill>
                          <a:srgbClr val="00646E"/>
                        </a:solidFill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6ES7960-1CB00-0AA5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46E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  <a:sym typeface="Arial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46E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  <a:sym typeface="Arial"/>
                        </a:rPr>
                        <a:t>6ES7960-1FB00-0AA5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0" name="Picture 2">
            <a:extLst>
              <a:ext uri="{FF2B5EF4-FFF2-40B4-BE49-F238E27FC236}">
                <a16:creationId xmlns:a16="http://schemas.microsoft.com/office/drawing/2014/main" id="{3E430F21-ECA8-45F0-9C9F-8C025BE59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2024" b="97976" l="246" r="100000">
                        <a14:foregroundMark x1="41523" y1="85830" x2="41523" y2="85830"/>
                        <a14:foregroundMark x1="40049" y1="89474" x2="40049" y2="89474"/>
                        <a14:foregroundMark x1="81572" y1="78947" x2="81572" y2="78947"/>
                        <a14:foregroundMark x1="71990" y1="90688" x2="71990" y2="90688"/>
                        <a14:foregroundMark x1="13759" y1="80567" x2="13759" y2="80567"/>
                        <a14:foregroundMark x1="15233" y1="77328" x2="15233" y2="77328"/>
                        <a14:foregroundMark x1="6880" y1="76923" x2="6880" y2="76923"/>
                        <a14:foregroundMark x1="7125" y1="74899" x2="7125" y2="74899"/>
                        <a14:foregroundMark x1="9828" y1="77733" x2="9828" y2="77733"/>
                        <a14:foregroundMark x1="91892" y1="34413" x2="91892" y2="34413"/>
                        <a14:foregroundMark x1="93612" y1="32794" x2="93612" y2="32794"/>
                        <a14:foregroundMark x1="93366" y1="32794" x2="93366" y2="32794"/>
                        <a14:foregroundMark x1="90663" y1="28340" x2="90663" y2="28340"/>
                        <a14:foregroundMark x1="94595" y1="36842" x2="94595" y2="36842"/>
                        <a14:foregroundMark x1="95577" y1="39271" x2="95577" y2="39271"/>
                        <a14:foregroundMark x1="77150" y1="84211" x2="77150" y2="84211"/>
                        <a14:foregroundMark x1="63391" y1="93522" x2="63391" y2="93522"/>
                        <a14:foregroundMark x1="65848" y1="93522" x2="65848" y2="93522"/>
                        <a14:foregroundMark x1="16216" y1="80972" x2="16216" y2="80972"/>
                        <a14:foregroundMark x1="11794" y1="75304" x2="11794" y2="75304"/>
                        <a14:foregroundMark x1="7617" y1="73279" x2="7617" y2="73279"/>
                        <a14:foregroundMark x1="3194" y1="74899" x2="3194" y2="74899"/>
                        <a14:foregroundMark x1="4914" y1="76113" x2="4914" y2="76113"/>
                        <a14:foregroundMark x1="6880" y1="78947" x2="6880" y2="78947"/>
                        <a14:foregroundMark x1="17199" y1="82996" x2="17199" y2="82996"/>
                        <a14:foregroundMark x1="9828" y1="82591" x2="9828" y2="82591"/>
                        <a14:foregroundMark x1="4914" y1="72874" x2="4914" y2="72874"/>
                        <a14:foregroundMark x1="4177" y1="78138" x2="4177" y2="78138"/>
                        <a14:foregroundMark x1="67568" y1="14170" x2="67568" y2="14170"/>
                        <a14:foregroundMark x1="68550" y1="12146" x2="68550" y2="12146"/>
                        <a14:foregroundMark x1="24570" y1="82186" x2="24570" y2="82186"/>
                        <a14:foregroundMark x1="21376" y1="80162" x2="21376" y2="80162"/>
                        <a14:foregroundMark x1="15233" y1="83401" x2="15233" y2="83401"/>
                        <a14:foregroundMark x1="13268" y1="83401" x2="13268" y2="83401"/>
                        <a14:foregroundMark x1="12039" y1="82996" x2="12039" y2="82996"/>
                        <a14:foregroundMark x1="12531" y1="83806" x2="12531" y2="83806"/>
                        <a14:foregroundMark x1="17199" y1="79352" x2="17199" y2="79352"/>
                        <a14:foregroundMark x1="18428" y1="79757" x2="18428" y2="79757"/>
                        <a14:backgroundMark x1="94103" y1="51822" x2="94103" y2="51822"/>
                        <a14:backgroundMark x1="89926" y1="70040" x2="89926" y2="70040"/>
                        <a14:backgroundMark x1="90172" y1="37652" x2="90172" y2="37652"/>
                        <a14:backgroundMark x1="86241" y1="28340" x2="86241" y2="28340"/>
                        <a14:backgroundMark x1="87469" y1="29555" x2="87469" y2="29555"/>
                        <a14:backgroundMark x1="14988" y1="71255" x2="14988" y2="71255"/>
                        <a14:backgroundMark x1="18673" y1="74494" x2="18673" y2="74494"/>
                        <a14:backgroundMark x1="22850" y1="78543" x2="22850" y2="78543"/>
                        <a14:backgroundMark x1="24570" y1="79757" x2="24570" y2="79757"/>
                        <a14:backgroundMark x1="26044" y1="80567" x2="26044" y2="80567"/>
                        <a14:backgroundMark x1="12285" y1="82996" x2="12285" y2="82996"/>
                        <a14:backgroundMark x1="86978" y1="75709" x2="86978" y2="757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222" y="4041068"/>
            <a:ext cx="2097353" cy="126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134" descr="SIMATIC_S7_400_Glasfaseranschluss_sRGB">
            <a:extLst>
              <a:ext uri="{FF2B5EF4-FFF2-40B4-BE49-F238E27FC236}">
                <a16:creationId xmlns:a16="http://schemas.microsoft.com/office/drawing/2014/main" id="{EC8619E1-0727-46EF-A927-D6FEFDB5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4" t="20169" r="5901" b="10681"/>
          <a:stretch>
            <a:fillRect/>
          </a:stretch>
        </p:blipFill>
        <p:spPr bwMode="auto">
          <a:xfrm>
            <a:off x="9843591" y="4194730"/>
            <a:ext cx="1758097" cy="115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hteck 55">
            <a:extLst>
              <a:ext uri="{FF2B5EF4-FFF2-40B4-BE49-F238E27FC236}">
                <a16:creationId xmlns:a16="http://schemas.microsoft.com/office/drawing/2014/main" id="{5BCD2958-FB00-4182-896C-BCA5350590D4}"/>
              </a:ext>
            </a:extLst>
          </p:cNvPr>
          <p:cNvSpPr/>
          <p:nvPr/>
        </p:nvSpPr>
        <p:spPr>
          <a:xfrm>
            <a:off x="633048" y="5708332"/>
            <a:ext cx="11089183" cy="430887"/>
          </a:xfrm>
          <a:prstGeom prst="rect">
            <a:avLst/>
          </a:prstGeom>
        </p:spPr>
        <p:txBody>
          <a:bodyPr wrap="square" lIns="0" tIns="0" bIns="0">
            <a:spAutoFit/>
          </a:bodyPr>
          <a:lstStyle/>
          <a:p>
            <a:pPr algn="l" rtl="0"/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X1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：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PROFINET IO 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控制器，支持 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RT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，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MRP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，传输协议 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TCP/IP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，开放式用户通信</a:t>
            </a:r>
            <a:br>
              <a:rPr lang="zh-CN" altLang="en-US" sz="140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X2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：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基本服务，传输协议 </a:t>
            </a:r>
            <a:r>
              <a:rPr lang="en-US" altLang="zh-CN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TCP/IP</a:t>
            </a:r>
            <a:r>
              <a:rPr lang="zh-CN" altLang="en-US" sz="14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，开放式用户通信 </a:t>
            </a:r>
          </a:p>
        </p:txBody>
      </p:sp>
      <p:pic>
        <p:nvPicPr>
          <p:cNvPr id="43" name="Grafik 52">
            <a:extLst>
              <a:ext uri="{FF2B5EF4-FFF2-40B4-BE49-F238E27FC236}">
                <a16:creationId xmlns:a16="http://schemas.microsoft.com/office/drawing/2014/main" id="{B8DC5591-AA5E-4C0E-8F1C-DBE2F541C74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816" y="4182058"/>
            <a:ext cx="1148666" cy="1148666"/>
          </a:xfrm>
          <a:prstGeom prst="rect">
            <a:avLst/>
          </a:prstGeom>
        </p:spPr>
      </p:pic>
      <p:pic>
        <p:nvPicPr>
          <p:cNvPr id="44" name="Grafik 53">
            <a:extLst>
              <a:ext uri="{FF2B5EF4-FFF2-40B4-BE49-F238E27FC236}">
                <a16:creationId xmlns:a16="http://schemas.microsoft.com/office/drawing/2014/main" id="{43EBAAAD-E049-4BCB-8999-06A36B7629C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249" y="4174613"/>
            <a:ext cx="1148666" cy="1148666"/>
          </a:xfrm>
          <a:prstGeom prst="rect">
            <a:avLst/>
          </a:prstGeom>
        </p:spPr>
      </p:pic>
      <p:pic>
        <p:nvPicPr>
          <p:cNvPr id="45" name="Grafik 54">
            <a:extLst>
              <a:ext uri="{FF2B5EF4-FFF2-40B4-BE49-F238E27FC236}">
                <a16:creationId xmlns:a16="http://schemas.microsoft.com/office/drawing/2014/main" id="{BBD02564-C21B-4474-BD38-3ACFEE3BC49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682" y="3753388"/>
            <a:ext cx="1689701" cy="168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4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91E3976-344B-4A5E-BA1B-773A753CC5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382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91E3976-344B-4A5E-BA1B-773A753CC5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6E10406-0247-4BC8-A382-8C12881B35F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200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DB2758-05BA-47B9-85B2-00D16484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系统冗余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支持 </a:t>
            </a: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PN S2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的西门子 </a:t>
            </a: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PN IO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设备</a:t>
            </a:r>
            <a:endParaRPr lang="en-US" dirty="0"/>
          </a:p>
        </p:txBody>
      </p:sp>
      <p:grpSp>
        <p:nvGrpSpPr>
          <p:cNvPr id="6" name="Gruppieren 39">
            <a:extLst>
              <a:ext uri="{FF2B5EF4-FFF2-40B4-BE49-F238E27FC236}">
                <a16:creationId xmlns:a16="http://schemas.microsoft.com/office/drawing/2014/main" id="{7D1D9B31-AC4D-4B25-B681-6DFD5A1A358D}"/>
              </a:ext>
            </a:extLst>
          </p:cNvPr>
          <p:cNvGrpSpPr/>
          <p:nvPr/>
        </p:nvGrpSpPr>
        <p:grpSpPr>
          <a:xfrm>
            <a:off x="626517" y="3747116"/>
            <a:ext cx="11089278" cy="828000"/>
            <a:chOff x="626517" y="1449921"/>
            <a:chExt cx="11089278" cy="8280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8A371824-1C38-46F5-87C9-50779E7D0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1449921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DB49777-A1B1-4F54-B464-331A95C6C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1449921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SCALANCE XC-200 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系列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AC493225-DD07-4B66-A461-37BA96996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1449921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6GK5 2 . . - . . . 00 - 2 . C2</a:t>
              </a:r>
            </a:p>
          </p:txBody>
        </p:sp>
      </p:grpSp>
      <p:grpSp>
        <p:nvGrpSpPr>
          <p:cNvPr id="10" name="Gruppieren 37">
            <a:extLst>
              <a:ext uri="{FF2B5EF4-FFF2-40B4-BE49-F238E27FC236}">
                <a16:creationId xmlns:a16="http://schemas.microsoft.com/office/drawing/2014/main" id="{40E818D4-8D56-4B51-8C66-2AAB9AD9347C}"/>
              </a:ext>
            </a:extLst>
          </p:cNvPr>
          <p:cNvGrpSpPr/>
          <p:nvPr/>
        </p:nvGrpSpPr>
        <p:grpSpPr>
          <a:xfrm>
            <a:off x="626517" y="5481320"/>
            <a:ext cx="11089278" cy="828000"/>
            <a:chOff x="626517" y="3207054"/>
            <a:chExt cx="11089278" cy="82800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5AAD6EE9-04F3-4341-96DB-38417E18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3207054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2E671207-9985-447C-8B72-365F66BFA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3207054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>
                <a:lnSpc>
                  <a:spcPct val="110000"/>
                </a:lnSpc>
                <a:spcBef>
                  <a:spcPct val="0"/>
                </a:spcBef>
                <a:tabLst>
                  <a:tab pos="3789363" algn="r"/>
                  <a:tab pos="5383213" algn="r"/>
                </a:tabLst>
                <a:defRPr/>
              </a:pPr>
              <a:r>
                <a:rPr lang="en-US" altLang="zh-CN" sz="1400" b="1" i="0" u="none" dirty="0">
                  <a:solidFill>
                    <a:srgbClr val="FFFFFF"/>
                  </a:solidFill>
                  <a:ea typeface="宋体" panose="02010600030101010101" pitchFamily="2" charset="-122"/>
                  <a:cs typeface="Arial" charset="0"/>
                  <a:sym typeface="Arial" charset="0"/>
                </a:rPr>
                <a:t>SCALANCE XF204-2</a:t>
              </a:r>
              <a:r>
                <a:rPr lang="en-US" altLang="zh-CN" sz="1400" b="1" i="0" u="none" dirty="0">
                  <a:solidFill>
                    <a:schemeClr val="bg1"/>
                  </a:solidFill>
                  <a:ea typeface="宋体" panose="02010600030101010101" pitchFamily="2" charset="-122"/>
                  <a:cs typeface="Arial" charset="0"/>
                  <a:sym typeface="Arial" charset="0"/>
                </a:rPr>
                <a:t>BA </a:t>
              </a:r>
              <a:endParaRPr lang="zh-CN" altLang="en-US" sz="1400" b="1" dirty="0">
                <a:solidFill>
                  <a:srgbClr val="FFFFFF"/>
                </a:solidFill>
                <a:ea typeface="宋体" panose="02010600030101010101" pitchFamily="2" charset="-122"/>
                <a:cs typeface="Arial" charset="0"/>
                <a:sym typeface="Arial" charset="0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B31FA16-2637-422E-8892-93B3FAAF7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3207054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>
                <a:spcBef>
                  <a:spcPct val="0"/>
                </a:spcBef>
                <a:buClr>
                  <a:srgbClr val="949EAA"/>
                </a:buClr>
                <a:defRPr/>
              </a:pPr>
              <a:r>
                <a:rPr lang="en-US" altLang="zh-CN" sz="1400" b="1" i="0" u="none" dirty="0">
                  <a:solidFill>
                    <a:srgbClr val="FFFFFF"/>
                  </a:solidFill>
                  <a:ea typeface="宋体" panose="02010600030101010101" pitchFamily="2" charset="-122"/>
                </a:rPr>
                <a:t>6GK5 204-2AA00-2GF2 </a:t>
              </a:r>
            </a:p>
          </p:txBody>
        </p:sp>
      </p:grpSp>
      <p:sp>
        <p:nvSpPr>
          <p:cNvPr id="14" name="Textfeld 3">
            <a:extLst>
              <a:ext uri="{FF2B5EF4-FFF2-40B4-BE49-F238E27FC236}">
                <a16:creationId xmlns:a16="http://schemas.microsoft.com/office/drawing/2014/main" id="{BDCA2D19-A515-4047-8C0F-E1608A436171}"/>
              </a:ext>
            </a:extLst>
          </p:cNvPr>
          <p:cNvSpPr txBox="1"/>
          <p:nvPr/>
        </p:nvSpPr>
        <p:spPr>
          <a:xfrm>
            <a:off x="626567" y="3436401"/>
            <a:ext cx="1645383" cy="30510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2000" b="0" i="0" u="none" dirty="0">
                <a:solidFill>
                  <a:srgbClr val="00646E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交换机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B5540731-9CD9-4FE2-99EE-EF168D282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890" y="5496645"/>
            <a:ext cx="575366" cy="70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pieren 4">
            <a:extLst>
              <a:ext uri="{FF2B5EF4-FFF2-40B4-BE49-F238E27FC236}">
                <a16:creationId xmlns:a16="http://schemas.microsoft.com/office/drawing/2014/main" id="{BF203BFB-DF35-4C2A-B158-D9CEC36A6394}"/>
              </a:ext>
            </a:extLst>
          </p:cNvPr>
          <p:cNvGrpSpPr/>
          <p:nvPr/>
        </p:nvGrpSpPr>
        <p:grpSpPr>
          <a:xfrm>
            <a:off x="626517" y="4610757"/>
            <a:ext cx="11089278" cy="828000"/>
            <a:chOff x="626517" y="2426041"/>
            <a:chExt cx="11089278" cy="828000"/>
          </a:xfrm>
        </p:grpSpPr>
        <p:grpSp>
          <p:nvGrpSpPr>
            <p:cNvPr id="17" name="Gruppieren 38">
              <a:extLst>
                <a:ext uri="{FF2B5EF4-FFF2-40B4-BE49-F238E27FC236}">
                  <a16:creationId xmlns:a16="http://schemas.microsoft.com/office/drawing/2014/main" id="{04855252-E679-4642-AA64-4529FD3E606A}"/>
                </a:ext>
              </a:extLst>
            </p:cNvPr>
            <p:cNvGrpSpPr/>
            <p:nvPr/>
          </p:nvGrpSpPr>
          <p:grpSpPr>
            <a:xfrm>
              <a:off x="626517" y="2426041"/>
              <a:ext cx="11089278" cy="828000"/>
              <a:chOff x="626517" y="2378127"/>
              <a:chExt cx="11089278" cy="828000"/>
            </a:xfrm>
          </p:grpSpPr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B02E9732-5EAC-44CF-8865-FBC7687A4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6427" y="2378127"/>
                <a:ext cx="2959627" cy="828000"/>
              </a:xfrm>
              <a:prstGeom prst="rect">
                <a:avLst/>
              </a:prstGeom>
              <a:noFill/>
              <a:ln>
                <a:solidFill>
                  <a:srgbClr val="41AAAA"/>
                </a:solidFill>
              </a:ln>
            </p:spPr>
            <p:txBody>
              <a:bodyPr lIns="252000" tIns="72000" rIns="90000" bIns="90000" anchor="ctr"/>
              <a:lstStyle/>
              <a:p>
                <a:pPr algn="ctr" rtl="0">
                  <a:spcBef>
                    <a:spcPct val="0"/>
                  </a:spcBef>
                  <a:buClr>
                    <a:srgbClr val="949EAA"/>
                  </a:buClr>
                  <a:buFont typeface="Wingdings" pitchFamily="2" charset="2"/>
                  <a:buNone/>
                </a:pPr>
                <a:endParaRPr lang="zh-CN" altLang="en-US" sz="1400" b="1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endParaRPr>
              </a:p>
            </p:txBody>
          </p:sp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B4FF4E7B-2715-41B6-9496-D365C62F5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517" y="2378127"/>
                <a:ext cx="4069911" cy="828000"/>
              </a:xfrm>
              <a:prstGeom prst="rect">
                <a:avLst/>
              </a:prstGeom>
              <a:solidFill>
                <a:srgbClr val="41AAAA"/>
              </a:solidFill>
              <a:ln>
                <a:solidFill>
                  <a:srgbClr val="41AAAA"/>
                </a:solidFill>
              </a:ln>
            </p:spPr>
            <p:txBody>
              <a:bodyPr lIns="252000" tIns="72000" rIns="90000" bIns="90000" anchor="ctr"/>
              <a:lstStyle/>
              <a:p>
                <a:pPr lvl="0" algn="ctr" rtl="0">
                  <a:lnSpc>
                    <a:spcPct val="110000"/>
                  </a:lnSpc>
                  <a:spcBef>
                    <a:spcPct val="0"/>
                  </a:spcBef>
                  <a:tabLst>
                    <a:tab pos="3789363" algn="r"/>
                    <a:tab pos="5383213" algn="r"/>
                  </a:tabLst>
                  <a:defRPr/>
                </a:pPr>
                <a:r>
                  <a:rPr lang="en-US" altLang="zh-CN" sz="1400" b="1" i="0" u="none" dirty="0">
                    <a:solidFill>
                      <a:srgbClr val="FFFFFF"/>
                    </a:solidFill>
                    <a:ea typeface="宋体" panose="02010600030101010101" pitchFamily="2" charset="-122"/>
                    <a:cs typeface="Arial" charset="0"/>
                    <a:sym typeface="Arial" charset="0"/>
                  </a:rPr>
                  <a:t>SCALANCE XP-200 </a:t>
                </a:r>
                <a:r>
                  <a:rPr lang="zh-CN" altLang="en-US" sz="1400" b="1" i="0" u="none" dirty="0">
                    <a:solidFill>
                      <a:srgbClr val="FFFFFF"/>
                    </a:solidFill>
                    <a:ea typeface="宋体" panose="02010600030101010101" pitchFamily="2" charset="-122"/>
                    <a:cs typeface="Arial" charset="0"/>
                    <a:sym typeface="Arial" charset="0"/>
                  </a:rPr>
                  <a:t>系列</a:t>
                </a:r>
              </a:p>
            </p:txBody>
          </p:sp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9519D179-6B59-4341-BAD3-CC0C86A1B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6055" y="2378127"/>
                <a:ext cx="4059740" cy="828000"/>
              </a:xfrm>
              <a:prstGeom prst="rect">
                <a:avLst/>
              </a:prstGeom>
              <a:solidFill>
                <a:srgbClr val="41AAAA"/>
              </a:solidFill>
              <a:ln>
                <a:solidFill>
                  <a:srgbClr val="41AAAA"/>
                </a:solidFill>
              </a:ln>
            </p:spPr>
            <p:txBody>
              <a:bodyPr lIns="252000" tIns="72000" rIns="90000" bIns="90000" anchor="ctr"/>
              <a:lstStyle/>
              <a:p>
                <a:pPr algn="ctr" rtl="0">
                  <a:spcBef>
                    <a:spcPct val="0"/>
                  </a:spcBef>
                  <a:buClr>
                    <a:srgbClr val="949EAA"/>
                  </a:buClr>
                  <a:buFont typeface="Wingdings" pitchFamily="2" charset="2"/>
                  <a:buNone/>
                </a:pPr>
                <a:r>
                  <a:rPr lang="en-US" altLang="zh-CN" sz="1400" b="1" i="0" u="none" dirty="0">
                    <a:solidFill>
                      <a:srgbClr val="FFFFFF"/>
                    </a:solidFill>
                    <a:latin typeface="Arial"/>
                    <a:ea typeface="宋体" panose="02010600030101010101" pitchFamily="2" charset="-122"/>
                    <a:cs typeface="Arial" charset="0"/>
                  </a:rPr>
                  <a:t>6GK5 2 . . - 0 . A00 - . . S6</a:t>
                </a:r>
              </a:p>
            </p:txBody>
          </p:sp>
        </p:grpSp>
        <p:pic>
          <p:nvPicPr>
            <p:cNvPr id="18" name="Picture 3">
              <a:extLst>
                <a:ext uri="{FF2B5EF4-FFF2-40B4-BE49-F238E27FC236}">
                  <a16:creationId xmlns:a16="http://schemas.microsoft.com/office/drawing/2014/main" id="{CA391F3A-7F60-4827-8860-DAAD93E6C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1734" y="2478459"/>
              <a:ext cx="652522" cy="696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2" name="Picture 200">
            <a:extLst>
              <a:ext uri="{FF2B5EF4-FFF2-40B4-BE49-F238E27FC236}">
                <a16:creationId xmlns:a16="http://schemas.microsoft.com/office/drawing/2014/main" id="{B61B2013-77B7-4F0D-813B-88B409405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8890" y="3777512"/>
            <a:ext cx="472073" cy="794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feld 21">
            <a:extLst>
              <a:ext uri="{FF2B5EF4-FFF2-40B4-BE49-F238E27FC236}">
                <a16:creationId xmlns:a16="http://schemas.microsoft.com/office/drawing/2014/main" id="{6CDF68B2-664B-4CAB-AB7C-E6DB99627DD3}"/>
              </a:ext>
            </a:extLst>
          </p:cNvPr>
          <p:cNvSpPr txBox="1"/>
          <p:nvPr/>
        </p:nvSpPr>
        <p:spPr>
          <a:xfrm>
            <a:off x="626516" y="1304764"/>
            <a:ext cx="1645383" cy="30510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2000" b="0" i="0" u="none" dirty="0">
                <a:solidFill>
                  <a:srgbClr val="00646E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驱动器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5D6E34A2-0F91-462C-ABE8-1BCDF4085FD3}"/>
              </a:ext>
            </a:extLst>
          </p:cNvPr>
          <p:cNvGrpSpPr/>
          <p:nvPr/>
        </p:nvGrpSpPr>
        <p:grpSpPr>
          <a:xfrm>
            <a:off x="626516" y="1609567"/>
            <a:ext cx="11089282" cy="733087"/>
            <a:chOff x="626516" y="4564915"/>
            <a:chExt cx="11089282" cy="733087"/>
          </a:xfrm>
        </p:grpSpPr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5C2C5CE9-CC56-4F0F-B291-583F5BC5C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5" y="4564915"/>
              <a:ext cx="2959628" cy="733087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D293EE49-DB6B-463F-9458-870257621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6" y="4564915"/>
              <a:ext cx="4069912" cy="732782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S120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，</a:t>
              </a: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CU310-2PN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（固件版本 </a:t>
              </a: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&gt;= 5.2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</a:p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zh-CN" altLang="en-US" sz="1100" b="0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（含 </a:t>
              </a:r>
              <a:r>
                <a:rPr lang="en-US" altLang="zh-CN" sz="1100" b="0" i="0" u="none" dirty="0" err="1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gsdml</a:t>
              </a:r>
              <a:r>
                <a:rPr lang="zh-CN" altLang="en-US" sz="1100" b="0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  <a:endParaRPr lang="zh-CN" altLang="en-US" sz="105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A2DD65CF-AA48-4DFE-8D9A-E69FB7C6F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7" y="4564915"/>
              <a:ext cx="4059741" cy="732782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>
                <a:spcBef>
                  <a:spcPct val="0"/>
                </a:spcBef>
                <a:buClr>
                  <a:srgbClr val="949EAA"/>
                </a:buClr>
                <a:defRPr/>
              </a:pPr>
              <a:r>
                <a:rPr lang="en-US" altLang="zh-CN" sz="1400" b="1" i="0" u="none" dirty="0">
                  <a:solidFill>
                    <a:srgbClr val="FFFFFF"/>
                  </a:solidFill>
                  <a:ea typeface="宋体" panose="02010600030101010101" pitchFamily="2" charset="-122"/>
                </a:rPr>
                <a:t>6SL3040-1LA01-0AA0 </a:t>
              </a:r>
            </a:p>
          </p:txBody>
        </p:sp>
        <p:pic>
          <p:nvPicPr>
            <p:cNvPr id="28" name="Picture 5" descr="Product">
              <a:extLst>
                <a:ext uri="{FF2B5EF4-FFF2-40B4-BE49-F238E27FC236}">
                  <a16:creationId xmlns:a16="http://schemas.microsoft.com/office/drawing/2014/main" id="{137BEA8E-8366-4EAA-8D52-D29B1DD35A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6780" y="4608447"/>
              <a:ext cx="656757" cy="656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ieren 29">
            <a:extLst>
              <a:ext uri="{FF2B5EF4-FFF2-40B4-BE49-F238E27FC236}">
                <a16:creationId xmlns:a16="http://schemas.microsoft.com/office/drawing/2014/main" id="{D0244025-848F-48A6-89D3-4EDF443F8BB5}"/>
              </a:ext>
            </a:extLst>
          </p:cNvPr>
          <p:cNvGrpSpPr/>
          <p:nvPr/>
        </p:nvGrpSpPr>
        <p:grpSpPr>
          <a:xfrm>
            <a:off x="626517" y="2379166"/>
            <a:ext cx="11089278" cy="828000"/>
            <a:chOff x="626517" y="5315464"/>
            <a:chExt cx="11089278" cy="828000"/>
          </a:xfrm>
        </p:grpSpPr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6C977899-AE50-4D41-B47D-C0AB095D2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5315464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433E054A-FEE2-4297-8B1C-401201953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5315464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S120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，</a:t>
              </a: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CU320-2PN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（固件版本 </a:t>
              </a: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&gt;= 5.2</a:t>
              </a:r>
              <a:r>
                <a:rPr lang="zh-CN" altLang="en-US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</a:p>
            <a:p>
              <a:pPr algn="ctr" rtl="0">
                <a:spcBef>
                  <a:spcPct val="0"/>
                </a:spcBef>
                <a:buClr>
                  <a:srgbClr val="949EAA"/>
                </a:buClr>
              </a:pPr>
              <a:r>
                <a:rPr lang="zh-CN" altLang="en-US" sz="1100" b="0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（含 </a:t>
              </a:r>
              <a:r>
                <a:rPr lang="en-US" altLang="zh-CN" sz="1100" b="0" i="0" u="none" dirty="0" err="1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gsdml</a:t>
              </a:r>
              <a:r>
                <a:rPr lang="zh-CN" altLang="en-US" sz="1100" b="0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  <a:endParaRPr lang="zh-CN" altLang="en-US" sz="105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4AA6EB40-FDF7-49E3-A994-40DE9333F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5315464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6SL3040-1MA01-0AA0</a:t>
              </a:r>
            </a:p>
          </p:txBody>
        </p:sp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BAABCACF-38FB-4A7C-A203-505A96A5B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2415" y="5387393"/>
              <a:ext cx="617308" cy="698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324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BA1BCFD-B1A5-4D37-8D87-7CA1E3916E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06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BA1BCFD-B1A5-4D37-8D87-7CA1E3916E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62CE2FB-DB9C-4928-BDD8-089C54ED97D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200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64805E-B123-4DFE-A7E6-74B1B063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系统冗余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支持 </a:t>
            </a: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PN S2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的西门子 </a:t>
            </a: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PN IO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设备</a:t>
            </a:r>
            <a:endParaRPr lang="en-US" dirty="0"/>
          </a:p>
        </p:txBody>
      </p:sp>
      <p:grpSp>
        <p:nvGrpSpPr>
          <p:cNvPr id="6" name="Gruppieren 4">
            <a:extLst>
              <a:ext uri="{FF2B5EF4-FFF2-40B4-BE49-F238E27FC236}">
                <a16:creationId xmlns:a16="http://schemas.microsoft.com/office/drawing/2014/main" id="{B2D42847-99C1-4856-98A1-D3301D57A077}"/>
              </a:ext>
            </a:extLst>
          </p:cNvPr>
          <p:cNvGrpSpPr/>
          <p:nvPr/>
        </p:nvGrpSpPr>
        <p:grpSpPr>
          <a:xfrm>
            <a:off x="627063" y="1592796"/>
            <a:ext cx="11088732" cy="828000"/>
            <a:chOff x="627063" y="1562147"/>
            <a:chExt cx="11088732" cy="8280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1616BAEB-71A8-45F6-8B36-1F4217A0B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1562147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094ED261-CFEC-4471-A0DC-4A4D8491A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063" y="1562147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ET 200SP - IM155-6PN HF</a:t>
              </a: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（固件版本 </a:t>
              </a: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&gt;= 4.2</a:t>
              </a: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F9C8A042-E8A8-48AD-9DB9-A8F7B59E0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1562147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6ES7155-6AU01-0CN0</a:t>
              </a:r>
            </a:p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6ES7155-6AU30-0CN0</a:t>
              </a: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B8BAC86F-F487-463B-BC79-A6E73BB43D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953" b="9104"/>
            <a:stretch/>
          </p:blipFill>
          <p:spPr bwMode="auto">
            <a:xfrm>
              <a:off x="5762498" y="1679063"/>
              <a:ext cx="827482" cy="678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uppieren 5">
            <a:extLst>
              <a:ext uri="{FF2B5EF4-FFF2-40B4-BE49-F238E27FC236}">
                <a16:creationId xmlns:a16="http://schemas.microsoft.com/office/drawing/2014/main" id="{BC99360D-D532-4B16-A7A8-311A5767640D}"/>
              </a:ext>
            </a:extLst>
          </p:cNvPr>
          <p:cNvGrpSpPr/>
          <p:nvPr/>
        </p:nvGrpSpPr>
        <p:grpSpPr>
          <a:xfrm>
            <a:off x="626517" y="2456691"/>
            <a:ext cx="11089278" cy="828000"/>
            <a:chOff x="626517" y="2426042"/>
            <a:chExt cx="11089278" cy="828000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7170603E-BADC-4CEB-849E-196B4821D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2426042"/>
              <a:ext cx="2959627" cy="828000"/>
            </a:xfrm>
            <a:prstGeom prst="rect">
              <a:avLst/>
            </a:prstGeom>
            <a:noFill/>
            <a:ln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A314B79E-F670-4E9B-96CF-44B034595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2426042"/>
              <a:ext cx="4069911" cy="828000"/>
            </a:xfrm>
            <a:prstGeom prst="rect">
              <a:avLst/>
            </a:prstGeom>
            <a:solidFill>
              <a:srgbClr val="41AAAA"/>
            </a:solidFill>
            <a:ln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ET 200MP - IM155-5PN HF</a:t>
              </a: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（固件版本 </a:t>
              </a: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&gt;= 4.2</a:t>
              </a: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）</a:t>
              </a:r>
              <a:br>
                <a:rPr lang="zh-CN" altLang="en-US" sz="1400" b="1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</a:b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现在可带有源背板。 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323B4CD3-E285-45AC-8DF4-C271C712A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2426042"/>
              <a:ext cx="4059740" cy="828000"/>
            </a:xfrm>
            <a:prstGeom prst="rect">
              <a:avLst/>
            </a:prstGeom>
            <a:solidFill>
              <a:srgbClr val="41AAAA"/>
            </a:solidFill>
            <a:ln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6ES7155-5AA00-0AC0</a:t>
              </a:r>
            </a:p>
          </p:txBody>
        </p:sp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6351AEEB-E98C-462A-87FB-970978C1A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2498" y="2528900"/>
              <a:ext cx="848150" cy="650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uppieren 6">
            <a:extLst>
              <a:ext uri="{FF2B5EF4-FFF2-40B4-BE49-F238E27FC236}">
                <a16:creationId xmlns:a16="http://schemas.microsoft.com/office/drawing/2014/main" id="{E0783500-67FA-4095-82D0-88B22B535A14}"/>
              </a:ext>
            </a:extLst>
          </p:cNvPr>
          <p:cNvGrpSpPr/>
          <p:nvPr/>
        </p:nvGrpSpPr>
        <p:grpSpPr>
          <a:xfrm>
            <a:off x="626517" y="3328031"/>
            <a:ext cx="11089278" cy="828000"/>
            <a:chOff x="626517" y="3281507"/>
            <a:chExt cx="11089278" cy="828000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56E38BD3-551F-4876-9186-DC4F7AAD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3281507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54583A62-10CA-481C-81CB-E4A3AA3E4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3281507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PN/PN </a:t>
              </a:r>
              <a:r>
                <a:rPr lang="zh-CN" altLang="en-US" sz="1400" b="1" i="0" u="none" baseline="0" dirty="0">
                  <a:solidFill>
                    <a:srgbClr val="FFFFFF"/>
                  </a:solidFill>
                  <a:latin typeface="Arial"/>
                  <a:ea typeface="宋体" panose="02010600030101010101" pitchFamily="2" charset="-122"/>
                  <a:cs typeface="Arial" charset="0"/>
                </a:rPr>
                <a:t>耦合器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72F7E74C-C0BE-456E-A839-800F235F8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3281507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>
                <a:spcBef>
                  <a:spcPct val="0"/>
                </a:spcBef>
                <a:buClr>
                  <a:srgbClr val="949EAA"/>
                </a:buClr>
                <a:defRPr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6ES7158-3AD10-0XA0</a:t>
              </a:r>
            </a:p>
          </p:txBody>
        </p:sp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00E5B61B-3DD5-4933-8C72-F7522BB25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159" y="3374477"/>
              <a:ext cx="558548" cy="70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Textfeld 3">
            <a:extLst>
              <a:ext uri="{FF2B5EF4-FFF2-40B4-BE49-F238E27FC236}">
                <a16:creationId xmlns:a16="http://schemas.microsoft.com/office/drawing/2014/main" id="{CE36CDDF-1CB9-4DC5-A432-813B3C4DFFF0}"/>
              </a:ext>
            </a:extLst>
          </p:cNvPr>
          <p:cNvSpPr txBox="1"/>
          <p:nvPr/>
        </p:nvSpPr>
        <p:spPr>
          <a:xfrm>
            <a:off x="626567" y="1251685"/>
            <a:ext cx="1645383" cy="30510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2000" b="0" i="0" u="none" baseline="0" dirty="0">
                <a:solidFill>
                  <a:srgbClr val="00646E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I/O </a:t>
            </a:r>
            <a:r>
              <a:rPr lang="zh-CN" altLang="en-US" sz="2000" b="0" i="0" u="none" baseline="0" dirty="0">
                <a:solidFill>
                  <a:srgbClr val="00646E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系统</a:t>
            </a:r>
          </a:p>
        </p:txBody>
      </p:sp>
      <p:grpSp>
        <p:nvGrpSpPr>
          <p:cNvPr id="22" name="Gruppieren 31">
            <a:extLst>
              <a:ext uri="{FF2B5EF4-FFF2-40B4-BE49-F238E27FC236}">
                <a16:creationId xmlns:a16="http://schemas.microsoft.com/office/drawing/2014/main" id="{1299F36F-F4DD-4EEC-8152-E58A8877955D}"/>
              </a:ext>
            </a:extLst>
          </p:cNvPr>
          <p:cNvGrpSpPr/>
          <p:nvPr/>
        </p:nvGrpSpPr>
        <p:grpSpPr>
          <a:xfrm>
            <a:off x="625710" y="4201345"/>
            <a:ext cx="11089278" cy="828000"/>
            <a:chOff x="626517" y="3281507"/>
            <a:chExt cx="11089278" cy="828000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3A31293D-4558-4099-9DEE-04B2099E3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427" y="3281507"/>
              <a:ext cx="2959627" cy="828000"/>
            </a:xfrm>
            <a:prstGeom prst="rect">
              <a:avLst/>
            </a:prstGeom>
            <a:noFill/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algn="ctr" rtl="0">
                <a:spcBef>
                  <a:spcPct val="0"/>
                </a:spcBef>
                <a:buClr>
                  <a:srgbClr val="949EAA"/>
                </a:buClr>
                <a:buFont typeface="Wingdings" pitchFamily="2" charset="2"/>
                <a:buNone/>
              </a:pPr>
              <a:endParaRPr lang="zh-CN" altLang="en-US" sz="1400" b="1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A8741F54-C6DA-4C87-AA9F-3CC69C509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517" y="3281507"/>
              <a:ext cx="4069911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i="0" u="none" baseline="0" dirty="0">
                  <a:solidFill>
                    <a:schemeClr val="bg1"/>
                  </a:solidFill>
                  <a:ea typeface="宋体" panose="02010600030101010101" pitchFamily="2" charset="-122"/>
                </a:rPr>
                <a:t>ET 200eco PN M12-L</a:t>
              </a:r>
              <a:endParaRPr lang="zh-CN" altLang="en-US" sz="1400" b="1" baseline="30000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BC6BE7DF-2FDA-4D8D-8996-0C878318D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055" y="3281507"/>
              <a:ext cx="4059740" cy="828000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rgbClr val="41AAAA"/>
              </a:solidFill>
            </a:ln>
          </p:spPr>
          <p:txBody>
            <a:bodyPr lIns="252000" tIns="72000" rIns="90000" bIns="90000" anchor="ctr"/>
            <a:lstStyle/>
            <a:p>
              <a:pPr lvl="0" algn="ctr" rtl="0">
                <a:spcBef>
                  <a:spcPct val="0"/>
                </a:spcBef>
                <a:buClr>
                  <a:srgbClr val="949EAA"/>
                </a:buClr>
                <a:defRPr/>
              </a:pPr>
              <a:r>
                <a:rPr lang="en-US" altLang="zh-CN" sz="1400" b="1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6ES7 14*-6**00-0BB0</a:t>
              </a:r>
            </a:p>
          </p:txBody>
        </p:sp>
      </p:grpSp>
      <p:pic>
        <p:nvPicPr>
          <p:cNvPr id="26" name="Grafik 37">
            <a:extLst>
              <a:ext uri="{FF2B5EF4-FFF2-40B4-BE49-F238E27FC236}">
                <a16:creationId xmlns:a16="http://schemas.microsoft.com/office/drawing/2014/main" id="{356C699F-E7EE-46EA-96EB-F8BDD1D1FF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3146" y="4316875"/>
            <a:ext cx="782573" cy="596940"/>
          </a:xfrm>
          <a:prstGeom prst="rect">
            <a:avLst/>
          </a:prstGeom>
        </p:spPr>
      </p:pic>
      <p:grpSp>
        <p:nvGrpSpPr>
          <p:cNvPr id="27" name="Gruppieren 2">
            <a:extLst>
              <a:ext uri="{FF2B5EF4-FFF2-40B4-BE49-F238E27FC236}">
                <a16:creationId xmlns:a16="http://schemas.microsoft.com/office/drawing/2014/main" id="{DA8C96BD-47CE-4423-A22E-DE8C15CC3D4A}"/>
              </a:ext>
            </a:extLst>
          </p:cNvPr>
          <p:cNvGrpSpPr/>
          <p:nvPr/>
        </p:nvGrpSpPr>
        <p:grpSpPr>
          <a:xfrm>
            <a:off x="3777102" y="4377075"/>
            <a:ext cx="557877" cy="444019"/>
            <a:chOff x="6167755" y="5568476"/>
            <a:chExt cx="557877" cy="444019"/>
          </a:xfrm>
        </p:grpSpPr>
        <p:sp>
          <p:nvSpPr>
            <p:cNvPr id="28" name="Explosion: 8 Zacken 3">
              <a:extLst>
                <a:ext uri="{FF2B5EF4-FFF2-40B4-BE49-F238E27FC236}">
                  <a16:creationId xmlns:a16="http://schemas.microsoft.com/office/drawing/2014/main" id="{9FE212BC-AC95-439D-B65C-DD6712C8E00B}"/>
                </a:ext>
              </a:extLst>
            </p:cNvPr>
            <p:cNvSpPr/>
            <p:nvPr userDrawn="1"/>
          </p:nvSpPr>
          <p:spPr bwMode="auto">
            <a:xfrm>
              <a:off x="6167755" y="5568476"/>
              <a:ext cx="484681" cy="444019"/>
            </a:xfrm>
            <a:prstGeom prst="irregularSeal1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zh-CN" altLang="en-US" sz="18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</a:endParaRPr>
            </a:p>
          </p:txBody>
        </p:sp>
        <p:sp>
          <p:nvSpPr>
            <p:cNvPr id="29" name="Textfeld 4">
              <a:extLst>
                <a:ext uri="{FF2B5EF4-FFF2-40B4-BE49-F238E27FC236}">
                  <a16:creationId xmlns:a16="http://schemas.microsoft.com/office/drawing/2014/main" id="{86C5972F-69B9-4709-9CB4-C7F4ED9DD1B1}"/>
                </a:ext>
              </a:extLst>
            </p:cNvPr>
            <p:cNvSpPr txBox="1"/>
            <p:nvPr userDrawn="1"/>
          </p:nvSpPr>
          <p:spPr>
            <a:xfrm>
              <a:off x="6365592" y="5732786"/>
              <a:ext cx="360040" cy="180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zh-CN" altLang="en-US" sz="700" b="0" i="0" u="none" baseline="0" dirty="0">
                  <a:solidFill>
                    <a:srgbClr val="000000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新</a:t>
              </a:r>
            </a:p>
          </p:txBody>
        </p:sp>
      </p:grpSp>
      <p:grpSp>
        <p:nvGrpSpPr>
          <p:cNvPr id="30" name="Gruppieren 2">
            <a:extLst>
              <a:ext uri="{FF2B5EF4-FFF2-40B4-BE49-F238E27FC236}">
                <a16:creationId xmlns:a16="http://schemas.microsoft.com/office/drawing/2014/main" id="{FBDFF872-C797-4EB9-97FA-AB41E8437491}"/>
              </a:ext>
            </a:extLst>
          </p:cNvPr>
          <p:cNvGrpSpPr/>
          <p:nvPr/>
        </p:nvGrpSpPr>
        <p:grpSpPr>
          <a:xfrm>
            <a:off x="4471188" y="2765649"/>
            <a:ext cx="547867" cy="444019"/>
            <a:chOff x="6167755" y="5568476"/>
            <a:chExt cx="547867" cy="444019"/>
          </a:xfrm>
        </p:grpSpPr>
        <p:sp>
          <p:nvSpPr>
            <p:cNvPr id="31" name="Explosion: 8 Zacken 3">
              <a:extLst>
                <a:ext uri="{FF2B5EF4-FFF2-40B4-BE49-F238E27FC236}">
                  <a16:creationId xmlns:a16="http://schemas.microsoft.com/office/drawing/2014/main" id="{86FC0512-DAD7-480F-809B-6396193E06D8}"/>
                </a:ext>
              </a:extLst>
            </p:cNvPr>
            <p:cNvSpPr/>
            <p:nvPr userDrawn="1"/>
          </p:nvSpPr>
          <p:spPr bwMode="auto">
            <a:xfrm>
              <a:off x="6167755" y="5568476"/>
              <a:ext cx="484681" cy="444019"/>
            </a:xfrm>
            <a:prstGeom prst="irregularSeal1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zh-CN" altLang="en-US" sz="18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</a:endParaRPr>
            </a:p>
          </p:txBody>
        </p:sp>
        <p:sp>
          <p:nvSpPr>
            <p:cNvPr id="32" name="Textfeld 4">
              <a:extLst>
                <a:ext uri="{FF2B5EF4-FFF2-40B4-BE49-F238E27FC236}">
                  <a16:creationId xmlns:a16="http://schemas.microsoft.com/office/drawing/2014/main" id="{7B90E8AE-AF6F-4CED-A6E7-B4EA0B061380}"/>
                </a:ext>
              </a:extLst>
            </p:cNvPr>
            <p:cNvSpPr txBox="1"/>
            <p:nvPr userDrawn="1"/>
          </p:nvSpPr>
          <p:spPr>
            <a:xfrm>
              <a:off x="6355582" y="5732786"/>
              <a:ext cx="360040" cy="180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zh-CN" altLang="en-US" sz="700" b="0" i="0" u="none" baseline="0" dirty="0">
                  <a:solidFill>
                    <a:srgbClr val="000000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755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7BAE585-5BE0-4BF6-80D9-32A551DC01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7525" name="think-cell Slide" r:id="rId17" imgW="359" imgH="355" progId="TCLayout.ActiveDocument.1">
                  <p:embed/>
                </p:oleObj>
              </mc:Choice>
              <mc:Fallback>
                <p:oleObj name="think-cell Slide" r:id="rId17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7BAE585-5BE0-4BF6-80D9-32A551DC0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95EB6E7-70CF-4111-AD23-500B26C8633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C3226C-52BC-45FF-A10C-85F12DC9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要求</a:t>
            </a:r>
            <a:endParaRPr lang="en-US" dirty="0"/>
          </a:p>
        </p:txBody>
      </p:sp>
      <p:sp>
        <p:nvSpPr>
          <p:cNvPr id="6" name="Richtungspfeil 4">
            <a:extLst>
              <a:ext uri="{FF2B5EF4-FFF2-40B4-BE49-F238E27FC236}">
                <a16:creationId xmlns:a16="http://schemas.microsoft.com/office/drawing/2014/main" id="{947968EE-4D4B-4F13-A02B-D3FF2319C637}"/>
              </a:ext>
            </a:extLst>
          </p:cNvPr>
          <p:cNvSpPr>
            <a:spLocks/>
          </p:cNvSpPr>
          <p:nvPr/>
        </p:nvSpPr>
        <p:spPr bwMode="gray">
          <a:xfrm>
            <a:off x="626399" y="1439999"/>
            <a:ext cx="3601114" cy="4754428"/>
          </a:xfrm>
          <a:prstGeom prst="rect">
            <a:avLst/>
          </a:prstGeom>
          <a:gradFill flip="none" rotWithShape="1"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144000" rIns="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PROFINET </a:t>
            </a: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网络组态的要求</a:t>
            </a:r>
          </a:p>
          <a:p>
            <a:pPr marL="180975" indent="-180975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MRP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环网</a:t>
            </a:r>
            <a:b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</a:b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（组态中的默认设置）</a:t>
            </a:r>
          </a:p>
          <a:p>
            <a:pPr marL="180975" indent="-180975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PN IO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仅位于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X1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接口</a:t>
            </a:r>
          </a:p>
          <a:p>
            <a:pPr marL="180975" indent="-180975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PLC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要包含在环网内</a:t>
            </a:r>
          </a:p>
          <a:p>
            <a:pPr marL="180975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S7-1500R </a:t>
            </a:r>
            <a:r>
              <a:rPr lang="en-US" altLang="zh-CN" dirty="0">
                <a:solidFill>
                  <a:srgbClr val="FFFFFF"/>
                </a:solidFill>
                <a:cs typeface="Arial" pitchFamily="34" charset="0"/>
                <a:sym typeface="Wingdings" panose="05000000000000000000" pitchFamily="2" charset="2"/>
              </a:rPr>
              <a:t>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两个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PLC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之间的连接中无设备</a:t>
            </a:r>
          </a:p>
          <a:p>
            <a:pPr marL="180975" indent="-180975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PN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设备需要支持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PN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系统冗余 </a:t>
            </a:r>
            <a:br>
              <a:rPr lang="zh-CN" altLang="en-US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</a:b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NAP S2 (V1.11)</a:t>
            </a:r>
          </a:p>
        </p:txBody>
      </p:sp>
      <p:sp>
        <p:nvSpPr>
          <p:cNvPr id="7" name="Textfeld 23">
            <a:extLst>
              <a:ext uri="{FF2B5EF4-FFF2-40B4-BE49-F238E27FC236}">
                <a16:creationId xmlns:a16="http://schemas.microsoft.com/office/drawing/2014/main" id="{E61E61F3-EB66-4978-9AE6-7D8059AB9B36}"/>
              </a:ext>
            </a:extLst>
          </p:cNvPr>
          <p:cNvSpPr txBox="1">
            <a:spLocks/>
          </p:cNvSpPr>
          <p:nvPr/>
        </p:nvSpPr>
        <p:spPr bwMode="gray">
          <a:xfrm>
            <a:off x="8115750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高可用性 </a:t>
            </a:r>
            <a:r>
              <a:rPr lang="en-US" altLang="zh-CN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– S7-1500H</a:t>
            </a:r>
          </a:p>
        </p:txBody>
      </p:sp>
      <p:cxnSp>
        <p:nvCxnSpPr>
          <p:cNvPr id="8" name="Gerade Verbindung 19">
            <a:extLst>
              <a:ext uri="{FF2B5EF4-FFF2-40B4-BE49-F238E27FC236}">
                <a16:creationId xmlns:a16="http://schemas.microsoft.com/office/drawing/2014/main" id="{3C0E7B2E-CD79-41FA-B0DD-14588FE9E2DA}"/>
              </a:ext>
            </a:extLst>
          </p:cNvPr>
          <p:cNvCxnSpPr>
            <a:cxnSpLocks/>
          </p:cNvCxnSpPr>
          <p:nvPr/>
        </p:nvCxnSpPr>
        <p:spPr bwMode="gray">
          <a:xfrm>
            <a:off x="8043391" y="1439999"/>
            <a:ext cx="0" cy="4754428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feld 32">
            <a:extLst>
              <a:ext uri="{FF2B5EF4-FFF2-40B4-BE49-F238E27FC236}">
                <a16:creationId xmlns:a16="http://schemas.microsoft.com/office/drawing/2014/main" id="{FD3620C9-290B-4525-A6BF-61B89904EFF3}"/>
              </a:ext>
            </a:extLst>
          </p:cNvPr>
          <p:cNvSpPr txBox="1">
            <a:spLocks/>
          </p:cNvSpPr>
          <p:nvPr/>
        </p:nvSpPr>
        <p:spPr bwMode="gray">
          <a:xfrm>
            <a:off x="4370388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冗余 </a:t>
            </a:r>
            <a:r>
              <a:rPr lang="en-US" altLang="zh-CN" b="1" i="0" u="none" baseline="0" dirty="0">
                <a:solidFill>
                  <a:srgbClr val="41AAAA"/>
                </a:solidFill>
                <a:latin typeface="Arial"/>
                <a:ea typeface="宋体" panose="02010600030101010101" pitchFamily="2" charset="-122"/>
                <a:cs typeface="Arial" panose="020B0604020202020204" pitchFamily="34" charset="0"/>
                <a:sym typeface="Arial"/>
              </a:rPr>
              <a:t>– S7-1500R</a:t>
            </a:r>
          </a:p>
        </p:txBody>
      </p:sp>
      <p:sp>
        <p:nvSpPr>
          <p:cNvPr id="10" name="Freeform 23">
            <a:extLst>
              <a:ext uri="{FF2B5EF4-FFF2-40B4-BE49-F238E27FC236}">
                <a16:creationId xmlns:a16="http://schemas.microsoft.com/office/drawing/2014/main" id="{2EC88B0E-B5BB-48F8-9498-2CE13FBB56D7}"/>
              </a:ext>
            </a:extLst>
          </p:cNvPr>
          <p:cNvSpPr>
            <a:spLocks/>
          </p:cNvSpPr>
          <p:nvPr/>
        </p:nvSpPr>
        <p:spPr bwMode="auto">
          <a:xfrm>
            <a:off x="5743341" y="3644044"/>
            <a:ext cx="896137" cy="159416"/>
          </a:xfrm>
          <a:custGeom>
            <a:avLst/>
            <a:gdLst>
              <a:gd name="T0" fmla="*/ 0 w 534"/>
              <a:gd name="T1" fmla="*/ 2147483647 h 121"/>
              <a:gd name="T2" fmla="*/ 2147483647 w 534"/>
              <a:gd name="T3" fmla="*/ 2147483647 h 121"/>
              <a:gd name="T4" fmla="*/ 2147483647 w 534"/>
              <a:gd name="T5" fmla="*/ 0 h 1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34" h="121">
                <a:moveTo>
                  <a:pt x="0" y="16"/>
                </a:moveTo>
                <a:cubicBezTo>
                  <a:pt x="92" y="68"/>
                  <a:pt x="185" y="121"/>
                  <a:pt x="274" y="118"/>
                </a:cubicBezTo>
                <a:cubicBezTo>
                  <a:pt x="363" y="115"/>
                  <a:pt x="448" y="57"/>
                  <a:pt x="534" y="0"/>
                </a:cubicBezTo>
              </a:path>
            </a:pathLst>
          </a:custGeom>
          <a:noFill/>
          <a:ln w="9525">
            <a:solidFill>
              <a:srgbClr val="DA040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endParaRPr lang="zh-CN" altLang="en-US" sz="900" dirty="0">
              <a:ea typeface="宋体" panose="02010600030101010101" pitchFamily="2" charset="-122"/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DCF33491-1392-4386-AA21-2BBB92CD8AA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07916" y="3501441"/>
            <a:ext cx="30777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 eaLnBrk="1" hangingPunct="1"/>
            <a:r>
              <a:rPr lang="zh-CN" altLang="en-US" sz="1200" b="1" i="0" u="none" baseline="0" dirty="0">
                <a:solidFill>
                  <a:srgbClr val="DA040F"/>
                </a:solidFill>
                <a:latin typeface="Arial"/>
                <a:ea typeface="宋体" panose="02010600030101010101" pitchFamily="2" charset="-122"/>
                <a:sym typeface="Arial"/>
              </a:rPr>
              <a:t>同步</a:t>
            </a:r>
            <a:endParaRPr lang="zh-CN" altLang="en-US" sz="1200" b="1" dirty="0">
              <a:solidFill>
                <a:srgbClr val="DA040F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055618CA-3415-4B94-B4FA-0C99A77BABB7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55420" y="2786627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F78A8767-E256-4395-B5F1-55EAA3BDD912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543211" y="2786627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14" name="Gerade Verbindung 37">
            <a:extLst>
              <a:ext uri="{FF2B5EF4-FFF2-40B4-BE49-F238E27FC236}">
                <a16:creationId xmlns:a16="http://schemas.microsoft.com/office/drawing/2014/main" id="{8D78B8E8-6974-4037-9F07-51D07EE0F2A5}"/>
              </a:ext>
            </a:extLst>
          </p:cNvPr>
          <p:cNvCxnSpPr/>
          <p:nvPr/>
        </p:nvCxnSpPr>
        <p:spPr bwMode="auto">
          <a:xfrm>
            <a:off x="5544617" y="4301802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38">
            <a:extLst>
              <a:ext uri="{FF2B5EF4-FFF2-40B4-BE49-F238E27FC236}">
                <a16:creationId xmlns:a16="http://schemas.microsoft.com/office/drawing/2014/main" id="{02344AA6-E59A-4881-8461-3873E24B9BA3}"/>
              </a:ext>
            </a:extLst>
          </p:cNvPr>
          <p:cNvCxnSpPr/>
          <p:nvPr/>
        </p:nvCxnSpPr>
        <p:spPr bwMode="auto">
          <a:xfrm flipH="1">
            <a:off x="6668485" y="4308104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Ellipse 39">
            <a:extLst>
              <a:ext uri="{FF2B5EF4-FFF2-40B4-BE49-F238E27FC236}">
                <a16:creationId xmlns:a16="http://schemas.microsoft.com/office/drawing/2014/main" id="{C5D39029-E235-4FC2-BAE1-E5367614464C}"/>
              </a:ext>
            </a:extLst>
          </p:cNvPr>
          <p:cNvSpPr/>
          <p:nvPr/>
        </p:nvSpPr>
        <p:spPr bwMode="auto">
          <a:xfrm>
            <a:off x="4551003" y="3884168"/>
            <a:ext cx="3201931" cy="423707"/>
          </a:xfrm>
          <a:prstGeom prst="ellips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l" rtl="0">
              <a:buClr>
                <a:schemeClr val="accent1"/>
              </a:buClr>
              <a:buFont typeface="Wingdings" pitchFamily="2" charset="2"/>
            </a:pPr>
            <a:endParaRPr lang="zh-CN" altLang="en-US" sz="900" kern="1200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7" name="Text Box 49">
            <a:extLst>
              <a:ext uri="{FF2B5EF4-FFF2-40B4-BE49-F238E27FC236}">
                <a16:creationId xmlns:a16="http://schemas.microsoft.com/office/drawing/2014/main" id="{431872E2-34A7-4B8F-9B14-D7FB361ADEC0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3665" y="4013213"/>
            <a:ext cx="88690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单 </a:t>
            </a:r>
            <a:r>
              <a:rPr lang="en-US" altLang="zh-CN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MRP </a:t>
            </a:r>
            <a:r>
              <a:rPr lang="zh-CN" altLang="en-US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环网</a:t>
            </a:r>
            <a:endParaRPr lang="zh-CN" altLang="en-US" sz="1200" b="1" dirty="0">
              <a:solidFill>
                <a:srgbClr val="00963F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8" name="Rechteck 43">
            <a:extLst>
              <a:ext uri="{FF2B5EF4-FFF2-40B4-BE49-F238E27FC236}">
                <a16:creationId xmlns:a16="http://schemas.microsoft.com/office/drawing/2014/main" id="{5268027A-7AA8-434D-B2FB-BCB09ED36DAF}"/>
              </a:ext>
            </a:extLst>
          </p:cNvPr>
          <p:cNvSpPr/>
          <p:nvPr/>
        </p:nvSpPr>
        <p:spPr bwMode="auto">
          <a:xfrm>
            <a:off x="6761311" y="3841042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9" name="Gerade Verbindung 44">
            <a:extLst>
              <a:ext uri="{FF2B5EF4-FFF2-40B4-BE49-F238E27FC236}">
                <a16:creationId xmlns:a16="http://schemas.microsoft.com/office/drawing/2014/main" id="{B64A5B62-3431-4AFC-ADFF-256FC64877E4}"/>
              </a:ext>
            </a:extLst>
          </p:cNvPr>
          <p:cNvCxnSpPr/>
          <p:nvPr/>
        </p:nvCxnSpPr>
        <p:spPr bwMode="auto">
          <a:xfrm>
            <a:off x="6852714" y="3439580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Gerade Verbindung 45">
            <a:extLst>
              <a:ext uri="{FF2B5EF4-FFF2-40B4-BE49-F238E27FC236}">
                <a16:creationId xmlns:a16="http://schemas.microsoft.com/office/drawing/2014/main" id="{344766FB-1B5D-46A4-8127-2F50EEA725AC}"/>
              </a:ext>
            </a:extLst>
          </p:cNvPr>
          <p:cNvCxnSpPr/>
          <p:nvPr/>
        </p:nvCxnSpPr>
        <p:spPr bwMode="auto">
          <a:xfrm>
            <a:off x="6743181" y="3437218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hteck 46">
            <a:extLst>
              <a:ext uri="{FF2B5EF4-FFF2-40B4-BE49-F238E27FC236}">
                <a16:creationId xmlns:a16="http://schemas.microsoft.com/office/drawing/2014/main" id="{B72D2DF4-8FF5-4BB2-A5A3-CCF73E023384}"/>
              </a:ext>
            </a:extLst>
          </p:cNvPr>
          <p:cNvSpPr/>
          <p:nvPr/>
        </p:nvSpPr>
        <p:spPr bwMode="auto">
          <a:xfrm>
            <a:off x="5520425" y="3827219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22" name="Gerade Verbindung 47">
            <a:extLst>
              <a:ext uri="{FF2B5EF4-FFF2-40B4-BE49-F238E27FC236}">
                <a16:creationId xmlns:a16="http://schemas.microsoft.com/office/drawing/2014/main" id="{F24F7A7D-76DF-421F-A00A-6668C903E0D1}"/>
              </a:ext>
            </a:extLst>
          </p:cNvPr>
          <p:cNvCxnSpPr/>
          <p:nvPr/>
        </p:nvCxnSpPr>
        <p:spPr bwMode="auto">
          <a:xfrm>
            <a:off x="5611283" y="3448309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Gerade Verbindung 48">
            <a:extLst>
              <a:ext uri="{FF2B5EF4-FFF2-40B4-BE49-F238E27FC236}">
                <a16:creationId xmlns:a16="http://schemas.microsoft.com/office/drawing/2014/main" id="{F63362CA-A2FD-4FF7-AFEE-EFD5E3B88731}"/>
              </a:ext>
            </a:extLst>
          </p:cNvPr>
          <p:cNvCxnSpPr/>
          <p:nvPr/>
        </p:nvCxnSpPr>
        <p:spPr bwMode="auto">
          <a:xfrm>
            <a:off x="5506512" y="3455471"/>
            <a:ext cx="1" cy="462005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Rechteck 49">
            <a:extLst>
              <a:ext uri="{FF2B5EF4-FFF2-40B4-BE49-F238E27FC236}">
                <a16:creationId xmlns:a16="http://schemas.microsoft.com/office/drawing/2014/main" id="{521D09CF-7AAD-4059-9EF9-3ADB9F5E8450}"/>
              </a:ext>
            </a:extLst>
          </p:cNvPr>
          <p:cNvSpPr/>
          <p:nvPr/>
        </p:nvSpPr>
        <p:spPr bwMode="auto">
          <a:xfrm>
            <a:off x="5481617" y="4227119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5" name="Rechteck 50">
            <a:extLst>
              <a:ext uri="{FF2B5EF4-FFF2-40B4-BE49-F238E27FC236}">
                <a16:creationId xmlns:a16="http://schemas.microsoft.com/office/drawing/2014/main" id="{62AC23AF-41D5-40EE-9341-F531D8A1F6ED}"/>
              </a:ext>
            </a:extLst>
          </p:cNvPr>
          <p:cNvSpPr/>
          <p:nvPr/>
        </p:nvSpPr>
        <p:spPr bwMode="auto">
          <a:xfrm>
            <a:off x="6605486" y="4227119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26" name="Gerade Verbindung 51">
            <a:extLst>
              <a:ext uri="{FF2B5EF4-FFF2-40B4-BE49-F238E27FC236}">
                <a16:creationId xmlns:a16="http://schemas.microsoft.com/office/drawing/2014/main" id="{5C570666-5113-4E2F-A6CF-1CD460F9BFCE}"/>
              </a:ext>
            </a:extLst>
          </p:cNvPr>
          <p:cNvCxnSpPr/>
          <p:nvPr/>
        </p:nvCxnSpPr>
        <p:spPr bwMode="auto">
          <a:xfrm>
            <a:off x="9303531" y="4301775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2BBDCD28-6D34-4116-A4AC-7FFE7857501F}"/>
              </a:ext>
            </a:extLst>
          </p:cNvPr>
          <p:cNvCxnSpPr/>
          <p:nvPr/>
        </p:nvCxnSpPr>
        <p:spPr bwMode="auto">
          <a:xfrm flipH="1">
            <a:off x="10427399" y="4308077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Ellipse 53">
            <a:extLst>
              <a:ext uri="{FF2B5EF4-FFF2-40B4-BE49-F238E27FC236}">
                <a16:creationId xmlns:a16="http://schemas.microsoft.com/office/drawing/2014/main" id="{116EB61E-9518-4FDE-A3EF-A321AD7A1414}"/>
              </a:ext>
            </a:extLst>
          </p:cNvPr>
          <p:cNvSpPr/>
          <p:nvPr/>
        </p:nvSpPr>
        <p:spPr bwMode="auto">
          <a:xfrm>
            <a:off x="8309917" y="3884141"/>
            <a:ext cx="3201931" cy="423707"/>
          </a:xfrm>
          <a:prstGeom prst="ellips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l" rtl="0">
              <a:buClr>
                <a:schemeClr val="accent1"/>
              </a:buClr>
              <a:buFont typeface="Wingdings" pitchFamily="2" charset="2"/>
            </a:pPr>
            <a:endParaRPr lang="zh-CN" altLang="en-US" sz="900" kern="1200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9" name="Rechteck 54">
            <a:extLst>
              <a:ext uri="{FF2B5EF4-FFF2-40B4-BE49-F238E27FC236}">
                <a16:creationId xmlns:a16="http://schemas.microsoft.com/office/drawing/2014/main" id="{18547E9D-50FD-4889-AF4D-D612AE248402}"/>
              </a:ext>
            </a:extLst>
          </p:cNvPr>
          <p:cNvSpPr/>
          <p:nvPr/>
        </p:nvSpPr>
        <p:spPr bwMode="auto">
          <a:xfrm>
            <a:off x="10364399" y="4240306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0" name="Rechteck 55">
            <a:extLst>
              <a:ext uri="{FF2B5EF4-FFF2-40B4-BE49-F238E27FC236}">
                <a16:creationId xmlns:a16="http://schemas.microsoft.com/office/drawing/2014/main" id="{314EA882-5764-4CEF-9142-1124A374A2E2}"/>
              </a:ext>
            </a:extLst>
          </p:cNvPr>
          <p:cNvSpPr/>
          <p:nvPr/>
        </p:nvSpPr>
        <p:spPr bwMode="auto">
          <a:xfrm>
            <a:off x="9240530" y="4227118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D57F6DCB-2320-4B68-B597-63191526A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4596" y="3332769"/>
            <a:ext cx="756659" cy="0"/>
          </a:xfrm>
          <a:prstGeom prst="line">
            <a:avLst/>
          </a:prstGeom>
          <a:noFill/>
          <a:ln w="38100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AAFD105D-A73C-4C78-8C79-95DA3B156E5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3721" y="3410557"/>
            <a:ext cx="707535" cy="0"/>
          </a:xfrm>
          <a:prstGeom prst="line">
            <a:avLst/>
          </a:prstGeom>
          <a:noFill/>
          <a:ln w="38100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3" name="Text Box 24">
            <a:extLst>
              <a:ext uri="{FF2B5EF4-FFF2-40B4-BE49-F238E27FC236}">
                <a16:creationId xmlns:a16="http://schemas.microsoft.com/office/drawing/2014/main" id="{A9BC9A74-F368-4F4F-9E63-5A19931FAC3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819404" y="3095846"/>
            <a:ext cx="52899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 eaLnBrk="1" hangingPunct="1"/>
            <a:r>
              <a:rPr lang="en-US" altLang="zh-CN" sz="1200" b="1" i="0" u="none" baseline="0" dirty="0">
                <a:solidFill>
                  <a:srgbClr val="DA040F"/>
                </a:solidFill>
                <a:latin typeface="Arial"/>
                <a:ea typeface="宋体" panose="02010600030101010101" pitchFamily="2" charset="-122"/>
                <a:sym typeface="Arial"/>
              </a:rPr>
              <a:t>H-Sync</a:t>
            </a:r>
            <a:endParaRPr lang="zh-CN" altLang="en-US" sz="1200" b="1" dirty="0">
              <a:solidFill>
                <a:srgbClr val="DA040F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4" name="Text Box 16">
            <a:extLst>
              <a:ext uri="{FF2B5EF4-FFF2-40B4-BE49-F238E27FC236}">
                <a16:creationId xmlns:a16="http://schemas.microsoft.com/office/drawing/2014/main" id="{74F48FA3-1828-49B2-920D-C15C37C9FED3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79737" y="2786480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5" name="Text Box 21">
            <a:extLst>
              <a:ext uri="{FF2B5EF4-FFF2-40B4-BE49-F238E27FC236}">
                <a16:creationId xmlns:a16="http://schemas.microsoft.com/office/drawing/2014/main" id="{5F09B974-F782-4FE0-8E24-93B1FAA4E295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574564" y="2787440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6" name="Text Box 49">
            <a:extLst>
              <a:ext uri="{FF2B5EF4-FFF2-40B4-BE49-F238E27FC236}">
                <a16:creationId xmlns:a16="http://schemas.microsoft.com/office/drawing/2014/main" id="{6F2BF7A1-F565-4CE9-92BE-D7EC4FB2B38D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467429" y="4013213"/>
            <a:ext cx="88690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单 </a:t>
            </a:r>
            <a:r>
              <a:rPr lang="en-US" altLang="zh-CN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MRP </a:t>
            </a:r>
            <a:r>
              <a:rPr lang="zh-CN" altLang="en-US" sz="1200" b="1" i="0" u="none" baseline="0" dirty="0">
                <a:solidFill>
                  <a:srgbClr val="00963F"/>
                </a:solidFill>
                <a:latin typeface="Arial"/>
                <a:ea typeface="宋体" panose="02010600030101010101" pitchFamily="2" charset="-122"/>
                <a:sym typeface="Arial"/>
              </a:rPr>
              <a:t>环网</a:t>
            </a:r>
            <a:endParaRPr lang="zh-CN" altLang="en-US" sz="1200" b="1" dirty="0">
              <a:solidFill>
                <a:srgbClr val="00963F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7" name="Rechteck 62">
            <a:extLst>
              <a:ext uri="{FF2B5EF4-FFF2-40B4-BE49-F238E27FC236}">
                <a16:creationId xmlns:a16="http://schemas.microsoft.com/office/drawing/2014/main" id="{71334089-8B24-4DFE-B028-15E815D29792}"/>
              </a:ext>
            </a:extLst>
          </p:cNvPr>
          <p:cNvSpPr/>
          <p:nvPr/>
        </p:nvSpPr>
        <p:spPr bwMode="auto">
          <a:xfrm>
            <a:off x="10500918" y="3852170"/>
            <a:ext cx="79201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38" name="Gerade Verbindung 63">
            <a:extLst>
              <a:ext uri="{FF2B5EF4-FFF2-40B4-BE49-F238E27FC236}">
                <a16:creationId xmlns:a16="http://schemas.microsoft.com/office/drawing/2014/main" id="{9A23236C-B578-4568-8F7A-4C5504F3662E}"/>
              </a:ext>
            </a:extLst>
          </p:cNvPr>
          <p:cNvCxnSpPr/>
          <p:nvPr/>
        </p:nvCxnSpPr>
        <p:spPr bwMode="auto">
          <a:xfrm>
            <a:off x="10600313" y="3573016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Gerade Verbindung 64">
            <a:extLst>
              <a:ext uri="{FF2B5EF4-FFF2-40B4-BE49-F238E27FC236}">
                <a16:creationId xmlns:a16="http://schemas.microsoft.com/office/drawing/2014/main" id="{F449B2DF-AE0A-494C-B2B6-4E5DDF3C0172}"/>
              </a:ext>
            </a:extLst>
          </p:cNvPr>
          <p:cNvCxnSpPr/>
          <p:nvPr/>
        </p:nvCxnSpPr>
        <p:spPr bwMode="auto">
          <a:xfrm>
            <a:off x="10491150" y="3448346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Rechteck 65">
            <a:extLst>
              <a:ext uri="{FF2B5EF4-FFF2-40B4-BE49-F238E27FC236}">
                <a16:creationId xmlns:a16="http://schemas.microsoft.com/office/drawing/2014/main" id="{405BABD9-3627-47B2-A094-F61290982D63}"/>
              </a:ext>
            </a:extLst>
          </p:cNvPr>
          <p:cNvSpPr/>
          <p:nvPr/>
        </p:nvSpPr>
        <p:spPr bwMode="auto">
          <a:xfrm>
            <a:off x="9062380" y="3839459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41" name="Gerade Verbindung 66">
            <a:extLst>
              <a:ext uri="{FF2B5EF4-FFF2-40B4-BE49-F238E27FC236}">
                <a16:creationId xmlns:a16="http://schemas.microsoft.com/office/drawing/2014/main" id="{A78CA77E-2997-4CFD-971B-516CD19F6786}"/>
              </a:ext>
            </a:extLst>
          </p:cNvPr>
          <p:cNvCxnSpPr/>
          <p:nvPr/>
        </p:nvCxnSpPr>
        <p:spPr bwMode="auto">
          <a:xfrm>
            <a:off x="9048467" y="3467711"/>
            <a:ext cx="1" cy="462005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Gerade Verbindung 87">
            <a:extLst>
              <a:ext uri="{FF2B5EF4-FFF2-40B4-BE49-F238E27FC236}">
                <a16:creationId xmlns:a16="http://schemas.microsoft.com/office/drawing/2014/main" id="{9A3F2726-8088-4D52-88F1-31EF541664D3}"/>
              </a:ext>
            </a:extLst>
          </p:cNvPr>
          <p:cNvCxnSpPr/>
          <p:nvPr/>
        </p:nvCxnSpPr>
        <p:spPr bwMode="auto">
          <a:xfrm>
            <a:off x="9150825" y="3573629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 Box 16">
            <a:extLst>
              <a:ext uri="{FF2B5EF4-FFF2-40B4-BE49-F238E27FC236}">
                <a16:creationId xmlns:a16="http://schemas.microsoft.com/office/drawing/2014/main" id="{905FEADE-0CC4-4504-A76E-BF5ECA65EC19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494451" y="5067055"/>
            <a:ext cx="580288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ET 200SP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49B185D9-00D3-41FE-AE5E-8AA925850EA0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609834" y="5067055"/>
            <a:ext cx="602729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ET 200MP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pic>
        <p:nvPicPr>
          <p:cNvPr id="45" name="Grafik 94">
            <a:extLst>
              <a:ext uri="{FF2B5EF4-FFF2-40B4-BE49-F238E27FC236}">
                <a16:creationId xmlns:a16="http://schemas.microsoft.com/office/drawing/2014/main" id="{4555ECD7-EEFC-479C-B000-1B1D47F6F70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623" y="4493931"/>
            <a:ext cx="614117" cy="540000"/>
          </a:xfrm>
          <a:prstGeom prst="rect">
            <a:avLst/>
          </a:prstGeom>
        </p:spPr>
      </p:pic>
      <p:grpSp>
        <p:nvGrpSpPr>
          <p:cNvPr id="46" name="Gruppieren 95">
            <a:extLst>
              <a:ext uri="{FF2B5EF4-FFF2-40B4-BE49-F238E27FC236}">
                <a16:creationId xmlns:a16="http://schemas.microsoft.com/office/drawing/2014/main" id="{F9E874C4-0C5D-4DD2-9C96-ED67EF2A1A99}"/>
              </a:ext>
            </a:extLst>
          </p:cNvPr>
          <p:cNvGrpSpPr/>
          <p:nvPr/>
        </p:nvGrpSpPr>
        <p:grpSpPr>
          <a:xfrm>
            <a:off x="6595171" y="4493931"/>
            <a:ext cx="634045" cy="540000"/>
            <a:chOff x="2864720" y="3779013"/>
            <a:chExt cx="634045" cy="540000"/>
          </a:xfrm>
        </p:grpSpPr>
        <p:pic>
          <p:nvPicPr>
            <p:cNvPr id="47" name="Grafik 96">
              <a:extLst>
                <a:ext uri="{FF2B5EF4-FFF2-40B4-BE49-F238E27FC236}">
                  <a16:creationId xmlns:a16="http://schemas.microsoft.com/office/drawing/2014/main" id="{F77DEDC0-E1AC-445C-9A45-AFA1F6FDA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4720" y="3779013"/>
              <a:ext cx="634045" cy="540000"/>
            </a:xfrm>
            <a:prstGeom prst="rect">
              <a:avLst/>
            </a:prstGeom>
          </p:spPr>
        </p:pic>
        <p:pic>
          <p:nvPicPr>
            <p:cNvPr id="48" name="Grafik 97">
              <a:extLst>
                <a:ext uri="{FF2B5EF4-FFF2-40B4-BE49-F238E27FC236}">
                  <a16:creationId xmlns:a16="http://schemas.microsoft.com/office/drawing/2014/main" id="{9340799F-4809-4F9A-80A0-A4597BA705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33" r="40703"/>
            <a:stretch/>
          </p:blipFill>
          <p:spPr>
            <a:xfrm>
              <a:off x="3242428" y="3779013"/>
              <a:ext cx="250218" cy="540000"/>
            </a:xfrm>
            <a:prstGeom prst="rect">
              <a:avLst/>
            </a:prstGeom>
          </p:spPr>
        </p:pic>
      </p:grpSp>
      <p:pic>
        <p:nvPicPr>
          <p:cNvPr id="49" name="Grafik 98">
            <a:extLst>
              <a:ext uri="{FF2B5EF4-FFF2-40B4-BE49-F238E27FC236}">
                <a16:creationId xmlns:a16="http://schemas.microsoft.com/office/drawing/2014/main" id="{74473598-A867-4461-8C99-CA22B7C5BC1E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5402654" y="2955786"/>
            <a:ext cx="316770" cy="640197"/>
          </a:xfrm>
          <a:prstGeom prst="rect">
            <a:avLst/>
          </a:prstGeom>
        </p:spPr>
      </p:pic>
      <p:pic>
        <p:nvPicPr>
          <p:cNvPr id="50" name="Grafik 99">
            <a:extLst>
              <a:ext uri="{FF2B5EF4-FFF2-40B4-BE49-F238E27FC236}">
                <a16:creationId xmlns:a16="http://schemas.microsoft.com/office/drawing/2014/main" id="{C8E79DAC-2269-46F8-8A13-F28AF87CA4DD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6674926" y="2955786"/>
            <a:ext cx="316770" cy="640197"/>
          </a:xfrm>
          <a:prstGeom prst="rect">
            <a:avLst/>
          </a:prstGeom>
        </p:spPr>
      </p:pic>
      <p:sp>
        <p:nvSpPr>
          <p:cNvPr id="51" name="Text Box 16">
            <a:extLst>
              <a:ext uri="{FF2B5EF4-FFF2-40B4-BE49-F238E27FC236}">
                <a16:creationId xmlns:a16="http://schemas.microsoft.com/office/drawing/2014/main" id="{F2345223-728F-4BCC-AE65-C36569B4D3EB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245476" y="5067055"/>
            <a:ext cx="580288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ET 200SP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2" name="Text Box 16">
            <a:extLst>
              <a:ext uri="{FF2B5EF4-FFF2-40B4-BE49-F238E27FC236}">
                <a16:creationId xmlns:a16="http://schemas.microsoft.com/office/drawing/2014/main" id="{82A1D5ED-4C5C-4C46-B3F9-F3BB48EB59BF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360859" y="5067055"/>
            <a:ext cx="602729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1000" b="1" i="0" u="none" baseline="0" dirty="0">
                <a:latin typeface="Arial"/>
                <a:ea typeface="宋体" panose="02010600030101010101" pitchFamily="2" charset="-122"/>
                <a:sym typeface="Arial"/>
              </a:rPr>
              <a:t>ET 200MP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pic>
        <p:nvPicPr>
          <p:cNvPr id="53" name="Grafik 102">
            <a:extLst>
              <a:ext uri="{FF2B5EF4-FFF2-40B4-BE49-F238E27FC236}">
                <a16:creationId xmlns:a16="http://schemas.microsoft.com/office/drawing/2014/main" id="{17DB43F2-8940-4586-9E49-C0586D6EA94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648" y="4493931"/>
            <a:ext cx="614117" cy="540000"/>
          </a:xfrm>
          <a:prstGeom prst="rect">
            <a:avLst/>
          </a:prstGeom>
        </p:spPr>
      </p:pic>
      <p:grpSp>
        <p:nvGrpSpPr>
          <p:cNvPr id="54" name="Gruppieren 103">
            <a:extLst>
              <a:ext uri="{FF2B5EF4-FFF2-40B4-BE49-F238E27FC236}">
                <a16:creationId xmlns:a16="http://schemas.microsoft.com/office/drawing/2014/main" id="{386FA590-237A-4B9E-B04D-96216E56801F}"/>
              </a:ext>
            </a:extLst>
          </p:cNvPr>
          <p:cNvGrpSpPr/>
          <p:nvPr/>
        </p:nvGrpSpPr>
        <p:grpSpPr>
          <a:xfrm>
            <a:off x="10346196" y="4493931"/>
            <a:ext cx="634045" cy="540000"/>
            <a:chOff x="2864720" y="3779013"/>
            <a:chExt cx="634045" cy="540000"/>
          </a:xfrm>
        </p:grpSpPr>
        <p:pic>
          <p:nvPicPr>
            <p:cNvPr id="55" name="Grafik 104">
              <a:extLst>
                <a:ext uri="{FF2B5EF4-FFF2-40B4-BE49-F238E27FC236}">
                  <a16:creationId xmlns:a16="http://schemas.microsoft.com/office/drawing/2014/main" id="{95F374A5-D116-4715-884A-54F22E09E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4720" y="3779013"/>
              <a:ext cx="634045" cy="540000"/>
            </a:xfrm>
            <a:prstGeom prst="rect">
              <a:avLst/>
            </a:prstGeom>
          </p:spPr>
        </p:pic>
        <p:pic>
          <p:nvPicPr>
            <p:cNvPr id="56" name="Grafik 105">
              <a:extLst>
                <a:ext uri="{FF2B5EF4-FFF2-40B4-BE49-F238E27FC236}">
                  <a16:creationId xmlns:a16="http://schemas.microsoft.com/office/drawing/2014/main" id="{D90A4C28-3CF8-4790-A2AC-9142FEB5AB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33" r="40703"/>
            <a:stretch/>
          </p:blipFill>
          <p:spPr>
            <a:xfrm>
              <a:off x="3242428" y="3779013"/>
              <a:ext cx="250218" cy="540000"/>
            </a:xfrm>
            <a:prstGeom prst="rect">
              <a:avLst/>
            </a:prstGeom>
          </p:spPr>
        </p:pic>
      </p:grpSp>
      <p:pic>
        <p:nvPicPr>
          <p:cNvPr id="57" name="Grafik 106">
            <a:extLst>
              <a:ext uri="{FF2B5EF4-FFF2-40B4-BE49-F238E27FC236}">
                <a16:creationId xmlns:a16="http://schemas.microsoft.com/office/drawing/2014/main" id="{7F9E2905-60E9-49B3-9C43-FED8E4E0CCAC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14" y="2959602"/>
            <a:ext cx="762631" cy="640197"/>
          </a:xfrm>
          <a:prstGeom prst="rect">
            <a:avLst/>
          </a:prstGeom>
        </p:spPr>
      </p:pic>
      <p:pic>
        <p:nvPicPr>
          <p:cNvPr id="58" name="Grafik 107">
            <a:extLst>
              <a:ext uri="{FF2B5EF4-FFF2-40B4-BE49-F238E27FC236}">
                <a16:creationId xmlns:a16="http://schemas.microsoft.com/office/drawing/2014/main" id="{97A9A2AC-D402-4183-891D-ABAD2748E392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819" y="2959602"/>
            <a:ext cx="762631" cy="640197"/>
          </a:xfrm>
          <a:prstGeom prst="rect">
            <a:avLst/>
          </a:prstGeom>
        </p:spPr>
      </p:pic>
      <p:sp>
        <p:nvSpPr>
          <p:cNvPr id="59" name="Textfeld 67">
            <a:extLst>
              <a:ext uri="{FF2B5EF4-FFF2-40B4-BE49-F238E27FC236}">
                <a16:creationId xmlns:a16="http://schemas.microsoft.com/office/drawing/2014/main" id="{28F6EF3D-A0BE-4F11-9CDB-1DADA4F74586}"/>
              </a:ext>
            </a:extLst>
          </p:cNvPr>
          <p:cNvSpPr txBox="1"/>
          <p:nvPr/>
        </p:nvSpPr>
        <p:spPr>
          <a:xfrm>
            <a:off x="4916858" y="5501345"/>
            <a:ext cx="3126533" cy="42370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环网中最多 </a:t>
            </a:r>
            <a:r>
              <a:rPr lang="en-US" altLang="zh-CN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16 </a:t>
            </a:r>
            <a:r>
              <a:rPr lang="zh-CN" altLang="en-US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台设备</a:t>
            </a:r>
            <a:r>
              <a:rPr lang="zh-CN" altLang="en-US" sz="1200" b="0" i="0" u="none" baseline="3000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*</a:t>
            </a:r>
            <a:r>
              <a:rPr lang="en-US" altLang="zh-CN" sz="1200" b="0" i="0" u="none" baseline="3000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)</a:t>
            </a:r>
          </a:p>
        </p:txBody>
      </p:sp>
      <p:sp>
        <p:nvSpPr>
          <p:cNvPr id="60" name="Textfeld 68">
            <a:extLst>
              <a:ext uri="{FF2B5EF4-FFF2-40B4-BE49-F238E27FC236}">
                <a16:creationId xmlns:a16="http://schemas.microsoft.com/office/drawing/2014/main" id="{60FAC823-B390-42ED-9493-563329CB5783}"/>
              </a:ext>
            </a:extLst>
          </p:cNvPr>
          <p:cNvSpPr txBox="1"/>
          <p:nvPr/>
        </p:nvSpPr>
        <p:spPr>
          <a:xfrm>
            <a:off x="7320949" y="6383748"/>
            <a:ext cx="1444883" cy="18002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05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*</a:t>
            </a:r>
            <a:r>
              <a:rPr lang="en-US" altLang="zh-CN" sz="105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) </a:t>
            </a:r>
            <a:r>
              <a:rPr lang="zh-CN" altLang="en-US" sz="105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建议</a:t>
            </a:r>
          </a:p>
        </p:txBody>
      </p:sp>
      <p:sp>
        <p:nvSpPr>
          <p:cNvPr id="61" name="Textfeld 69">
            <a:extLst>
              <a:ext uri="{FF2B5EF4-FFF2-40B4-BE49-F238E27FC236}">
                <a16:creationId xmlns:a16="http://schemas.microsoft.com/office/drawing/2014/main" id="{8916BDE2-AB81-4138-B89D-AE163C703D3B}"/>
              </a:ext>
            </a:extLst>
          </p:cNvPr>
          <p:cNvSpPr txBox="1"/>
          <p:nvPr/>
        </p:nvSpPr>
        <p:spPr>
          <a:xfrm>
            <a:off x="8479658" y="5501345"/>
            <a:ext cx="3126533" cy="42370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>
              <a:lnSpc>
                <a:spcPct val="110000"/>
              </a:lnSpc>
              <a:spcBef>
                <a:spcPts val="0"/>
              </a:spcBef>
            </a:pPr>
            <a:r>
              <a:rPr lang="zh-CN" altLang="en-US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环网中最多 </a:t>
            </a:r>
            <a:r>
              <a:rPr lang="en-US" altLang="zh-CN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50 </a:t>
            </a:r>
            <a:r>
              <a:rPr lang="zh-CN" altLang="en-US" sz="12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台设备</a:t>
            </a:r>
            <a:r>
              <a:rPr lang="zh-CN" altLang="en-US" sz="1200" b="0" i="0" u="none" baseline="3000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*</a:t>
            </a:r>
            <a:r>
              <a:rPr lang="en-US" altLang="zh-CN" sz="1200" b="0" i="0" u="none" baseline="3000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648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1F385F-6FE2-4A78-91CF-0FDBB80DCB73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93783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786" name="think-cell Slide" r:id="rId9" imgW="359" imgH="355" progId="TCLayout.ActiveDocument.1">
                  <p:embed/>
                </p:oleObj>
              </mc:Choice>
              <mc:Fallback>
                <p:oleObj name="think-cell Slide" r:id="rId9" imgW="359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7BA8228-ACFB-422A-B37D-32FDDDDD829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00" b="1" dirty="0" err="1"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PROFINET </a:t>
            </a:r>
            <a:r>
              <a:rPr lang="zh-CN" altLang="en-US" dirty="0"/>
              <a:t>系统冗余</a:t>
            </a:r>
            <a:endParaRPr lang="de-DE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0"/>
          <a:stretch/>
        </p:blipFill>
        <p:spPr bwMode="auto">
          <a:xfrm>
            <a:off x="8115300" y="1439999"/>
            <a:ext cx="3600450" cy="4752000"/>
          </a:xfrm>
          <a:prstGeom prst="rect">
            <a:avLst/>
          </a:prstGeom>
          <a:noFill/>
          <a:ln w="9525">
            <a:solidFill>
              <a:srgbClr val="CDD9E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ichtungspfeil 4">
            <a:extLst>
              <a:ext uri="{FF2B5EF4-FFF2-40B4-BE49-F238E27FC236}">
                <a16:creationId xmlns:a16="http://schemas.microsoft.com/office/drawing/2014/main" id="{AC65D4B8-B8E2-4E03-BCFD-965AC16EB98E}"/>
              </a:ext>
            </a:extLst>
          </p:cNvPr>
          <p:cNvSpPr>
            <a:spLocks/>
          </p:cNvSpPr>
          <p:nvPr/>
        </p:nvSpPr>
        <p:spPr bwMode="gray">
          <a:xfrm>
            <a:off x="626399" y="1439999"/>
            <a:ext cx="3601114" cy="4754428"/>
          </a:xfrm>
          <a:prstGeom prst="rect">
            <a:avLst/>
          </a:prstGeom>
          <a:gradFill flip="none" rotWithShape="1"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144000" rIns="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PROFINET </a:t>
            </a:r>
            <a:r>
              <a:rPr lang="zh-CN" altLang="en-US" b="1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系统冗余</a:t>
            </a:r>
            <a:endParaRPr lang="en-US" b="1" dirty="0">
              <a:solidFill>
                <a:srgbClr val="FFFFFF"/>
              </a:solidFill>
              <a:latin typeface="+mj-lt"/>
              <a:ea typeface="宋体" panose="02010600030101010101" pitchFamily="2" charset="-122"/>
              <a:cs typeface="Arial" pitchFamily="34" charset="0"/>
            </a:endParaRPr>
          </a:p>
          <a:p>
            <a:pPr marL="180975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冗余的</a:t>
            </a:r>
            <a:r>
              <a:rPr lang="en-US" altLang="zh-CN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PN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控制器加上单个或者冗余的</a:t>
            </a:r>
            <a:r>
              <a:rPr lang="en-US" altLang="zh-CN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PN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设备</a:t>
            </a: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.</a:t>
            </a:r>
            <a:b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</a:br>
            <a:endParaRPr lang="en-US" dirty="0">
              <a:solidFill>
                <a:srgbClr val="FFFFFF"/>
              </a:solidFill>
              <a:latin typeface="+mj-lt"/>
              <a:ea typeface="宋体" panose="02010600030101010101" pitchFamily="2" charset="-122"/>
              <a:cs typeface="Arial" pitchFamily="34" charset="0"/>
            </a:endParaRPr>
          </a:p>
          <a:p>
            <a:pPr marL="180975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3 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层</a:t>
            </a: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: </a:t>
            </a:r>
          </a:p>
          <a:p>
            <a:pPr marL="360363" lvl="1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PROFINET 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控制器</a:t>
            </a: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, </a:t>
            </a:r>
          </a:p>
          <a:p>
            <a:pPr marL="360363" lvl="1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PROFINET 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网络</a:t>
            </a: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 </a:t>
            </a:r>
          </a:p>
          <a:p>
            <a:pPr marL="360363" lvl="1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PROFINET </a:t>
            </a: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设备</a:t>
            </a:r>
            <a: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. </a:t>
            </a:r>
            <a:br>
              <a:rPr 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</a:br>
            <a:endParaRPr lang="en-US" dirty="0">
              <a:solidFill>
                <a:srgbClr val="FFFFFF"/>
              </a:solidFill>
              <a:latin typeface="+mj-lt"/>
              <a:ea typeface="宋体" panose="02010600030101010101" pitchFamily="2" charset="-122"/>
              <a:cs typeface="Arial" pitchFamily="34" charset="0"/>
            </a:endParaRPr>
          </a:p>
          <a:p>
            <a:pPr marL="180975" indent="-1809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FF"/>
                </a:solidFill>
                <a:latin typeface="+mj-lt"/>
                <a:ea typeface="宋体" panose="02010600030101010101" pitchFamily="2" charset="-122"/>
                <a:cs typeface="Arial" pitchFamily="34" charset="0"/>
              </a:rPr>
              <a:t>各层的冗余互相独立</a:t>
            </a:r>
            <a:endParaRPr lang="en-US" dirty="0">
              <a:solidFill>
                <a:srgbClr val="FFFFFF"/>
              </a:solidFill>
              <a:latin typeface="+mj-lt"/>
              <a:ea typeface="宋体" panose="02010600030101010101" pitchFamily="2" charset="-122"/>
              <a:cs typeface="Arial" pitchFamily="34" charset="0"/>
            </a:endParaRPr>
          </a:p>
        </p:txBody>
      </p:sp>
      <p:sp>
        <p:nvSpPr>
          <p:cNvPr id="30" name="Text Box 205"/>
          <p:cNvSpPr txBox="1">
            <a:spLocks noChangeArrowheads="1"/>
          </p:cNvSpPr>
          <p:nvPr/>
        </p:nvSpPr>
        <p:spPr bwMode="auto">
          <a:xfrm>
            <a:off x="4696261" y="1916832"/>
            <a:ext cx="88717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de-DE" sz="1100" b="1" dirty="0">
                <a:solidFill>
                  <a:srgbClr val="000000"/>
                </a:solidFill>
              </a:rPr>
              <a:t>PN</a:t>
            </a:r>
            <a:br>
              <a:rPr lang="en-US" altLang="de-DE" sz="1100" b="1" dirty="0">
                <a:solidFill>
                  <a:srgbClr val="000000"/>
                </a:solidFill>
              </a:rPr>
            </a:br>
            <a:r>
              <a:rPr lang="zh-CN" altLang="en-US" sz="1100" b="1" dirty="0">
                <a:solidFill>
                  <a:srgbClr val="000000"/>
                </a:solidFill>
              </a:rPr>
              <a:t>控制器</a:t>
            </a:r>
            <a:endParaRPr lang="en-US" altLang="de-DE" sz="1100" b="1" dirty="0">
              <a:solidFill>
                <a:srgbClr val="000000"/>
              </a:solidFill>
            </a:endParaRPr>
          </a:p>
        </p:txBody>
      </p:sp>
      <p:sp>
        <p:nvSpPr>
          <p:cNvPr id="32" name="Text Box 205"/>
          <p:cNvSpPr txBox="1">
            <a:spLocks noChangeArrowheads="1"/>
          </p:cNvSpPr>
          <p:nvPr/>
        </p:nvSpPr>
        <p:spPr bwMode="auto">
          <a:xfrm>
            <a:off x="6747247" y="1916832"/>
            <a:ext cx="88717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de-DE" sz="1100" b="1" dirty="0">
                <a:solidFill>
                  <a:srgbClr val="000000"/>
                </a:solidFill>
              </a:rPr>
              <a:t>PN</a:t>
            </a:r>
            <a:br>
              <a:rPr lang="en-US" altLang="de-DE" sz="1100" b="1" dirty="0">
                <a:solidFill>
                  <a:srgbClr val="000000"/>
                </a:solidFill>
              </a:rPr>
            </a:br>
            <a:r>
              <a:rPr lang="zh-CN" altLang="en-US" sz="1100" b="1" dirty="0">
                <a:solidFill>
                  <a:srgbClr val="000000"/>
                </a:solidFill>
              </a:rPr>
              <a:t>控制器</a:t>
            </a:r>
            <a:endParaRPr lang="en-US" altLang="de-DE" sz="1100" b="1" dirty="0">
              <a:solidFill>
                <a:srgbClr val="000000"/>
              </a:solidFill>
            </a:endParaRPr>
          </a:p>
        </p:txBody>
      </p:sp>
      <p:sp>
        <p:nvSpPr>
          <p:cNvPr id="33" name="Text Box 1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14712" y="5406280"/>
            <a:ext cx="46968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de-DE" sz="1000" b="1" dirty="0"/>
              <a:t>PN </a:t>
            </a:r>
            <a:r>
              <a:rPr lang="zh-CN" altLang="en-US" sz="1000" b="1" dirty="0"/>
              <a:t>设备</a:t>
            </a:r>
            <a:endParaRPr lang="en-US" altLang="de-DE" sz="1000" b="1" dirty="0"/>
          </a:p>
        </p:txBody>
      </p:sp>
      <p:sp>
        <p:nvSpPr>
          <p:cNvPr id="6" name="Rechteck 5"/>
          <p:cNvSpPr/>
          <p:nvPr/>
        </p:nvSpPr>
        <p:spPr bwMode="auto">
          <a:xfrm rot="20038972">
            <a:off x="5588033" y="2726260"/>
            <a:ext cx="78210" cy="2284019"/>
          </a:xfrm>
          <a:prstGeom prst="rect">
            <a:avLst/>
          </a:prstGeom>
          <a:solidFill>
            <a:srgbClr val="879628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18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5" name="Rechteck 34"/>
          <p:cNvSpPr/>
          <p:nvPr/>
        </p:nvSpPr>
        <p:spPr bwMode="auto">
          <a:xfrm rot="1561028" flipH="1">
            <a:off x="6768148" y="2726260"/>
            <a:ext cx="78210" cy="2284019"/>
          </a:xfrm>
          <a:prstGeom prst="rect">
            <a:avLst/>
          </a:prstGeom>
          <a:solidFill>
            <a:srgbClr val="879628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18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19" y="2276872"/>
            <a:ext cx="888419" cy="745791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005" y="2276872"/>
            <a:ext cx="888419" cy="745791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579" y="4833156"/>
            <a:ext cx="614117" cy="540000"/>
          </a:xfrm>
          <a:prstGeom prst="rect">
            <a:avLst/>
          </a:prstGeom>
        </p:spPr>
      </p:pic>
      <p:sp>
        <p:nvSpPr>
          <p:cNvPr id="7" name="Freihandform 6"/>
          <p:cNvSpPr/>
          <p:nvPr/>
        </p:nvSpPr>
        <p:spPr bwMode="auto">
          <a:xfrm>
            <a:off x="5302373" y="3131934"/>
            <a:ext cx="1844233" cy="1178689"/>
          </a:xfrm>
          <a:custGeom>
            <a:avLst/>
            <a:gdLst>
              <a:gd name="connsiteX0" fmla="*/ 283579 w 1844233"/>
              <a:gd name="connsiteY0" fmla="*/ 553656 h 1178689"/>
              <a:gd name="connsiteX1" fmla="*/ 285509 w 1844233"/>
              <a:gd name="connsiteY1" fmla="*/ 358815 h 1178689"/>
              <a:gd name="connsiteX2" fmla="*/ 376177 w 1844233"/>
              <a:gd name="connsiteY2" fmla="*/ 243068 h 1178689"/>
              <a:gd name="connsiteX3" fmla="*/ 518931 w 1844233"/>
              <a:gd name="connsiteY3" fmla="*/ 181337 h 1178689"/>
              <a:gd name="connsiteX4" fmla="*/ 653969 w 1844233"/>
              <a:gd name="connsiteY4" fmla="*/ 194840 h 1178689"/>
              <a:gd name="connsiteX5" fmla="*/ 729205 w 1844233"/>
              <a:gd name="connsiteY5" fmla="*/ 235352 h 1178689"/>
              <a:gd name="connsiteX6" fmla="*/ 856526 w 1844233"/>
              <a:gd name="connsiteY6" fmla="*/ 90668 h 1178689"/>
              <a:gd name="connsiteX7" fmla="*/ 1064871 w 1844233"/>
              <a:gd name="connsiteY7" fmla="*/ 0 h 1178689"/>
              <a:gd name="connsiteX8" fmla="*/ 1215342 w 1844233"/>
              <a:gd name="connsiteY8" fmla="*/ 54015 h 1178689"/>
              <a:gd name="connsiteX9" fmla="*/ 1379316 w 1844233"/>
              <a:gd name="connsiteY9" fmla="*/ 160116 h 1178689"/>
              <a:gd name="connsiteX10" fmla="*/ 1423686 w 1844233"/>
              <a:gd name="connsiteY10" fmla="*/ 349170 h 1178689"/>
              <a:gd name="connsiteX11" fmla="*/ 1442977 w 1844233"/>
              <a:gd name="connsiteY11" fmla="*/ 391610 h 1178689"/>
              <a:gd name="connsiteX12" fmla="*/ 1645534 w 1844233"/>
              <a:gd name="connsiteY12" fmla="*/ 439838 h 1178689"/>
              <a:gd name="connsiteX13" fmla="*/ 1821083 w 1844233"/>
              <a:gd name="connsiteY13" fmla="*/ 632749 h 1178689"/>
              <a:gd name="connsiteX14" fmla="*/ 1844233 w 1844233"/>
              <a:gd name="connsiteY14" fmla="*/ 873889 h 1178689"/>
              <a:gd name="connsiteX15" fmla="*/ 1745848 w 1844233"/>
              <a:gd name="connsiteY15" fmla="*/ 1074516 h 1178689"/>
              <a:gd name="connsiteX16" fmla="*/ 1620455 w 1844233"/>
              <a:gd name="connsiteY16" fmla="*/ 1147823 h 1178689"/>
              <a:gd name="connsiteX17" fmla="*/ 1522071 w 1844233"/>
              <a:gd name="connsiteY17" fmla="*/ 1169043 h 1178689"/>
              <a:gd name="connsiteX18" fmla="*/ 239210 w 1844233"/>
              <a:gd name="connsiteY18" fmla="*/ 1178689 h 1178689"/>
              <a:gd name="connsiteX19" fmla="*/ 86810 w 1844233"/>
              <a:gd name="connsiteY19" fmla="*/ 1120815 h 1178689"/>
              <a:gd name="connsiteX20" fmla="*/ 5787 w 1844233"/>
              <a:gd name="connsiteY20" fmla="*/ 987706 h 1178689"/>
              <a:gd name="connsiteX21" fmla="*/ 0 w 1844233"/>
              <a:gd name="connsiteY21" fmla="*/ 792866 h 1178689"/>
              <a:gd name="connsiteX22" fmla="*/ 108030 w 1844233"/>
              <a:gd name="connsiteY22" fmla="*/ 634678 h 1178689"/>
              <a:gd name="connsiteX23" fmla="*/ 283579 w 1844233"/>
              <a:gd name="connsiteY23" fmla="*/ 553656 h 117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44233" h="1178689">
                <a:moveTo>
                  <a:pt x="283579" y="553656"/>
                </a:moveTo>
                <a:cubicBezTo>
                  <a:pt x="284222" y="488709"/>
                  <a:pt x="284866" y="423762"/>
                  <a:pt x="285509" y="358815"/>
                </a:cubicBezTo>
                <a:lnTo>
                  <a:pt x="376177" y="243068"/>
                </a:lnTo>
                <a:lnTo>
                  <a:pt x="518931" y="181337"/>
                </a:lnTo>
                <a:lnTo>
                  <a:pt x="653969" y="194840"/>
                </a:lnTo>
                <a:lnTo>
                  <a:pt x="729205" y="235352"/>
                </a:lnTo>
                <a:lnTo>
                  <a:pt x="856526" y="90668"/>
                </a:lnTo>
                <a:lnTo>
                  <a:pt x="1064871" y="0"/>
                </a:lnTo>
                <a:lnTo>
                  <a:pt x="1215342" y="54015"/>
                </a:lnTo>
                <a:lnTo>
                  <a:pt x="1379316" y="160116"/>
                </a:lnTo>
                <a:lnTo>
                  <a:pt x="1423686" y="349170"/>
                </a:lnTo>
                <a:lnTo>
                  <a:pt x="1442977" y="391610"/>
                </a:lnTo>
                <a:lnTo>
                  <a:pt x="1645534" y="439838"/>
                </a:lnTo>
                <a:lnTo>
                  <a:pt x="1821083" y="632749"/>
                </a:lnTo>
                <a:lnTo>
                  <a:pt x="1844233" y="873889"/>
                </a:lnTo>
                <a:lnTo>
                  <a:pt x="1745848" y="1074516"/>
                </a:lnTo>
                <a:lnTo>
                  <a:pt x="1620455" y="1147823"/>
                </a:lnTo>
                <a:lnTo>
                  <a:pt x="1522071" y="1169043"/>
                </a:lnTo>
                <a:lnTo>
                  <a:pt x="239210" y="1178689"/>
                </a:lnTo>
                <a:lnTo>
                  <a:pt x="86810" y="1120815"/>
                </a:lnTo>
                <a:lnTo>
                  <a:pt x="5787" y="987706"/>
                </a:lnTo>
                <a:lnTo>
                  <a:pt x="0" y="792866"/>
                </a:lnTo>
                <a:lnTo>
                  <a:pt x="108030" y="634678"/>
                </a:lnTo>
                <a:lnTo>
                  <a:pt x="283579" y="553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18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7" name="technology-cloud.png">
            <a:extLst>
              <a:ext uri="{FF2B5EF4-FFF2-40B4-BE49-F238E27FC236}">
                <a16:creationId xmlns:a16="http://schemas.microsoft.com/office/drawing/2014/main" id="{F8107614-CF97-4D3D-ABB6-7BF19B73C63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61" y="2759670"/>
            <a:ext cx="1937725" cy="1937725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5686250" y="3642326"/>
            <a:ext cx="1166986" cy="5539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b="0" i="0" u="none" baseline="0" dirty="0">
                <a:solidFill>
                  <a:srgbClr val="647D2D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PROFINET</a:t>
            </a:r>
            <a:br>
              <a:rPr lang="en-US" b="0" i="0" u="none" baseline="0" dirty="0">
                <a:solidFill>
                  <a:srgbClr val="647D2D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b="0" i="0" u="none" baseline="0" dirty="0">
                <a:solidFill>
                  <a:srgbClr val="647D2D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Network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5810827" y="4509120"/>
            <a:ext cx="865622" cy="21544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spAutoFit/>
          </a:bodyPr>
          <a:lstStyle/>
          <a:p>
            <a:pPr algn="ct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sz="1400" b="0" i="0" u="none" baseline="0" dirty="0">
                <a:solidFill>
                  <a:srgbClr val="647D2D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2 or 4 </a:t>
            </a:r>
            <a:r>
              <a:rPr lang="zh-CN" altLang="en-US" sz="1400" b="0" i="0" u="none" baseline="0" dirty="0">
                <a:solidFill>
                  <a:srgbClr val="647D2D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连接</a:t>
            </a:r>
            <a:endParaRPr lang="en-US" sz="1400" b="0" i="0" u="none" baseline="0" dirty="0">
              <a:solidFill>
                <a:srgbClr val="647D2D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65020571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C4D7925-4080-4A2D-8568-9BAAFFDC4603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38476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810" name="think-cell Slide" r:id="rId10" imgW="359" imgH="355" progId="TCLayout.ActiveDocument.1">
                  <p:embed/>
                </p:oleObj>
              </mc:Choice>
              <mc:Fallback>
                <p:oleObj name="think-cell Slide" r:id="rId10" imgW="359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41136D7-1A4B-4853-9447-4771F207D5B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00" b="1" dirty="0" err="1"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PROFINET </a:t>
            </a:r>
            <a:r>
              <a:rPr lang="zh-CN" altLang="en-US" dirty="0"/>
              <a:t>系统冗余</a:t>
            </a:r>
            <a:endParaRPr lang="de-DE" dirty="0"/>
          </a:p>
        </p:txBody>
      </p:sp>
      <p:pic>
        <p:nvPicPr>
          <p:cNvPr id="14" name="Picture 47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2208359" y="3545663"/>
            <a:ext cx="14287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8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2270271" y="3545663"/>
            <a:ext cx="14288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9"/>
          <p:cNvSpPr>
            <a:spLocks noChangeShapeType="1"/>
          </p:cNvSpPr>
          <p:nvPr/>
        </p:nvSpPr>
        <p:spPr bwMode="auto">
          <a:xfrm flipV="1">
            <a:off x="1900786" y="2800553"/>
            <a:ext cx="0" cy="260350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H="1" flipV="1">
            <a:off x="2276621" y="3378776"/>
            <a:ext cx="0" cy="516144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1422442" y="3059810"/>
            <a:ext cx="2031417" cy="320675"/>
          </a:xfrm>
          <a:prstGeom prst="rect">
            <a:avLst/>
          </a:prstGeom>
          <a:solidFill>
            <a:srgbClr val="AAB414"/>
          </a:solidFill>
          <a:ln w="25400" cap="flat" cmpd="sng" algn="ctr">
            <a:solidFill>
              <a:srgbClr val="00963F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sz="1200" dirty="0">
                <a:solidFill>
                  <a:srgbClr val="00963F"/>
                </a:solidFill>
              </a:rPr>
              <a:t>PROFINET IO Network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619943" y="4376291"/>
            <a:ext cx="360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S1 Device</a:t>
            </a: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S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单一接口模块</a:t>
            </a:r>
            <a:endParaRPr lang="en-US" sz="1400" dirty="0">
              <a:solidFill>
                <a:schemeClr val="tx1"/>
              </a:solidFill>
            </a:endParaRP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1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和</a:t>
            </a:r>
            <a:r>
              <a:rPr lang="en-US" altLang="zh-CN" sz="1400" dirty="0">
                <a:solidFill>
                  <a:schemeClr val="tx1"/>
                </a:solidFill>
                <a:sym typeface="Wingdings" panose="05000000000000000000" pitchFamily="2" charset="2"/>
              </a:rPr>
              <a:t>PLC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只有一个连接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1991435" y="3689139"/>
            <a:ext cx="500711" cy="451638"/>
          </a:xfrm>
          <a:prstGeom prst="rect">
            <a:avLst/>
          </a:prstGeom>
          <a:solidFill>
            <a:srgbClr val="41AAC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>
                <a:solidFill>
                  <a:schemeClr val="bg1"/>
                </a:solidFill>
              </a:rPr>
              <a:t>IM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2492147" y="3689139"/>
            <a:ext cx="500711" cy="451638"/>
          </a:xfrm>
          <a:prstGeom prst="rect">
            <a:avLst/>
          </a:prstGeom>
          <a:solidFill>
            <a:srgbClr val="41AAC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>
                <a:solidFill>
                  <a:schemeClr val="bg1"/>
                </a:solidFill>
              </a:rPr>
              <a:t>IO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3" name="Gerade Verbindung mit Pfeil 22"/>
          <p:cNvCxnSpPr/>
          <p:nvPr/>
        </p:nvCxnSpPr>
        <p:spPr>
          <a:xfrm>
            <a:off x="2050080" y="2897308"/>
            <a:ext cx="107635" cy="759511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47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5639640" y="3553720"/>
            <a:ext cx="14287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48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5701552" y="3553720"/>
            <a:ext cx="14288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Line 9"/>
          <p:cNvSpPr>
            <a:spLocks noChangeShapeType="1"/>
          </p:cNvSpPr>
          <p:nvPr/>
        </p:nvSpPr>
        <p:spPr bwMode="auto">
          <a:xfrm flipV="1">
            <a:off x="5332067" y="2808610"/>
            <a:ext cx="0" cy="260350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3" name="Line 9"/>
          <p:cNvSpPr>
            <a:spLocks noChangeShapeType="1"/>
          </p:cNvSpPr>
          <p:nvPr/>
        </p:nvSpPr>
        <p:spPr bwMode="auto">
          <a:xfrm flipV="1">
            <a:off x="6035085" y="2808610"/>
            <a:ext cx="0" cy="260350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4" name="Line 9"/>
          <p:cNvSpPr>
            <a:spLocks noChangeShapeType="1"/>
          </p:cNvSpPr>
          <p:nvPr/>
        </p:nvSpPr>
        <p:spPr bwMode="auto">
          <a:xfrm flipH="1" flipV="1">
            <a:off x="5707902" y="3386833"/>
            <a:ext cx="0" cy="516144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4853723" y="3059810"/>
            <a:ext cx="2031417" cy="320675"/>
          </a:xfrm>
          <a:prstGeom prst="rect">
            <a:avLst/>
          </a:prstGeom>
          <a:solidFill>
            <a:srgbClr val="AAB414"/>
          </a:solidFill>
          <a:ln w="25400" cap="flat" cmpd="sng" algn="ctr">
            <a:solidFill>
              <a:srgbClr val="00963F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sz="1200" dirty="0">
                <a:solidFill>
                  <a:srgbClr val="00963F"/>
                </a:solidFill>
              </a:rPr>
              <a:t>PROFINET IO Network</a:t>
            </a:r>
          </a:p>
        </p:txBody>
      </p:sp>
      <p:grpSp>
        <p:nvGrpSpPr>
          <p:cNvPr id="36" name="Gruppieren 35"/>
          <p:cNvGrpSpPr/>
          <p:nvPr/>
        </p:nvGrpSpPr>
        <p:grpSpPr>
          <a:xfrm>
            <a:off x="5422716" y="3689139"/>
            <a:ext cx="1001423" cy="451638"/>
            <a:chOff x="6785059" y="3632986"/>
            <a:chExt cx="859695" cy="527844"/>
          </a:xfrm>
          <a:solidFill>
            <a:srgbClr val="41AAC8"/>
          </a:solidFill>
        </p:grpSpPr>
        <p:sp>
          <p:nvSpPr>
            <p:cNvPr id="37" name="Rechteck 36"/>
            <p:cNvSpPr/>
            <p:nvPr/>
          </p:nvSpPr>
          <p:spPr bwMode="auto">
            <a:xfrm>
              <a:off x="6785059" y="3632986"/>
              <a:ext cx="429847" cy="527844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200">
                  <a:solidFill>
                    <a:schemeClr val="bg1"/>
                  </a:solidFill>
                </a:rPr>
                <a:t>IM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Rechteck 37"/>
            <p:cNvSpPr/>
            <p:nvPr/>
          </p:nvSpPr>
          <p:spPr bwMode="auto">
            <a:xfrm>
              <a:off x="7214907" y="3632986"/>
              <a:ext cx="429847" cy="527844"/>
            </a:xfrm>
            <a:prstGeom prst="rect">
              <a:avLst/>
            </a:prstGeom>
            <a:solidFill>
              <a:srgbClr val="41AAAA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200">
                  <a:solidFill>
                    <a:schemeClr val="bg1"/>
                  </a:solidFill>
                </a:rPr>
                <a:t>IO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9" name="Gerade Verbindung mit Pfeil 38"/>
          <p:cNvCxnSpPr/>
          <p:nvPr/>
        </p:nvCxnSpPr>
        <p:spPr>
          <a:xfrm>
            <a:off x="5464561" y="2897308"/>
            <a:ext cx="107635" cy="759511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/>
          <p:nvPr/>
        </p:nvCxnSpPr>
        <p:spPr>
          <a:xfrm flipH="1">
            <a:off x="5790094" y="2915098"/>
            <a:ext cx="170772" cy="741721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4370838" y="4376291"/>
            <a:ext cx="360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S2 Device</a:t>
            </a: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S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单一接口模块</a:t>
            </a:r>
            <a:endParaRPr lang="en-US" sz="1400" dirty="0">
              <a:solidFill>
                <a:schemeClr val="tx1"/>
              </a:solidFill>
            </a:endParaRP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2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两个连接之间可以切换</a:t>
            </a:r>
            <a:endParaRPr lang="en-US" sz="14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62" name="Picture 47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9901705" y="3689139"/>
            <a:ext cx="14287" cy="12700"/>
          </a:xfrm>
          <a:prstGeom prst="rect">
            <a:avLst/>
          </a:prstGeom>
          <a:solidFill>
            <a:srgbClr val="41AAC8"/>
          </a:solidFill>
          <a:ln>
            <a:noFill/>
          </a:ln>
        </p:spPr>
      </p:pic>
      <p:pic>
        <p:nvPicPr>
          <p:cNvPr id="63" name="Picture 48" descr="ET200M_red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2" t="33037" r="82478" b="59431"/>
          <a:stretch>
            <a:fillRect/>
          </a:stretch>
        </p:blipFill>
        <p:spPr bwMode="auto">
          <a:xfrm>
            <a:off x="9963617" y="3689139"/>
            <a:ext cx="14288" cy="12700"/>
          </a:xfrm>
          <a:prstGeom prst="rect">
            <a:avLst/>
          </a:prstGeom>
          <a:solidFill>
            <a:srgbClr val="41AAC8"/>
          </a:solidFill>
          <a:ln>
            <a:noFill/>
          </a:ln>
        </p:spPr>
      </p:pic>
      <p:sp>
        <p:nvSpPr>
          <p:cNvPr id="64" name="Line 9"/>
          <p:cNvSpPr>
            <a:spLocks noChangeShapeType="1"/>
          </p:cNvSpPr>
          <p:nvPr/>
        </p:nvSpPr>
        <p:spPr bwMode="auto">
          <a:xfrm flipV="1">
            <a:off x="9368804" y="2800553"/>
            <a:ext cx="0" cy="260350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5" name="Line 9"/>
          <p:cNvSpPr>
            <a:spLocks noChangeShapeType="1"/>
          </p:cNvSpPr>
          <p:nvPr/>
        </p:nvSpPr>
        <p:spPr bwMode="auto">
          <a:xfrm flipV="1">
            <a:off x="10071822" y="2800553"/>
            <a:ext cx="0" cy="260350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 flipH="1" flipV="1">
            <a:off x="9906564" y="3378776"/>
            <a:ext cx="0" cy="516144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7" name="Rectangle 39"/>
          <p:cNvSpPr>
            <a:spLocks noChangeArrowheads="1"/>
          </p:cNvSpPr>
          <p:nvPr/>
        </p:nvSpPr>
        <p:spPr bwMode="auto">
          <a:xfrm>
            <a:off x="8890460" y="3059810"/>
            <a:ext cx="2031417" cy="320675"/>
          </a:xfrm>
          <a:prstGeom prst="rect">
            <a:avLst/>
          </a:prstGeom>
          <a:solidFill>
            <a:srgbClr val="AAB414"/>
          </a:solidFill>
          <a:ln w="25400" cap="flat" cmpd="sng" algn="ctr">
            <a:solidFill>
              <a:srgbClr val="00963F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sz="1200" dirty="0">
                <a:solidFill>
                  <a:srgbClr val="00963F"/>
                </a:solidFill>
              </a:rPr>
              <a:t>PROFINET IO Network</a:t>
            </a:r>
          </a:p>
        </p:txBody>
      </p:sp>
      <p:sp>
        <p:nvSpPr>
          <p:cNvPr id="68" name="Rechteck 67"/>
          <p:cNvSpPr/>
          <p:nvPr/>
        </p:nvSpPr>
        <p:spPr bwMode="auto">
          <a:xfrm>
            <a:off x="9684781" y="3689139"/>
            <a:ext cx="500711" cy="451638"/>
          </a:xfrm>
          <a:prstGeom prst="rect">
            <a:avLst/>
          </a:prstGeom>
          <a:solidFill>
            <a:srgbClr val="41AAC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>
                <a:solidFill>
                  <a:schemeClr val="bg1"/>
                </a:solidFill>
              </a:rPr>
              <a:t>IM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9" name="Rechteck 68"/>
          <p:cNvSpPr/>
          <p:nvPr/>
        </p:nvSpPr>
        <p:spPr bwMode="auto">
          <a:xfrm>
            <a:off x="10185493" y="3689139"/>
            <a:ext cx="500711" cy="451638"/>
          </a:xfrm>
          <a:prstGeom prst="rect">
            <a:avLst/>
          </a:prstGeom>
          <a:solidFill>
            <a:srgbClr val="41AAC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>
                <a:solidFill>
                  <a:schemeClr val="bg1"/>
                </a:solidFill>
              </a:rPr>
              <a:t>IO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70" name="Gerade Verbindung mit Pfeil 69"/>
          <p:cNvCxnSpPr/>
          <p:nvPr/>
        </p:nvCxnSpPr>
        <p:spPr>
          <a:xfrm>
            <a:off x="9548510" y="2874019"/>
            <a:ext cx="0" cy="7828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Line 9"/>
          <p:cNvSpPr>
            <a:spLocks noChangeShapeType="1"/>
          </p:cNvSpPr>
          <p:nvPr/>
        </p:nvSpPr>
        <p:spPr bwMode="auto">
          <a:xfrm flipH="1" flipV="1">
            <a:off x="9452543" y="3357706"/>
            <a:ext cx="0" cy="516144"/>
          </a:xfrm>
          <a:prstGeom prst="line">
            <a:avLst/>
          </a:prstGeom>
          <a:noFill/>
          <a:ln w="28575">
            <a:solidFill>
              <a:srgbClr val="00963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cxnSp>
        <p:nvCxnSpPr>
          <p:cNvPr id="73" name="Gerade Verbindung mit Pfeil 72"/>
          <p:cNvCxnSpPr/>
          <p:nvPr/>
        </p:nvCxnSpPr>
        <p:spPr>
          <a:xfrm>
            <a:off x="9990507" y="2874019"/>
            <a:ext cx="0" cy="7828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hteck 70"/>
          <p:cNvSpPr/>
          <p:nvPr/>
        </p:nvSpPr>
        <p:spPr bwMode="auto">
          <a:xfrm>
            <a:off x="9184070" y="3689139"/>
            <a:ext cx="500711" cy="451638"/>
          </a:xfrm>
          <a:prstGeom prst="rect">
            <a:avLst/>
          </a:prstGeom>
          <a:solidFill>
            <a:srgbClr val="41AAC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>
                <a:solidFill>
                  <a:schemeClr val="bg1"/>
                </a:solidFill>
              </a:rPr>
              <a:t>IM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8115300" y="4376291"/>
            <a:ext cx="36004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R1 Device</a:t>
            </a: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R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冗余接口模块</a:t>
            </a:r>
            <a:endParaRPr lang="en-US" sz="1400" dirty="0">
              <a:solidFill>
                <a:schemeClr val="tx1"/>
              </a:solidFill>
            </a:endParaRPr>
          </a:p>
          <a:p>
            <a:pPr marL="446088" indent="-446088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1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	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一个接口模块连接一个</a:t>
            </a:r>
            <a:r>
              <a:rPr lang="en-US" altLang="zh-CN" sz="1400" dirty="0">
                <a:solidFill>
                  <a:schemeClr val="tx1"/>
                </a:solidFill>
                <a:sym typeface="Wingdings" panose="05000000000000000000" pitchFamily="2" charset="2"/>
              </a:rPr>
              <a:t>PLC</a:t>
            </a:r>
            <a:endParaRPr lang="en-US" sz="14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7" name="AutoShap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9943" y="5768775"/>
            <a:ext cx="3600000" cy="432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eaLnBrk="0" hangingPunct="0">
              <a:lnSpc>
                <a:spcPct val="95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标准</a:t>
            </a:r>
            <a:r>
              <a:rPr lang="en-US" b="1" dirty="0">
                <a:solidFill>
                  <a:schemeClr val="bg1"/>
                </a:solidFill>
              </a:rPr>
              <a:t> PLC</a:t>
            </a:r>
          </a:p>
        </p:txBody>
      </p:sp>
      <p:sp>
        <p:nvSpPr>
          <p:cNvPr id="74" name="AutoShap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70838" y="5768775"/>
            <a:ext cx="3600000" cy="432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eaLnBrk="0" hangingPunct="0">
              <a:lnSpc>
                <a:spcPct val="95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1500 </a:t>
            </a:r>
            <a:r>
              <a:rPr lang="en-US" b="1" dirty="0">
                <a:solidFill>
                  <a:schemeClr val="bg1"/>
                </a:solidFill>
              </a:rPr>
              <a:t>R/H</a:t>
            </a:r>
          </a:p>
        </p:txBody>
      </p:sp>
      <p:sp>
        <p:nvSpPr>
          <p:cNvPr id="76" name="AutoShape 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5300" y="5768775"/>
            <a:ext cx="3600000" cy="432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eaLnBrk="0" hangingPunct="0">
              <a:lnSpc>
                <a:spcPct val="95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未来</a:t>
            </a:r>
            <a:r>
              <a:rPr lang="en-US" b="1" dirty="0">
                <a:solidFill>
                  <a:schemeClr val="bg1"/>
                </a:solidFill>
              </a:rPr>
              <a:t>1500H </a:t>
            </a:r>
            <a:r>
              <a:rPr lang="zh-CN" altLang="en-US" b="1" dirty="0">
                <a:solidFill>
                  <a:schemeClr val="bg1"/>
                </a:solidFill>
              </a:rPr>
              <a:t>支持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79" name="Gerade Verbindung 19">
            <a:extLst>
              <a:ext uri="{FF2B5EF4-FFF2-40B4-BE49-F238E27FC236}">
                <a16:creationId xmlns:a16="http://schemas.microsoft.com/office/drawing/2014/main" id="{01332141-D8B7-4541-9113-87F60117E2DB}"/>
              </a:ext>
            </a:extLst>
          </p:cNvPr>
          <p:cNvCxnSpPr>
            <a:cxnSpLocks/>
          </p:cNvCxnSpPr>
          <p:nvPr/>
        </p:nvCxnSpPr>
        <p:spPr bwMode="gray">
          <a:xfrm>
            <a:off x="4300066" y="1439999"/>
            <a:ext cx="0" cy="4754428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50255018-8CB7-4824-BA4D-FEFB0A6AFB66}"/>
              </a:ext>
            </a:extLst>
          </p:cNvPr>
          <p:cNvSpPr txBox="1">
            <a:spLocks/>
          </p:cNvSpPr>
          <p:nvPr/>
        </p:nvSpPr>
        <p:spPr bwMode="gray">
          <a:xfrm>
            <a:off x="627063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41AAAA"/>
                </a:solidFill>
                <a:ea typeface="+mn-ea"/>
                <a:cs typeface="Arial" panose="020B0604020202020204" pitchFamily="34" charset="0"/>
              </a:rPr>
              <a:t>S1 </a:t>
            </a:r>
            <a:r>
              <a:rPr lang="zh-CN" altLang="en-US" b="1" dirty="0">
                <a:solidFill>
                  <a:srgbClr val="41AAAA"/>
                </a:solidFill>
                <a:ea typeface="+mn-ea"/>
                <a:cs typeface="Arial" panose="020B0604020202020204" pitchFamily="34" charset="0"/>
              </a:rPr>
              <a:t>模式</a:t>
            </a:r>
          </a:p>
        </p:txBody>
      </p:sp>
      <p:cxnSp>
        <p:nvCxnSpPr>
          <p:cNvPr id="81" name="Gerade Verbindung 19">
            <a:extLst>
              <a:ext uri="{FF2B5EF4-FFF2-40B4-BE49-F238E27FC236}">
                <a16:creationId xmlns:a16="http://schemas.microsoft.com/office/drawing/2014/main" id="{01332141-D8B7-4541-9113-87F60117E2DB}"/>
              </a:ext>
            </a:extLst>
          </p:cNvPr>
          <p:cNvCxnSpPr>
            <a:cxnSpLocks/>
          </p:cNvCxnSpPr>
          <p:nvPr/>
        </p:nvCxnSpPr>
        <p:spPr bwMode="gray">
          <a:xfrm>
            <a:off x="8043391" y="1439999"/>
            <a:ext cx="0" cy="4754428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50255018-8CB7-4824-BA4D-FEFB0A6AFB66}"/>
              </a:ext>
            </a:extLst>
          </p:cNvPr>
          <p:cNvSpPr txBox="1">
            <a:spLocks/>
          </p:cNvSpPr>
          <p:nvPr/>
        </p:nvSpPr>
        <p:spPr bwMode="gray">
          <a:xfrm>
            <a:off x="4370388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41AAAA"/>
                </a:solidFill>
                <a:ea typeface="+mn-ea"/>
                <a:cs typeface="Arial" panose="020B0604020202020204" pitchFamily="34" charset="0"/>
              </a:rPr>
              <a:t>S2</a:t>
            </a:r>
            <a:r>
              <a:rPr lang="zh-CN" altLang="en-US" b="1" dirty="0">
                <a:solidFill>
                  <a:srgbClr val="41AAAA"/>
                </a:solidFill>
                <a:cs typeface="Arial" panose="020B0604020202020204" pitchFamily="34" charset="0"/>
              </a:rPr>
              <a:t>模式</a:t>
            </a:r>
            <a:endParaRPr lang="en-US" b="1" dirty="0">
              <a:solidFill>
                <a:srgbClr val="41AAAA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50255018-8CB7-4824-BA4D-FEFB0A6AFB66}"/>
              </a:ext>
            </a:extLst>
          </p:cNvPr>
          <p:cNvSpPr txBox="1">
            <a:spLocks/>
          </p:cNvSpPr>
          <p:nvPr/>
        </p:nvSpPr>
        <p:spPr bwMode="gray">
          <a:xfrm>
            <a:off x="8115300" y="1439999"/>
            <a:ext cx="3504450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41AAAA"/>
                </a:solidFill>
                <a:ea typeface="+mn-ea"/>
                <a:cs typeface="Arial" panose="020B0604020202020204" pitchFamily="34" charset="0"/>
              </a:rPr>
              <a:t>R1</a:t>
            </a:r>
            <a:r>
              <a:rPr lang="zh-CN" altLang="en-US" b="1" dirty="0">
                <a:solidFill>
                  <a:srgbClr val="41AAAA"/>
                </a:solidFill>
                <a:cs typeface="Arial" panose="020B0604020202020204" pitchFamily="34" charset="0"/>
              </a:rPr>
              <a:t>模式</a:t>
            </a:r>
            <a:endParaRPr lang="en-US" b="1" dirty="0">
              <a:solidFill>
                <a:srgbClr val="41AAAA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84" name="Grafik 8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505" y="2105878"/>
            <a:ext cx="888419" cy="745791"/>
          </a:xfrm>
          <a:prstGeom prst="rect">
            <a:avLst/>
          </a:prstGeom>
        </p:spPr>
      </p:pic>
      <p:sp>
        <p:nvSpPr>
          <p:cNvPr id="85" name="Text Box 205"/>
          <p:cNvSpPr txBox="1">
            <a:spLocks noChangeArrowheads="1"/>
          </p:cNvSpPr>
          <p:nvPr/>
        </p:nvSpPr>
        <p:spPr bwMode="auto">
          <a:xfrm>
            <a:off x="1713505" y="1881408"/>
            <a:ext cx="88717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de-DE" sz="1400" b="1">
                <a:solidFill>
                  <a:srgbClr val="000000"/>
                </a:solidFill>
              </a:rPr>
              <a:t>PLC</a:t>
            </a:r>
            <a:endParaRPr lang="en-US" altLang="de-DE" sz="1400" b="1" dirty="0">
              <a:solidFill>
                <a:srgbClr val="000000"/>
              </a:solidFill>
            </a:endParaRPr>
          </a:p>
        </p:txBody>
      </p:sp>
      <p:pic>
        <p:nvPicPr>
          <p:cNvPr id="58" name="Grafik 76">
            <a:extLst>
              <a:ext uri="{FF2B5EF4-FFF2-40B4-BE49-F238E27FC236}">
                <a16:creationId xmlns:a16="http://schemas.microsoft.com/office/drawing/2014/main" id="{383427E2-9251-42D5-A383-54677A881C2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413" y="2156474"/>
            <a:ext cx="762631" cy="640197"/>
          </a:xfrm>
          <a:prstGeom prst="rect">
            <a:avLst/>
          </a:prstGeom>
        </p:spPr>
      </p:pic>
      <p:pic>
        <p:nvPicPr>
          <p:cNvPr id="59" name="Grafik 77">
            <a:extLst>
              <a:ext uri="{FF2B5EF4-FFF2-40B4-BE49-F238E27FC236}">
                <a16:creationId xmlns:a16="http://schemas.microsoft.com/office/drawing/2014/main" id="{6D0048FD-2D92-4956-9C26-CF54D887291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638" y="2170216"/>
            <a:ext cx="762631" cy="640197"/>
          </a:xfrm>
          <a:prstGeom prst="rect">
            <a:avLst/>
          </a:prstGeom>
        </p:spPr>
      </p:pic>
      <p:pic>
        <p:nvPicPr>
          <p:cNvPr id="60" name="Grafik 76">
            <a:extLst>
              <a:ext uri="{FF2B5EF4-FFF2-40B4-BE49-F238E27FC236}">
                <a16:creationId xmlns:a16="http://schemas.microsoft.com/office/drawing/2014/main" id="{495A60D9-4526-4DB2-B58C-F7FC34F449E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480" y="2138944"/>
            <a:ext cx="762631" cy="640197"/>
          </a:xfrm>
          <a:prstGeom prst="rect">
            <a:avLst/>
          </a:prstGeom>
        </p:spPr>
      </p:pic>
      <p:pic>
        <p:nvPicPr>
          <p:cNvPr id="61" name="Grafik 77">
            <a:extLst>
              <a:ext uri="{FF2B5EF4-FFF2-40B4-BE49-F238E27FC236}">
                <a16:creationId xmlns:a16="http://schemas.microsoft.com/office/drawing/2014/main" id="{ACE8746E-B2D3-4272-B507-212DFFC81A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705" y="2152686"/>
            <a:ext cx="762631" cy="640197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91090931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51455CD-E578-4CF4-AB26-629FE10AC2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5337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834" name="think-cell Slide" r:id="rId6" imgW="359" imgH="355" progId="TCLayout.ActiveDocument.1">
                  <p:embed/>
                </p:oleObj>
              </mc:Choice>
              <mc:Fallback>
                <p:oleObj name="think-cell Slide" r:id="rId6" imgW="359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66AD46F-71E2-4584-A418-58BCD646336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2200" b="1" dirty="0" err="1">
              <a:ea typeface="宋体" panose="02010600030101010101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en-US" altLang="zh-CN" b="1" i="0" u="none" baseline="0" dirty="0">
                <a:latin typeface="Arial"/>
                <a:ea typeface="宋体"/>
                <a:sym typeface="Arial"/>
              </a:rPr>
              <a:t>PROFINET </a:t>
            </a:r>
            <a:r>
              <a:rPr lang="zh-CN" altLang="en-US" b="1" i="0" u="none" baseline="0" dirty="0">
                <a:latin typeface="Arial"/>
                <a:ea typeface="宋体"/>
                <a:sym typeface="Arial"/>
              </a:rPr>
              <a:t>网络配置 </a:t>
            </a:r>
            <a:br>
              <a:rPr lang="zh-CN" altLang="en-US" dirty="0">
                <a:latin typeface="Arial"/>
                <a:ea typeface="宋体"/>
                <a:sym typeface="Arial"/>
              </a:rPr>
            </a:br>
            <a:r>
              <a:rPr lang="en-US" altLang="zh-CN" b="1" i="0" u="none" baseline="0" dirty="0">
                <a:latin typeface="Arial"/>
                <a:ea typeface="宋体"/>
                <a:sym typeface="Arial"/>
              </a:rPr>
              <a:t>MRP – </a:t>
            </a:r>
            <a:r>
              <a:rPr lang="zh-CN" altLang="en-US" dirty="0">
                <a:latin typeface="Arial"/>
                <a:ea typeface="宋体"/>
                <a:sym typeface="Arial"/>
              </a:rPr>
              <a:t>介质</a:t>
            </a:r>
            <a:r>
              <a:rPr lang="zh-CN" altLang="en-US" b="1" i="0" u="none" baseline="0" dirty="0">
                <a:latin typeface="Arial"/>
                <a:ea typeface="宋体"/>
                <a:sym typeface="Arial"/>
              </a:rPr>
              <a:t>冗余协议</a:t>
            </a:r>
            <a:endParaRPr lang="zh-CN" altLang="en-US" dirty="0">
              <a:latin typeface="Arial"/>
              <a:ea typeface="宋体"/>
              <a:sym typeface="Arial"/>
            </a:endParaRPr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627063" y="1412875"/>
            <a:ext cx="7409497" cy="4752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None/>
              <a:tabLst/>
              <a:defRPr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79388" indent="-1778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tabLst/>
              <a:defRPr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358775" indent="-1778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tabLst/>
              <a:defRPr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538163" indent="-1778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tabLst/>
              <a:defRPr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717550" indent="-1778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tabLst/>
              <a:defRPr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720000" indent="-1800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zh-CN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720000" indent="-1800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zh-CN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720000" indent="-1800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zh-CN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720000" indent="-1800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zh-CN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algn="l" rtl="0"/>
            <a:r>
              <a:rPr lang="zh-CN" altLang="en-US" b="1" i="0" u="none" kern="1200" baseline="0" dirty="0">
                <a:solidFill>
                  <a:srgbClr val="006487"/>
                </a:solidFill>
                <a:latin typeface="Arial"/>
                <a:ea typeface="宋体"/>
                <a:cs typeface="+mn-cs"/>
                <a:sym typeface="Arial"/>
              </a:rPr>
              <a:t>优点：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提高设备</a:t>
            </a:r>
            <a:r>
              <a:rPr lang="en-US" altLang="zh-CN" b="0" i="0" u="none" kern="0" baseline="0" dirty="0">
                <a:latin typeface="Arial"/>
                <a:ea typeface="宋体"/>
                <a:sym typeface="Arial"/>
              </a:rPr>
              <a:t>/</a:t>
            </a: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机器可用性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在发生网络故障时可快速进行网络诊断，而无需停机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无需设备停机即可进行维护作业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通过避免生产中断而降低故障成本</a:t>
            </a:r>
          </a:p>
          <a:p>
            <a:pPr marL="285750" indent="-285750" algn="l" rtl="0">
              <a:buFontTx/>
              <a:buChar char="-"/>
            </a:pPr>
            <a:endParaRPr lang="zh-CN" altLang="en-US" kern="0" dirty="0">
              <a:latin typeface="Arial"/>
              <a:ea typeface="宋体"/>
              <a:sym typeface="Arial"/>
            </a:endParaRPr>
          </a:p>
          <a:p>
            <a:pPr algn="l" rtl="0"/>
            <a:r>
              <a:rPr lang="zh-CN" altLang="en-US" b="1" i="0" u="none" kern="1200" baseline="0" dirty="0">
                <a:solidFill>
                  <a:srgbClr val="006487"/>
                </a:solidFill>
                <a:latin typeface="Arial"/>
                <a:ea typeface="宋体"/>
                <a:cs typeface="+mn-cs"/>
                <a:sym typeface="Arial"/>
              </a:rPr>
              <a:t>前提和限制：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重新配置时间 </a:t>
            </a:r>
            <a:r>
              <a:rPr lang="en-US" altLang="zh-CN" b="0" i="0" u="none" kern="0" baseline="0" dirty="0">
                <a:latin typeface="Arial"/>
                <a:ea typeface="宋体"/>
                <a:sym typeface="Arial"/>
              </a:rPr>
              <a:t>200ms</a:t>
            </a:r>
          </a:p>
          <a:p>
            <a:pPr marL="285750" indent="-285750" algn="l" rtl="0">
              <a:buFontTx/>
              <a:buChar char="-"/>
            </a:pPr>
            <a:r>
              <a:rPr lang="en-US" altLang="zh-CN" b="0" i="0" u="none" kern="0" baseline="0" dirty="0">
                <a:latin typeface="Arial"/>
                <a:ea typeface="宋体"/>
                <a:sym typeface="Arial"/>
              </a:rPr>
              <a:t>MRP </a:t>
            </a: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环中最多 </a:t>
            </a:r>
            <a:r>
              <a:rPr lang="en-US" altLang="zh-CN" b="0" i="0" u="none" kern="0" baseline="0" dirty="0">
                <a:latin typeface="Arial"/>
                <a:ea typeface="宋体"/>
                <a:sym typeface="Arial"/>
              </a:rPr>
              <a:t>50 </a:t>
            </a: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个参与者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仅通过配置后的端口连接</a:t>
            </a:r>
          </a:p>
          <a:p>
            <a:pPr marL="285750" indent="-285750" algn="l" rtl="0">
              <a:buFontTx/>
              <a:buChar char="-"/>
            </a:pP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所有设备必须属于相同的冗余域。</a:t>
            </a:r>
            <a:br>
              <a:rPr lang="zh-CN" altLang="en-US" kern="0" dirty="0">
                <a:latin typeface="Arial"/>
                <a:ea typeface="宋体"/>
                <a:sym typeface="Arial"/>
              </a:rPr>
            </a:br>
            <a:endParaRPr lang="zh-CN" altLang="en-US" kern="0" dirty="0">
              <a:latin typeface="Arial"/>
              <a:ea typeface="宋体"/>
              <a:sym typeface="Arial"/>
            </a:endParaRPr>
          </a:p>
          <a:p>
            <a:pPr algn="l" rtl="0"/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链接 </a:t>
            </a:r>
            <a:r>
              <a:rPr lang="en-US" altLang="zh-CN" b="0" i="0" u="none" kern="0" baseline="0" dirty="0">
                <a:latin typeface="Arial"/>
                <a:ea typeface="宋体"/>
                <a:sym typeface="Arial"/>
              </a:rPr>
              <a:t>(SIOS)</a:t>
            </a: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：</a:t>
            </a:r>
          </a:p>
          <a:p>
            <a:pPr algn="l" rtl="0"/>
            <a:r>
              <a:rPr lang="en-US" altLang="zh-CN" b="0" i="0" u="none" kern="0" baseline="0" dirty="0">
                <a:latin typeface="Arial"/>
                <a:ea typeface="宋体"/>
                <a:sym typeface="Arial"/>
                <a:hlinkClick r:id="rId8"/>
              </a:rPr>
              <a:t>https://support.industry.siemens.com/cs/ww/de/view/109739614</a:t>
            </a:r>
            <a:r>
              <a:rPr lang="zh-CN" altLang="en-US" b="0" i="0" u="none" kern="0" baseline="0" dirty="0">
                <a:latin typeface="Arial"/>
                <a:ea typeface="宋体"/>
                <a:sym typeface="Arial"/>
              </a:rPr>
              <a:t> </a:t>
            </a:r>
          </a:p>
          <a:p>
            <a:pPr marL="285750" indent="-285750" algn="l" rtl="0">
              <a:buFontTx/>
              <a:buChar char="-"/>
            </a:pPr>
            <a:endParaRPr lang="zh-CN" altLang="en-US" kern="0" dirty="0">
              <a:latin typeface="Arial"/>
              <a:ea typeface="宋体"/>
              <a:sym typeface="Arial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8581406" y="1771174"/>
            <a:ext cx="1512169" cy="1170759"/>
          </a:xfrm>
          <a:prstGeom prst="ellipse">
            <a:avLst/>
          </a:prstGeom>
          <a:noFill/>
          <a:ln w="25400" cap="flat" cmpd="sng" algn="ctr">
            <a:solidFill>
              <a:srgbClr val="00973F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9039395" y="1632202"/>
            <a:ext cx="665250" cy="428658"/>
          </a:xfrm>
          <a:prstGeom prst="rect">
            <a:avLst/>
          </a:prstGeom>
          <a:solidFill>
            <a:srgbClr val="FFFFFF">
              <a:alpha val="7098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pic>
        <p:nvPicPr>
          <p:cNvPr id="9" name="Picture 2" descr="C:\Users\adnuan0\AppData\Local\Microsoft\Windows\Temporary Internet Files\Content.IE5\ENPJ6HSQ\G_SY02_XX_02220I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63331" y="1675802"/>
            <a:ext cx="576064" cy="37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adnuan0\AppData\Local\Microsoft\Windows\Temporary Internet Files\Content.IE5\ENPJ6HSQ\G_SY02_XX_02220I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3535" y="1675802"/>
            <a:ext cx="576064" cy="37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 10"/>
          <p:cNvSpPr/>
          <p:nvPr/>
        </p:nvSpPr>
        <p:spPr>
          <a:xfrm>
            <a:off x="8183213" y="2689905"/>
            <a:ext cx="864096" cy="504056"/>
          </a:xfrm>
          <a:prstGeom prst="rect">
            <a:avLst/>
          </a:prstGeom>
          <a:solidFill>
            <a:srgbClr val="97C7D9"/>
          </a:solidFill>
          <a:ln w="25400" cap="flat" cmpd="sng" algn="ctr">
            <a:solidFill>
              <a:srgbClr val="55A0B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PROFINET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设备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9703707" y="2659302"/>
            <a:ext cx="864096" cy="504056"/>
          </a:xfrm>
          <a:prstGeom prst="rect">
            <a:avLst/>
          </a:prstGeom>
          <a:solidFill>
            <a:srgbClr val="97C7D9"/>
          </a:solidFill>
          <a:ln w="25400" cap="flat" cmpd="sng" algn="ctr">
            <a:solidFill>
              <a:srgbClr val="55A0B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PROFINET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设备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" name="Textfeld 6"/>
          <p:cNvSpPr txBox="1"/>
          <p:nvPr/>
        </p:nvSpPr>
        <p:spPr>
          <a:xfrm>
            <a:off x="9624019" y="1350159"/>
            <a:ext cx="1656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" name="Textfeld 12"/>
          <p:cNvSpPr txBox="1"/>
          <p:nvPr/>
        </p:nvSpPr>
        <p:spPr>
          <a:xfrm>
            <a:off x="8085911" y="1364059"/>
            <a:ext cx="1656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管理器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Textfeld 13"/>
          <p:cNvSpPr txBox="1"/>
          <p:nvPr/>
        </p:nvSpPr>
        <p:spPr>
          <a:xfrm>
            <a:off x="8077350" y="3163358"/>
            <a:ext cx="1656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feld 14"/>
          <p:cNvSpPr txBox="1"/>
          <p:nvPr/>
        </p:nvSpPr>
        <p:spPr>
          <a:xfrm>
            <a:off x="9589517" y="3153862"/>
            <a:ext cx="1656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051121" y="2012820"/>
            <a:ext cx="7148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800" b="0" i="0" u="none" baseline="0" dirty="0">
                <a:solidFill>
                  <a:prstClr val="black"/>
                </a:solidFill>
                <a:latin typeface="Arial"/>
                <a:ea typeface="宋体"/>
                <a:sym typeface="Arial"/>
              </a:rPr>
              <a:t>测试报文</a:t>
            </a:r>
            <a:endParaRPr lang="zh-CN" altLang="en-US" sz="800" dirty="0">
              <a:solidFill>
                <a:prstClr val="black"/>
              </a:solidFill>
              <a:latin typeface="Arial"/>
              <a:ea typeface="宋体"/>
              <a:sym typeface="Arial"/>
            </a:endParaRPr>
          </a:p>
        </p:txBody>
      </p:sp>
      <p:grpSp>
        <p:nvGrpSpPr>
          <p:cNvPr id="18" name="Gruppieren 17"/>
          <p:cNvGrpSpPr/>
          <p:nvPr/>
        </p:nvGrpSpPr>
        <p:grpSpPr>
          <a:xfrm rot="20547712">
            <a:off x="8626104" y="1872192"/>
            <a:ext cx="929689" cy="701771"/>
            <a:chOff x="1299234" y="2946026"/>
            <a:chExt cx="929689" cy="701771"/>
          </a:xfrm>
        </p:grpSpPr>
        <p:sp>
          <p:nvSpPr>
            <p:cNvPr id="19" name="Gebogener Pfeil 18"/>
            <p:cNvSpPr/>
            <p:nvPr/>
          </p:nvSpPr>
          <p:spPr>
            <a:xfrm rot="19716610" flipH="1">
              <a:off x="1299234" y="2961579"/>
              <a:ext cx="920011" cy="686218"/>
            </a:xfrm>
            <a:prstGeom prst="circularArrow">
              <a:avLst>
                <a:gd name="adj1" fmla="val 4720"/>
                <a:gd name="adj2" fmla="val 1142319"/>
                <a:gd name="adj3" fmla="val 20534815"/>
                <a:gd name="adj4" fmla="val 11008246"/>
                <a:gd name="adj5" fmla="val 12898"/>
              </a:avLst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0" name="Gebogener Pfeil 19"/>
            <p:cNvSpPr/>
            <p:nvPr/>
          </p:nvSpPr>
          <p:spPr>
            <a:xfrm rot="20105748">
              <a:off x="1308913" y="2946026"/>
              <a:ext cx="920010" cy="686218"/>
            </a:xfrm>
            <a:prstGeom prst="circularArrow">
              <a:avLst>
                <a:gd name="adj1" fmla="val 4720"/>
                <a:gd name="adj2" fmla="val 1142319"/>
                <a:gd name="adj3" fmla="val 20534815"/>
                <a:gd name="adj4" fmla="val 11008246"/>
                <a:gd name="adj5" fmla="val 12898"/>
              </a:avLst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</p:grpSp>
      <p:sp>
        <p:nvSpPr>
          <p:cNvPr id="21" name="Rechteck 20"/>
          <p:cNvSpPr/>
          <p:nvPr/>
        </p:nvSpPr>
        <p:spPr>
          <a:xfrm>
            <a:off x="8183213" y="1601904"/>
            <a:ext cx="864096" cy="504056"/>
          </a:xfrm>
          <a:prstGeom prst="rect">
            <a:avLst/>
          </a:prstGeom>
          <a:solidFill>
            <a:srgbClr val="97C7D9"/>
          </a:solidFill>
          <a:ln w="25400" cap="flat" cmpd="sng" algn="ctr">
            <a:solidFill>
              <a:srgbClr val="55A0B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PROFINET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设备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9703707" y="1612103"/>
            <a:ext cx="864096" cy="504056"/>
          </a:xfrm>
          <a:prstGeom prst="rect">
            <a:avLst/>
          </a:prstGeom>
          <a:solidFill>
            <a:srgbClr val="97C7D9"/>
          </a:solidFill>
          <a:ln w="25400" cap="flat" cmpd="sng" algn="ctr">
            <a:solidFill>
              <a:srgbClr val="55A0B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PROFINET </a:t>
            </a:r>
            <a:r>
              <a:rPr lang="zh-CN" altLang="en-US" sz="12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设备</a:t>
            </a:r>
            <a:endParaRPr lang="zh-CN" altLang="en-US" sz="12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7877607" y="4726581"/>
            <a:ext cx="1512169" cy="936104"/>
          </a:xfrm>
          <a:prstGeom prst="ellipse">
            <a:avLst/>
          </a:prstGeom>
          <a:noFill/>
          <a:ln w="25400" cap="flat" cmpd="sng" algn="ctr">
            <a:solidFill>
              <a:srgbClr val="00973F"/>
            </a:solidFill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grpSp>
        <p:nvGrpSpPr>
          <p:cNvPr id="25" name="Gruppieren 24"/>
          <p:cNvGrpSpPr/>
          <p:nvPr/>
        </p:nvGrpSpPr>
        <p:grpSpPr>
          <a:xfrm>
            <a:off x="7728461" y="5301756"/>
            <a:ext cx="472587" cy="765175"/>
            <a:chOff x="609601" y="4644405"/>
            <a:chExt cx="472587" cy="765175"/>
          </a:xfrm>
        </p:grpSpPr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609601" y="4644405"/>
              <a:ext cx="325438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71526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771526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935039" y="4644405"/>
              <a:ext cx="100013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984251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984251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947739" y="4755530"/>
              <a:ext cx="73025" cy="198438"/>
            </a:xfrm>
            <a:prstGeom prst="rect">
              <a:avLst/>
            </a:prstGeom>
            <a:solidFill>
              <a:srgbClr val="CFE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833439" y="4755530"/>
              <a:ext cx="73025" cy="198438"/>
            </a:xfrm>
            <a:prstGeom prst="rect">
              <a:avLst/>
            </a:prstGeom>
            <a:solidFill>
              <a:srgbClr val="CFE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993776" y="4977780"/>
              <a:ext cx="25400" cy="26988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950914" y="498730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950914" y="498730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950914" y="4973018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950914" y="4973018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39" name="Rectangle 19"/>
            <p:cNvSpPr>
              <a:spLocks noChangeArrowheads="1"/>
            </p:cNvSpPr>
            <p:nvPr/>
          </p:nvSpPr>
          <p:spPr bwMode="auto">
            <a:xfrm>
              <a:off x="950914" y="5000005"/>
              <a:ext cx="15875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950914" y="5000005"/>
              <a:ext cx="15875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950914" y="5028580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2" name="Rectangle 22"/>
            <p:cNvSpPr>
              <a:spLocks noChangeArrowheads="1"/>
            </p:cNvSpPr>
            <p:nvPr/>
          </p:nvSpPr>
          <p:spPr bwMode="auto">
            <a:xfrm>
              <a:off x="950914" y="5028580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3" name="Rectangle 23"/>
            <p:cNvSpPr>
              <a:spLocks noChangeArrowheads="1"/>
            </p:cNvSpPr>
            <p:nvPr/>
          </p:nvSpPr>
          <p:spPr bwMode="auto">
            <a:xfrm>
              <a:off x="950914" y="5015880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950914" y="5015880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50914" y="5042868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950914" y="5042868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950914" y="5055568"/>
              <a:ext cx="15875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8" name="Rectangle 28"/>
            <p:cNvSpPr>
              <a:spLocks noChangeArrowheads="1"/>
            </p:cNvSpPr>
            <p:nvPr/>
          </p:nvSpPr>
          <p:spPr bwMode="auto">
            <a:xfrm>
              <a:off x="950914" y="5055568"/>
              <a:ext cx="15875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49" name="Rectangle 29"/>
            <p:cNvSpPr>
              <a:spLocks noChangeArrowheads="1"/>
            </p:cNvSpPr>
            <p:nvPr/>
          </p:nvSpPr>
          <p:spPr bwMode="auto">
            <a:xfrm>
              <a:off x="950914" y="506985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0" name="Rectangle 30"/>
            <p:cNvSpPr>
              <a:spLocks noChangeArrowheads="1"/>
            </p:cNvSpPr>
            <p:nvPr/>
          </p:nvSpPr>
          <p:spPr bwMode="auto">
            <a:xfrm>
              <a:off x="950914" y="506985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1" name="Rectangle 31"/>
            <p:cNvSpPr>
              <a:spLocks noChangeArrowheads="1"/>
            </p:cNvSpPr>
            <p:nvPr/>
          </p:nvSpPr>
          <p:spPr bwMode="auto">
            <a:xfrm>
              <a:off x="950914" y="5084143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2" name="Rectangle 32"/>
            <p:cNvSpPr>
              <a:spLocks noChangeArrowheads="1"/>
            </p:cNvSpPr>
            <p:nvPr/>
          </p:nvSpPr>
          <p:spPr bwMode="auto">
            <a:xfrm>
              <a:off x="950914" y="5084143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3" name="Rectangle 33"/>
            <p:cNvSpPr>
              <a:spLocks noChangeArrowheads="1"/>
            </p:cNvSpPr>
            <p:nvPr/>
          </p:nvSpPr>
          <p:spPr bwMode="auto">
            <a:xfrm>
              <a:off x="969964" y="498730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4" name="Rectangle 34"/>
            <p:cNvSpPr>
              <a:spLocks noChangeArrowheads="1"/>
            </p:cNvSpPr>
            <p:nvPr/>
          </p:nvSpPr>
          <p:spPr bwMode="auto">
            <a:xfrm>
              <a:off x="969964" y="498730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5" name="Rectangle 35"/>
            <p:cNvSpPr>
              <a:spLocks noChangeArrowheads="1"/>
            </p:cNvSpPr>
            <p:nvPr/>
          </p:nvSpPr>
          <p:spPr bwMode="auto">
            <a:xfrm>
              <a:off x="969964" y="4973018"/>
              <a:ext cx="14288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6" name="Rectangle 36"/>
            <p:cNvSpPr>
              <a:spLocks noChangeArrowheads="1"/>
            </p:cNvSpPr>
            <p:nvPr/>
          </p:nvSpPr>
          <p:spPr bwMode="auto">
            <a:xfrm>
              <a:off x="969964" y="4973018"/>
              <a:ext cx="14288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7" name="Rectangle 37"/>
            <p:cNvSpPr>
              <a:spLocks noChangeArrowheads="1"/>
            </p:cNvSpPr>
            <p:nvPr/>
          </p:nvSpPr>
          <p:spPr bwMode="auto">
            <a:xfrm>
              <a:off x="969964" y="5000005"/>
              <a:ext cx="14288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8" name="Rectangle 38"/>
            <p:cNvSpPr>
              <a:spLocks noChangeArrowheads="1"/>
            </p:cNvSpPr>
            <p:nvPr/>
          </p:nvSpPr>
          <p:spPr bwMode="auto">
            <a:xfrm>
              <a:off x="969964" y="5000005"/>
              <a:ext cx="14288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59" name="Rectangle 39"/>
            <p:cNvSpPr>
              <a:spLocks noChangeArrowheads="1"/>
            </p:cNvSpPr>
            <p:nvPr/>
          </p:nvSpPr>
          <p:spPr bwMode="auto">
            <a:xfrm>
              <a:off x="969964" y="5028580"/>
              <a:ext cx="14288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0" name="Rectangle 40"/>
            <p:cNvSpPr>
              <a:spLocks noChangeArrowheads="1"/>
            </p:cNvSpPr>
            <p:nvPr/>
          </p:nvSpPr>
          <p:spPr bwMode="auto">
            <a:xfrm>
              <a:off x="969964" y="5028580"/>
              <a:ext cx="14288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1" name="Rectangle 41"/>
            <p:cNvSpPr>
              <a:spLocks noChangeArrowheads="1"/>
            </p:cNvSpPr>
            <p:nvPr/>
          </p:nvSpPr>
          <p:spPr bwMode="auto">
            <a:xfrm>
              <a:off x="969964" y="5015880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2" name="Rectangle 42"/>
            <p:cNvSpPr>
              <a:spLocks noChangeArrowheads="1"/>
            </p:cNvSpPr>
            <p:nvPr/>
          </p:nvSpPr>
          <p:spPr bwMode="auto">
            <a:xfrm>
              <a:off x="969964" y="5015880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3" name="Rectangle 43"/>
            <p:cNvSpPr>
              <a:spLocks noChangeArrowheads="1"/>
            </p:cNvSpPr>
            <p:nvPr/>
          </p:nvSpPr>
          <p:spPr bwMode="auto">
            <a:xfrm>
              <a:off x="969964" y="50428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4" name="Rectangle 44"/>
            <p:cNvSpPr>
              <a:spLocks noChangeArrowheads="1"/>
            </p:cNvSpPr>
            <p:nvPr/>
          </p:nvSpPr>
          <p:spPr bwMode="auto">
            <a:xfrm>
              <a:off x="969964" y="50428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5" name="Rectangle 45"/>
            <p:cNvSpPr>
              <a:spLocks noChangeArrowheads="1"/>
            </p:cNvSpPr>
            <p:nvPr/>
          </p:nvSpPr>
          <p:spPr bwMode="auto">
            <a:xfrm>
              <a:off x="969964" y="5055568"/>
              <a:ext cx="14288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969964" y="5055568"/>
              <a:ext cx="14288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7" name="Rectangle 47"/>
            <p:cNvSpPr>
              <a:spLocks noChangeArrowheads="1"/>
            </p:cNvSpPr>
            <p:nvPr/>
          </p:nvSpPr>
          <p:spPr bwMode="auto">
            <a:xfrm>
              <a:off x="969964" y="506985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8" name="Rectangle 48"/>
            <p:cNvSpPr>
              <a:spLocks noChangeArrowheads="1"/>
            </p:cNvSpPr>
            <p:nvPr/>
          </p:nvSpPr>
          <p:spPr bwMode="auto">
            <a:xfrm>
              <a:off x="969964" y="506985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69" name="Oval 49"/>
            <p:cNvSpPr>
              <a:spLocks noChangeArrowheads="1"/>
            </p:cNvSpPr>
            <p:nvPr/>
          </p:nvSpPr>
          <p:spPr bwMode="auto">
            <a:xfrm>
              <a:off x="952501" y="51301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0" name="Oval 50"/>
            <p:cNvSpPr>
              <a:spLocks noChangeArrowheads="1"/>
            </p:cNvSpPr>
            <p:nvPr/>
          </p:nvSpPr>
          <p:spPr bwMode="auto">
            <a:xfrm>
              <a:off x="990601" y="51301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1" name="Oval 51"/>
            <p:cNvSpPr>
              <a:spLocks noChangeArrowheads="1"/>
            </p:cNvSpPr>
            <p:nvPr/>
          </p:nvSpPr>
          <p:spPr bwMode="auto">
            <a:xfrm>
              <a:off x="952501" y="51682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2" name="Oval 52"/>
            <p:cNvSpPr>
              <a:spLocks noChangeArrowheads="1"/>
            </p:cNvSpPr>
            <p:nvPr/>
          </p:nvSpPr>
          <p:spPr bwMode="auto">
            <a:xfrm>
              <a:off x="990601" y="51682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3" name="Oval 53"/>
            <p:cNvSpPr>
              <a:spLocks noChangeArrowheads="1"/>
            </p:cNvSpPr>
            <p:nvPr/>
          </p:nvSpPr>
          <p:spPr bwMode="auto">
            <a:xfrm>
              <a:off x="952501" y="52063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4" name="Oval 54"/>
            <p:cNvSpPr>
              <a:spLocks noChangeArrowheads="1"/>
            </p:cNvSpPr>
            <p:nvPr/>
          </p:nvSpPr>
          <p:spPr bwMode="auto">
            <a:xfrm>
              <a:off x="990601" y="52063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5" name="Oval 55"/>
            <p:cNvSpPr>
              <a:spLocks noChangeArrowheads="1"/>
            </p:cNvSpPr>
            <p:nvPr/>
          </p:nvSpPr>
          <p:spPr bwMode="auto">
            <a:xfrm>
              <a:off x="952501" y="52444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6" name="Oval 56"/>
            <p:cNvSpPr>
              <a:spLocks noChangeArrowheads="1"/>
            </p:cNvSpPr>
            <p:nvPr/>
          </p:nvSpPr>
          <p:spPr bwMode="auto">
            <a:xfrm>
              <a:off x="990601" y="52444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7" name="Oval 57"/>
            <p:cNvSpPr>
              <a:spLocks noChangeArrowheads="1"/>
            </p:cNvSpPr>
            <p:nvPr/>
          </p:nvSpPr>
          <p:spPr bwMode="auto">
            <a:xfrm>
              <a:off x="952501" y="52825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8" name="Oval 58"/>
            <p:cNvSpPr>
              <a:spLocks noChangeArrowheads="1"/>
            </p:cNvSpPr>
            <p:nvPr/>
          </p:nvSpPr>
          <p:spPr bwMode="auto">
            <a:xfrm>
              <a:off x="990601" y="52825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79" name="Oval 59"/>
            <p:cNvSpPr>
              <a:spLocks noChangeArrowheads="1"/>
            </p:cNvSpPr>
            <p:nvPr/>
          </p:nvSpPr>
          <p:spPr bwMode="auto">
            <a:xfrm>
              <a:off x="952501" y="53206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0" name="Oval 60"/>
            <p:cNvSpPr>
              <a:spLocks noChangeArrowheads="1"/>
            </p:cNvSpPr>
            <p:nvPr/>
          </p:nvSpPr>
          <p:spPr bwMode="auto">
            <a:xfrm>
              <a:off x="990601" y="53206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1" name="Oval 61"/>
            <p:cNvSpPr>
              <a:spLocks noChangeArrowheads="1"/>
            </p:cNvSpPr>
            <p:nvPr/>
          </p:nvSpPr>
          <p:spPr bwMode="auto">
            <a:xfrm>
              <a:off x="952501" y="5360368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2" name="Oval 62"/>
            <p:cNvSpPr>
              <a:spLocks noChangeArrowheads="1"/>
            </p:cNvSpPr>
            <p:nvPr/>
          </p:nvSpPr>
          <p:spPr bwMode="auto">
            <a:xfrm>
              <a:off x="990601" y="5360368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3" name="Rectangle 126"/>
            <p:cNvSpPr>
              <a:spLocks noChangeArrowheads="1"/>
            </p:cNvSpPr>
            <p:nvPr/>
          </p:nvSpPr>
          <p:spPr bwMode="auto">
            <a:xfrm>
              <a:off x="1037738" y="4644405"/>
              <a:ext cx="44450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4" name="Line 127"/>
            <p:cNvSpPr>
              <a:spLocks noChangeShapeType="1"/>
            </p:cNvSpPr>
            <p:nvPr/>
          </p:nvSpPr>
          <p:spPr bwMode="auto">
            <a:xfrm>
              <a:off x="1059963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85" name="Line 128"/>
            <p:cNvSpPr>
              <a:spLocks noChangeShapeType="1"/>
            </p:cNvSpPr>
            <p:nvPr/>
          </p:nvSpPr>
          <p:spPr bwMode="auto">
            <a:xfrm>
              <a:off x="1059963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86" name="Rectangle 134"/>
            <p:cNvSpPr>
              <a:spLocks noChangeArrowheads="1"/>
            </p:cNvSpPr>
            <p:nvPr/>
          </p:nvSpPr>
          <p:spPr bwMode="auto">
            <a:xfrm>
              <a:off x="771526" y="498730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7" name="Rectangle 135"/>
            <p:cNvSpPr>
              <a:spLocks noChangeArrowheads="1"/>
            </p:cNvSpPr>
            <p:nvPr/>
          </p:nvSpPr>
          <p:spPr bwMode="auto">
            <a:xfrm>
              <a:off x="771526" y="498730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8" name="Rectangle 136"/>
            <p:cNvSpPr>
              <a:spLocks noChangeArrowheads="1"/>
            </p:cNvSpPr>
            <p:nvPr/>
          </p:nvSpPr>
          <p:spPr bwMode="auto">
            <a:xfrm>
              <a:off x="771526" y="4973018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89" name="Rectangle 137"/>
            <p:cNvSpPr>
              <a:spLocks noChangeArrowheads="1"/>
            </p:cNvSpPr>
            <p:nvPr/>
          </p:nvSpPr>
          <p:spPr bwMode="auto">
            <a:xfrm>
              <a:off x="771526" y="4973018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0" name="Rectangle 138"/>
            <p:cNvSpPr>
              <a:spLocks noChangeArrowheads="1"/>
            </p:cNvSpPr>
            <p:nvPr/>
          </p:nvSpPr>
          <p:spPr bwMode="auto">
            <a:xfrm>
              <a:off x="822326" y="506985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1" name="Rectangle 139"/>
            <p:cNvSpPr>
              <a:spLocks noChangeArrowheads="1"/>
            </p:cNvSpPr>
            <p:nvPr/>
          </p:nvSpPr>
          <p:spPr bwMode="auto">
            <a:xfrm>
              <a:off x="822326" y="506985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2" name="Rectangle 140"/>
            <p:cNvSpPr>
              <a:spLocks noChangeArrowheads="1"/>
            </p:cNvSpPr>
            <p:nvPr/>
          </p:nvSpPr>
          <p:spPr bwMode="auto">
            <a:xfrm>
              <a:off x="828676" y="4725368"/>
              <a:ext cx="12700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3" name="Rectangle 141"/>
            <p:cNvSpPr>
              <a:spLocks noChangeArrowheads="1"/>
            </p:cNvSpPr>
            <p:nvPr/>
          </p:nvSpPr>
          <p:spPr bwMode="auto">
            <a:xfrm>
              <a:off x="828676" y="4725368"/>
              <a:ext cx="12700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4" name="Rectangle 142"/>
            <p:cNvSpPr>
              <a:spLocks noChangeArrowheads="1"/>
            </p:cNvSpPr>
            <p:nvPr/>
          </p:nvSpPr>
          <p:spPr bwMode="auto">
            <a:xfrm>
              <a:off x="814389" y="47253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5" name="Rectangle 143"/>
            <p:cNvSpPr>
              <a:spLocks noChangeArrowheads="1"/>
            </p:cNvSpPr>
            <p:nvPr/>
          </p:nvSpPr>
          <p:spPr bwMode="auto">
            <a:xfrm>
              <a:off x="814389" y="47253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6" name="Rectangle 144"/>
            <p:cNvSpPr>
              <a:spLocks noChangeArrowheads="1"/>
            </p:cNvSpPr>
            <p:nvPr/>
          </p:nvSpPr>
          <p:spPr bwMode="auto">
            <a:xfrm>
              <a:off x="841376" y="47253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7" name="Rectangle 145"/>
            <p:cNvSpPr>
              <a:spLocks noChangeArrowheads="1"/>
            </p:cNvSpPr>
            <p:nvPr/>
          </p:nvSpPr>
          <p:spPr bwMode="auto">
            <a:xfrm>
              <a:off x="841376" y="47253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98" name="Freeform 162"/>
            <p:cNvSpPr>
              <a:spLocks/>
            </p:cNvSpPr>
            <p:nvPr/>
          </p:nvSpPr>
          <p:spPr bwMode="auto">
            <a:xfrm>
              <a:off x="673101" y="4679330"/>
              <a:ext cx="409087" cy="430213"/>
            </a:xfrm>
            <a:custGeom>
              <a:avLst/>
              <a:gdLst>
                <a:gd name="T0" fmla="*/ 510 w 510"/>
                <a:gd name="T1" fmla="*/ 271 h 271"/>
                <a:gd name="T2" fmla="*/ 0 w 510"/>
                <a:gd name="T3" fmla="*/ 271 h 271"/>
                <a:gd name="T4" fmla="*/ 0 w 510"/>
                <a:gd name="T5" fmla="*/ 0 h 271"/>
                <a:gd name="T6" fmla="*/ 510 w 510"/>
                <a:gd name="T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0" h="271">
                  <a:moveTo>
                    <a:pt x="510" y="271"/>
                  </a:moveTo>
                  <a:lnTo>
                    <a:pt x="0" y="271"/>
                  </a:lnTo>
                  <a:lnTo>
                    <a:pt x="0" y="0"/>
                  </a:lnTo>
                  <a:lnTo>
                    <a:pt x="510" y="0"/>
                  </a:lnTo>
                </a:path>
              </a:pathLst>
            </a:cu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99" name="Line 163"/>
            <p:cNvSpPr>
              <a:spLocks noChangeShapeType="1"/>
            </p:cNvSpPr>
            <p:nvPr/>
          </p:nvSpPr>
          <p:spPr bwMode="auto">
            <a:xfrm flipH="1">
              <a:off x="609601" y="4679330"/>
              <a:ext cx="80963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100" name="Freeform 164"/>
            <p:cNvSpPr>
              <a:spLocks/>
            </p:cNvSpPr>
            <p:nvPr/>
          </p:nvSpPr>
          <p:spPr bwMode="auto">
            <a:xfrm>
              <a:off x="804864" y="4679330"/>
              <a:ext cx="0" cy="730250"/>
            </a:xfrm>
            <a:custGeom>
              <a:avLst/>
              <a:gdLst>
                <a:gd name="T0" fmla="*/ 0 h 460"/>
                <a:gd name="T1" fmla="*/ 460 h 460"/>
                <a:gd name="T2" fmla="*/ 0 h 46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460">
                  <a:moveTo>
                    <a:pt x="0" y="0"/>
                  </a:moveTo>
                  <a:lnTo>
                    <a:pt x="0" y="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101" name="Line 165"/>
            <p:cNvSpPr>
              <a:spLocks noChangeShapeType="1"/>
            </p:cNvSpPr>
            <p:nvPr/>
          </p:nvSpPr>
          <p:spPr bwMode="auto">
            <a:xfrm>
              <a:off x="804864" y="4679330"/>
              <a:ext cx="0" cy="73025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102" name="Line 166"/>
            <p:cNvSpPr>
              <a:spLocks noChangeShapeType="1"/>
            </p:cNvSpPr>
            <p:nvPr/>
          </p:nvSpPr>
          <p:spPr bwMode="auto">
            <a:xfrm>
              <a:off x="676276" y="4741243"/>
              <a:ext cx="358775" cy="0"/>
            </a:xfrm>
            <a:prstGeom prst="lin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103" name="Line 167"/>
            <p:cNvSpPr>
              <a:spLocks noChangeShapeType="1"/>
            </p:cNvSpPr>
            <p:nvPr/>
          </p:nvSpPr>
          <p:spPr bwMode="auto">
            <a:xfrm>
              <a:off x="676276" y="4722193"/>
              <a:ext cx="358775" cy="0"/>
            </a:xfrm>
            <a:prstGeom prst="lin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  <a:ea typeface="ＭＳ Ｐゴシック"/>
              </a:endParaRPr>
            </a:p>
          </p:txBody>
        </p:sp>
        <p:sp>
          <p:nvSpPr>
            <p:cNvPr id="104" name="Rectangle 168"/>
            <p:cNvSpPr>
              <a:spLocks noChangeArrowheads="1"/>
            </p:cNvSpPr>
            <p:nvPr/>
          </p:nvSpPr>
          <p:spPr bwMode="auto">
            <a:xfrm>
              <a:off x="822326" y="4692030"/>
              <a:ext cx="92075" cy="25400"/>
            </a:xfrm>
            <a:prstGeom prst="rect">
              <a:avLst/>
            </a:prstGeom>
            <a:solidFill>
              <a:srgbClr val="006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05" name="Oval 169"/>
            <p:cNvSpPr>
              <a:spLocks noChangeArrowheads="1"/>
            </p:cNvSpPr>
            <p:nvPr/>
          </p:nvSpPr>
          <p:spPr bwMode="auto">
            <a:xfrm>
              <a:off x="687389" y="4692030"/>
              <a:ext cx="22225" cy="22225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06" name="Rectangle 170"/>
            <p:cNvSpPr>
              <a:spLocks noChangeArrowheads="1"/>
            </p:cNvSpPr>
            <p:nvPr/>
          </p:nvSpPr>
          <p:spPr bwMode="auto">
            <a:xfrm>
              <a:off x="609601" y="5206380"/>
              <a:ext cx="109538" cy="196850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07" name="Rectangle 171"/>
            <p:cNvSpPr>
              <a:spLocks noChangeArrowheads="1"/>
            </p:cNvSpPr>
            <p:nvPr/>
          </p:nvSpPr>
          <p:spPr bwMode="auto">
            <a:xfrm>
              <a:off x="609601" y="5249243"/>
              <a:ext cx="109538" cy="71438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08" name="Rectangle 172"/>
            <p:cNvSpPr>
              <a:spLocks noChangeArrowheads="1"/>
            </p:cNvSpPr>
            <p:nvPr/>
          </p:nvSpPr>
          <p:spPr bwMode="auto">
            <a:xfrm>
              <a:off x="635001" y="5261943"/>
              <a:ext cx="63500" cy="141288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09" name="Oval 173"/>
            <p:cNvSpPr>
              <a:spLocks noChangeArrowheads="1"/>
            </p:cNvSpPr>
            <p:nvPr/>
          </p:nvSpPr>
          <p:spPr bwMode="auto">
            <a:xfrm>
              <a:off x="642939" y="5274643"/>
              <a:ext cx="20638" cy="22225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0" name="Oval 174"/>
            <p:cNvSpPr>
              <a:spLocks noChangeArrowheads="1"/>
            </p:cNvSpPr>
            <p:nvPr/>
          </p:nvSpPr>
          <p:spPr bwMode="auto">
            <a:xfrm>
              <a:off x="669926" y="5274643"/>
              <a:ext cx="22225" cy="22225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1" name="Oval 175"/>
            <p:cNvSpPr>
              <a:spLocks noChangeArrowheads="1"/>
            </p:cNvSpPr>
            <p:nvPr/>
          </p:nvSpPr>
          <p:spPr bwMode="auto">
            <a:xfrm>
              <a:off x="642939" y="5369893"/>
              <a:ext cx="20638" cy="20638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2" name="Oval 176"/>
            <p:cNvSpPr>
              <a:spLocks noChangeArrowheads="1"/>
            </p:cNvSpPr>
            <p:nvPr/>
          </p:nvSpPr>
          <p:spPr bwMode="auto">
            <a:xfrm>
              <a:off x="669926" y="5369893"/>
              <a:ext cx="22225" cy="20638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3" name="Rectangle 177"/>
            <p:cNvSpPr>
              <a:spLocks noChangeArrowheads="1"/>
            </p:cNvSpPr>
            <p:nvPr/>
          </p:nvSpPr>
          <p:spPr bwMode="auto">
            <a:xfrm>
              <a:off x="635001" y="5304805"/>
              <a:ext cx="63500" cy="11113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4" name="Rectangle 178"/>
            <p:cNvSpPr>
              <a:spLocks noChangeArrowheads="1"/>
            </p:cNvSpPr>
            <p:nvPr/>
          </p:nvSpPr>
          <p:spPr bwMode="auto">
            <a:xfrm>
              <a:off x="635001" y="5350843"/>
              <a:ext cx="63500" cy="9525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15" name="Rectangle 179"/>
            <p:cNvSpPr>
              <a:spLocks noChangeArrowheads="1"/>
            </p:cNvSpPr>
            <p:nvPr/>
          </p:nvSpPr>
          <p:spPr bwMode="auto">
            <a:xfrm>
              <a:off x="947739" y="4728543"/>
              <a:ext cx="7938" cy="793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</p:grpSp>
      <p:pic>
        <p:nvPicPr>
          <p:cNvPr id="116" name="Picture 3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338" y="4240387"/>
            <a:ext cx="388970" cy="81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7" name="Textfeld 116"/>
          <p:cNvSpPr txBox="1"/>
          <p:nvPr/>
        </p:nvSpPr>
        <p:spPr>
          <a:xfrm>
            <a:off x="7514112" y="388749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管理器</a:t>
            </a:r>
          </a:p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（自动）  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469699" y="6062313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9" name="Textfeld 118"/>
          <p:cNvSpPr txBox="1"/>
          <p:nvPr/>
        </p:nvSpPr>
        <p:spPr>
          <a:xfrm>
            <a:off x="8622715" y="6067624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0" name="Textfeld 119"/>
          <p:cNvSpPr txBox="1"/>
          <p:nvPr/>
        </p:nvSpPr>
        <p:spPr>
          <a:xfrm>
            <a:off x="8632875" y="388749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管理器</a:t>
            </a:r>
          </a:p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（自动）  </a:t>
            </a:r>
          </a:p>
        </p:txBody>
      </p:sp>
      <p:sp>
        <p:nvSpPr>
          <p:cNvPr id="121" name="Rechteck 120"/>
          <p:cNvSpPr/>
          <p:nvPr/>
        </p:nvSpPr>
        <p:spPr>
          <a:xfrm>
            <a:off x="8201048" y="4537410"/>
            <a:ext cx="723290" cy="428658"/>
          </a:xfrm>
          <a:prstGeom prst="rect">
            <a:avLst/>
          </a:prstGeom>
          <a:solidFill>
            <a:srgbClr val="FFFFFF">
              <a:alpha val="7098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8153911" y="4726581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pic>
        <p:nvPicPr>
          <p:cNvPr id="123" name="Picture 2" descr="C:\Users\adnuan0\AppData\Local\Microsoft\Windows\Temporary Internet Files\Content.IE5\6FOORCM5\G_SY02_XX_01865I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75179" y="5268493"/>
            <a:ext cx="287287" cy="79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Ellipse 123"/>
          <p:cNvSpPr/>
          <p:nvPr/>
        </p:nvSpPr>
        <p:spPr>
          <a:xfrm>
            <a:off x="10164856" y="4726581"/>
            <a:ext cx="1512169" cy="936104"/>
          </a:xfrm>
          <a:prstGeom prst="ellipse">
            <a:avLst/>
          </a:prstGeom>
          <a:noFill/>
          <a:ln w="25400" cap="flat" cmpd="sng" algn="ctr">
            <a:solidFill>
              <a:srgbClr val="00973F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grpSp>
        <p:nvGrpSpPr>
          <p:cNvPr id="126" name="Gruppieren 125"/>
          <p:cNvGrpSpPr/>
          <p:nvPr/>
        </p:nvGrpSpPr>
        <p:grpSpPr>
          <a:xfrm>
            <a:off x="10015710" y="5301756"/>
            <a:ext cx="472587" cy="765175"/>
            <a:chOff x="609601" y="4644405"/>
            <a:chExt cx="472587" cy="765175"/>
          </a:xfrm>
        </p:grpSpPr>
        <p:sp>
          <p:nvSpPr>
            <p:cNvPr id="127" name="Rectangle 6"/>
            <p:cNvSpPr>
              <a:spLocks noChangeArrowheads="1"/>
            </p:cNvSpPr>
            <p:nvPr/>
          </p:nvSpPr>
          <p:spPr bwMode="auto">
            <a:xfrm>
              <a:off x="609601" y="4644405"/>
              <a:ext cx="325438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28" name="Line 7"/>
            <p:cNvSpPr>
              <a:spLocks noChangeShapeType="1"/>
            </p:cNvSpPr>
            <p:nvPr/>
          </p:nvSpPr>
          <p:spPr bwMode="auto">
            <a:xfrm>
              <a:off x="771526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Line 8"/>
            <p:cNvSpPr>
              <a:spLocks noChangeShapeType="1"/>
            </p:cNvSpPr>
            <p:nvPr/>
          </p:nvSpPr>
          <p:spPr bwMode="auto">
            <a:xfrm>
              <a:off x="771526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Rectangle 9"/>
            <p:cNvSpPr>
              <a:spLocks noChangeArrowheads="1"/>
            </p:cNvSpPr>
            <p:nvPr/>
          </p:nvSpPr>
          <p:spPr bwMode="auto">
            <a:xfrm>
              <a:off x="935039" y="4644405"/>
              <a:ext cx="100013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1" name="Line 10"/>
            <p:cNvSpPr>
              <a:spLocks noChangeShapeType="1"/>
            </p:cNvSpPr>
            <p:nvPr/>
          </p:nvSpPr>
          <p:spPr bwMode="auto">
            <a:xfrm>
              <a:off x="984251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Line 11"/>
            <p:cNvSpPr>
              <a:spLocks noChangeShapeType="1"/>
            </p:cNvSpPr>
            <p:nvPr/>
          </p:nvSpPr>
          <p:spPr bwMode="auto">
            <a:xfrm>
              <a:off x="984251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Rectangle 12"/>
            <p:cNvSpPr>
              <a:spLocks noChangeArrowheads="1"/>
            </p:cNvSpPr>
            <p:nvPr/>
          </p:nvSpPr>
          <p:spPr bwMode="auto">
            <a:xfrm>
              <a:off x="947739" y="4755530"/>
              <a:ext cx="73025" cy="198438"/>
            </a:xfrm>
            <a:prstGeom prst="rect">
              <a:avLst/>
            </a:prstGeom>
            <a:solidFill>
              <a:srgbClr val="CFE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4" name="Rectangle 13"/>
            <p:cNvSpPr>
              <a:spLocks noChangeArrowheads="1"/>
            </p:cNvSpPr>
            <p:nvPr/>
          </p:nvSpPr>
          <p:spPr bwMode="auto">
            <a:xfrm>
              <a:off x="833439" y="4755530"/>
              <a:ext cx="73025" cy="198438"/>
            </a:xfrm>
            <a:prstGeom prst="rect">
              <a:avLst/>
            </a:prstGeom>
            <a:solidFill>
              <a:srgbClr val="CFE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5" name="Rectangle 14"/>
            <p:cNvSpPr>
              <a:spLocks noChangeArrowheads="1"/>
            </p:cNvSpPr>
            <p:nvPr/>
          </p:nvSpPr>
          <p:spPr bwMode="auto">
            <a:xfrm>
              <a:off x="993776" y="4977780"/>
              <a:ext cx="25400" cy="26988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6" name="Rectangle 15"/>
            <p:cNvSpPr>
              <a:spLocks noChangeArrowheads="1"/>
            </p:cNvSpPr>
            <p:nvPr/>
          </p:nvSpPr>
          <p:spPr bwMode="auto">
            <a:xfrm>
              <a:off x="950914" y="498730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7" name="Rectangle 16"/>
            <p:cNvSpPr>
              <a:spLocks noChangeArrowheads="1"/>
            </p:cNvSpPr>
            <p:nvPr/>
          </p:nvSpPr>
          <p:spPr bwMode="auto">
            <a:xfrm>
              <a:off x="950914" y="498730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8" name="Rectangle 17"/>
            <p:cNvSpPr>
              <a:spLocks noChangeArrowheads="1"/>
            </p:cNvSpPr>
            <p:nvPr/>
          </p:nvSpPr>
          <p:spPr bwMode="auto">
            <a:xfrm>
              <a:off x="950914" y="4973018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39" name="Rectangle 18"/>
            <p:cNvSpPr>
              <a:spLocks noChangeArrowheads="1"/>
            </p:cNvSpPr>
            <p:nvPr/>
          </p:nvSpPr>
          <p:spPr bwMode="auto">
            <a:xfrm>
              <a:off x="950914" y="4973018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0" name="Rectangle 19"/>
            <p:cNvSpPr>
              <a:spLocks noChangeArrowheads="1"/>
            </p:cNvSpPr>
            <p:nvPr/>
          </p:nvSpPr>
          <p:spPr bwMode="auto">
            <a:xfrm>
              <a:off x="950914" y="5000005"/>
              <a:ext cx="15875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1" name="Rectangle 20"/>
            <p:cNvSpPr>
              <a:spLocks noChangeArrowheads="1"/>
            </p:cNvSpPr>
            <p:nvPr/>
          </p:nvSpPr>
          <p:spPr bwMode="auto">
            <a:xfrm>
              <a:off x="950914" y="5000005"/>
              <a:ext cx="15875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2" name="Rectangle 21"/>
            <p:cNvSpPr>
              <a:spLocks noChangeArrowheads="1"/>
            </p:cNvSpPr>
            <p:nvPr/>
          </p:nvSpPr>
          <p:spPr bwMode="auto">
            <a:xfrm>
              <a:off x="950914" y="5028580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3" name="Rectangle 22"/>
            <p:cNvSpPr>
              <a:spLocks noChangeArrowheads="1"/>
            </p:cNvSpPr>
            <p:nvPr/>
          </p:nvSpPr>
          <p:spPr bwMode="auto">
            <a:xfrm>
              <a:off x="950914" y="5028580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4" name="Rectangle 23"/>
            <p:cNvSpPr>
              <a:spLocks noChangeArrowheads="1"/>
            </p:cNvSpPr>
            <p:nvPr/>
          </p:nvSpPr>
          <p:spPr bwMode="auto">
            <a:xfrm>
              <a:off x="950914" y="5015880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950914" y="5015880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6" name="Rectangle 25"/>
            <p:cNvSpPr>
              <a:spLocks noChangeArrowheads="1"/>
            </p:cNvSpPr>
            <p:nvPr/>
          </p:nvSpPr>
          <p:spPr bwMode="auto">
            <a:xfrm>
              <a:off x="950914" y="5042868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7" name="Rectangle 26"/>
            <p:cNvSpPr>
              <a:spLocks noChangeArrowheads="1"/>
            </p:cNvSpPr>
            <p:nvPr/>
          </p:nvSpPr>
          <p:spPr bwMode="auto">
            <a:xfrm>
              <a:off x="950914" y="5042868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8" name="Rectangle 27"/>
            <p:cNvSpPr>
              <a:spLocks noChangeArrowheads="1"/>
            </p:cNvSpPr>
            <p:nvPr/>
          </p:nvSpPr>
          <p:spPr bwMode="auto">
            <a:xfrm>
              <a:off x="950914" y="5055568"/>
              <a:ext cx="15875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49" name="Rectangle 28"/>
            <p:cNvSpPr>
              <a:spLocks noChangeArrowheads="1"/>
            </p:cNvSpPr>
            <p:nvPr/>
          </p:nvSpPr>
          <p:spPr bwMode="auto">
            <a:xfrm>
              <a:off x="950914" y="5055568"/>
              <a:ext cx="15875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0" name="Rectangle 29"/>
            <p:cNvSpPr>
              <a:spLocks noChangeArrowheads="1"/>
            </p:cNvSpPr>
            <p:nvPr/>
          </p:nvSpPr>
          <p:spPr bwMode="auto">
            <a:xfrm>
              <a:off x="950914" y="506985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1" name="Rectangle 30"/>
            <p:cNvSpPr>
              <a:spLocks noChangeArrowheads="1"/>
            </p:cNvSpPr>
            <p:nvPr/>
          </p:nvSpPr>
          <p:spPr bwMode="auto">
            <a:xfrm>
              <a:off x="950914" y="506985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2" name="Rectangle 31"/>
            <p:cNvSpPr>
              <a:spLocks noChangeArrowheads="1"/>
            </p:cNvSpPr>
            <p:nvPr/>
          </p:nvSpPr>
          <p:spPr bwMode="auto">
            <a:xfrm>
              <a:off x="950914" y="5084143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3" name="Rectangle 32"/>
            <p:cNvSpPr>
              <a:spLocks noChangeArrowheads="1"/>
            </p:cNvSpPr>
            <p:nvPr/>
          </p:nvSpPr>
          <p:spPr bwMode="auto">
            <a:xfrm>
              <a:off x="950914" y="5084143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4" name="Rectangle 33"/>
            <p:cNvSpPr>
              <a:spLocks noChangeArrowheads="1"/>
            </p:cNvSpPr>
            <p:nvPr/>
          </p:nvSpPr>
          <p:spPr bwMode="auto">
            <a:xfrm>
              <a:off x="969964" y="498730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5" name="Rectangle 34"/>
            <p:cNvSpPr>
              <a:spLocks noChangeArrowheads="1"/>
            </p:cNvSpPr>
            <p:nvPr/>
          </p:nvSpPr>
          <p:spPr bwMode="auto">
            <a:xfrm>
              <a:off x="969964" y="498730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6" name="Rectangle 35"/>
            <p:cNvSpPr>
              <a:spLocks noChangeArrowheads="1"/>
            </p:cNvSpPr>
            <p:nvPr/>
          </p:nvSpPr>
          <p:spPr bwMode="auto">
            <a:xfrm>
              <a:off x="969964" y="4973018"/>
              <a:ext cx="14288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7" name="Rectangle 36"/>
            <p:cNvSpPr>
              <a:spLocks noChangeArrowheads="1"/>
            </p:cNvSpPr>
            <p:nvPr/>
          </p:nvSpPr>
          <p:spPr bwMode="auto">
            <a:xfrm>
              <a:off x="969964" y="4973018"/>
              <a:ext cx="14288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8" name="Rectangle 37"/>
            <p:cNvSpPr>
              <a:spLocks noChangeArrowheads="1"/>
            </p:cNvSpPr>
            <p:nvPr/>
          </p:nvSpPr>
          <p:spPr bwMode="auto">
            <a:xfrm>
              <a:off x="969964" y="5000005"/>
              <a:ext cx="14288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59" name="Rectangle 38"/>
            <p:cNvSpPr>
              <a:spLocks noChangeArrowheads="1"/>
            </p:cNvSpPr>
            <p:nvPr/>
          </p:nvSpPr>
          <p:spPr bwMode="auto">
            <a:xfrm>
              <a:off x="969964" y="5000005"/>
              <a:ext cx="14288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0" name="Rectangle 39"/>
            <p:cNvSpPr>
              <a:spLocks noChangeArrowheads="1"/>
            </p:cNvSpPr>
            <p:nvPr/>
          </p:nvSpPr>
          <p:spPr bwMode="auto">
            <a:xfrm>
              <a:off x="969964" y="5028580"/>
              <a:ext cx="14288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1" name="Rectangle 40"/>
            <p:cNvSpPr>
              <a:spLocks noChangeArrowheads="1"/>
            </p:cNvSpPr>
            <p:nvPr/>
          </p:nvSpPr>
          <p:spPr bwMode="auto">
            <a:xfrm>
              <a:off x="969964" y="5028580"/>
              <a:ext cx="14288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2" name="Rectangle 41"/>
            <p:cNvSpPr>
              <a:spLocks noChangeArrowheads="1"/>
            </p:cNvSpPr>
            <p:nvPr/>
          </p:nvSpPr>
          <p:spPr bwMode="auto">
            <a:xfrm>
              <a:off x="969964" y="5015880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3" name="Rectangle 42"/>
            <p:cNvSpPr>
              <a:spLocks noChangeArrowheads="1"/>
            </p:cNvSpPr>
            <p:nvPr/>
          </p:nvSpPr>
          <p:spPr bwMode="auto">
            <a:xfrm>
              <a:off x="969964" y="5015880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>
              <a:off x="969964" y="50428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5" name="Rectangle 44"/>
            <p:cNvSpPr>
              <a:spLocks noChangeArrowheads="1"/>
            </p:cNvSpPr>
            <p:nvPr/>
          </p:nvSpPr>
          <p:spPr bwMode="auto">
            <a:xfrm>
              <a:off x="969964" y="50428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6" name="Rectangle 45"/>
            <p:cNvSpPr>
              <a:spLocks noChangeArrowheads="1"/>
            </p:cNvSpPr>
            <p:nvPr/>
          </p:nvSpPr>
          <p:spPr bwMode="auto">
            <a:xfrm>
              <a:off x="969964" y="5055568"/>
              <a:ext cx="14288" cy="15875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7" name="Rectangle 46"/>
            <p:cNvSpPr>
              <a:spLocks noChangeArrowheads="1"/>
            </p:cNvSpPr>
            <p:nvPr/>
          </p:nvSpPr>
          <p:spPr bwMode="auto">
            <a:xfrm>
              <a:off x="969964" y="5055568"/>
              <a:ext cx="14288" cy="15875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8" name="Rectangle 47"/>
            <p:cNvSpPr>
              <a:spLocks noChangeArrowheads="1"/>
            </p:cNvSpPr>
            <p:nvPr/>
          </p:nvSpPr>
          <p:spPr bwMode="auto">
            <a:xfrm>
              <a:off x="969964" y="506985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69" name="Rectangle 48"/>
            <p:cNvSpPr>
              <a:spLocks noChangeArrowheads="1"/>
            </p:cNvSpPr>
            <p:nvPr/>
          </p:nvSpPr>
          <p:spPr bwMode="auto">
            <a:xfrm>
              <a:off x="969964" y="506985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0" name="Oval 49"/>
            <p:cNvSpPr>
              <a:spLocks noChangeArrowheads="1"/>
            </p:cNvSpPr>
            <p:nvPr/>
          </p:nvSpPr>
          <p:spPr bwMode="auto">
            <a:xfrm>
              <a:off x="952501" y="51301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1" name="Oval 50"/>
            <p:cNvSpPr>
              <a:spLocks noChangeArrowheads="1"/>
            </p:cNvSpPr>
            <p:nvPr/>
          </p:nvSpPr>
          <p:spPr bwMode="auto">
            <a:xfrm>
              <a:off x="990601" y="51301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2" name="Oval 51"/>
            <p:cNvSpPr>
              <a:spLocks noChangeArrowheads="1"/>
            </p:cNvSpPr>
            <p:nvPr/>
          </p:nvSpPr>
          <p:spPr bwMode="auto">
            <a:xfrm>
              <a:off x="952501" y="51682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3" name="Oval 52"/>
            <p:cNvSpPr>
              <a:spLocks noChangeArrowheads="1"/>
            </p:cNvSpPr>
            <p:nvPr/>
          </p:nvSpPr>
          <p:spPr bwMode="auto">
            <a:xfrm>
              <a:off x="990601" y="5168280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4" name="Oval 53"/>
            <p:cNvSpPr>
              <a:spLocks noChangeArrowheads="1"/>
            </p:cNvSpPr>
            <p:nvPr/>
          </p:nvSpPr>
          <p:spPr bwMode="auto">
            <a:xfrm>
              <a:off x="952501" y="52063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5" name="Oval 54"/>
            <p:cNvSpPr>
              <a:spLocks noChangeArrowheads="1"/>
            </p:cNvSpPr>
            <p:nvPr/>
          </p:nvSpPr>
          <p:spPr bwMode="auto">
            <a:xfrm>
              <a:off x="990601" y="52063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6" name="Oval 55"/>
            <p:cNvSpPr>
              <a:spLocks noChangeArrowheads="1"/>
            </p:cNvSpPr>
            <p:nvPr/>
          </p:nvSpPr>
          <p:spPr bwMode="auto">
            <a:xfrm>
              <a:off x="952501" y="52444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7" name="Oval 56"/>
            <p:cNvSpPr>
              <a:spLocks noChangeArrowheads="1"/>
            </p:cNvSpPr>
            <p:nvPr/>
          </p:nvSpPr>
          <p:spPr bwMode="auto">
            <a:xfrm>
              <a:off x="990601" y="52444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8" name="Oval 57"/>
            <p:cNvSpPr>
              <a:spLocks noChangeArrowheads="1"/>
            </p:cNvSpPr>
            <p:nvPr/>
          </p:nvSpPr>
          <p:spPr bwMode="auto">
            <a:xfrm>
              <a:off x="952501" y="52825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79" name="Oval 58"/>
            <p:cNvSpPr>
              <a:spLocks noChangeArrowheads="1"/>
            </p:cNvSpPr>
            <p:nvPr/>
          </p:nvSpPr>
          <p:spPr bwMode="auto">
            <a:xfrm>
              <a:off x="990601" y="52825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0" name="Oval 59"/>
            <p:cNvSpPr>
              <a:spLocks noChangeArrowheads="1"/>
            </p:cNvSpPr>
            <p:nvPr/>
          </p:nvSpPr>
          <p:spPr bwMode="auto">
            <a:xfrm>
              <a:off x="952501" y="53206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1" name="Oval 60"/>
            <p:cNvSpPr>
              <a:spLocks noChangeArrowheads="1"/>
            </p:cNvSpPr>
            <p:nvPr/>
          </p:nvSpPr>
          <p:spPr bwMode="auto">
            <a:xfrm>
              <a:off x="990601" y="5320680"/>
              <a:ext cx="25400" cy="26988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2" name="Oval 61"/>
            <p:cNvSpPr>
              <a:spLocks noChangeArrowheads="1"/>
            </p:cNvSpPr>
            <p:nvPr/>
          </p:nvSpPr>
          <p:spPr bwMode="auto">
            <a:xfrm>
              <a:off x="952501" y="5360368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3" name="Oval 62"/>
            <p:cNvSpPr>
              <a:spLocks noChangeArrowheads="1"/>
            </p:cNvSpPr>
            <p:nvPr/>
          </p:nvSpPr>
          <p:spPr bwMode="auto">
            <a:xfrm>
              <a:off x="990601" y="5360368"/>
              <a:ext cx="25400" cy="25400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4" name="Rectangle 126"/>
            <p:cNvSpPr>
              <a:spLocks noChangeArrowheads="1"/>
            </p:cNvSpPr>
            <p:nvPr/>
          </p:nvSpPr>
          <p:spPr bwMode="auto">
            <a:xfrm>
              <a:off x="1037738" y="4644405"/>
              <a:ext cx="44450" cy="765175"/>
            </a:xfrm>
            <a:prstGeom prst="rect">
              <a:avLst/>
            </a:prstGeom>
            <a:solidFill>
              <a:srgbClr val="93BBD1"/>
            </a:solidFill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5" name="Line 127"/>
            <p:cNvSpPr>
              <a:spLocks noChangeShapeType="1"/>
            </p:cNvSpPr>
            <p:nvPr/>
          </p:nvSpPr>
          <p:spPr bwMode="auto">
            <a:xfrm>
              <a:off x="1059963" y="502540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Line 128"/>
            <p:cNvSpPr>
              <a:spLocks noChangeShapeType="1"/>
            </p:cNvSpPr>
            <p:nvPr/>
          </p:nvSpPr>
          <p:spPr bwMode="auto">
            <a:xfrm>
              <a:off x="1059963" y="5025405"/>
              <a:ext cx="0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Rectangle 134"/>
            <p:cNvSpPr>
              <a:spLocks noChangeArrowheads="1"/>
            </p:cNvSpPr>
            <p:nvPr/>
          </p:nvSpPr>
          <p:spPr bwMode="auto">
            <a:xfrm>
              <a:off x="771526" y="4987305"/>
              <a:ext cx="15875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8" name="Rectangle 135"/>
            <p:cNvSpPr>
              <a:spLocks noChangeArrowheads="1"/>
            </p:cNvSpPr>
            <p:nvPr/>
          </p:nvSpPr>
          <p:spPr bwMode="auto">
            <a:xfrm>
              <a:off x="771526" y="4987305"/>
              <a:ext cx="15875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89" name="Rectangle 136"/>
            <p:cNvSpPr>
              <a:spLocks noChangeArrowheads="1"/>
            </p:cNvSpPr>
            <p:nvPr/>
          </p:nvSpPr>
          <p:spPr bwMode="auto">
            <a:xfrm>
              <a:off x="771526" y="4973018"/>
              <a:ext cx="15875" cy="1428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0" name="Rectangle 137"/>
            <p:cNvSpPr>
              <a:spLocks noChangeArrowheads="1"/>
            </p:cNvSpPr>
            <p:nvPr/>
          </p:nvSpPr>
          <p:spPr bwMode="auto">
            <a:xfrm>
              <a:off x="771526" y="4973018"/>
              <a:ext cx="15875" cy="14288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1" name="Rectangle 138"/>
            <p:cNvSpPr>
              <a:spLocks noChangeArrowheads="1"/>
            </p:cNvSpPr>
            <p:nvPr/>
          </p:nvSpPr>
          <p:spPr bwMode="auto">
            <a:xfrm>
              <a:off x="822326" y="5069855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2" name="Rectangle 139"/>
            <p:cNvSpPr>
              <a:spLocks noChangeArrowheads="1"/>
            </p:cNvSpPr>
            <p:nvPr/>
          </p:nvSpPr>
          <p:spPr bwMode="auto">
            <a:xfrm>
              <a:off x="822326" y="5069855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3" name="Rectangle 140"/>
            <p:cNvSpPr>
              <a:spLocks noChangeArrowheads="1"/>
            </p:cNvSpPr>
            <p:nvPr/>
          </p:nvSpPr>
          <p:spPr bwMode="auto">
            <a:xfrm>
              <a:off x="828676" y="4725368"/>
              <a:ext cx="12700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4" name="Rectangle 141"/>
            <p:cNvSpPr>
              <a:spLocks noChangeArrowheads="1"/>
            </p:cNvSpPr>
            <p:nvPr/>
          </p:nvSpPr>
          <p:spPr bwMode="auto">
            <a:xfrm>
              <a:off x="828676" y="4725368"/>
              <a:ext cx="12700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5" name="Rectangle 142"/>
            <p:cNvSpPr>
              <a:spLocks noChangeArrowheads="1"/>
            </p:cNvSpPr>
            <p:nvPr/>
          </p:nvSpPr>
          <p:spPr bwMode="auto">
            <a:xfrm>
              <a:off x="814389" y="47253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6" name="Rectangle 143"/>
            <p:cNvSpPr>
              <a:spLocks noChangeArrowheads="1"/>
            </p:cNvSpPr>
            <p:nvPr/>
          </p:nvSpPr>
          <p:spPr bwMode="auto">
            <a:xfrm>
              <a:off x="814389" y="47253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7" name="Rectangle 144"/>
            <p:cNvSpPr>
              <a:spLocks noChangeArrowheads="1"/>
            </p:cNvSpPr>
            <p:nvPr/>
          </p:nvSpPr>
          <p:spPr bwMode="auto">
            <a:xfrm>
              <a:off x="841376" y="4725368"/>
              <a:ext cx="14288" cy="12700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8" name="Rectangle 145"/>
            <p:cNvSpPr>
              <a:spLocks noChangeArrowheads="1"/>
            </p:cNvSpPr>
            <p:nvPr/>
          </p:nvSpPr>
          <p:spPr bwMode="auto">
            <a:xfrm>
              <a:off x="841376" y="4725368"/>
              <a:ext cx="14288" cy="12700"/>
            </a:xfrm>
            <a:prstGeom prst="rect">
              <a:avLst/>
            </a:prstGeom>
            <a:noFill/>
            <a:ln w="4763" cap="flat">
              <a:solidFill>
                <a:srgbClr val="93BB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199" name="Freeform 162"/>
            <p:cNvSpPr>
              <a:spLocks/>
            </p:cNvSpPr>
            <p:nvPr/>
          </p:nvSpPr>
          <p:spPr bwMode="auto">
            <a:xfrm>
              <a:off x="673101" y="4679330"/>
              <a:ext cx="409087" cy="430213"/>
            </a:xfrm>
            <a:custGeom>
              <a:avLst/>
              <a:gdLst>
                <a:gd name="T0" fmla="*/ 510 w 510"/>
                <a:gd name="T1" fmla="*/ 271 h 271"/>
                <a:gd name="T2" fmla="*/ 0 w 510"/>
                <a:gd name="T3" fmla="*/ 271 h 271"/>
                <a:gd name="T4" fmla="*/ 0 w 510"/>
                <a:gd name="T5" fmla="*/ 0 h 271"/>
                <a:gd name="T6" fmla="*/ 510 w 510"/>
                <a:gd name="T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0" h="271">
                  <a:moveTo>
                    <a:pt x="510" y="271"/>
                  </a:moveTo>
                  <a:lnTo>
                    <a:pt x="0" y="271"/>
                  </a:lnTo>
                  <a:lnTo>
                    <a:pt x="0" y="0"/>
                  </a:lnTo>
                  <a:lnTo>
                    <a:pt x="510" y="0"/>
                  </a:lnTo>
                </a:path>
              </a:pathLst>
            </a:cu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0" name="Line 163"/>
            <p:cNvSpPr>
              <a:spLocks noChangeShapeType="1"/>
            </p:cNvSpPr>
            <p:nvPr/>
          </p:nvSpPr>
          <p:spPr bwMode="auto">
            <a:xfrm flipH="1">
              <a:off x="609601" y="4679330"/>
              <a:ext cx="80963" cy="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Freeform 164"/>
            <p:cNvSpPr>
              <a:spLocks/>
            </p:cNvSpPr>
            <p:nvPr/>
          </p:nvSpPr>
          <p:spPr bwMode="auto">
            <a:xfrm>
              <a:off x="804864" y="4679330"/>
              <a:ext cx="0" cy="730250"/>
            </a:xfrm>
            <a:custGeom>
              <a:avLst/>
              <a:gdLst>
                <a:gd name="T0" fmla="*/ 0 h 460"/>
                <a:gd name="T1" fmla="*/ 460 h 460"/>
                <a:gd name="T2" fmla="*/ 0 h 46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460">
                  <a:moveTo>
                    <a:pt x="0" y="0"/>
                  </a:moveTo>
                  <a:lnTo>
                    <a:pt x="0" y="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2" name="Line 165"/>
            <p:cNvSpPr>
              <a:spLocks noChangeShapeType="1"/>
            </p:cNvSpPr>
            <p:nvPr/>
          </p:nvSpPr>
          <p:spPr bwMode="auto">
            <a:xfrm>
              <a:off x="804864" y="4679330"/>
              <a:ext cx="0" cy="730250"/>
            </a:xfrm>
            <a:prstGeom prst="line">
              <a:avLst/>
            </a:prstGeom>
            <a:noFill/>
            <a:ln w="19050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3" name="Line 166"/>
            <p:cNvSpPr>
              <a:spLocks noChangeShapeType="1"/>
            </p:cNvSpPr>
            <p:nvPr/>
          </p:nvSpPr>
          <p:spPr bwMode="auto">
            <a:xfrm>
              <a:off x="676276" y="4741243"/>
              <a:ext cx="358775" cy="0"/>
            </a:xfrm>
            <a:prstGeom prst="lin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Line 167"/>
            <p:cNvSpPr>
              <a:spLocks noChangeShapeType="1"/>
            </p:cNvSpPr>
            <p:nvPr/>
          </p:nvSpPr>
          <p:spPr bwMode="auto">
            <a:xfrm>
              <a:off x="676276" y="4722193"/>
              <a:ext cx="358775" cy="0"/>
            </a:xfrm>
            <a:prstGeom prst="lin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5" name="Rectangle 168"/>
            <p:cNvSpPr>
              <a:spLocks noChangeArrowheads="1"/>
            </p:cNvSpPr>
            <p:nvPr/>
          </p:nvSpPr>
          <p:spPr bwMode="auto">
            <a:xfrm>
              <a:off x="822326" y="4692030"/>
              <a:ext cx="92075" cy="25400"/>
            </a:xfrm>
            <a:prstGeom prst="rect">
              <a:avLst/>
            </a:prstGeom>
            <a:solidFill>
              <a:srgbClr val="006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06" name="Oval 169"/>
            <p:cNvSpPr>
              <a:spLocks noChangeArrowheads="1"/>
            </p:cNvSpPr>
            <p:nvPr/>
          </p:nvSpPr>
          <p:spPr bwMode="auto">
            <a:xfrm>
              <a:off x="687389" y="4692030"/>
              <a:ext cx="22225" cy="22225"/>
            </a:xfrm>
            <a:prstGeom prst="ellipse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07" name="Rectangle 170"/>
            <p:cNvSpPr>
              <a:spLocks noChangeArrowheads="1"/>
            </p:cNvSpPr>
            <p:nvPr/>
          </p:nvSpPr>
          <p:spPr bwMode="auto">
            <a:xfrm>
              <a:off x="609601" y="5206380"/>
              <a:ext cx="109538" cy="196850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08" name="Rectangle 171"/>
            <p:cNvSpPr>
              <a:spLocks noChangeArrowheads="1"/>
            </p:cNvSpPr>
            <p:nvPr/>
          </p:nvSpPr>
          <p:spPr bwMode="auto">
            <a:xfrm>
              <a:off x="609601" y="5249243"/>
              <a:ext cx="109538" cy="71438"/>
            </a:xfrm>
            <a:prstGeom prst="rect">
              <a:avLst/>
            </a:prstGeom>
            <a:noFill/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09" name="Rectangle 172"/>
            <p:cNvSpPr>
              <a:spLocks noChangeArrowheads="1"/>
            </p:cNvSpPr>
            <p:nvPr/>
          </p:nvSpPr>
          <p:spPr bwMode="auto">
            <a:xfrm>
              <a:off x="635001" y="5261943"/>
              <a:ext cx="63500" cy="141288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0" name="Oval 173"/>
            <p:cNvSpPr>
              <a:spLocks noChangeArrowheads="1"/>
            </p:cNvSpPr>
            <p:nvPr/>
          </p:nvSpPr>
          <p:spPr bwMode="auto">
            <a:xfrm>
              <a:off x="642939" y="5274643"/>
              <a:ext cx="20638" cy="22225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1" name="Oval 174"/>
            <p:cNvSpPr>
              <a:spLocks noChangeArrowheads="1"/>
            </p:cNvSpPr>
            <p:nvPr/>
          </p:nvSpPr>
          <p:spPr bwMode="auto">
            <a:xfrm>
              <a:off x="669926" y="5274643"/>
              <a:ext cx="22225" cy="22225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2" name="Oval 175"/>
            <p:cNvSpPr>
              <a:spLocks noChangeArrowheads="1"/>
            </p:cNvSpPr>
            <p:nvPr/>
          </p:nvSpPr>
          <p:spPr bwMode="auto">
            <a:xfrm>
              <a:off x="642939" y="5369893"/>
              <a:ext cx="20638" cy="20638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3" name="Oval 176"/>
            <p:cNvSpPr>
              <a:spLocks noChangeArrowheads="1"/>
            </p:cNvSpPr>
            <p:nvPr/>
          </p:nvSpPr>
          <p:spPr bwMode="auto">
            <a:xfrm>
              <a:off x="669926" y="5369893"/>
              <a:ext cx="22225" cy="20638"/>
            </a:xfrm>
            <a:prstGeom prst="ellipse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4" name="Rectangle 177"/>
            <p:cNvSpPr>
              <a:spLocks noChangeArrowheads="1"/>
            </p:cNvSpPr>
            <p:nvPr/>
          </p:nvSpPr>
          <p:spPr bwMode="auto">
            <a:xfrm>
              <a:off x="635001" y="5304805"/>
              <a:ext cx="63500" cy="11113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5" name="Rectangle 178"/>
            <p:cNvSpPr>
              <a:spLocks noChangeArrowheads="1"/>
            </p:cNvSpPr>
            <p:nvPr/>
          </p:nvSpPr>
          <p:spPr bwMode="auto">
            <a:xfrm>
              <a:off x="635001" y="5350843"/>
              <a:ext cx="63500" cy="9525"/>
            </a:xfrm>
            <a:prstGeom prst="rect">
              <a:avLst/>
            </a:prstGeom>
            <a:solidFill>
              <a:srgbClr val="93BBD1"/>
            </a:solidFill>
            <a:ln w="4763" cap="flat">
              <a:solidFill>
                <a:srgbClr val="00648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  <p:sp>
          <p:nvSpPr>
            <p:cNvPr id="216" name="Rectangle 179"/>
            <p:cNvSpPr>
              <a:spLocks noChangeArrowheads="1"/>
            </p:cNvSpPr>
            <p:nvPr/>
          </p:nvSpPr>
          <p:spPr bwMode="auto">
            <a:xfrm>
              <a:off x="947739" y="4728543"/>
              <a:ext cx="7938" cy="7938"/>
            </a:xfrm>
            <a:prstGeom prst="rect">
              <a:avLst/>
            </a:prstGeom>
            <a:solidFill>
              <a:srgbClr val="E5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Arial"/>
                <a:ea typeface="宋体"/>
                <a:sym typeface="Arial"/>
              </a:endParaRPr>
            </a:p>
          </p:txBody>
        </p:sp>
      </p:grpSp>
      <p:pic>
        <p:nvPicPr>
          <p:cNvPr id="217" name="Picture 3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1587" y="4240387"/>
            <a:ext cx="388970" cy="81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8" name="Textfeld 246"/>
          <p:cNvSpPr txBox="1"/>
          <p:nvPr/>
        </p:nvSpPr>
        <p:spPr>
          <a:xfrm>
            <a:off x="9801361" y="388749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管理器</a:t>
            </a:r>
          </a:p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（自动）  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19" name="Textfeld 247"/>
          <p:cNvSpPr txBox="1"/>
          <p:nvPr/>
        </p:nvSpPr>
        <p:spPr>
          <a:xfrm>
            <a:off x="9756948" y="6062313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0" name="Textfeld 248"/>
          <p:cNvSpPr txBox="1"/>
          <p:nvPr/>
        </p:nvSpPr>
        <p:spPr>
          <a:xfrm>
            <a:off x="10872898" y="6063439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客户端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1" name="Textfeld 249"/>
          <p:cNvSpPr txBox="1"/>
          <p:nvPr/>
        </p:nvSpPr>
        <p:spPr>
          <a:xfrm>
            <a:off x="10920124" y="388749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MRP </a:t>
            </a: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管理器</a:t>
            </a:r>
          </a:p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（自动）  </a:t>
            </a:r>
            <a:endParaRPr lang="zh-CN" altLang="en-US" sz="1000" dirty="0">
              <a:solidFill>
                <a:prstClr val="black"/>
              </a:solidFill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2" name="Rechteck 221"/>
          <p:cNvSpPr/>
          <p:nvPr/>
        </p:nvSpPr>
        <p:spPr>
          <a:xfrm>
            <a:off x="9958192" y="4797668"/>
            <a:ext cx="248386" cy="428658"/>
          </a:xfrm>
          <a:prstGeom prst="rect">
            <a:avLst/>
          </a:prstGeom>
          <a:solidFill>
            <a:srgbClr val="FFFFFF">
              <a:alpha val="7098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223" name="Gewitterblitz 222"/>
          <p:cNvSpPr/>
          <p:nvPr/>
        </p:nvSpPr>
        <p:spPr>
          <a:xfrm>
            <a:off x="9973994" y="4989357"/>
            <a:ext cx="216024" cy="288032"/>
          </a:xfrm>
          <a:prstGeom prst="lightningBolt">
            <a:avLst/>
          </a:prstGeom>
          <a:solidFill>
            <a:srgbClr val="C0504D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pic>
        <p:nvPicPr>
          <p:cNvPr id="224" name="Picture 2" descr="C:\Users\adnuan0\AppData\Local\Microsoft\Windows\Temporary Internet Files\Content.IE5\6FOORCM5\G_SY02_XX_01865I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11587" y="5286711"/>
            <a:ext cx="287287" cy="79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" name="Gebogener Pfeil 224"/>
          <p:cNvSpPr/>
          <p:nvPr/>
        </p:nvSpPr>
        <p:spPr>
          <a:xfrm rot="15170189" flipH="1">
            <a:off x="7922768" y="4982535"/>
            <a:ext cx="690412" cy="543907"/>
          </a:xfrm>
          <a:prstGeom prst="circularArrow">
            <a:avLst>
              <a:gd name="adj1" fmla="val 4720"/>
              <a:gd name="adj2" fmla="val 1142319"/>
              <a:gd name="adj3" fmla="val 20534815"/>
              <a:gd name="adj4" fmla="val 12277668"/>
              <a:gd name="adj5" fmla="val 12638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rgbClr val="000000"/>
              </a:solidFill>
              <a:latin typeface="Arial"/>
              <a:ea typeface="宋体"/>
              <a:sym typeface="Arial"/>
            </a:endParaRPr>
          </a:p>
        </p:txBody>
      </p:sp>
      <p:pic>
        <p:nvPicPr>
          <p:cNvPr id="227" name="Picture 5" descr="Profinet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9088677" y="2637480"/>
            <a:ext cx="574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" name="Picture 5" descr="Profinet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46278" y="5041933"/>
            <a:ext cx="574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9" name="Picture 5" descr="Profinet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0633527" y="5041933"/>
            <a:ext cx="574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0" name="Ellipse 229"/>
          <p:cNvSpPr/>
          <p:nvPr/>
        </p:nvSpPr>
        <p:spPr>
          <a:xfrm>
            <a:off x="8981355" y="1762194"/>
            <a:ext cx="144016" cy="144016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Arial"/>
              <a:ea typeface="宋体"/>
              <a:sym typeface="Arial"/>
            </a:endParaRPr>
          </a:p>
        </p:txBody>
      </p:sp>
      <p:pic>
        <p:nvPicPr>
          <p:cNvPr id="231" name="Picture 3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646" y="4260518"/>
            <a:ext cx="388970" cy="81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2" name="Picture 3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498" y="4247406"/>
            <a:ext cx="388970" cy="81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3" name="Gebogener Pfeil 232"/>
          <p:cNvSpPr/>
          <p:nvPr/>
        </p:nvSpPr>
        <p:spPr>
          <a:xfrm rot="9280041" flipH="1" flipV="1">
            <a:off x="10401241" y="4787282"/>
            <a:ext cx="777829" cy="507996"/>
          </a:xfrm>
          <a:prstGeom prst="circularArrow">
            <a:avLst>
              <a:gd name="adj1" fmla="val 4720"/>
              <a:gd name="adj2" fmla="val 1142319"/>
              <a:gd name="adj3" fmla="val 20534815"/>
              <a:gd name="adj4" fmla="val 13271315"/>
              <a:gd name="adj5" fmla="val 12638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rgbClr val="000000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234" name="Rechteck 233"/>
          <p:cNvSpPr/>
          <p:nvPr/>
        </p:nvSpPr>
        <p:spPr>
          <a:xfrm>
            <a:off x="8170104" y="4393823"/>
            <a:ext cx="74090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altLang="zh-CN" sz="9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S7-1500R/H</a:t>
            </a:r>
            <a:endParaRPr lang="zh-CN" altLang="en-US" sz="900" dirty="0"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5" name="Rechteck 234"/>
          <p:cNvSpPr/>
          <p:nvPr/>
        </p:nvSpPr>
        <p:spPr>
          <a:xfrm>
            <a:off x="10499741" y="4393823"/>
            <a:ext cx="74090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altLang="zh-CN" sz="900" b="0" i="0" u="none" baseline="0" dirty="0">
                <a:solidFill>
                  <a:prstClr val="black"/>
                </a:solidFill>
                <a:latin typeface="Calibri" panose="020F0502020204030204" pitchFamily="34" charset="0"/>
                <a:ea typeface="宋体"/>
                <a:cs typeface="Calibri" panose="020F0502020204030204" pitchFamily="34" charset="0"/>
                <a:sym typeface="Arial"/>
              </a:rPr>
              <a:t>S7-1500R/H</a:t>
            </a:r>
            <a:endParaRPr lang="zh-CN" altLang="en-US" sz="900" dirty="0">
              <a:latin typeface="Calibri" panose="020F0502020204030204" pitchFamily="34" charset="0"/>
              <a:ea typeface="宋体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2428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F86FB14-5F95-48EC-9C2E-427510D5425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549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F86FB14-5F95-48EC-9C2E-427510D54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2E4829C-0CA3-4D4D-BD27-9F833FF4AE3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6EFEC-679D-43D1-89FF-017FAAF3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R-CPU </a:t>
            </a: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的基本系统组态</a:t>
            </a:r>
            <a:endParaRPr lang="en-US" dirty="0"/>
          </a:p>
        </p:txBody>
      </p:sp>
      <p:sp>
        <p:nvSpPr>
          <p:cNvPr id="6" name="Rechteck 60">
            <a:extLst>
              <a:ext uri="{FF2B5EF4-FFF2-40B4-BE49-F238E27FC236}">
                <a16:creationId xmlns:a16="http://schemas.microsoft.com/office/drawing/2014/main" id="{D42186C5-DC07-43C6-AA66-21AE9EF10D5B}"/>
              </a:ext>
            </a:extLst>
          </p:cNvPr>
          <p:cNvSpPr/>
          <p:nvPr/>
        </p:nvSpPr>
        <p:spPr bwMode="auto">
          <a:xfrm>
            <a:off x="627063" y="1449388"/>
            <a:ext cx="3600450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7" name="Richtungspfeil 4">
            <a:extLst>
              <a:ext uri="{FF2B5EF4-FFF2-40B4-BE49-F238E27FC236}">
                <a16:creationId xmlns:a16="http://schemas.microsoft.com/office/drawing/2014/main" id="{236307E3-563E-4220-8D9A-EBB04B102D7C}"/>
              </a:ext>
            </a:extLst>
          </p:cNvPr>
          <p:cNvSpPr>
            <a:spLocks/>
          </p:cNvSpPr>
          <p:nvPr/>
        </p:nvSpPr>
        <p:spPr bwMode="gray">
          <a:xfrm>
            <a:off x="4370388" y="1439999"/>
            <a:ext cx="7342609" cy="4075697"/>
          </a:xfrm>
          <a:prstGeom prst="rect">
            <a:avLst/>
          </a:prstGeom>
          <a:gradFill flip="none" rotWithShape="1"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144000" rIns="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结构</a:t>
            </a:r>
          </a:p>
          <a:p>
            <a:pPr algn="l" rtl="0">
              <a:spcBef>
                <a:spcPts val="0"/>
              </a:spcBef>
              <a:spcAft>
                <a:spcPts val="600"/>
              </a:spcAft>
            </a:pPr>
            <a:endParaRPr lang="zh-CN" altLang="en-US" b="1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MRP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环网必须连接到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X1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端口</a:t>
            </a: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endParaRPr lang="zh-CN" altLang="en-US" sz="2000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通过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PN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环网进行同步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–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此网段中无设备</a:t>
            </a: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endParaRPr lang="zh-CN" altLang="en-US" sz="2000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S1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设备应通过交换机连接到环网</a:t>
            </a:r>
            <a:r>
              <a:rPr lang="en-US" altLang="zh-CN" b="0" i="0" u="none" baseline="3000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1)</a:t>
            </a:r>
          </a:p>
          <a:p>
            <a:pPr marL="538163">
              <a:spcBef>
                <a:spcPts val="0"/>
              </a:spcBef>
              <a:spcAft>
                <a:spcPts val="600"/>
              </a:spcAft>
            </a:pPr>
            <a:endParaRPr lang="zh-CN" altLang="en-US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S2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设备可集成到环网中，也可通过交换机分隔</a:t>
            </a:r>
          </a:p>
        </p:txBody>
      </p:sp>
      <p:sp>
        <p:nvSpPr>
          <p:cNvPr id="8" name="Oval 132">
            <a:extLst>
              <a:ext uri="{FF2B5EF4-FFF2-40B4-BE49-F238E27FC236}">
                <a16:creationId xmlns:a16="http://schemas.microsoft.com/office/drawing/2014/main" id="{CDEB419C-3CC8-4C82-9B9B-E867E7EB46D8}"/>
              </a:ext>
            </a:extLst>
          </p:cNvPr>
          <p:cNvSpPr/>
          <p:nvPr/>
        </p:nvSpPr>
        <p:spPr bwMode="auto">
          <a:xfrm>
            <a:off x="4514999" y="2259513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1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9" name="Oval 132">
            <a:extLst>
              <a:ext uri="{FF2B5EF4-FFF2-40B4-BE49-F238E27FC236}">
                <a16:creationId xmlns:a16="http://schemas.microsoft.com/office/drawing/2014/main" id="{F621EBE3-A6C2-44B5-AD0D-EEBD0171D78A}"/>
              </a:ext>
            </a:extLst>
          </p:cNvPr>
          <p:cNvSpPr/>
          <p:nvPr/>
        </p:nvSpPr>
        <p:spPr bwMode="auto">
          <a:xfrm>
            <a:off x="4514999" y="2980523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2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0" name="Oval 132">
            <a:extLst>
              <a:ext uri="{FF2B5EF4-FFF2-40B4-BE49-F238E27FC236}">
                <a16:creationId xmlns:a16="http://schemas.microsoft.com/office/drawing/2014/main" id="{36134291-4DB6-40A4-B2EB-AD127EF50E3B}"/>
              </a:ext>
            </a:extLst>
          </p:cNvPr>
          <p:cNvSpPr/>
          <p:nvPr/>
        </p:nvSpPr>
        <p:spPr bwMode="auto">
          <a:xfrm>
            <a:off x="4514999" y="3700603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3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pic>
        <p:nvPicPr>
          <p:cNvPr id="11" name="Grafik 56">
            <a:extLst>
              <a:ext uri="{FF2B5EF4-FFF2-40B4-BE49-F238E27FC236}">
                <a16:creationId xmlns:a16="http://schemas.microsoft.com/office/drawing/2014/main" id="{9DF3EDB6-0224-48C6-B47A-CD828A4CB1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026" y="2259513"/>
            <a:ext cx="705773" cy="1461365"/>
          </a:xfrm>
          <a:prstGeom prst="rect">
            <a:avLst/>
          </a:prstGeom>
        </p:spPr>
      </p:pic>
      <p:pic>
        <p:nvPicPr>
          <p:cNvPr id="12" name="Grafik 57">
            <a:extLst>
              <a:ext uri="{FF2B5EF4-FFF2-40B4-BE49-F238E27FC236}">
                <a16:creationId xmlns:a16="http://schemas.microsoft.com/office/drawing/2014/main" id="{1942E034-C1A1-4958-B343-750F137E11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110" y="2259513"/>
            <a:ext cx="705773" cy="1461365"/>
          </a:xfrm>
          <a:prstGeom prst="rect">
            <a:avLst/>
          </a:prstGeom>
        </p:spPr>
      </p:pic>
      <p:sp>
        <p:nvSpPr>
          <p:cNvPr id="13" name="AutoShape 127">
            <a:extLst>
              <a:ext uri="{FF2B5EF4-FFF2-40B4-BE49-F238E27FC236}">
                <a16:creationId xmlns:a16="http://schemas.microsoft.com/office/drawing/2014/main" id="{0DA43850-54FB-4295-BEA7-3EA92C771A8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522372" y="2372134"/>
            <a:ext cx="645919" cy="1377314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lIns="117263" tIns="58631" rIns="117263" bIns="58631">
            <a:noAutofit/>
          </a:bodyPr>
          <a:lstStyle/>
          <a:p>
            <a:pPr algn="l" rtl="0">
              <a:defRPr/>
            </a:pPr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14" name="Group 146">
            <a:extLst>
              <a:ext uri="{FF2B5EF4-FFF2-40B4-BE49-F238E27FC236}">
                <a16:creationId xmlns:a16="http://schemas.microsoft.com/office/drawing/2014/main" id="{A98AB57C-7D34-4332-86A9-85CBF7A26D7A}"/>
              </a:ext>
            </a:extLst>
          </p:cNvPr>
          <p:cNvGrpSpPr>
            <a:grpSpLocks/>
          </p:cNvGrpSpPr>
          <p:nvPr/>
        </p:nvGrpSpPr>
        <p:grpSpPr bwMode="auto">
          <a:xfrm>
            <a:off x="3058141" y="3393067"/>
            <a:ext cx="184245" cy="234314"/>
            <a:chOff x="532" y="2290"/>
            <a:chExt cx="87" cy="123"/>
          </a:xfrm>
        </p:grpSpPr>
        <p:sp>
          <p:nvSpPr>
            <p:cNvPr id="15" name="Rectangle 147">
              <a:extLst>
                <a:ext uri="{FF2B5EF4-FFF2-40B4-BE49-F238E27FC236}">
                  <a16:creationId xmlns:a16="http://schemas.microsoft.com/office/drawing/2014/main" id="{6A113F54-1DE4-4530-B64E-274819AD0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148">
              <a:extLst>
                <a:ext uri="{FF2B5EF4-FFF2-40B4-BE49-F238E27FC236}">
                  <a16:creationId xmlns:a16="http://schemas.microsoft.com/office/drawing/2014/main" id="{9A39D226-AE75-4D66-8715-93E7EF2E4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7" name="Rectangle 149">
            <a:extLst>
              <a:ext uri="{FF2B5EF4-FFF2-40B4-BE49-F238E27FC236}">
                <a16:creationId xmlns:a16="http://schemas.microsoft.com/office/drawing/2014/main" id="{D566FE41-7EFC-40CC-922A-1B4E77C1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732" y="3474982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8" name="AutoShape 150">
            <a:extLst>
              <a:ext uri="{FF2B5EF4-FFF2-40B4-BE49-F238E27FC236}">
                <a16:creationId xmlns:a16="http://schemas.microsoft.com/office/drawing/2014/main" id="{B01DB9A1-475E-4564-8795-2B510F376EF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921332" y="2398657"/>
            <a:ext cx="645920" cy="137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7263" tIns="58631" rIns="117263" bIns="58631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19" name="Group 169">
            <a:extLst>
              <a:ext uri="{FF2B5EF4-FFF2-40B4-BE49-F238E27FC236}">
                <a16:creationId xmlns:a16="http://schemas.microsoft.com/office/drawing/2014/main" id="{FCE197BF-1FB8-4AC3-B4FA-7B42E08633AB}"/>
              </a:ext>
            </a:extLst>
          </p:cNvPr>
          <p:cNvGrpSpPr>
            <a:grpSpLocks/>
          </p:cNvGrpSpPr>
          <p:nvPr/>
        </p:nvGrpSpPr>
        <p:grpSpPr bwMode="auto">
          <a:xfrm>
            <a:off x="1327944" y="3393067"/>
            <a:ext cx="184247" cy="234314"/>
            <a:chOff x="532" y="2290"/>
            <a:chExt cx="87" cy="123"/>
          </a:xfrm>
        </p:grpSpPr>
        <p:sp>
          <p:nvSpPr>
            <p:cNvPr id="20" name="Rectangle 170">
              <a:extLst>
                <a:ext uri="{FF2B5EF4-FFF2-40B4-BE49-F238E27FC236}">
                  <a16:creationId xmlns:a16="http://schemas.microsoft.com/office/drawing/2014/main" id="{CC325DAC-C5BE-49A6-A572-4ACAC245A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Rectangle 171">
              <a:extLst>
                <a:ext uri="{FF2B5EF4-FFF2-40B4-BE49-F238E27FC236}">
                  <a16:creationId xmlns:a16="http://schemas.microsoft.com/office/drawing/2014/main" id="{098E75E3-E828-455D-993A-7B05BBB70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2" name="Rectangle 172">
            <a:extLst>
              <a:ext uri="{FF2B5EF4-FFF2-40B4-BE49-F238E27FC236}">
                <a16:creationId xmlns:a16="http://schemas.microsoft.com/office/drawing/2014/main" id="{39E40B14-C6AE-4441-95FC-A025C6BC9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534" y="3474982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3" name="Freeform 251">
            <a:extLst>
              <a:ext uri="{FF2B5EF4-FFF2-40B4-BE49-F238E27FC236}">
                <a16:creationId xmlns:a16="http://schemas.microsoft.com/office/drawing/2014/main" id="{530C5BED-425B-4500-82EF-54C372E9B86A}"/>
              </a:ext>
            </a:extLst>
          </p:cNvPr>
          <p:cNvSpPr>
            <a:spLocks/>
          </p:cNvSpPr>
          <p:nvPr/>
        </p:nvSpPr>
        <p:spPr bwMode="auto">
          <a:xfrm>
            <a:off x="1402065" y="3284482"/>
            <a:ext cx="1662449" cy="568056"/>
          </a:xfrm>
          <a:custGeom>
            <a:avLst/>
            <a:gdLst>
              <a:gd name="T0" fmla="*/ 0 w 743"/>
              <a:gd name="T1" fmla="*/ 0 h 346"/>
              <a:gd name="T2" fmla="*/ 2147483647 w 743"/>
              <a:gd name="T3" fmla="*/ 0 h 346"/>
              <a:gd name="T4" fmla="*/ 2147483647 w 743"/>
              <a:gd name="T5" fmla="*/ 2147483647 h 346"/>
              <a:gd name="T6" fmla="*/ 2147483647 w 743"/>
              <a:gd name="T7" fmla="*/ 2147483647 h 346"/>
              <a:gd name="T8" fmla="*/ 2147483647 w 743"/>
              <a:gd name="T9" fmla="*/ 2147483647 h 346"/>
              <a:gd name="T10" fmla="*/ 2147483647 w 743"/>
              <a:gd name="T11" fmla="*/ 2147483647 h 3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43" h="346">
                <a:moveTo>
                  <a:pt x="0" y="0"/>
                </a:moveTo>
                <a:lnTo>
                  <a:pt x="101" y="0"/>
                </a:lnTo>
                <a:lnTo>
                  <a:pt x="101" y="346"/>
                </a:lnTo>
                <a:lnTo>
                  <a:pt x="690" y="346"/>
                </a:lnTo>
                <a:lnTo>
                  <a:pt x="690" y="1"/>
                </a:lnTo>
                <a:lnTo>
                  <a:pt x="743" y="1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BD4C8D-6785-4B4B-90C5-3216639BE17F}"/>
              </a:ext>
            </a:extLst>
          </p:cNvPr>
          <p:cNvGrpSpPr/>
          <p:nvPr/>
        </p:nvGrpSpPr>
        <p:grpSpPr>
          <a:xfrm>
            <a:off x="1327944" y="3162561"/>
            <a:ext cx="184247" cy="234316"/>
            <a:chOff x="2748400" y="2811031"/>
            <a:chExt cx="184247" cy="234316"/>
          </a:xfrm>
        </p:grpSpPr>
        <p:grpSp>
          <p:nvGrpSpPr>
            <p:cNvPr id="25" name="Group 165">
              <a:extLst>
                <a:ext uri="{FF2B5EF4-FFF2-40B4-BE49-F238E27FC236}">
                  <a16:creationId xmlns:a16="http://schemas.microsoft.com/office/drawing/2014/main" id="{90133D5B-0161-465D-BAFC-6CE13B489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400" y="2811031"/>
              <a:ext cx="184247" cy="234316"/>
              <a:chOff x="532" y="2169"/>
              <a:chExt cx="87" cy="123"/>
            </a:xfrm>
          </p:grpSpPr>
          <p:sp>
            <p:nvSpPr>
              <p:cNvPr id="27" name="Rectangle 166">
                <a:extLst>
                  <a:ext uri="{FF2B5EF4-FFF2-40B4-BE49-F238E27FC236}">
                    <a16:creationId xmlns:a16="http://schemas.microsoft.com/office/drawing/2014/main" id="{D61B58AB-BBD3-43AD-BD8F-9FD1A2051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167">
                <a:extLst>
                  <a:ext uri="{FF2B5EF4-FFF2-40B4-BE49-F238E27FC236}">
                    <a16:creationId xmlns:a16="http://schemas.microsoft.com/office/drawing/2014/main" id="{0B2CCC0B-BC96-4816-A06C-DA2739108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" name="Rectangle 168">
              <a:extLst>
                <a:ext uri="{FF2B5EF4-FFF2-40B4-BE49-F238E27FC236}">
                  <a16:creationId xmlns:a16="http://schemas.microsoft.com/office/drawing/2014/main" id="{11EC94A4-5D15-45AF-8687-7C64F09CE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73" y="2894852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9" name="Text Box 205">
            <a:extLst>
              <a:ext uri="{FF2B5EF4-FFF2-40B4-BE49-F238E27FC236}">
                <a16:creationId xmlns:a16="http://schemas.microsoft.com/office/drawing/2014/main" id="{9D1E2E54-A7CC-4F4F-BB0C-53ECF4325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110" y="1880828"/>
            <a:ext cx="1095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主 </a:t>
            </a: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151xR</a:t>
            </a:r>
            <a:br>
              <a:rPr lang="zh-CN" altLang="en-US" sz="1100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0" name="Text Box 205">
            <a:extLst>
              <a:ext uri="{FF2B5EF4-FFF2-40B4-BE49-F238E27FC236}">
                <a16:creationId xmlns:a16="http://schemas.microsoft.com/office/drawing/2014/main" id="{4356D3CE-060C-4AAD-B8D6-9DE381B7C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026" y="1880828"/>
            <a:ext cx="1095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备用 </a:t>
            </a: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151xR</a:t>
            </a:r>
            <a:br>
              <a:rPr lang="zh-CN" altLang="en-US" sz="1100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1" name="AutoShape 150">
            <a:extLst>
              <a:ext uri="{FF2B5EF4-FFF2-40B4-BE49-F238E27FC236}">
                <a16:creationId xmlns:a16="http://schemas.microsoft.com/office/drawing/2014/main" id="{B166FB75-50B3-4FF9-BA7E-7BD6BF32E7E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997256" y="2398657"/>
            <a:ext cx="645920" cy="137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7263" tIns="58631" rIns="117263" bIns="58631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32" name="Gerade Verbindung 164">
            <a:extLst>
              <a:ext uri="{FF2B5EF4-FFF2-40B4-BE49-F238E27FC236}">
                <a16:creationId xmlns:a16="http://schemas.microsoft.com/office/drawing/2014/main" id="{3A55F64F-25F4-4D73-9699-97A4ADF29637}"/>
              </a:ext>
            </a:extLst>
          </p:cNvPr>
          <p:cNvCxnSpPr>
            <a:stCxn id="73" idx="0"/>
          </p:cNvCxnSpPr>
          <p:nvPr/>
        </p:nvCxnSpPr>
        <p:spPr bwMode="auto">
          <a:xfrm flipH="1" flipV="1">
            <a:off x="3164040" y="3642987"/>
            <a:ext cx="4236" cy="1209769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" name="Group 142">
            <a:extLst>
              <a:ext uri="{FF2B5EF4-FFF2-40B4-BE49-F238E27FC236}">
                <a16:creationId xmlns:a16="http://schemas.microsoft.com/office/drawing/2014/main" id="{C592527F-AB02-4562-94FF-74DB25739692}"/>
              </a:ext>
            </a:extLst>
          </p:cNvPr>
          <p:cNvGrpSpPr>
            <a:grpSpLocks/>
          </p:cNvGrpSpPr>
          <p:nvPr/>
        </p:nvGrpSpPr>
        <p:grpSpPr bwMode="auto">
          <a:xfrm>
            <a:off x="3058141" y="3162561"/>
            <a:ext cx="184245" cy="234316"/>
            <a:chOff x="532" y="2169"/>
            <a:chExt cx="87" cy="123"/>
          </a:xfrm>
        </p:grpSpPr>
        <p:sp>
          <p:nvSpPr>
            <p:cNvPr id="34" name="Rectangle 143">
              <a:extLst>
                <a:ext uri="{FF2B5EF4-FFF2-40B4-BE49-F238E27FC236}">
                  <a16:creationId xmlns:a16="http://schemas.microsoft.com/office/drawing/2014/main" id="{E90405C9-F135-4F5C-8891-D7D8528B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Rectangle 144">
              <a:extLst>
                <a:ext uri="{FF2B5EF4-FFF2-40B4-BE49-F238E27FC236}">
                  <a16:creationId xmlns:a16="http://schemas.microsoft.com/office/drawing/2014/main" id="{FC71C662-4E79-4049-B513-16504901B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6" name="Rectangle 145">
            <a:extLst>
              <a:ext uri="{FF2B5EF4-FFF2-40B4-BE49-F238E27FC236}">
                <a16:creationId xmlns:a16="http://schemas.microsoft.com/office/drawing/2014/main" id="{A9C0CD1F-CFC9-44DF-B01C-6988FA207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614" y="3246382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7" name="Oval 132">
            <a:extLst>
              <a:ext uri="{FF2B5EF4-FFF2-40B4-BE49-F238E27FC236}">
                <a16:creationId xmlns:a16="http://schemas.microsoft.com/office/drawing/2014/main" id="{7D1595F1-EADF-4BC4-9B25-BB78A36EC8C9}"/>
              </a:ext>
            </a:extLst>
          </p:cNvPr>
          <p:cNvSpPr/>
          <p:nvPr/>
        </p:nvSpPr>
        <p:spPr bwMode="auto">
          <a:xfrm>
            <a:off x="770583" y="3060791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1</a:t>
            </a:r>
          </a:p>
        </p:txBody>
      </p:sp>
      <p:sp>
        <p:nvSpPr>
          <p:cNvPr id="38" name="Oval 132">
            <a:extLst>
              <a:ext uri="{FF2B5EF4-FFF2-40B4-BE49-F238E27FC236}">
                <a16:creationId xmlns:a16="http://schemas.microsoft.com/office/drawing/2014/main" id="{D1B081F0-97A0-4F8F-8CF2-70D4807F3D72}"/>
              </a:ext>
            </a:extLst>
          </p:cNvPr>
          <p:cNvSpPr/>
          <p:nvPr/>
        </p:nvSpPr>
        <p:spPr bwMode="auto">
          <a:xfrm>
            <a:off x="2175425" y="3392996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</a:pPr>
            <a:r>
              <a:rPr lang="en-US" altLang="zh-CN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2</a:t>
            </a:r>
          </a:p>
        </p:txBody>
      </p:sp>
      <p:sp>
        <p:nvSpPr>
          <p:cNvPr id="39" name="Oval 132">
            <a:extLst>
              <a:ext uri="{FF2B5EF4-FFF2-40B4-BE49-F238E27FC236}">
                <a16:creationId xmlns:a16="http://schemas.microsoft.com/office/drawing/2014/main" id="{AF484DAE-F6F6-4719-AB75-4D9E71AED1E0}"/>
              </a:ext>
            </a:extLst>
          </p:cNvPr>
          <p:cNvSpPr/>
          <p:nvPr/>
        </p:nvSpPr>
        <p:spPr bwMode="auto">
          <a:xfrm>
            <a:off x="1187205" y="4345936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</a:pPr>
            <a:r>
              <a:rPr lang="en-US" altLang="zh-CN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3</a:t>
            </a:r>
          </a:p>
        </p:txBody>
      </p:sp>
      <p:sp>
        <p:nvSpPr>
          <p:cNvPr id="40" name="Textfeld 99">
            <a:extLst>
              <a:ext uri="{FF2B5EF4-FFF2-40B4-BE49-F238E27FC236}">
                <a16:creationId xmlns:a16="http://schemas.microsoft.com/office/drawing/2014/main" id="{890386C9-CEA7-4465-B74B-A9FC88EB1BC0}"/>
              </a:ext>
            </a:extLst>
          </p:cNvPr>
          <p:cNvSpPr txBox="1"/>
          <p:nvPr/>
        </p:nvSpPr>
        <p:spPr>
          <a:xfrm>
            <a:off x="1834624" y="4135822"/>
            <a:ext cx="914400" cy="26064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rtl="0">
              <a:lnSpc>
                <a:spcPct val="110000"/>
              </a:lnSpc>
              <a:spcBef>
                <a:spcPts val="0"/>
              </a:spcBef>
            </a:pPr>
            <a:r>
              <a:rPr lang="en-US" altLang="zh-CN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MRP </a:t>
            </a:r>
            <a:r>
              <a:rPr lang="zh-CN" altLang="en-US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环网</a:t>
            </a:r>
          </a:p>
        </p:txBody>
      </p:sp>
      <p:sp>
        <p:nvSpPr>
          <p:cNvPr id="41" name="Oval 132">
            <a:extLst>
              <a:ext uri="{FF2B5EF4-FFF2-40B4-BE49-F238E27FC236}">
                <a16:creationId xmlns:a16="http://schemas.microsoft.com/office/drawing/2014/main" id="{F6D56FA8-FCD7-4690-9495-886B28D56C87}"/>
              </a:ext>
            </a:extLst>
          </p:cNvPr>
          <p:cNvSpPr/>
          <p:nvPr/>
        </p:nvSpPr>
        <p:spPr bwMode="auto">
          <a:xfrm>
            <a:off x="2569455" y="4419840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</a:pPr>
            <a:r>
              <a:rPr lang="en-US" altLang="zh-CN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4</a:t>
            </a:r>
          </a:p>
        </p:txBody>
      </p:sp>
      <p:grpSp>
        <p:nvGrpSpPr>
          <p:cNvPr id="42" name="Gruppieren 101">
            <a:extLst>
              <a:ext uri="{FF2B5EF4-FFF2-40B4-BE49-F238E27FC236}">
                <a16:creationId xmlns:a16="http://schemas.microsoft.com/office/drawing/2014/main" id="{3749740C-75DD-4AEF-9BB9-E4926EAF4974}"/>
              </a:ext>
            </a:extLst>
          </p:cNvPr>
          <p:cNvGrpSpPr/>
          <p:nvPr/>
        </p:nvGrpSpPr>
        <p:grpSpPr>
          <a:xfrm>
            <a:off x="950603" y="4854421"/>
            <a:ext cx="576033" cy="662940"/>
            <a:chOff x="870620" y="4854421"/>
            <a:chExt cx="576033" cy="662940"/>
          </a:xfrm>
        </p:grpSpPr>
        <p:sp>
          <p:nvSpPr>
            <p:cNvPr id="43" name="Rectangle 238">
              <a:extLst>
                <a:ext uri="{FF2B5EF4-FFF2-40B4-BE49-F238E27FC236}">
                  <a16:creationId xmlns:a16="http://schemas.microsoft.com/office/drawing/2014/main" id="{043E6849-4078-461C-B233-BD96B8990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58" y="4854421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A894DFA2-0FFD-4AAE-A37D-C0CE717D0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518" y="4854421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Rectangle 240">
              <a:extLst>
                <a:ext uri="{FF2B5EF4-FFF2-40B4-BE49-F238E27FC236}">
                  <a16:creationId xmlns:a16="http://schemas.microsoft.com/office/drawing/2014/main" id="{9F025D78-4BBB-4522-ABA9-99F2B02E0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174" y="4854421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Rectangle 237">
              <a:extLst>
                <a:ext uri="{FF2B5EF4-FFF2-40B4-BE49-F238E27FC236}">
                  <a16:creationId xmlns:a16="http://schemas.microsoft.com/office/drawing/2014/main" id="{2DC43D41-90E2-4CE9-B4CC-34ECAEEB0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620" y="4854421"/>
              <a:ext cx="152479" cy="662940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Rectangle 241">
              <a:extLst>
                <a:ext uri="{FF2B5EF4-FFF2-40B4-BE49-F238E27FC236}">
                  <a16:creationId xmlns:a16="http://schemas.microsoft.com/office/drawing/2014/main" id="{563BA256-787E-42B4-91FD-D45EA7508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04" y="4923002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Rectangle 242">
              <a:extLst>
                <a:ext uri="{FF2B5EF4-FFF2-40B4-BE49-F238E27FC236}">
                  <a16:creationId xmlns:a16="http://schemas.microsoft.com/office/drawing/2014/main" id="{B599C275-BC58-44DD-8410-0F70A1098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04" y="5128742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Textfeld 108">
              <a:extLst>
                <a:ext uri="{FF2B5EF4-FFF2-40B4-BE49-F238E27FC236}">
                  <a16:creationId xmlns:a16="http://schemas.microsoft.com/office/drawing/2014/main" id="{FAC8E0B5-7410-4791-9311-F23F26DFE975}"/>
                </a:ext>
              </a:extLst>
            </p:cNvPr>
            <p:cNvSpPr txBox="1"/>
            <p:nvPr/>
          </p:nvSpPr>
          <p:spPr>
            <a:xfrm>
              <a:off x="1038613" y="4964895"/>
              <a:ext cx="395357" cy="361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en-US" altLang="zh-CN" sz="2400" b="1" i="0" u="none" baseline="0" dirty="0">
                  <a:solidFill>
                    <a:schemeClr val="bg1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S1</a:t>
              </a:r>
            </a:p>
          </p:txBody>
        </p:sp>
      </p:grpSp>
      <p:sp>
        <p:nvSpPr>
          <p:cNvPr id="50" name="Textfeld 109">
            <a:extLst>
              <a:ext uri="{FF2B5EF4-FFF2-40B4-BE49-F238E27FC236}">
                <a16:creationId xmlns:a16="http://schemas.microsoft.com/office/drawing/2014/main" id="{4E1ED8E7-C06A-4807-A1BD-F9B0EDA0A3D1}"/>
              </a:ext>
            </a:extLst>
          </p:cNvPr>
          <p:cNvSpPr txBox="1"/>
          <p:nvPr/>
        </p:nvSpPr>
        <p:spPr>
          <a:xfrm rot="16200000">
            <a:off x="530905" y="4262671"/>
            <a:ext cx="621557" cy="1236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rtl="0">
              <a:lnSpc>
                <a:spcPct val="110000"/>
              </a:lnSpc>
              <a:spcBef>
                <a:spcPts val="0"/>
              </a:spcBef>
            </a:pPr>
            <a:r>
              <a:rPr lang="zh-CN" altLang="en-US" sz="1000" b="0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交换机</a:t>
            </a:r>
          </a:p>
        </p:txBody>
      </p:sp>
      <p:sp>
        <p:nvSpPr>
          <p:cNvPr id="51" name="Freihandform: Form 110">
            <a:extLst>
              <a:ext uri="{FF2B5EF4-FFF2-40B4-BE49-F238E27FC236}">
                <a16:creationId xmlns:a16="http://schemas.microsoft.com/office/drawing/2014/main" id="{65D097BF-8EE6-479E-A133-7B11039DCB14}"/>
              </a:ext>
            </a:extLst>
          </p:cNvPr>
          <p:cNvSpPr/>
          <p:nvPr/>
        </p:nvSpPr>
        <p:spPr bwMode="auto">
          <a:xfrm>
            <a:off x="1035364" y="4229100"/>
            <a:ext cx="1053786" cy="730250"/>
          </a:xfrm>
          <a:custGeom>
            <a:avLst/>
            <a:gdLst>
              <a:gd name="connsiteX0" fmla="*/ 0 w 1155700"/>
              <a:gd name="connsiteY0" fmla="*/ 0 h 730250"/>
              <a:gd name="connsiteX1" fmla="*/ 844550 w 1155700"/>
              <a:gd name="connsiteY1" fmla="*/ 0 h 730250"/>
              <a:gd name="connsiteX2" fmla="*/ 844550 w 1155700"/>
              <a:gd name="connsiteY2" fmla="*/ 730250 h 730250"/>
              <a:gd name="connsiteX3" fmla="*/ 1155700 w 1155700"/>
              <a:gd name="connsiteY3" fmla="*/ 730250 h 7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5700" h="730250">
                <a:moveTo>
                  <a:pt x="0" y="0"/>
                </a:moveTo>
                <a:lnTo>
                  <a:pt x="844550" y="0"/>
                </a:lnTo>
                <a:lnTo>
                  <a:pt x="844550" y="730250"/>
                </a:lnTo>
                <a:lnTo>
                  <a:pt x="1155700" y="730250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sp>
        <p:nvSpPr>
          <p:cNvPr id="52" name="Freihandform: Form 111">
            <a:extLst>
              <a:ext uri="{FF2B5EF4-FFF2-40B4-BE49-F238E27FC236}">
                <a16:creationId xmlns:a16="http://schemas.microsoft.com/office/drawing/2014/main" id="{F140E011-2C72-4910-8FFF-6973AB246C88}"/>
              </a:ext>
            </a:extLst>
          </p:cNvPr>
          <p:cNvSpPr/>
          <p:nvPr/>
        </p:nvSpPr>
        <p:spPr bwMode="auto">
          <a:xfrm>
            <a:off x="1012825" y="3552825"/>
            <a:ext cx="400050" cy="574675"/>
          </a:xfrm>
          <a:custGeom>
            <a:avLst/>
            <a:gdLst>
              <a:gd name="connsiteX0" fmla="*/ 400050 w 400050"/>
              <a:gd name="connsiteY0" fmla="*/ 0 h 574675"/>
              <a:gd name="connsiteX1" fmla="*/ 400050 w 400050"/>
              <a:gd name="connsiteY1" fmla="*/ 574675 h 574675"/>
              <a:gd name="connsiteX2" fmla="*/ 0 w 400050"/>
              <a:gd name="connsiteY2" fmla="*/ 574675 h 57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574675">
                <a:moveTo>
                  <a:pt x="400050" y="0"/>
                </a:moveTo>
                <a:lnTo>
                  <a:pt x="400050" y="574675"/>
                </a:lnTo>
                <a:lnTo>
                  <a:pt x="0" y="574675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cxnSp>
        <p:nvCxnSpPr>
          <p:cNvPr id="53" name="Gerader Verbinder 112">
            <a:extLst>
              <a:ext uri="{FF2B5EF4-FFF2-40B4-BE49-F238E27FC236}">
                <a16:creationId xmlns:a16="http://schemas.microsoft.com/office/drawing/2014/main" id="{E00FC42B-0C16-48EA-88D4-A08B93EE7CB4}"/>
              </a:ext>
            </a:extLst>
          </p:cNvPr>
          <p:cNvCxnSpPr>
            <a:stCxn id="60" idx="2"/>
            <a:endCxn id="47" idx="0"/>
          </p:cNvCxnSpPr>
          <p:nvPr/>
        </p:nvCxnSpPr>
        <p:spPr bwMode="auto">
          <a:xfrm>
            <a:off x="1022593" y="4498296"/>
            <a:ext cx="14" cy="424706"/>
          </a:xfrm>
          <a:prstGeom prst="line">
            <a:avLst/>
          </a:pr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Freihandform: Form 113">
            <a:extLst>
              <a:ext uri="{FF2B5EF4-FFF2-40B4-BE49-F238E27FC236}">
                <a16:creationId xmlns:a16="http://schemas.microsoft.com/office/drawing/2014/main" id="{02F9B85F-89AB-4FCD-ACE2-8F3D169F02AA}"/>
              </a:ext>
            </a:extLst>
          </p:cNvPr>
          <p:cNvSpPr/>
          <p:nvPr/>
        </p:nvSpPr>
        <p:spPr bwMode="auto">
          <a:xfrm>
            <a:off x="1816100" y="5172075"/>
            <a:ext cx="1358900" cy="527050"/>
          </a:xfrm>
          <a:custGeom>
            <a:avLst/>
            <a:gdLst>
              <a:gd name="connsiteX0" fmla="*/ 244475 w 1358900"/>
              <a:gd name="connsiteY0" fmla="*/ 3175 h 527050"/>
              <a:gd name="connsiteX1" fmla="*/ 0 w 1358900"/>
              <a:gd name="connsiteY1" fmla="*/ 3175 h 527050"/>
              <a:gd name="connsiteX2" fmla="*/ 0 w 1358900"/>
              <a:gd name="connsiteY2" fmla="*/ 527050 h 527050"/>
              <a:gd name="connsiteX3" fmla="*/ 1133475 w 1358900"/>
              <a:gd name="connsiteY3" fmla="*/ 527050 h 527050"/>
              <a:gd name="connsiteX4" fmla="*/ 1133475 w 1358900"/>
              <a:gd name="connsiteY4" fmla="*/ 0 h 527050"/>
              <a:gd name="connsiteX5" fmla="*/ 1358900 w 1358900"/>
              <a:gd name="connsiteY5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8900" h="527050">
                <a:moveTo>
                  <a:pt x="244475" y="3175"/>
                </a:moveTo>
                <a:lnTo>
                  <a:pt x="0" y="3175"/>
                </a:lnTo>
                <a:lnTo>
                  <a:pt x="0" y="527050"/>
                </a:lnTo>
                <a:lnTo>
                  <a:pt x="1133475" y="527050"/>
                </a:lnTo>
                <a:lnTo>
                  <a:pt x="1133475" y="0"/>
                </a:lnTo>
                <a:lnTo>
                  <a:pt x="1358900" y="0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grpSp>
        <p:nvGrpSpPr>
          <p:cNvPr id="55" name="Gruppieren 114">
            <a:extLst>
              <a:ext uri="{FF2B5EF4-FFF2-40B4-BE49-F238E27FC236}">
                <a16:creationId xmlns:a16="http://schemas.microsoft.com/office/drawing/2014/main" id="{4C9AB12C-A12D-40FB-9D31-3E71D6B48201}"/>
              </a:ext>
            </a:extLst>
          </p:cNvPr>
          <p:cNvGrpSpPr/>
          <p:nvPr/>
        </p:nvGrpSpPr>
        <p:grpSpPr>
          <a:xfrm>
            <a:off x="950590" y="4061327"/>
            <a:ext cx="152479" cy="480433"/>
            <a:chOff x="866321" y="4064691"/>
            <a:chExt cx="152479" cy="480433"/>
          </a:xfrm>
        </p:grpSpPr>
        <p:sp>
          <p:nvSpPr>
            <p:cNvPr id="56" name="Rectangle 237">
              <a:extLst>
                <a:ext uri="{FF2B5EF4-FFF2-40B4-BE49-F238E27FC236}">
                  <a16:creationId xmlns:a16="http://schemas.microsoft.com/office/drawing/2014/main" id="{861D1EF9-8B9E-4ED4-AC43-8059EAACD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321" y="4064691"/>
              <a:ext cx="152479" cy="480433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Rectangle 242">
              <a:extLst>
                <a:ext uri="{FF2B5EF4-FFF2-40B4-BE49-F238E27FC236}">
                  <a16:creationId xmlns:a16="http://schemas.microsoft.com/office/drawing/2014/main" id="{9F7225AC-D4CB-4842-AE00-ADF92979D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204" y="4208995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Rectangle 241">
              <a:extLst>
                <a:ext uri="{FF2B5EF4-FFF2-40B4-BE49-F238E27FC236}">
                  <a16:creationId xmlns:a16="http://schemas.microsoft.com/office/drawing/2014/main" id="{3C74844E-A24A-4A7C-A76B-5597D75DC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205" y="4102668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Rectangle 242">
              <a:extLst>
                <a:ext uri="{FF2B5EF4-FFF2-40B4-BE49-F238E27FC236}">
                  <a16:creationId xmlns:a16="http://schemas.microsoft.com/office/drawing/2014/main" id="{FBC3F8A0-000F-4D27-8993-9B307415A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204" y="4315322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Rectangle 242">
              <a:extLst>
                <a:ext uri="{FF2B5EF4-FFF2-40B4-BE49-F238E27FC236}">
                  <a16:creationId xmlns:a16="http://schemas.microsoft.com/office/drawing/2014/main" id="{4F52CE46-F05D-4280-AA6D-16C51ABD6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204" y="4421650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1" name="Gruppieren 120">
            <a:extLst>
              <a:ext uri="{FF2B5EF4-FFF2-40B4-BE49-F238E27FC236}">
                <a16:creationId xmlns:a16="http://schemas.microsoft.com/office/drawing/2014/main" id="{B79F232E-4780-4345-BD7E-167470237E2D}"/>
              </a:ext>
            </a:extLst>
          </p:cNvPr>
          <p:cNvGrpSpPr/>
          <p:nvPr/>
        </p:nvGrpSpPr>
        <p:grpSpPr>
          <a:xfrm>
            <a:off x="2002725" y="4857990"/>
            <a:ext cx="576033" cy="662940"/>
            <a:chOff x="1758385" y="4857990"/>
            <a:chExt cx="576033" cy="662940"/>
          </a:xfrm>
        </p:grpSpPr>
        <p:sp>
          <p:nvSpPr>
            <p:cNvPr id="62" name="Rectangle 238">
              <a:extLst>
                <a:ext uri="{FF2B5EF4-FFF2-40B4-BE49-F238E27FC236}">
                  <a16:creationId xmlns:a16="http://schemas.microsoft.com/office/drawing/2014/main" id="{D4B06CAA-82BC-4044-B3CC-F52A3200C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923" y="4857990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Rectangle 239">
              <a:extLst>
                <a:ext uri="{FF2B5EF4-FFF2-40B4-BE49-F238E27FC236}">
                  <a16:creationId xmlns:a16="http://schemas.microsoft.com/office/drawing/2014/main" id="{8F5BBE6A-4B3F-4330-998A-26344092B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283" y="4857990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Rectangle 240">
              <a:extLst>
                <a:ext uri="{FF2B5EF4-FFF2-40B4-BE49-F238E27FC236}">
                  <a16:creationId xmlns:a16="http://schemas.microsoft.com/office/drawing/2014/main" id="{6932B089-74EA-46FA-9C38-F728BE338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939" y="4857990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Rectangle 237">
              <a:extLst>
                <a:ext uri="{FF2B5EF4-FFF2-40B4-BE49-F238E27FC236}">
                  <a16:creationId xmlns:a16="http://schemas.microsoft.com/office/drawing/2014/main" id="{8FAFEC98-90D5-423B-9828-16C606850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385" y="4857990"/>
              <a:ext cx="152479" cy="662940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Rectangle 242">
              <a:extLst>
                <a:ext uri="{FF2B5EF4-FFF2-40B4-BE49-F238E27FC236}">
                  <a16:creationId xmlns:a16="http://schemas.microsoft.com/office/drawing/2014/main" id="{C699FBFD-6D1A-44CF-BEF2-7CFF6852A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269" y="5132311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Rectangle 241">
              <a:extLst>
                <a:ext uri="{FF2B5EF4-FFF2-40B4-BE49-F238E27FC236}">
                  <a16:creationId xmlns:a16="http://schemas.microsoft.com/office/drawing/2014/main" id="{50D6DA40-3017-41FA-986A-6096AB2F3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269" y="4926571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Textfeld 129">
              <a:extLst>
                <a:ext uri="{FF2B5EF4-FFF2-40B4-BE49-F238E27FC236}">
                  <a16:creationId xmlns:a16="http://schemas.microsoft.com/office/drawing/2014/main" id="{A6CFFB91-3142-441E-B30C-5B0893DE0210}"/>
                </a:ext>
              </a:extLst>
            </p:cNvPr>
            <p:cNvSpPr txBox="1"/>
            <p:nvPr/>
          </p:nvSpPr>
          <p:spPr>
            <a:xfrm>
              <a:off x="1929479" y="4986572"/>
              <a:ext cx="395357" cy="361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en-US" altLang="zh-CN" sz="2400" b="1" i="0" u="none" baseline="0" dirty="0">
                  <a:solidFill>
                    <a:schemeClr val="bg1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S2</a:t>
              </a:r>
            </a:p>
          </p:txBody>
        </p:sp>
      </p:grpSp>
      <p:grpSp>
        <p:nvGrpSpPr>
          <p:cNvPr id="69" name="Gruppieren 130">
            <a:extLst>
              <a:ext uri="{FF2B5EF4-FFF2-40B4-BE49-F238E27FC236}">
                <a16:creationId xmlns:a16="http://schemas.microsoft.com/office/drawing/2014/main" id="{EA23FE79-D4FC-4D85-98D6-B2DD63A29C16}"/>
              </a:ext>
            </a:extLst>
          </p:cNvPr>
          <p:cNvGrpSpPr/>
          <p:nvPr/>
        </p:nvGrpSpPr>
        <p:grpSpPr>
          <a:xfrm>
            <a:off x="3092036" y="4852756"/>
            <a:ext cx="576033" cy="662940"/>
            <a:chOff x="3012053" y="4852756"/>
            <a:chExt cx="576033" cy="662940"/>
          </a:xfrm>
        </p:grpSpPr>
        <p:sp>
          <p:nvSpPr>
            <p:cNvPr id="70" name="Rectangle 238">
              <a:extLst>
                <a:ext uri="{FF2B5EF4-FFF2-40B4-BE49-F238E27FC236}">
                  <a16:creationId xmlns:a16="http://schemas.microsoft.com/office/drawing/2014/main" id="{9CCBD46F-0A79-4025-8A08-9B0914792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591" y="4852756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75F3A8C2-BD1B-45A4-9075-80303B6F3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951" y="4852756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Rectangle 240">
              <a:extLst>
                <a:ext uri="{FF2B5EF4-FFF2-40B4-BE49-F238E27FC236}">
                  <a16:creationId xmlns:a16="http://schemas.microsoft.com/office/drawing/2014/main" id="{97B5A4E9-9208-433B-A03C-6CF619C0F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607" y="4852756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Rectangle 237">
              <a:extLst>
                <a:ext uri="{FF2B5EF4-FFF2-40B4-BE49-F238E27FC236}">
                  <a16:creationId xmlns:a16="http://schemas.microsoft.com/office/drawing/2014/main" id="{97241B65-D7FD-4B5B-BD6B-9D9606A49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053" y="4852756"/>
              <a:ext cx="152479" cy="662940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241">
              <a:extLst>
                <a:ext uri="{FF2B5EF4-FFF2-40B4-BE49-F238E27FC236}">
                  <a16:creationId xmlns:a16="http://schemas.microsoft.com/office/drawing/2014/main" id="{EC04F93A-95F4-460A-BE6A-146CD19AF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937" y="4921337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242">
              <a:extLst>
                <a:ext uri="{FF2B5EF4-FFF2-40B4-BE49-F238E27FC236}">
                  <a16:creationId xmlns:a16="http://schemas.microsoft.com/office/drawing/2014/main" id="{64974CEA-FCBA-46FE-AB2E-18E202F22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937" y="5127077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Textfeld 137">
              <a:extLst>
                <a:ext uri="{FF2B5EF4-FFF2-40B4-BE49-F238E27FC236}">
                  <a16:creationId xmlns:a16="http://schemas.microsoft.com/office/drawing/2014/main" id="{A513AB7B-BA0B-40E8-A57D-32BAA0918336}"/>
                </a:ext>
              </a:extLst>
            </p:cNvPr>
            <p:cNvSpPr txBox="1"/>
            <p:nvPr/>
          </p:nvSpPr>
          <p:spPr>
            <a:xfrm>
              <a:off x="3179900" y="4963164"/>
              <a:ext cx="395357" cy="361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en-US" altLang="zh-CN" sz="2400" b="1" i="0" u="none" baseline="0" dirty="0">
                  <a:solidFill>
                    <a:schemeClr val="bg1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S2</a:t>
              </a:r>
            </a:p>
          </p:txBody>
        </p:sp>
      </p:grpSp>
      <p:sp>
        <p:nvSpPr>
          <p:cNvPr id="77" name="Oval 132">
            <a:extLst>
              <a:ext uri="{FF2B5EF4-FFF2-40B4-BE49-F238E27FC236}">
                <a16:creationId xmlns:a16="http://schemas.microsoft.com/office/drawing/2014/main" id="{E2950F8B-9665-426F-96C3-CEDC95E78294}"/>
              </a:ext>
            </a:extLst>
          </p:cNvPr>
          <p:cNvSpPr/>
          <p:nvPr/>
        </p:nvSpPr>
        <p:spPr bwMode="auto">
          <a:xfrm>
            <a:off x="4543112" y="4420683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4</a:t>
            </a:r>
          </a:p>
        </p:txBody>
      </p:sp>
      <p:sp>
        <p:nvSpPr>
          <p:cNvPr id="78" name="Textfeld 139">
            <a:extLst>
              <a:ext uri="{FF2B5EF4-FFF2-40B4-BE49-F238E27FC236}">
                <a16:creationId xmlns:a16="http://schemas.microsoft.com/office/drawing/2014/main" id="{28B6E0C5-9321-44BD-88BF-7D4010675EE0}"/>
              </a:ext>
            </a:extLst>
          </p:cNvPr>
          <p:cNvSpPr txBox="1"/>
          <p:nvPr/>
        </p:nvSpPr>
        <p:spPr>
          <a:xfrm>
            <a:off x="4514999" y="5877272"/>
            <a:ext cx="7197998" cy="60757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228600" indent="-2286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AutoNum type="arabicParenR"/>
            </a:pP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原因：在 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MRP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重新组态阶段，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S1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设备不会转发 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H-sync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报文。在网段       发生中断的情况下，这会导致 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PLC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周期时间较长。</a:t>
            </a:r>
            <a:br>
              <a:rPr lang="zh-CN" altLang="en-US" sz="90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</a:b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有关详细信息，请参见 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S7-1500R/H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系统手册中的“</a:t>
            </a:r>
            <a:r>
              <a:rPr lang="en-US" altLang="zh-CN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H-Sync </a:t>
            </a:r>
            <a:r>
              <a:rPr lang="zh-CN" altLang="en-US" sz="9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转发”一章。</a:t>
            </a:r>
          </a:p>
        </p:txBody>
      </p:sp>
      <p:pic>
        <p:nvPicPr>
          <p:cNvPr id="79" name="Grafik 140">
            <a:extLst>
              <a:ext uri="{FF2B5EF4-FFF2-40B4-BE49-F238E27FC236}">
                <a16:creationId xmlns:a16="http://schemas.microsoft.com/office/drawing/2014/main" id="{C33E70D1-526F-48C1-988F-8190C785B7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206" y="5866063"/>
            <a:ext cx="211076" cy="1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2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B89CAD6-4028-4740-8B5C-160936CCFA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573" name="think-cell Slide" r:id="rId7" imgW="359" imgH="355" progId="TCLayout.ActiveDocument.1">
                  <p:embed/>
                </p:oleObj>
              </mc:Choice>
              <mc:Fallback>
                <p:oleObj name="think-cell Slide" r:id="rId7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B89CAD6-4028-4740-8B5C-160936CCFA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FA51547-18DC-40B2-BDDA-2C33AC150FB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AFFF7-AA6A-4171-91C7-57277A52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/>
                <a:sym typeface="Arial"/>
              </a:rPr>
              <a:t>S7-1500R </a:t>
            </a:r>
            <a:r>
              <a:rPr lang="zh-CN" altLang="en-US" dirty="0">
                <a:latin typeface="Arial"/>
                <a:ea typeface="宋体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/>
                <a:sym typeface="Arial"/>
              </a:rPr>
            </a:br>
            <a:r>
              <a:rPr lang="zh-CN" altLang="en-US" b="0" dirty="0">
                <a:latin typeface="Arial"/>
                <a:ea typeface="宋体"/>
                <a:sym typeface="Arial"/>
              </a:rPr>
              <a:t>同步连接长度</a:t>
            </a:r>
            <a:endParaRPr 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8CE2329-9FBD-46E6-A288-1ABDB76C1D8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70838" y="2374776"/>
            <a:ext cx="3600000" cy="720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zh-CN" altLang="en-US" b="1" i="0" u="none" baseline="0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直接链路最长 </a:t>
            </a: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100 m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27DD390-184F-488D-B47F-18C3A2011E2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70838" y="4446287"/>
            <a:ext cx="3600000" cy="720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zh-CN" altLang="en-US" b="1" i="0" u="none" baseline="0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光纤链路</a:t>
            </a:r>
            <a:br>
              <a:rPr lang="zh-CN" altLang="en-US" b="1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</a:br>
            <a:r>
              <a:rPr lang="zh-CN" altLang="en-US" b="1" i="0" u="none" baseline="0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（介质转换器）最长 </a:t>
            </a: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3 km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649F60E-2BB8-4220-B892-7DF51E4C0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300" y="5119724"/>
            <a:ext cx="115887" cy="34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DECBB204-F2A3-43FA-8E21-EE069EB4C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446" y="5119724"/>
            <a:ext cx="115887" cy="34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Gerade Verbindung 137">
            <a:extLst>
              <a:ext uri="{FF2B5EF4-FFF2-40B4-BE49-F238E27FC236}">
                <a16:creationId xmlns:a16="http://schemas.microsoft.com/office/drawing/2014/main" id="{6B62098E-D142-4BE2-BA1E-2B6E320397CB}"/>
              </a:ext>
            </a:extLst>
          </p:cNvPr>
          <p:cNvCxnSpPr>
            <a:stCxn id="8" idx="3"/>
            <a:endCxn id="9" idx="1"/>
          </p:cNvCxnSpPr>
          <p:nvPr/>
        </p:nvCxnSpPr>
        <p:spPr bwMode="auto">
          <a:xfrm>
            <a:off x="8696187" y="5294279"/>
            <a:ext cx="2422259" cy="0"/>
          </a:xfrm>
          <a:prstGeom prst="line">
            <a:avLst/>
          </a:prstGeom>
          <a:noFill/>
          <a:ln w="28575">
            <a:solidFill>
              <a:srgbClr val="EB780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feld 139">
            <a:extLst>
              <a:ext uri="{FF2B5EF4-FFF2-40B4-BE49-F238E27FC236}">
                <a16:creationId xmlns:a16="http://schemas.microsoft.com/office/drawing/2014/main" id="{6AC4A45B-FC3C-49F0-853D-CE5BFD4671A2}"/>
              </a:ext>
            </a:extLst>
          </p:cNvPr>
          <p:cNvSpPr txBox="1"/>
          <p:nvPr/>
        </p:nvSpPr>
        <p:spPr>
          <a:xfrm>
            <a:off x="9515698" y="2928097"/>
            <a:ext cx="809624" cy="19178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 b="0" i="0" u="none" baseline="0" dirty="0">
                <a:solidFill>
                  <a:srgbClr val="000000"/>
                </a:solidFill>
                <a:ea typeface="宋体"/>
                <a:cs typeface="Arial" panose="020B0604020202020204" pitchFamily="34" charset="0"/>
                <a:sym typeface="Arial"/>
              </a:rPr>
              <a:t>≤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100 </a:t>
            </a:r>
            <a:r>
              <a:rPr lang="en-US" altLang="zh-CN" sz="1200" i="0" u="none" baseline="0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m</a:t>
            </a:r>
            <a:endParaRPr lang="zh-CN" altLang="en-US" sz="1200" i="0" u="none" baseline="0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2" name="Textfeld 141">
            <a:extLst>
              <a:ext uri="{FF2B5EF4-FFF2-40B4-BE49-F238E27FC236}">
                <a16:creationId xmlns:a16="http://schemas.microsoft.com/office/drawing/2014/main" id="{36C3A589-98A8-468A-8366-5C0F24C56CF8}"/>
              </a:ext>
            </a:extLst>
          </p:cNvPr>
          <p:cNvSpPr txBox="1"/>
          <p:nvPr/>
        </p:nvSpPr>
        <p:spPr>
          <a:xfrm>
            <a:off x="9502504" y="5079053"/>
            <a:ext cx="809624" cy="19178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≤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3 km</a:t>
            </a:r>
            <a:endParaRPr lang="zh-CN" altLang="en-US" sz="1200" b="0" i="0" u="none" baseline="0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3" name="Gewinkelte Verbindung 5">
            <a:extLst>
              <a:ext uri="{FF2B5EF4-FFF2-40B4-BE49-F238E27FC236}">
                <a16:creationId xmlns:a16="http://schemas.microsoft.com/office/drawing/2014/main" id="{429B3EFC-8B88-453E-82B9-9138F8A63071}"/>
              </a:ext>
            </a:extLst>
          </p:cNvPr>
          <p:cNvCxnSpPr/>
          <p:nvPr/>
        </p:nvCxnSpPr>
        <p:spPr bwMode="auto">
          <a:xfrm rot="16200000" flipH="1">
            <a:off x="9916540" y="1408614"/>
            <a:ext cx="12700" cy="3030216"/>
          </a:xfrm>
          <a:prstGeom prst="bentConnector3">
            <a:avLst>
              <a:gd name="adj1" fmla="val 1800000"/>
            </a:avLst>
          </a:prstGeom>
          <a:solidFill>
            <a:schemeClr val="tx2"/>
          </a:solidFill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Gewinkelte Verbindung 51">
            <a:extLst>
              <a:ext uri="{FF2B5EF4-FFF2-40B4-BE49-F238E27FC236}">
                <a16:creationId xmlns:a16="http://schemas.microsoft.com/office/drawing/2014/main" id="{E1F6E830-A0C7-4B34-A933-9865B70E2EE0}"/>
              </a:ext>
            </a:extLst>
          </p:cNvPr>
          <p:cNvCxnSpPr>
            <a:endCxn id="8" idx="1"/>
          </p:cNvCxnSpPr>
          <p:nvPr/>
        </p:nvCxnSpPr>
        <p:spPr bwMode="auto">
          <a:xfrm rot="16200000" flipH="1">
            <a:off x="8344164" y="5058143"/>
            <a:ext cx="293404" cy="178868"/>
          </a:xfrm>
          <a:prstGeom prst="bentConnector2">
            <a:avLst/>
          </a:prstGeom>
          <a:solidFill>
            <a:schemeClr val="tx2"/>
          </a:solidFill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winkelte Verbindung 54">
            <a:extLst>
              <a:ext uri="{FF2B5EF4-FFF2-40B4-BE49-F238E27FC236}">
                <a16:creationId xmlns:a16="http://schemas.microsoft.com/office/drawing/2014/main" id="{02C8A641-3244-407E-9179-A6FABFAB7180}"/>
              </a:ext>
            </a:extLst>
          </p:cNvPr>
          <p:cNvCxnSpPr>
            <a:stCxn id="9" idx="3"/>
          </p:cNvCxnSpPr>
          <p:nvPr/>
        </p:nvCxnSpPr>
        <p:spPr bwMode="auto">
          <a:xfrm flipV="1">
            <a:off x="11234333" y="5000875"/>
            <a:ext cx="197315" cy="293404"/>
          </a:xfrm>
          <a:prstGeom prst="bentConnector2">
            <a:avLst/>
          </a:prstGeom>
          <a:solidFill>
            <a:schemeClr val="tx2"/>
          </a:solidFill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chteck 1">
            <a:extLst>
              <a:ext uri="{FF2B5EF4-FFF2-40B4-BE49-F238E27FC236}">
                <a16:creationId xmlns:a16="http://schemas.microsoft.com/office/drawing/2014/main" id="{7254E9D1-8210-4815-9DD3-3A798C6D9604}"/>
              </a:ext>
            </a:extLst>
          </p:cNvPr>
          <p:cNvSpPr/>
          <p:nvPr/>
        </p:nvSpPr>
        <p:spPr bwMode="auto">
          <a:xfrm>
            <a:off x="627063" y="1449388"/>
            <a:ext cx="3600450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7" name="Rechteck 45">
            <a:extLst>
              <a:ext uri="{FF2B5EF4-FFF2-40B4-BE49-F238E27FC236}">
                <a16:creationId xmlns:a16="http://schemas.microsoft.com/office/drawing/2014/main" id="{68FF3A46-A2FA-4A6C-9164-3A62D4DE4A6C}"/>
              </a:ext>
            </a:extLst>
          </p:cNvPr>
          <p:cNvSpPr/>
          <p:nvPr/>
        </p:nvSpPr>
        <p:spPr bwMode="auto">
          <a:xfrm>
            <a:off x="8115300" y="1449388"/>
            <a:ext cx="3600450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18" name="Grafik 92">
            <a:extLst>
              <a:ext uri="{FF2B5EF4-FFF2-40B4-BE49-F238E27FC236}">
                <a16:creationId xmlns:a16="http://schemas.microsoft.com/office/drawing/2014/main" id="{323D9529-E575-4CCB-9378-0E922F90DD30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8249397" y="2326685"/>
            <a:ext cx="316770" cy="640197"/>
          </a:xfrm>
          <a:prstGeom prst="rect">
            <a:avLst/>
          </a:prstGeom>
        </p:spPr>
      </p:pic>
      <p:pic>
        <p:nvPicPr>
          <p:cNvPr id="19" name="Grafik 93">
            <a:extLst>
              <a:ext uri="{FF2B5EF4-FFF2-40B4-BE49-F238E27FC236}">
                <a16:creationId xmlns:a16="http://schemas.microsoft.com/office/drawing/2014/main" id="{5EDDEC4F-2DEA-48FC-B57D-6BD62996D6F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11279613" y="2326685"/>
            <a:ext cx="316770" cy="640197"/>
          </a:xfrm>
          <a:prstGeom prst="rect">
            <a:avLst/>
          </a:prstGeom>
        </p:spPr>
      </p:pic>
      <p:pic>
        <p:nvPicPr>
          <p:cNvPr id="20" name="Grafik 94">
            <a:extLst>
              <a:ext uri="{FF2B5EF4-FFF2-40B4-BE49-F238E27FC236}">
                <a16:creationId xmlns:a16="http://schemas.microsoft.com/office/drawing/2014/main" id="{2F3F9FCA-1EDF-41FB-9744-5E28F777B31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8249397" y="4438856"/>
            <a:ext cx="316770" cy="640197"/>
          </a:xfrm>
          <a:prstGeom prst="rect">
            <a:avLst/>
          </a:prstGeom>
        </p:spPr>
      </p:pic>
      <p:pic>
        <p:nvPicPr>
          <p:cNvPr id="21" name="Grafik 95">
            <a:extLst>
              <a:ext uri="{FF2B5EF4-FFF2-40B4-BE49-F238E27FC236}">
                <a16:creationId xmlns:a16="http://schemas.microsoft.com/office/drawing/2014/main" id="{ECF49A75-F158-41E4-A619-FCF72F411A77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63"/>
          <a:stretch/>
        </p:blipFill>
        <p:spPr>
          <a:xfrm>
            <a:off x="11279613" y="4438856"/>
            <a:ext cx="316770" cy="640197"/>
          </a:xfrm>
          <a:prstGeom prst="rect">
            <a:avLst/>
          </a:prstGeom>
        </p:spPr>
      </p:pic>
      <p:cxnSp>
        <p:nvCxnSpPr>
          <p:cNvPr id="22" name="Gerade Verbindung 66">
            <a:extLst>
              <a:ext uri="{FF2B5EF4-FFF2-40B4-BE49-F238E27FC236}">
                <a16:creationId xmlns:a16="http://schemas.microsoft.com/office/drawing/2014/main" id="{E6CF72DF-8385-44E3-A03B-AD4D6FF5551F}"/>
              </a:ext>
            </a:extLst>
          </p:cNvPr>
          <p:cNvCxnSpPr/>
          <p:nvPr/>
        </p:nvCxnSpPr>
        <p:spPr bwMode="auto">
          <a:xfrm>
            <a:off x="1851163" y="4008071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Gerade Verbindung 67">
            <a:extLst>
              <a:ext uri="{FF2B5EF4-FFF2-40B4-BE49-F238E27FC236}">
                <a16:creationId xmlns:a16="http://schemas.microsoft.com/office/drawing/2014/main" id="{FE86BAE5-2F8E-4C5C-B9F6-FEFA60349ECF}"/>
              </a:ext>
            </a:extLst>
          </p:cNvPr>
          <p:cNvCxnSpPr/>
          <p:nvPr/>
        </p:nvCxnSpPr>
        <p:spPr bwMode="auto">
          <a:xfrm flipH="1">
            <a:off x="2975031" y="4014373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Rechteck 46">
            <a:extLst>
              <a:ext uri="{FF2B5EF4-FFF2-40B4-BE49-F238E27FC236}">
                <a16:creationId xmlns:a16="http://schemas.microsoft.com/office/drawing/2014/main" id="{ADD39A52-3BEE-4BA5-9273-7BB5838BF5DA}"/>
              </a:ext>
            </a:extLst>
          </p:cNvPr>
          <p:cNvSpPr/>
          <p:nvPr/>
        </p:nvSpPr>
        <p:spPr bwMode="auto">
          <a:xfrm>
            <a:off x="1788163" y="3933388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25" name="Rechteck 47">
            <a:extLst>
              <a:ext uri="{FF2B5EF4-FFF2-40B4-BE49-F238E27FC236}">
                <a16:creationId xmlns:a16="http://schemas.microsoft.com/office/drawing/2014/main" id="{E572EBF5-364E-44E8-9C43-DFEA482A1124}"/>
              </a:ext>
            </a:extLst>
          </p:cNvPr>
          <p:cNvSpPr/>
          <p:nvPr/>
        </p:nvSpPr>
        <p:spPr bwMode="auto">
          <a:xfrm>
            <a:off x="2912032" y="3933388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/>
              <a:sym typeface="Arial"/>
            </a:endParaRPr>
          </a:p>
        </p:txBody>
      </p:sp>
      <p:sp>
        <p:nvSpPr>
          <p:cNvPr id="26" name="Rechteck 49">
            <a:extLst>
              <a:ext uri="{FF2B5EF4-FFF2-40B4-BE49-F238E27FC236}">
                <a16:creationId xmlns:a16="http://schemas.microsoft.com/office/drawing/2014/main" id="{4EF36952-F50D-4B07-B721-CAA73EAF42FF}"/>
              </a:ext>
            </a:extLst>
          </p:cNvPr>
          <p:cNvSpPr/>
          <p:nvPr/>
        </p:nvSpPr>
        <p:spPr bwMode="auto">
          <a:xfrm>
            <a:off x="1490669" y="3871218"/>
            <a:ext cx="1908206" cy="567638"/>
          </a:xfrm>
          <a:prstGeom prst="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r>
              <a:rPr lang="en-US" altLang="zh-CN" sz="1400" b="1" i="0" u="none" baseline="0" dirty="0">
                <a:solidFill>
                  <a:schemeClr val="bg1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CPU 1513R</a:t>
            </a:r>
          </a:p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r>
              <a:rPr lang="en-US" altLang="zh-CN" sz="1400" b="1" i="0" u="none" baseline="0" dirty="0">
                <a:solidFill>
                  <a:schemeClr val="bg1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CPU 1515R</a:t>
            </a:r>
            <a:endParaRPr lang="zh-CN" altLang="en-US" sz="1400" b="1" i="0" u="none" baseline="0" dirty="0">
              <a:solidFill>
                <a:schemeClr val="bg1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27" name="Grafik 50">
            <a:extLst>
              <a:ext uri="{FF2B5EF4-FFF2-40B4-BE49-F238E27FC236}">
                <a16:creationId xmlns:a16="http://schemas.microsoft.com/office/drawing/2014/main" id="{8DA3F909-0FC0-4757-AC45-45ECE663B3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75" y="1989796"/>
            <a:ext cx="1716782" cy="171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3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00FD12A-6E7A-4826-9159-4755B8FFB5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97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00FD12A-6E7A-4826-9159-4755B8FFB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A41A4F2-D2A2-4980-A5EF-EA3DAABEEB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zh-CN" alt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CC2499-B5F4-482E-81C7-876477CB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组态示例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CPU 1515R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 </a:t>
            </a:r>
            <a:endParaRPr lang="en-US" dirty="0"/>
          </a:p>
        </p:txBody>
      </p:sp>
      <p:cxnSp>
        <p:nvCxnSpPr>
          <p:cNvPr id="6" name="AutoShape 177">
            <a:extLst>
              <a:ext uri="{FF2B5EF4-FFF2-40B4-BE49-F238E27FC236}">
                <a16:creationId xmlns:a16="http://schemas.microsoft.com/office/drawing/2014/main" id="{EEAD8937-A4FC-46DF-9C78-2ED36E9F89FD}"/>
              </a:ext>
            </a:extLst>
          </p:cNvPr>
          <p:cNvCxnSpPr>
            <a:cxnSpLocks noChangeShapeType="1"/>
            <a:endCxn id="13" idx="1"/>
          </p:cNvCxnSpPr>
          <p:nvPr/>
        </p:nvCxnSpPr>
        <p:spPr bwMode="auto">
          <a:xfrm>
            <a:off x="4142615" y="4123103"/>
            <a:ext cx="2538717" cy="373736"/>
          </a:xfrm>
          <a:prstGeom prst="bentConnector3">
            <a:avLst>
              <a:gd name="adj1" fmla="val -290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AutoShape 178">
            <a:extLst>
              <a:ext uri="{FF2B5EF4-FFF2-40B4-BE49-F238E27FC236}">
                <a16:creationId xmlns:a16="http://schemas.microsoft.com/office/drawing/2014/main" id="{D85DC043-4CC9-486E-870D-1E56E2AE0C58}"/>
              </a:ext>
            </a:extLst>
          </p:cNvPr>
          <p:cNvCxnSpPr>
            <a:cxnSpLocks noChangeShapeType="1"/>
            <a:stCxn id="12" idx="1"/>
            <a:endCxn id="19" idx="1"/>
          </p:cNvCxnSpPr>
          <p:nvPr/>
        </p:nvCxnSpPr>
        <p:spPr bwMode="auto">
          <a:xfrm rot="10800000" flipH="1" flipV="1">
            <a:off x="6681332" y="4679719"/>
            <a:ext cx="8471" cy="573404"/>
          </a:xfrm>
          <a:prstGeom prst="bentConnector3">
            <a:avLst>
              <a:gd name="adj1" fmla="val -2250000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 179">
            <a:extLst>
              <a:ext uri="{FF2B5EF4-FFF2-40B4-BE49-F238E27FC236}">
                <a16:creationId xmlns:a16="http://schemas.microsoft.com/office/drawing/2014/main" id="{420301FF-A127-4A4F-88D3-0632DAA0E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448" y="4388253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9" name="Rectangle 180">
            <a:extLst>
              <a:ext uri="{FF2B5EF4-FFF2-40B4-BE49-F238E27FC236}">
                <a16:creationId xmlns:a16="http://schemas.microsoft.com/office/drawing/2014/main" id="{18E264D1-54E0-481F-AA7F-B41529C4C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2985" y="438825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0" name="Rectangle 181">
            <a:extLst>
              <a:ext uri="{FF2B5EF4-FFF2-40B4-BE49-F238E27FC236}">
                <a16:creationId xmlns:a16="http://schemas.microsoft.com/office/drawing/2014/main" id="{B41D01A2-6920-4A7E-958E-9BAB34D65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3347" y="438825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1" name="Rectangle 182">
            <a:extLst>
              <a:ext uri="{FF2B5EF4-FFF2-40B4-BE49-F238E27FC236}">
                <a16:creationId xmlns:a16="http://schemas.microsoft.com/office/drawing/2014/main" id="{6299CC20-BCF8-45A8-89CA-13E6C1C93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001" y="438825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" name="Rectangle 183">
            <a:extLst>
              <a:ext uri="{FF2B5EF4-FFF2-40B4-BE49-F238E27FC236}">
                <a16:creationId xmlns:a16="http://schemas.microsoft.com/office/drawing/2014/main" id="{4289E7C3-86F8-4E2E-A57E-4F890BC7C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332" y="4639714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3" name="Rectangle 184">
            <a:extLst>
              <a:ext uri="{FF2B5EF4-FFF2-40B4-BE49-F238E27FC236}">
                <a16:creationId xmlns:a16="http://schemas.microsoft.com/office/drawing/2014/main" id="{F8B55474-FEF9-4C9E-B64A-36D8FAB80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332" y="4456834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4" name="Rectangle 223">
            <a:extLst>
              <a:ext uri="{FF2B5EF4-FFF2-40B4-BE49-F238E27FC236}">
                <a16:creationId xmlns:a16="http://schemas.microsoft.com/office/drawing/2014/main" id="{09D7A3A7-570F-46C4-AD44-E3598C08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919" y="5144539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5" name="Rectangle 224">
            <a:extLst>
              <a:ext uri="{FF2B5EF4-FFF2-40B4-BE49-F238E27FC236}">
                <a16:creationId xmlns:a16="http://schemas.microsoft.com/office/drawing/2014/main" id="{3E988F1A-3E05-4761-822E-22639260A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456" y="514453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6" name="Rectangle 225">
            <a:extLst>
              <a:ext uri="{FF2B5EF4-FFF2-40B4-BE49-F238E27FC236}">
                <a16:creationId xmlns:a16="http://schemas.microsoft.com/office/drawing/2014/main" id="{D92D0C2E-726C-4E56-96C0-13CE93AC8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818" y="514453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7" name="Rectangle 226">
            <a:extLst>
              <a:ext uri="{FF2B5EF4-FFF2-40B4-BE49-F238E27FC236}">
                <a16:creationId xmlns:a16="http://schemas.microsoft.com/office/drawing/2014/main" id="{847E47C8-122F-46B7-A740-098B1E4A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472" y="514453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8" name="Rectangle 227">
            <a:extLst>
              <a:ext uri="{FF2B5EF4-FFF2-40B4-BE49-F238E27FC236}">
                <a16:creationId xmlns:a16="http://schemas.microsoft.com/office/drawing/2014/main" id="{61F4DC77-0B31-45AE-AE1B-5C093328A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803" y="5395999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9" name="Rectangle 228">
            <a:extLst>
              <a:ext uri="{FF2B5EF4-FFF2-40B4-BE49-F238E27FC236}">
                <a16:creationId xmlns:a16="http://schemas.microsoft.com/office/drawing/2014/main" id="{37775FF3-EFD9-40FF-9460-E7E5F510D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803" y="5213119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20" name="Elbow Connector 6">
            <a:extLst>
              <a:ext uri="{FF2B5EF4-FFF2-40B4-BE49-F238E27FC236}">
                <a16:creationId xmlns:a16="http://schemas.microsoft.com/office/drawing/2014/main" id="{AF875AD2-3937-4D08-B561-5DA9432FC0A4}"/>
              </a:ext>
            </a:extLst>
          </p:cNvPr>
          <p:cNvCxnSpPr/>
          <p:nvPr/>
        </p:nvCxnSpPr>
        <p:spPr bwMode="auto">
          <a:xfrm rot="16200000" flipH="1">
            <a:off x="6331253" y="2238323"/>
            <a:ext cx="806753" cy="4626186"/>
          </a:xfrm>
          <a:prstGeom prst="bentConnector3">
            <a:avLst>
              <a:gd name="adj1" fmla="val 14714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 Box 205">
            <a:extLst>
              <a:ext uri="{FF2B5EF4-FFF2-40B4-BE49-F238E27FC236}">
                <a16:creationId xmlns:a16="http://schemas.microsoft.com/office/drawing/2014/main" id="{45032002-A10D-48E5-AAEB-B1EAA4B5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746" y="5591455"/>
            <a:ext cx="307777" cy="203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l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algn="l" rtl="0"/>
            <a:r>
              <a:rPr lang="zh-CN" altLang="en-US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面板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2" name="Rectangle 238">
            <a:extLst>
              <a:ext uri="{FF2B5EF4-FFF2-40B4-BE49-F238E27FC236}">
                <a16:creationId xmlns:a16="http://schemas.microsoft.com/office/drawing/2014/main" id="{09C1346B-3DA6-4852-AEA3-F41B2D0B5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206" y="4732606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3" name="Rectangle 239">
            <a:extLst>
              <a:ext uri="{FF2B5EF4-FFF2-40B4-BE49-F238E27FC236}">
                <a16:creationId xmlns:a16="http://schemas.microsoft.com/office/drawing/2014/main" id="{78DA759E-E7A1-4B7E-B3BD-4C76D5A2C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566" y="4732606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4" name="Rectangle 240">
            <a:extLst>
              <a:ext uri="{FF2B5EF4-FFF2-40B4-BE49-F238E27FC236}">
                <a16:creationId xmlns:a16="http://schemas.microsoft.com/office/drawing/2014/main" id="{DCFA99DC-704D-4023-A577-C05818A97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3222" y="4732606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25" name="Elbow Connector 4">
            <a:extLst>
              <a:ext uri="{FF2B5EF4-FFF2-40B4-BE49-F238E27FC236}">
                <a16:creationId xmlns:a16="http://schemas.microsoft.com/office/drawing/2014/main" id="{DC99D761-663B-4676-8C4F-DD4FF03C537B}"/>
              </a:ext>
            </a:extLst>
          </p:cNvPr>
          <p:cNvCxnSpPr/>
          <p:nvPr/>
        </p:nvCxnSpPr>
        <p:spPr bwMode="auto">
          <a:xfrm rot="16200000" flipV="1">
            <a:off x="5720853" y="2739622"/>
            <a:ext cx="664557" cy="3514432"/>
          </a:xfrm>
          <a:prstGeom prst="bentConnector3">
            <a:avLst>
              <a:gd name="adj1" fmla="val 72067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6" name="Grafik 161">
            <a:extLst>
              <a:ext uri="{FF2B5EF4-FFF2-40B4-BE49-F238E27FC236}">
                <a16:creationId xmlns:a16="http://schemas.microsoft.com/office/drawing/2014/main" id="{F7E1787E-9E63-466A-A792-5A5D040C5D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911" y="4943383"/>
            <a:ext cx="823058" cy="614927"/>
          </a:xfrm>
          <a:prstGeom prst="rect">
            <a:avLst/>
          </a:prstGeom>
        </p:spPr>
      </p:pic>
      <p:sp>
        <p:nvSpPr>
          <p:cNvPr id="27" name="Text Box 205">
            <a:extLst>
              <a:ext uri="{FF2B5EF4-FFF2-40B4-BE49-F238E27FC236}">
                <a16:creationId xmlns:a16="http://schemas.microsoft.com/office/drawing/2014/main" id="{DAF906B7-0C9B-42D5-9E3E-1C3F886AF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6644" y="3991705"/>
            <a:ext cx="59551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交换机</a:t>
            </a:r>
            <a:endParaRPr lang="zh-CN" altLang="en-US" sz="12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8" name="Rectangle 237">
            <a:extLst>
              <a:ext uri="{FF2B5EF4-FFF2-40B4-BE49-F238E27FC236}">
                <a16:creationId xmlns:a16="http://schemas.microsoft.com/office/drawing/2014/main" id="{7FE89B41-043F-47F9-8214-9252FF1E9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68" y="4732606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9" name="Rectangle 242">
            <a:extLst>
              <a:ext uri="{FF2B5EF4-FFF2-40B4-BE49-F238E27FC236}">
                <a16:creationId xmlns:a16="http://schemas.microsoft.com/office/drawing/2014/main" id="{F434AE79-DB9C-4306-82B9-D784B720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7787" y="5006927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0" name="Rectangle 241">
            <a:extLst>
              <a:ext uri="{FF2B5EF4-FFF2-40B4-BE49-F238E27FC236}">
                <a16:creationId xmlns:a16="http://schemas.microsoft.com/office/drawing/2014/main" id="{D62663F6-B00A-4AD1-955C-450FB04AA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7787" y="4801187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pic>
        <p:nvPicPr>
          <p:cNvPr id="31" name="Grafik 85">
            <a:extLst>
              <a:ext uri="{FF2B5EF4-FFF2-40B4-BE49-F238E27FC236}">
                <a16:creationId xmlns:a16="http://schemas.microsoft.com/office/drawing/2014/main" id="{002EFA80-976E-4967-A864-063AA0EB46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55" y="2095680"/>
            <a:ext cx="705773" cy="1461365"/>
          </a:xfrm>
          <a:prstGeom prst="rect">
            <a:avLst/>
          </a:prstGeom>
        </p:spPr>
      </p:pic>
      <p:pic>
        <p:nvPicPr>
          <p:cNvPr id="32" name="Grafik 86">
            <a:extLst>
              <a:ext uri="{FF2B5EF4-FFF2-40B4-BE49-F238E27FC236}">
                <a16:creationId xmlns:a16="http://schemas.microsoft.com/office/drawing/2014/main" id="{AC457BA7-7438-4DE0-81F4-C4A6F346B6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39" y="2095680"/>
            <a:ext cx="705773" cy="1461365"/>
          </a:xfrm>
          <a:prstGeom prst="rect">
            <a:avLst/>
          </a:prstGeom>
        </p:spPr>
      </p:pic>
      <p:sp>
        <p:nvSpPr>
          <p:cNvPr id="33" name="AutoShape 127">
            <a:extLst>
              <a:ext uri="{FF2B5EF4-FFF2-40B4-BE49-F238E27FC236}">
                <a16:creationId xmlns:a16="http://schemas.microsoft.com/office/drawing/2014/main" id="{E6793EB6-353D-4BCF-B94F-4E93A7E876B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444001" y="2208301"/>
            <a:ext cx="645919" cy="1377314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lIns="117263" tIns="58631" rIns="117263" bIns="58631">
            <a:noAutofit/>
          </a:bodyPr>
          <a:lstStyle/>
          <a:p>
            <a:pPr algn="l" rtl="0">
              <a:defRPr/>
            </a:pPr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34" name="Group 146">
            <a:extLst>
              <a:ext uri="{FF2B5EF4-FFF2-40B4-BE49-F238E27FC236}">
                <a16:creationId xmlns:a16="http://schemas.microsoft.com/office/drawing/2014/main" id="{72829A7D-4730-4648-9178-B996A6F0228C}"/>
              </a:ext>
            </a:extLst>
          </p:cNvPr>
          <p:cNvGrpSpPr>
            <a:grpSpLocks/>
          </p:cNvGrpSpPr>
          <p:nvPr/>
        </p:nvGrpSpPr>
        <p:grpSpPr bwMode="auto">
          <a:xfrm>
            <a:off x="3941670" y="3229234"/>
            <a:ext cx="184245" cy="234314"/>
            <a:chOff x="532" y="2290"/>
            <a:chExt cx="87" cy="123"/>
          </a:xfrm>
        </p:grpSpPr>
        <p:sp>
          <p:nvSpPr>
            <p:cNvPr id="35" name="Rectangle 147">
              <a:extLst>
                <a:ext uri="{FF2B5EF4-FFF2-40B4-BE49-F238E27FC236}">
                  <a16:creationId xmlns:a16="http://schemas.microsoft.com/office/drawing/2014/main" id="{64BF15D4-15FD-444A-A8EC-7B232F477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Rectangle 148">
              <a:extLst>
                <a:ext uri="{FF2B5EF4-FFF2-40B4-BE49-F238E27FC236}">
                  <a16:creationId xmlns:a16="http://schemas.microsoft.com/office/drawing/2014/main" id="{5C4FBE52-5825-4332-8834-15526E58B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7" name="Rectangle 149">
            <a:extLst>
              <a:ext uri="{FF2B5EF4-FFF2-40B4-BE49-F238E27FC236}">
                <a16:creationId xmlns:a16="http://schemas.microsoft.com/office/drawing/2014/main" id="{93CF9A30-4AED-457C-8837-F7A93437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261" y="3311149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38" name="Group 169">
            <a:extLst>
              <a:ext uri="{FF2B5EF4-FFF2-40B4-BE49-F238E27FC236}">
                <a16:creationId xmlns:a16="http://schemas.microsoft.com/office/drawing/2014/main" id="{8956FC35-0305-4CF1-BA75-82D692804185}"/>
              </a:ext>
            </a:extLst>
          </p:cNvPr>
          <p:cNvGrpSpPr>
            <a:grpSpLocks/>
          </p:cNvGrpSpPr>
          <p:nvPr/>
        </p:nvGrpSpPr>
        <p:grpSpPr bwMode="auto">
          <a:xfrm>
            <a:off x="2249573" y="3229234"/>
            <a:ext cx="184247" cy="234314"/>
            <a:chOff x="532" y="2290"/>
            <a:chExt cx="87" cy="123"/>
          </a:xfrm>
        </p:grpSpPr>
        <p:sp>
          <p:nvSpPr>
            <p:cNvPr id="39" name="Rectangle 170">
              <a:extLst>
                <a:ext uri="{FF2B5EF4-FFF2-40B4-BE49-F238E27FC236}">
                  <a16:creationId xmlns:a16="http://schemas.microsoft.com/office/drawing/2014/main" id="{EE009C14-A564-4839-B964-CE7C71272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Rectangle 171">
              <a:extLst>
                <a:ext uri="{FF2B5EF4-FFF2-40B4-BE49-F238E27FC236}">
                  <a16:creationId xmlns:a16="http://schemas.microsoft.com/office/drawing/2014/main" id="{B3FB3A09-0E61-4E6A-A1EE-4E26F4E1A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" name="Rectangle 172">
            <a:extLst>
              <a:ext uri="{FF2B5EF4-FFF2-40B4-BE49-F238E27FC236}">
                <a16:creationId xmlns:a16="http://schemas.microsoft.com/office/drawing/2014/main" id="{CBB54125-C145-4995-85C2-7A4CA2C61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163" y="3311149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2" name="Freeform 251">
            <a:extLst>
              <a:ext uri="{FF2B5EF4-FFF2-40B4-BE49-F238E27FC236}">
                <a16:creationId xmlns:a16="http://schemas.microsoft.com/office/drawing/2014/main" id="{687A01B3-B7B5-49AA-B263-C280E961940C}"/>
              </a:ext>
            </a:extLst>
          </p:cNvPr>
          <p:cNvSpPr>
            <a:spLocks/>
          </p:cNvSpPr>
          <p:nvPr/>
        </p:nvSpPr>
        <p:spPr bwMode="auto">
          <a:xfrm>
            <a:off x="2323694" y="3120649"/>
            <a:ext cx="1662449" cy="568056"/>
          </a:xfrm>
          <a:custGeom>
            <a:avLst/>
            <a:gdLst>
              <a:gd name="T0" fmla="*/ 0 w 743"/>
              <a:gd name="T1" fmla="*/ 0 h 346"/>
              <a:gd name="T2" fmla="*/ 2147483647 w 743"/>
              <a:gd name="T3" fmla="*/ 0 h 346"/>
              <a:gd name="T4" fmla="*/ 2147483647 w 743"/>
              <a:gd name="T5" fmla="*/ 2147483647 h 346"/>
              <a:gd name="T6" fmla="*/ 2147483647 w 743"/>
              <a:gd name="T7" fmla="*/ 2147483647 h 346"/>
              <a:gd name="T8" fmla="*/ 2147483647 w 743"/>
              <a:gd name="T9" fmla="*/ 2147483647 h 346"/>
              <a:gd name="T10" fmla="*/ 2147483647 w 743"/>
              <a:gd name="T11" fmla="*/ 2147483647 h 3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43" h="346">
                <a:moveTo>
                  <a:pt x="0" y="0"/>
                </a:moveTo>
                <a:lnTo>
                  <a:pt x="101" y="0"/>
                </a:lnTo>
                <a:lnTo>
                  <a:pt x="101" y="346"/>
                </a:lnTo>
                <a:lnTo>
                  <a:pt x="690" y="346"/>
                </a:lnTo>
                <a:lnTo>
                  <a:pt x="690" y="1"/>
                </a:lnTo>
                <a:lnTo>
                  <a:pt x="743" y="1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grpSp>
        <p:nvGrpSpPr>
          <p:cNvPr id="43" name="Group 23">
            <a:extLst>
              <a:ext uri="{FF2B5EF4-FFF2-40B4-BE49-F238E27FC236}">
                <a16:creationId xmlns:a16="http://schemas.microsoft.com/office/drawing/2014/main" id="{78E9C411-0298-4B13-B2EA-082A0A2A47B7}"/>
              </a:ext>
            </a:extLst>
          </p:cNvPr>
          <p:cNvGrpSpPr/>
          <p:nvPr/>
        </p:nvGrpSpPr>
        <p:grpSpPr>
          <a:xfrm>
            <a:off x="2249573" y="2998728"/>
            <a:ext cx="184247" cy="234316"/>
            <a:chOff x="2748400" y="2811031"/>
            <a:chExt cx="184247" cy="234316"/>
          </a:xfrm>
        </p:grpSpPr>
        <p:grpSp>
          <p:nvGrpSpPr>
            <p:cNvPr id="44" name="Group 165">
              <a:extLst>
                <a:ext uri="{FF2B5EF4-FFF2-40B4-BE49-F238E27FC236}">
                  <a16:creationId xmlns:a16="http://schemas.microsoft.com/office/drawing/2014/main" id="{8CF56B24-353D-403B-B3A6-1316D28F2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400" y="2811031"/>
              <a:ext cx="184247" cy="234316"/>
              <a:chOff x="532" y="2169"/>
              <a:chExt cx="87" cy="123"/>
            </a:xfrm>
          </p:grpSpPr>
          <p:sp>
            <p:nvSpPr>
              <p:cNvPr id="46" name="Rectangle 166">
                <a:extLst>
                  <a:ext uri="{FF2B5EF4-FFF2-40B4-BE49-F238E27FC236}">
                    <a16:creationId xmlns:a16="http://schemas.microsoft.com/office/drawing/2014/main" id="{CEE47C9A-BCB3-446C-AEE1-44A7207C0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167">
                <a:extLst>
                  <a:ext uri="{FF2B5EF4-FFF2-40B4-BE49-F238E27FC236}">
                    <a16:creationId xmlns:a16="http://schemas.microsoft.com/office/drawing/2014/main" id="{CE462A51-2C01-4358-852A-FDF0EC70F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" name="Rectangle 168">
              <a:extLst>
                <a:ext uri="{FF2B5EF4-FFF2-40B4-BE49-F238E27FC236}">
                  <a16:creationId xmlns:a16="http://schemas.microsoft.com/office/drawing/2014/main" id="{F1848C06-DB05-4A23-BC5A-614E2A9EB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73" y="2894852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8" name="Text Box 205">
            <a:extLst>
              <a:ext uri="{FF2B5EF4-FFF2-40B4-BE49-F238E27FC236}">
                <a16:creationId xmlns:a16="http://schemas.microsoft.com/office/drawing/2014/main" id="{09809C0C-E28F-42E2-A83C-7FBFD3539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739" y="1716995"/>
            <a:ext cx="1095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主 </a:t>
            </a: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</a:t>
            </a: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1515R</a:t>
            </a:r>
            <a:br>
              <a:rPr lang="zh-CN" altLang="en-US" sz="1100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9" name="Text Box 205">
            <a:extLst>
              <a:ext uri="{FF2B5EF4-FFF2-40B4-BE49-F238E27FC236}">
                <a16:creationId xmlns:a16="http://schemas.microsoft.com/office/drawing/2014/main" id="{81292613-C97E-4EF9-87E3-7BEDC16DC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555" y="1736651"/>
            <a:ext cx="1095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备用 </a:t>
            </a: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</a:t>
            </a: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1515R</a:t>
            </a:r>
            <a:br>
              <a:rPr lang="zh-CN" altLang="en-US" sz="1100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0" name="AutoShape 150">
            <a:extLst>
              <a:ext uri="{FF2B5EF4-FFF2-40B4-BE49-F238E27FC236}">
                <a16:creationId xmlns:a16="http://schemas.microsoft.com/office/drawing/2014/main" id="{1ECF002F-6E60-4614-99BE-3FF3B9980833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880785" y="2234824"/>
            <a:ext cx="645920" cy="137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7263" tIns="58631" rIns="117263" bIns="58631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51" name="AutoShape 247">
            <a:extLst>
              <a:ext uri="{FF2B5EF4-FFF2-40B4-BE49-F238E27FC236}">
                <a16:creationId xmlns:a16="http://schemas.microsoft.com/office/drawing/2014/main" id="{F2DD89F0-0F25-4418-901E-043467A15CC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2789877" y="4797509"/>
            <a:ext cx="1175363" cy="205740"/>
          </a:xfrm>
          <a:prstGeom prst="bentConnector5">
            <a:avLst>
              <a:gd name="adj1" fmla="val -21166"/>
              <a:gd name="adj2" fmla="val -142593"/>
              <a:gd name="adj3" fmla="val 69185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Rectangle 238">
            <a:extLst>
              <a:ext uri="{FF2B5EF4-FFF2-40B4-BE49-F238E27FC236}">
                <a16:creationId xmlns:a16="http://schemas.microsoft.com/office/drawing/2014/main" id="{F94BE971-E040-4B22-B1A7-8B9555364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220" y="468892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3" name="Rectangle 239">
            <a:extLst>
              <a:ext uri="{FF2B5EF4-FFF2-40B4-BE49-F238E27FC236}">
                <a16:creationId xmlns:a16="http://schemas.microsoft.com/office/drawing/2014/main" id="{B1F74C28-EAEF-4076-AD4D-A37F62D7F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580" y="468892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4" name="Rectangle 240">
            <a:extLst>
              <a:ext uri="{FF2B5EF4-FFF2-40B4-BE49-F238E27FC236}">
                <a16:creationId xmlns:a16="http://schemas.microsoft.com/office/drawing/2014/main" id="{8AE9C52E-E215-48ED-8CBA-EFB8CAE22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236" y="4688923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5" name="Rectangle 238">
            <a:extLst>
              <a:ext uri="{FF2B5EF4-FFF2-40B4-BE49-F238E27FC236}">
                <a16:creationId xmlns:a16="http://schemas.microsoft.com/office/drawing/2014/main" id="{0C585E9E-B389-4A2B-8C8F-F735F4B9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552" y="4694157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6" name="Rectangle 239">
            <a:extLst>
              <a:ext uri="{FF2B5EF4-FFF2-40B4-BE49-F238E27FC236}">
                <a16:creationId xmlns:a16="http://schemas.microsoft.com/office/drawing/2014/main" id="{693FC5B5-296D-44A0-987B-6F9D4D49D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912" y="4694157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7" name="Rectangle 240">
            <a:extLst>
              <a:ext uri="{FF2B5EF4-FFF2-40B4-BE49-F238E27FC236}">
                <a16:creationId xmlns:a16="http://schemas.microsoft.com/office/drawing/2014/main" id="{037A2A70-038C-46CD-9CAF-1DAD0E25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8" y="4694157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58" name="Gerade Verbindung 114">
            <a:extLst>
              <a:ext uri="{FF2B5EF4-FFF2-40B4-BE49-F238E27FC236}">
                <a16:creationId xmlns:a16="http://schemas.microsoft.com/office/drawing/2014/main" id="{73F0DCB0-1834-4CFB-BB6E-F6CF4B0A0A9F}"/>
              </a:ext>
            </a:extLst>
          </p:cNvPr>
          <p:cNvCxnSpPr/>
          <p:nvPr/>
        </p:nvCxnSpPr>
        <p:spPr bwMode="auto">
          <a:xfrm>
            <a:off x="2323694" y="5003249"/>
            <a:ext cx="365327" cy="0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Gerade Verbindung 115">
            <a:extLst>
              <a:ext uri="{FF2B5EF4-FFF2-40B4-BE49-F238E27FC236}">
                <a16:creationId xmlns:a16="http://schemas.microsoft.com/office/drawing/2014/main" id="{AF9BB3A8-BBB1-4511-99E7-24214DB2EA26}"/>
              </a:ext>
            </a:extLst>
          </p:cNvPr>
          <p:cNvCxnSpPr/>
          <p:nvPr/>
        </p:nvCxnSpPr>
        <p:spPr bwMode="auto">
          <a:xfrm flipV="1">
            <a:off x="2323694" y="3447848"/>
            <a:ext cx="8692" cy="1560635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Gerade Verbindung 118">
            <a:extLst>
              <a:ext uri="{FF2B5EF4-FFF2-40B4-BE49-F238E27FC236}">
                <a16:creationId xmlns:a16="http://schemas.microsoft.com/office/drawing/2014/main" id="{70A94572-E022-400A-B2D1-C9F49C9E3705}"/>
              </a:ext>
            </a:extLst>
          </p:cNvPr>
          <p:cNvCxnSpPr>
            <a:stCxn id="64" idx="0"/>
          </p:cNvCxnSpPr>
          <p:nvPr/>
        </p:nvCxnSpPr>
        <p:spPr bwMode="auto">
          <a:xfrm flipH="1" flipV="1">
            <a:off x="4005686" y="3479154"/>
            <a:ext cx="4236" cy="1209769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Rectangle 237">
            <a:extLst>
              <a:ext uri="{FF2B5EF4-FFF2-40B4-BE49-F238E27FC236}">
                <a16:creationId xmlns:a16="http://schemas.microsoft.com/office/drawing/2014/main" id="{CDC9A0B0-A033-472D-8FB9-1AAC7A23B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014" y="4694157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2" name="Rectangle 242">
            <a:extLst>
              <a:ext uri="{FF2B5EF4-FFF2-40B4-BE49-F238E27FC236}">
                <a16:creationId xmlns:a16="http://schemas.microsoft.com/office/drawing/2014/main" id="{CF948F2B-559A-4285-BDD4-6602194B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898" y="4968478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3" name="Rectangle 241">
            <a:extLst>
              <a:ext uri="{FF2B5EF4-FFF2-40B4-BE49-F238E27FC236}">
                <a16:creationId xmlns:a16="http://schemas.microsoft.com/office/drawing/2014/main" id="{29B1EA9A-487D-46C5-8C62-7FBFFF091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898" y="4762738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4" name="Rectangle 237">
            <a:extLst>
              <a:ext uri="{FF2B5EF4-FFF2-40B4-BE49-F238E27FC236}">
                <a16:creationId xmlns:a16="http://schemas.microsoft.com/office/drawing/2014/main" id="{8A17A588-956E-44D6-9E11-CACD95473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682" y="4688923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5" name="Rectangle 241">
            <a:extLst>
              <a:ext uri="{FF2B5EF4-FFF2-40B4-BE49-F238E27FC236}">
                <a16:creationId xmlns:a16="http://schemas.microsoft.com/office/drawing/2014/main" id="{66844518-6A6F-4593-9FE7-E1A306A59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566" y="4757504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6" name="Rectangle 242">
            <a:extLst>
              <a:ext uri="{FF2B5EF4-FFF2-40B4-BE49-F238E27FC236}">
                <a16:creationId xmlns:a16="http://schemas.microsoft.com/office/drawing/2014/main" id="{B4F0DC18-0ADA-4783-8CC7-FA519630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566" y="4963244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67" name="Group 142">
            <a:extLst>
              <a:ext uri="{FF2B5EF4-FFF2-40B4-BE49-F238E27FC236}">
                <a16:creationId xmlns:a16="http://schemas.microsoft.com/office/drawing/2014/main" id="{817C5E70-E7C9-42DA-ADAD-8C3AC195E93C}"/>
              </a:ext>
            </a:extLst>
          </p:cNvPr>
          <p:cNvGrpSpPr>
            <a:grpSpLocks/>
          </p:cNvGrpSpPr>
          <p:nvPr/>
        </p:nvGrpSpPr>
        <p:grpSpPr bwMode="auto">
          <a:xfrm>
            <a:off x="3941670" y="2998728"/>
            <a:ext cx="184245" cy="234316"/>
            <a:chOff x="532" y="2169"/>
            <a:chExt cx="87" cy="123"/>
          </a:xfrm>
        </p:grpSpPr>
        <p:sp>
          <p:nvSpPr>
            <p:cNvPr id="68" name="Rectangle 143">
              <a:extLst>
                <a:ext uri="{FF2B5EF4-FFF2-40B4-BE49-F238E27FC236}">
                  <a16:creationId xmlns:a16="http://schemas.microsoft.com/office/drawing/2014/main" id="{596C2A25-A2DD-44FB-B3A2-0DCC3E9BD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Rectangle 144">
              <a:extLst>
                <a:ext uri="{FF2B5EF4-FFF2-40B4-BE49-F238E27FC236}">
                  <a16:creationId xmlns:a16="http://schemas.microsoft.com/office/drawing/2014/main" id="{317C9DF9-61DD-4B90-833E-35F1C70C3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0" name="Rectangle 145">
            <a:extLst>
              <a:ext uri="{FF2B5EF4-FFF2-40B4-BE49-F238E27FC236}">
                <a16:creationId xmlns:a16="http://schemas.microsoft.com/office/drawing/2014/main" id="{98096F55-FEB1-452E-8DA8-6498E2FE3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143" y="3082549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71" name="Textfeld 137">
            <a:extLst>
              <a:ext uri="{FF2B5EF4-FFF2-40B4-BE49-F238E27FC236}">
                <a16:creationId xmlns:a16="http://schemas.microsoft.com/office/drawing/2014/main" id="{9A5C3087-ABC2-4585-844D-590D2A0B15A2}"/>
              </a:ext>
            </a:extLst>
          </p:cNvPr>
          <p:cNvSpPr txBox="1"/>
          <p:nvPr/>
        </p:nvSpPr>
        <p:spPr>
          <a:xfrm>
            <a:off x="2756253" y="3971989"/>
            <a:ext cx="914400" cy="26064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rtl="0">
              <a:lnSpc>
                <a:spcPct val="110000"/>
              </a:lnSpc>
              <a:spcBef>
                <a:spcPts val="0"/>
              </a:spcBef>
            </a:pPr>
            <a:r>
              <a:rPr lang="en-US" altLang="zh-CN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MRP </a:t>
            </a:r>
            <a:r>
              <a:rPr lang="zh-CN" altLang="en-US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环网</a:t>
            </a:r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72" name="Group 206">
            <a:extLst>
              <a:ext uri="{FF2B5EF4-FFF2-40B4-BE49-F238E27FC236}">
                <a16:creationId xmlns:a16="http://schemas.microsoft.com/office/drawing/2014/main" id="{3A107326-7AFD-4E51-8F94-8B4FB428947B}"/>
              </a:ext>
            </a:extLst>
          </p:cNvPr>
          <p:cNvGrpSpPr>
            <a:grpSpLocks/>
          </p:cNvGrpSpPr>
          <p:nvPr/>
        </p:nvGrpSpPr>
        <p:grpSpPr bwMode="auto">
          <a:xfrm>
            <a:off x="3900417" y="3963122"/>
            <a:ext cx="1152203" cy="251460"/>
            <a:chOff x="4197" y="2409"/>
            <a:chExt cx="735" cy="150"/>
          </a:xfrm>
        </p:grpSpPr>
        <p:sp>
          <p:nvSpPr>
            <p:cNvPr id="73" name="Rectangle 207">
              <a:extLst>
                <a:ext uri="{FF2B5EF4-FFF2-40B4-BE49-F238E27FC236}">
                  <a16:creationId xmlns:a16="http://schemas.microsoft.com/office/drawing/2014/main" id="{60E9F944-0A87-493C-BB22-9968B50A6B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0" y="2116"/>
              <a:ext cx="150" cy="735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208">
              <a:extLst>
                <a:ext uri="{FF2B5EF4-FFF2-40B4-BE49-F238E27FC236}">
                  <a16:creationId xmlns:a16="http://schemas.microsoft.com/office/drawing/2014/main" id="{EA3BC89A-264B-4E25-B7DB-E663783BEA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209">
              <a:extLst>
                <a:ext uri="{FF2B5EF4-FFF2-40B4-BE49-F238E27FC236}">
                  <a16:creationId xmlns:a16="http://schemas.microsoft.com/office/drawing/2014/main" id="{C2916153-429B-4BC1-A7D0-808446CFE9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3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210">
              <a:extLst>
                <a:ext uri="{FF2B5EF4-FFF2-40B4-BE49-F238E27FC236}">
                  <a16:creationId xmlns:a16="http://schemas.microsoft.com/office/drawing/2014/main" id="{D6DA0E23-2B98-42EA-8A6F-AEE96E2D9E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Rectangle 211">
              <a:extLst>
                <a:ext uri="{FF2B5EF4-FFF2-40B4-BE49-F238E27FC236}">
                  <a16:creationId xmlns:a16="http://schemas.microsoft.com/office/drawing/2014/main" id="{00ED3100-34DC-4441-8C99-4B7F8FD466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1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Rectangle 212">
              <a:extLst>
                <a:ext uri="{FF2B5EF4-FFF2-40B4-BE49-F238E27FC236}">
                  <a16:creationId xmlns:a16="http://schemas.microsoft.com/office/drawing/2014/main" id="{5C0ECB9D-468E-4C94-A037-CFC81D122B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67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Rectangle 213">
              <a:extLst>
                <a:ext uri="{FF2B5EF4-FFF2-40B4-BE49-F238E27FC236}">
                  <a16:creationId xmlns:a16="http://schemas.microsoft.com/office/drawing/2014/main" id="{1471251F-DE38-4083-BF15-86D050B2EA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8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Rectangle 214">
              <a:extLst>
                <a:ext uri="{FF2B5EF4-FFF2-40B4-BE49-F238E27FC236}">
                  <a16:creationId xmlns:a16="http://schemas.microsoft.com/office/drawing/2014/main" id="{1E71EEC8-F3C0-4AA9-88AE-4D547FBBB3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Rectangle 215">
              <a:extLst>
                <a:ext uri="{FF2B5EF4-FFF2-40B4-BE49-F238E27FC236}">
                  <a16:creationId xmlns:a16="http://schemas.microsoft.com/office/drawing/2014/main" id="{B4CE4C6F-30EB-4B85-B711-8D75364F5C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6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2" name="Gruppieren 122">
            <a:extLst>
              <a:ext uri="{FF2B5EF4-FFF2-40B4-BE49-F238E27FC236}">
                <a16:creationId xmlns:a16="http://schemas.microsoft.com/office/drawing/2014/main" id="{7325BDE2-00B0-4B90-9E34-237D1B9F56B2}"/>
              </a:ext>
            </a:extLst>
          </p:cNvPr>
          <p:cNvGrpSpPr/>
          <p:nvPr/>
        </p:nvGrpSpPr>
        <p:grpSpPr>
          <a:xfrm>
            <a:off x="2617995" y="1700808"/>
            <a:ext cx="7696070" cy="1923887"/>
            <a:chOff x="3453866" y="1500554"/>
            <a:chExt cx="7696070" cy="1923887"/>
          </a:xfrm>
        </p:grpSpPr>
        <p:grpSp>
          <p:nvGrpSpPr>
            <p:cNvPr id="83" name="Gruppieren 123">
              <a:extLst>
                <a:ext uri="{FF2B5EF4-FFF2-40B4-BE49-F238E27FC236}">
                  <a16:creationId xmlns:a16="http://schemas.microsoft.com/office/drawing/2014/main" id="{E2ED44A2-C702-4152-969F-293741305791}"/>
                </a:ext>
              </a:extLst>
            </p:cNvPr>
            <p:cNvGrpSpPr/>
            <p:nvPr/>
          </p:nvGrpSpPr>
          <p:grpSpPr>
            <a:xfrm>
              <a:off x="3453866" y="1500554"/>
              <a:ext cx="7696070" cy="1923887"/>
              <a:chOff x="3453866" y="1500554"/>
              <a:chExt cx="7696070" cy="1923887"/>
            </a:xfrm>
          </p:grpSpPr>
          <p:grpSp>
            <p:nvGrpSpPr>
              <p:cNvPr id="87" name="Group 165">
                <a:extLst>
                  <a:ext uri="{FF2B5EF4-FFF2-40B4-BE49-F238E27FC236}">
                    <a16:creationId xmlns:a16="http://schemas.microsoft.com/office/drawing/2014/main" id="{D4483060-51DC-4F84-94BE-BD9A1D6BF5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3866" y="2805896"/>
                <a:ext cx="184247" cy="234316"/>
                <a:chOff x="532" y="2169"/>
                <a:chExt cx="87" cy="123"/>
              </a:xfrm>
            </p:grpSpPr>
            <p:sp>
              <p:nvSpPr>
                <p:cNvPr id="128" name="Rectangle 166">
                  <a:extLst>
                    <a:ext uri="{FF2B5EF4-FFF2-40B4-BE49-F238E27FC236}">
                      <a16:creationId xmlns:a16="http://schemas.microsoft.com/office/drawing/2014/main" id="{FA7DA3FF-00A3-491C-9CD4-CC0D2FA684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9" name="Rectangle 167">
                  <a:extLst>
                    <a:ext uri="{FF2B5EF4-FFF2-40B4-BE49-F238E27FC236}">
                      <a16:creationId xmlns:a16="http://schemas.microsoft.com/office/drawing/2014/main" id="{A207AE7E-BA9B-47DD-BA2C-D83F92A0FA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8" name="Rectangle 168">
                <a:extLst>
                  <a:ext uri="{FF2B5EF4-FFF2-40B4-BE49-F238E27FC236}">
                    <a16:creationId xmlns:a16="http://schemas.microsoft.com/office/drawing/2014/main" id="{AB0DB95E-670E-456B-B5BD-BD5F769DF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1364" y="2883068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Text Box 205">
                <a:extLst>
                  <a:ext uri="{FF2B5EF4-FFF2-40B4-BE49-F238E27FC236}">
                    <a16:creationId xmlns:a16="http://schemas.microsoft.com/office/drawing/2014/main" id="{C38769D8-6484-4153-812F-80AE4EE8D4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8026" y="1772816"/>
                <a:ext cx="779339" cy="1846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zh-CN" altLang="en-US" sz="1200" b="0" i="0" u="none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交换机</a:t>
                </a:r>
                <a:endParaRPr lang="zh-CN" altLang="en-US" sz="12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0" name="AutoShape 127">
                <a:extLst>
                  <a:ext uri="{FF2B5EF4-FFF2-40B4-BE49-F238E27FC236}">
                    <a16:creationId xmlns:a16="http://schemas.microsoft.com/office/drawing/2014/main" id="{8DAE9A1A-6D43-4446-B30B-CB6FCFDC251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9983477" y="1941098"/>
                <a:ext cx="645919" cy="1377314"/>
              </a:xfrm>
              <a:prstGeom prst="rect">
                <a:avLst/>
              </a:prstGeom>
              <a:noFill/>
              <a:ln>
                <a:noFill/>
              </a:ln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</p:spPr>
            <p:txBody>
              <a:bodyPr lIns="117263" tIns="58631" rIns="117263" bIns="58631">
                <a:noAutofit/>
              </a:bodyPr>
              <a:lstStyle/>
              <a:p>
                <a:pPr algn="l" rtl="0">
                  <a:defRPr/>
                </a:pPr>
                <a:endParaRPr lang="zh-CN" altLang="en-US" dirty="0">
                  <a:solidFill>
                    <a:srgbClr val="ADBECB"/>
                  </a:solidFill>
                  <a:latin typeface="Arial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E0B14A3-F0EF-4879-80E3-DA337BD3C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5034" y="2787597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2" name="Rectangle 149">
                <a:extLst>
                  <a:ext uri="{FF2B5EF4-FFF2-40B4-BE49-F238E27FC236}">
                    <a16:creationId xmlns:a16="http://schemas.microsoft.com/office/drawing/2014/main" id="{5A86C160-C400-4621-9145-46D5BEC51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7152" y="3016197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3" name="Text Box 205">
                <a:extLst>
                  <a:ext uri="{FF2B5EF4-FFF2-40B4-BE49-F238E27FC236}">
                    <a16:creationId xmlns:a16="http://schemas.microsoft.com/office/drawing/2014/main" id="{F355B8D7-DF19-41B4-8547-BA94633402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9590" y="1660158"/>
                <a:ext cx="779339" cy="1846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1200" b="0" i="0" u="none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PC</a:t>
                </a:r>
                <a:endParaRPr lang="zh-CN" altLang="en-US" sz="12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4" name="Text Box 205">
                <a:extLst>
                  <a:ext uri="{FF2B5EF4-FFF2-40B4-BE49-F238E27FC236}">
                    <a16:creationId xmlns:a16="http://schemas.microsoft.com/office/drawing/2014/main" id="{F1446D59-DC9E-47BD-89D0-7AEACB331B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9676" y="1660158"/>
                <a:ext cx="1150260" cy="1846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zh-CN" altLang="en-US" sz="1200" b="0" i="0" u="none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标准 </a:t>
                </a:r>
                <a:r>
                  <a:rPr lang="en-US" altLang="zh-CN" sz="1200" b="0" i="0" u="none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PLC</a:t>
                </a:r>
                <a:endParaRPr lang="zh-CN" altLang="en-US" sz="12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5" name="Text Box 205">
                <a:extLst>
                  <a:ext uri="{FF2B5EF4-FFF2-40B4-BE49-F238E27FC236}">
                    <a16:creationId xmlns:a16="http://schemas.microsoft.com/office/drawing/2014/main" id="{AC122FE0-BB59-4584-849F-A05D2ED64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1641" y="1641691"/>
                <a:ext cx="307777" cy="203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algn="l">
                  <a:lnSpc>
                    <a:spcPct val="110000"/>
                  </a:lnSpc>
                  <a:spcBef>
                    <a:spcPts val="0"/>
                  </a:spcBef>
                  <a:defRPr sz="1200">
                    <a:solidFill>
                      <a:schemeClr val="tx1"/>
                    </a:solidFill>
                  </a:defRPr>
                </a:lvl1pPr>
              </a:lstStyle>
              <a:p>
                <a:pPr algn="l" rtl="0"/>
                <a:r>
                  <a:rPr lang="zh-CN" altLang="en-US" b="0" i="0" u="none" baseline="0" dirty="0">
                    <a:solidFill>
                      <a:srgbClr val="000000"/>
                    </a:solidFill>
                    <a:latin typeface="Arial"/>
                    <a:ea typeface="宋体" panose="02010600030101010101" pitchFamily="2" charset="-122"/>
                  </a:rPr>
                  <a:t>面板</a:t>
                </a:r>
                <a:endParaRPr lang="zh-CN" altLang="en-US" dirty="0">
                  <a:solidFill>
                    <a:srgbClr val="000000"/>
                  </a:solidFill>
                  <a:latin typeface="Arial"/>
                  <a:ea typeface="宋体" panose="02010600030101010101" pitchFamily="2" charset="-122"/>
                </a:endParaRPr>
              </a:p>
            </p:txBody>
          </p:sp>
          <p:cxnSp>
            <p:nvCxnSpPr>
              <p:cNvPr id="96" name="Elbow Connector 13">
                <a:extLst>
                  <a:ext uri="{FF2B5EF4-FFF2-40B4-BE49-F238E27FC236}">
                    <a16:creationId xmlns:a16="http://schemas.microsoft.com/office/drawing/2014/main" id="{D4EC8FA5-D5D5-4D70-A31C-677BE3F9F919}"/>
                  </a:ext>
                </a:extLst>
              </p:cNvPr>
              <p:cNvCxnSpPr>
                <a:stCxn id="118" idx="1"/>
                <a:endCxn id="106" idx="2"/>
              </p:cNvCxnSpPr>
              <p:nvPr/>
            </p:nvCxnSpPr>
            <p:spPr bwMode="auto">
              <a:xfrm rot="16200000" flipH="1">
                <a:off x="7788768" y="1094469"/>
                <a:ext cx="355620" cy="2501262"/>
              </a:xfrm>
              <a:prstGeom prst="bentConnector3">
                <a:avLst>
                  <a:gd name="adj1" fmla="val 259014"/>
                </a:avLst>
              </a:prstGeom>
              <a:noFill/>
              <a:ln w="28575" cap="flat" cmpd="sng">
                <a:solidFill>
                  <a:srgbClr val="87962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7" name="Elbow Connector 13">
                <a:extLst>
                  <a:ext uri="{FF2B5EF4-FFF2-40B4-BE49-F238E27FC236}">
                    <a16:creationId xmlns:a16="http://schemas.microsoft.com/office/drawing/2014/main" id="{DE4F4615-8DE6-4B3E-A747-0A0B1EDE79BE}"/>
                  </a:ext>
                </a:extLst>
              </p:cNvPr>
              <p:cNvCxnSpPr>
                <a:stCxn id="121" idx="1"/>
                <a:endCxn id="107" idx="2"/>
              </p:cNvCxnSpPr>
              <p:nvPr/>
            </p:nvCxnSpPr>
            <p:spPr bwMode="auto">
              <a:xfrm rot="16200000" flipH="1">
                <a:off x="7203762" y="1817426"/>
                <a:ext cx="515635" cy="1215362"/>
              </a:xfrm>
              <a:prstGeom prst="bentConnector3">
                <a:avLst>
                  <a:gd name="adj1" fmla="val 144334"/>
                </a:avLst>
              </a:prstGeom>
              <a:noFill/>
              <a:ln w="28575" cap="flat" cmpd="sng">
                <a:solidFill>
                  <a:srgbClr val="87962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98" name="Grafik 152">
                <a:extLst>
                  <a:ext uri="{FF2B5EF4-FFF2-40B4-BE49-F238E27FC236}">
                    <a16:creationId xmlns:a16="http://schemas.microsoft.com/office/drawing/2014/main" id="{E43E8242-963B-4F54-80FD-2EA5FB2B8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76509" y="1907983"/>
                <a:ext cx="705773" cy="1461365"/>
              </a:xfrm>
              <a:prstGeom prst="rect">
                <a:avLst/>
              </a:prstGeom>
            </p:spPr>
          </p:pic>
          <p:sp>
            <p:nvSpPr>
              <p:cNvPr id="99" name="Freeform 21">
                <a:extLst>
                  <a:ext uri="{FF2B5EF4-FFF2-40B4-BE49-F238E27FC236}">
                    <a16:creationId xmlns:a16="http://schemas.microsoft.com/office/drawing/2014/main" id="{ABD5FF83-51A7-48F6-B51F-EA612613F97E}"/>
                  </a:ext>
                </a:extLst>
              </p:cNvPr>
              <p:cNvSpPr/>
              <p:nvPr/>
            </p:nvSpPr>
            <p:spPr bwMode="auto">
              <a:xfrm>
                <a:off x="3631487" y="1500554"/>
                <a:ext cx="2694076" cy="1415851"/>
              </a:xfrm>
              <a:custGeom>
                <a:avLst/>
                <a:gdLst>
                  <a:gd name="connsiteX0" fmla="*/ 0 w 2380129"/>
                  <a:gd name="connsiteY0" fmla="*/ 1358153 h 1358153"/>
                  <a:gd name="connsiteX1" fmla="*/ 233082 w 2380129"/>
                  <a:gd name="connsiteY1" fmla="*/ 1358153 h 1358153"/>
                  <a:gd name="connsiteX2" fmla="*/ 233082 w 2380129"/>
                  <a:gd name="connsiteY2" fmla="*/ 0 h 1358153"/>
                  <a:gd name="connsiteX3" fmla="*/ 2380129 w 2380129"/>
                  <a:gd name="connsiteY3" fmla="*/ 0 h 1358153"/>
                  <a:gd name="connsiteX4" fmla="*/ 2380129 w 2380129"/>
                  <a:gd name="connsiteY4" fmla="*/ 466164 h 135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0129" h="1358153">
                    <a:moveTo>
                      <a:pt x="0" y="1358153"/>
                    </a:moveTo>
                    <a:lnTo>
                      <a:pt x="233082" y="1358153"/>
                    </a:lnTo>
                    <a:lnTo>
                      <a:pt x="233082" y="0"/>
                    </a:lnTo>
                    <a:lnTo>
                      <a:pt x="2380129" y="0"/>
                    </a:lnTo>
                    <a:lnTo>
                      <a:pt x="2380129" y="466164"/>
                    </a:lnTo>
                  </a:path>
                </a:pathLst>
              </a:custGeom>
              <a:noFill/>
              <a:ln w="28575" cap="flat" cmpd="sng">
                <a:solidFill>
                  <a:srgbClr val="87962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noAutofit/>
              </a:bodyPr>
              <a:lstStyle/>
              <a:p>
                <a:endParaRPr lang="zh-CN" altLang="en-US" dirty="0">
                  <a:solidFill>
                    <a:srgbClr val="ADBECB"/>
                  </a:solidFill>
                  <a:latin typeface="Arial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Freeform 118">
                <a:extLst>
                  <a:ext uri="{FF2B5EF4-FFF2-40B4-BE49-F238E27FC236}">
                    <a16:creationId xmlns:a16="http://schemas.microsoft.com/office/drawing/2014/main" id="{97E09FC9-3AB5-4F72-BE85-9601E9E5201F}"/>
                  </a:ext>
                </a:extLst>
              </p:cNvPr>
              <p:cNvSpPr/>
              <p:nvPr/>
            </p:nvSpPr>
            <p:spPr bwMode="auto">
              <a:xfrm>
                <a:off x="5231132" y="1701244"/>
                <a:ext cx="982035" cy="1221809"/>
              </a:xfrm>
              <a:custGeom>
                <a:avLst/>
                <a:gdLst>
                  <a:gd name="connsiteX0" fmla="*/ 0 w 2380129"/>
                  <a:gd name="connsiteY0" fmla="*/ 1358153 h 1358153"/>
                  <a:gd name="connsiteX1" fmla="*/ 233082 w 2380129"/>
                  <a:gd name="connsiteY1" fmla="*/ 1358153 h 1358153"/>
                  <a:gd name="connsiteX2" fmla="*/ 233082 w 2380129"/>
                  <a:gd name="connsiteY2" fmla="*/ 0 h 1358153"/>
                  <a:gd name="connsiteX3" fmla="*/ 2380129 w 2380129"/>
                  <a:gd name="connsiteY3" fmla="*/ 0 h 1358153"/>
                  <a:gd name="connsiteX4" fmla="*/ 2380129 w 2380129"/>
                  <a:gd name="connsiteY4" fmla="*/ 466164 h 1358153"/>
                  <a:gd name="connsiteX0" fmla="*/ 0 w 2380129"/>
                  <a:gd name="connsiteY0" fmla="*/ 1358153 h 1358153"/>
                  <a:gd name="connsiteX1" fmla="*/ 580721 w 2380129"/>
                  <a:gd name="connsiteY1" fmla="*/ 1353164 h 1358153"/>
                  <a:gd name="connsiteX2" fmla="*/ 233082 w 2380129"/>
                  <a:gd name="connsiteY2" fmla="*/ 0 h 1358153"/>
                  <a:gd name="connsiteX3" fmla="*/ 2380129 w 2380129"/>
                  <a:gd name="connsiteY3" fmla="*/ 0 h 1358153"/>
                  <a:gd name="connsiteX4" fmla="*/ 2380129 w 2380129"/>
                  <a:gd name="connsiteY4" fmla="*/ 466164 h 1358153"/>
                  <a:gd name="connsiteX0" fmla="*/ 0 w 2380129"/>
                  <a:gd name="connsiteY0" fmla="*/ 1358153 h 1358153"/>
                  <a:gd name="connsiteX1" fmla="*/ 580721 w 2380129"/>
                  <a:gd name="connsiteY1" fmla="*/ 1353164 h 1358153"/>
                  <a:gd name="connsiteX2" fmla="*/ 537265 w 2380129"/>
                  <a:gd name="connsiteY2" fmla="*/ 0 h 1358153"/>
                  <a:gd name="connsiteX3" fmla="*/ 2380129 w 2380129"/>
                  <a:gd name="connsiteY3" fmla="*/ 0 h 1358153"/>
                  <a:gd name="connsiteX4" fmla="*/ 2380129 w 2380129"/>
                  <a:gd name="connsiteY4" fmla="*/ 466164 h 1358153"/>
                  <a:gd name="connsiteX0" fmla="*/ 0 w 2380129"/>
                  <a:gd name="connsiteY0" fmla="*/ 1359932 h 1359932"/>
                  <a:gd name="connsiteX1" fmla="*/ 580721 w 2380129"/>
                  <a:gd name="connsiteY1" fmla="*/ 1354943 h 1359932"/>
                  <a:gd name="connsiteX2" fmla="*/ 583758 w 2380129"/>
                  <a:gd name="connsiteY2" fmla="*/ 0 h 1359932"/>
                  <a:gd name="connsiteX3" fmla="*/ 2380129 w 2380129"/>
                  <a:gd name="connsiteY3" fmla="*/ 1779 h 1359932"/>
                  <a:gd name="connsiteX4" fmla="*/ 2380129 w 2380129"/>
                  <a:gd name="connsiteY4" fmla="*/ 467943 h 1359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0129" h="1359932">
                    <a:moveTo>
                      <a:pt x="0" y="1359932"/>
                    </a:moveTo>
                    <a:lnTo>
                      <a:pt x="580721" y="1354943"/>
                    </a:lnTo>
                    <a:cubicBezTo>
                      <a:pt x="581733" y="903295"/>
                      <a:pt x="582746" y="451648"/>
                      <a:pt x="583758" y="0"/>
                    </a:cubicBezTo>
                    <a:lnTo>
                      <a:pt x="2380129" y="1779"/>
                    </a:lnTo>
                    <a:lnTo>
                      <a:pt x="2380129" y="467943"/>
                    </a:lnTo>
                  </a:path>
                </a:pathLst>
              </a:custGeom>
              <a:noFill/>
              <a:ln w="28575" cap="flat" cmpd="sng">
                <a:solidFill>
                  <a:srgbClr val="87962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noAutofit/>
              </a:bodyPr>
              <a:lstStyle/>
              <a:p>
                <a:endParaRPr lang="zh-CN" altLang="en-US" dirty="0">
                  <a:solidFill>
                    <a:srgbClr val="ADBECB"/>
                  </a:solidFill>
                  <a:latin typeface="Arial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Rectangle 168">
                <a:extLst>
                  <a:ext uri="{FF2B5EF4-FFF2-40B4-BE49-F238E27FC236}">
                    <a16:creationId xmlns:a16="http://schemas.microsoft.com/office/drawing/2014/main" id="{1B085850-13D6-41EE-B8FF-57F3F091C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339" y="2889717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02" name="Group 165">
                <a:extLst>
                  <a:ext uri="{FF2B5EF4-FFF2-40B4-BE49-F238E27FC236}">
                    <a16:creationId xmlns:a16="http://schemas.microsoft.com/office/drawing/2014/main" id="{9EBA251C-949E-4F96-BC77-AF0D849D3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96891" y="2799247"/>
                <a:ext cx="184247" cy="234316"/>
                <a:chOff x="532" y="2169"/>
                <a:chExt cx="87" cy="123"/>
              </a:xfrm>
            </p:grpSpPr>
            <p:sp>
              <p:nvSpPr>
                <p:cNvPr id="126" name="Rectangle 166">
                  <a:extLst>
                    <a:ext uri="{FF2B5EF4-FFF2-40B4-BE49-F238E27FC236}">
                      <a16:creationId xmlns:a16="http://schemas.microsoft.com/office/drawing/2014/main" id="{1B135025-F953-41B0-A15C-D6C3B0F81B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7" name="Rectangle 167">
                  <a:extLst>
                    <a:ext uri="{FF2B5EF4-FFF2-40B4-BE49-F238E27FC236}">
                      <a16:creationId xmlns:a16="http://schemas.microsoft.com/office/drawing/2014/main" id="{F55B1915-BE58-4793-ADCA-9E36FF92ED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3" name="Group 142">
                <a:extLst>
                  <a:ext uri="{FF2B5EF4-FFF2-40B4-BE49-F238E27FC236}">
                    <a16:creationId xmlns:a16="http://schemas.microsoft.com/office/drawing/2014/main" id="{15EE1712-B518-4831-8614-B9B328CBB7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90561" y="2703776"/>
                <a:ext cx="184245" cy="234316"/>
                <a:chOff x="532" y="2169"/>
                <a:chExt cx="87" cy="123"/>
              </a:xfrm>
            </p:grpSpPr>
            <p:sp>
              <p:nvSpPr>
                <p:cNvPr id="124" name="Rectangle 143">
                  <a:extLst>
                    <a:ext uri="{FF2B5EF4-FFF2-40B4-BE49-F238E27FC236}">
                      <a16:creationId xmlns:a16="http://schemas.microsoft.com/office/drawing/2014/main" id="{3B7D0339-43FD-4ED0-B5FA-56D02CFABF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5" name="Rectangle 144">
                  <a:extLst>
                    <a:ext uri="{FF2B5EF4-FFF2-40B4-BE49-F238E27FC236}">
                      <a16:creationId xmlns:a16="http://schemas.microsoft.com/office/drawing/2014/main" id="{D5100E72-B73F-453E-BF48-79EDD93E7E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4" name="Group 146">
                <a:extLst>
                  <a:ext uri="{FF2B5EF4-FFF2-40B4-BE49-F238E27FC236}">
                    <a16:creationId xmlns:a16="http://schemas.microsoft.com/office/drawing/2014/main" id="{9CDFE4A6-5997-48B0-9C3D-938AA315F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90561" y="2934282"/>
                <a:ext cx="184245" cy="234314"/>
                <a:chOff x="532" y="2290"/>
                <a:chExt cx="87" cy="123"/>
              </a:xfrm>
            </p:grpSpPr>
            <p:sp>
              <p:nvSpPr>
                <p:cNvPr id="122" name="Rectangle 147">
                  <a:extLst>
                    <a:ext uri="{FF2B5EF4-FFF2-40B4-BE49-F238E27FC236}">
                      <a16:creationId xmlns:a16="http://schemas.microsoft.com/office/drawing/2014/main" id="{E8DE6D7C-ED8A-4AD0-8965-E3444770B7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290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Rectangle 148">
                  <a:extLst>
                    <a:ext uri="{FF2B5EF4-FFF2-40B4-BE49-F238E27FC236}">
                      <a16:creationId xmlns:a16="http://schemas.microsoft.com/office/drawing/2014/main" id="{DEE6C413-F7B6-4239-8A15-F201A010F0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290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5" name="Freeform 26">
                <a:extLst>
                  <a:ext uri="{FF2B5EF4-FFF2-40B4-BE49-F238E27FC236}">
                    <a16:creationId xmlns:a16="http://schemas.microsoft.com/office/drawing/2014/main" id="{08554E66-F674-4D8A-B9E7-D1252204C261}"/>
                  </a:ext>
                </a:extLst>
              </p:cNvPr>
              <p:cNvSpPr/>
              <p:nvPr/>
            </p:nvSpPr>
            <p:spPr bwMode="auto">
              <a:xfrm>
                <a:off x="6501182" y="2157046"/>
                <a:ext cx="4355553" cy="1267395"/>
              </a:xfrm>
              <a:custGeom>
                <a:avLst/>
                <a:gdLst>
                  <a:gd name="connsiteX0" fmla="*/ 0 w 4017108"/>
                  <a:gd name="connsiteY0" fmla="*/ 0 h 1227016"/>
                  <a:gd name="connsiteX1" fmla="*/ 0 w 4017108"/>
                  <a:gd name="connsiteY1" fmla="*/ 1227016 h 1227016"/>
                  <a:gd name="connsiteX2" fmla="*/ 4017108 w 4017108"/>
                  <a:gd name="connsiteY2" fmla="*/ 1227016 h 1227016"/>
                  <a:gd name="connsiteX3" fmla="*/ 4017108 w 4017108"/>
                  <a:gd name="connsiteY3" fmla="*/ 1008185 h 1227016"/>
                  <a:gd name="connsiteX0" fmla="*/ 0 w 4021503"/>
                  <a:gd name="connsiteY0" fmla="*/ 0 h 1227016"/>
                  <a:gd name="connsiteX1" fmla="*/ 0 w 4021503"/>
                  <a:gd name="connsiteY1" fmla="*/ 1227016 h 1227016"/>
                  <a:gd name="connsiteX2" fmla="*/ 4017108 w 4021503"/>
                  <a:gd name="connsiteY2" fmla="*/ 1227016 h 1227016"/>
                  <a:gd name="connsiteX3" fmla="*/ 4021503 w 4021503"/>
                  <a:gd name="connsiteY3" fmla="*/ 715402 h 1227016"/>
                  <a:gd name="connsiteX0" fmla="*/ 0 w 4019306"/>
                  <a:gd name="connsiteY0" fmla="*/ 0 h 1227016"/>
                  <a:gd name="connsiteX1" fmla="*/ 0 w 4019306"/>
                  <a:gd name="connsiteY1" fmla="*/ 1227016 h 1227016"/>
                  <a:gd name="connsiteX2" fmla="*/ 4017108 w 4019306"/>
                  <a:gd name="connsiteY2" fmla="*/ 1227016 h 1227016"/>
                  <a:gd name="connsiteX3" fmla="*/ 4019306 w 4019306"/>
                  <a:gd name="connsiteY3" fmla="*/ 715402 h 1227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19306" h="1227016">
                    <a:moveTo>
                      <a:pt x="0" y="0"/>
                    </a:moveTo>
                    <a:lnTo>
                      <a:pt x="0" y="1227016"/>
                    </a:lnTo>
                    <a:lnTo>
                      <a:pt x="4017108" y="1227016"/>
                    </a:lnTo>
                    <a:cubicBezTo>
                      <a:pt x="4017108" y="1154072"/>
                      <a:pt x="4019306" y="788346"/>
                      <a:pt x="4019306" y="715402"/>
                    </a:cubicBezTo>
                  </a:path>
                </a:pathLst>
              </a:custGeom>
              <a:noFill/>
              <a:ln w="28575" cap="flat" cmpd="sng">
                <a:solidFill>
                  <a:srgbClr val="87962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noAutofit/>
              </a:bodyPr>
              <a:lstStyle/>
              <a:p>
                <a:endParaRPr lang="zh-CN" altLang="en-US" dirty="0">
                  <a:solidFill>
                    <a:srgbClr val="ADBECB"/>
                  </a:solidFill>
                  <a:latin typeface="Arial"/>
                  <a:ea typeface="宋体" panose="02010600030101010101" pitchFamily="2" charset="-122"/>
                </a:endParaRPr>
              </a:p>
            </p:txBody>
          </p:sp>
          <p:pic>
            <p:nvPicPr>
              <p:cNvPr id="106" name="Grafik 162">
                <a:extLst>
                  <a:ext uri="{FF2B5EF4-FFF2-40B4-BE49-F238E27FC236}">
                    <a16:creationId xmlns:a16="http://schemas.microsoft.com/office/drawing/2014/main" id="{A08F2262-D05D-4DF0-BC3C-A3F18D5E9D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05680" y="1907983"/>
                <a:ext cx="823058" cy="614927"/>
              </a:xfrm>
              <a:prstGeom prst="rect">
                <a:avLst/>
              </a:prstGeom>
            </p:spPr>
          </p:pic>
          <p:pic>
            <p:nvPicPr>
              <p:cNvPr id="107" name="Grafik 163">
                <a:extLst>
                  <a:ext uri="{FF2B5EF4-FFF2-40B4-BE49-F238E27FC236}">
                    <a16:creationId xmlns:a16="http://schemas.microsoft.com/office/drawing/2014/main" id="{5782AB2C-BB06-4D86-AA43-E100EE983A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4704" y="1907983"/>
                <a:ext cx="909111" cy="774942"/>
              </a:xfrm>
              <a:prstGeom prst="rect">
                <a:avLst/>
              </a:prstGeom>
            </p:spPr>
          </p:pic>
          <p:grpSp>
            <p:nvGrpSpPr>
              <p:cNvPr id="108" name="Group 206">
                <a:extLst>
                  <a:ext uri="{FF2B5EF4-FFF2-40B4-BE49-F238E27FC236}">
                    <a16:creationId xmlns:a16="http://schemas.microsoft.com/office/drawing/2014/main" id="{57B36CF9-671A-469C-8101-36A97A06FE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25080" y="1993782"/>
                <a:ext cx="1152203" cy="251460"/>
                <a:chOff x="4197" y="2409"/>
                <a:chExt cx="735" cy="150"/>
              </a:xfrm>
            </p:grpSpPr>
            <p:sp>
              <p:nvSpPr>
                <p:cNvPr id="113" name="Rectangle 207">
                  <a:extLst>
                    <a:ext uri="{FF2B5EF4-FFF2-40B4-BE49-F238E27FC236}">
                      <a16:creationId xmlns:a16="http://schemas.microsoft.com/office/drawing/2014/main" id="{B3E2FCD1-FD4B-46DD-927C-E2F6DA2FC4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90" y="2116"/>
                  <a:ext cx="150" cy="735"/>
                </a:xfrm>
                <a:prstGeom prst="rect">
                  <a:avLst/>
                </a:prstGeom>
                <a:solidFill>
                  <a:srgbClr val="879628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" name="Rectangle 208">
                  <a:extLst>
                    <a:ext uri="{FF2B5EF4-FFF2-40B4-BE49-F238E27FC236}">
                      <a16:creationId xmlns:a16="http://schemas.microsoft.com/office/drawing/2014/main" id="{B9693615-2337-4FEC-B5C0-F96C0D993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322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" name="Rectangle 209">
                  <a:extLst>
                    <a:ext uri="{FF2B5EF4-FFF2-40B4-BE49-F238E27FC236}">
                      <a16:creationId xmlns:a16="http://schemas.microsoft.com/office/drawing/2014/main" id="{4164A087-1FA0-4DA6-8537-5A11E81BD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238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" name="Rectangle 210">
                  <a:extLst>
                    <a:ext uri="{FF2B5EF4-FFF2-40B4-BE49-F238E27FC236}">
                      <a16:creationId xmlns:a16="http://schemas.microsoft.com/office/drawing/2014/main" id="{6147A499-9F90-4D3D-A14E-5E12ECFCEE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94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" name="Rectangle 211">
                  <a:extLst>
                    <a:ext uri="{FF2B5EF4-FFF2-40B4-BE49-F238E27FC236}">
                      <a16:creationId xmlns:a16="http://schemas.microsoft.com/office/drawing/2014/main" id="{169BACAE-CADB-4222-94B4-93E9DE785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10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" name="Rectangle 212">
                  <a:extLst>
                    <a:ext uri="{FF2B5EF4-FFF2-40B4-BE49-F238E27FC236}">
                      <a16:creationId xmlns:a16="http://schemas.microsoft.com/office/drawing/2014/main" id="{8DC8BF72-B1BA-4B1B-80C3-0FA12D664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672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" name="Rectangle 213">
                  <a:extLst>
                    <a:ext uri="{FF2B5EF4-FFF2-40B4-BE49-F238E27FC236}">
                      <a16:creationId xmlns:a16="http://schemas.microsoft.com/office/drawing/2014/main" id="{05A96C58-8011-4D6D-9FA9-56F6B9C50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588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0" name="Rectangle 214">
                  <a:extLst>
                    <a:ext uri="{FF2B5EF4-FFF2-40B4-BE49-F238E27FC236}">
                      <a16:creationId xmlns:a16="http://schemas.microsoft.com/office/drawing/2014/main" id="{5E3760B5-F260-485A-B0DF-B2F55C758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44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Rectangle 215">
                  <a:extLst>
                    <a:ext uri="{FF2B5EF4-FFF2-40B4-BE49-F238E27FC236}">
                      <a16:creationId xmlns:a16="http://schemas.microsoft.com/office/drawing/2014/main" id="{013EB7EC-E139-42F8-8592-1EFA44B04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760" y="2455"/>
                  <a:ext cx="59" cy="5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lIns="0" tIns="0" rIns="0" bIns="0" anchor="ctr"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B93CC4DD-A43C-4F3F-B9E9-4CF03F9A73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20112" y="2691992"/>
                <a:ext cx="184247" cy="234316"/>
                <a:chOff x="532" y="2169"/>
                <a:chExt cx="87" cy="123"/>
              </a:xfrm>
            </p:grpSpPr>
            <p:sp>
              <p:nvSpPr>
                <p:cNvPr id="111" name="Rectangle 166">
                  <a:extLst>
                    <a:ext uri="{FF2B5EF4-FFF2-40B4-BE49-F238E27FC236}">
                      <a16:creationId xmlns:a16="http://schemas.microsoft.com/office/drawing/2014/main" id="{3D67ACD4-747E-4C6A-A217-173C39BA4A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" name="Rectangle 167">
                  <a:extLst>
                    <a:ext uri="{FF2B5EF4-FFF2-40B4-BE49-F238E27FC236}">
                      <a16:creationId xmlns:a16="http://schemas.microsoft.com/office/drawing/2014/main" id="{6CEFA9B3-AC4C-4109-9AB9-E28246F34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0" name="Rectangle 168">
                <a:extLst>
                  <a:ext uri="{FF2B5EF4-FFF2-40B4-BE49-F238E27FC236}">
                    <a16:creationId xmlns:a16="http://schemas.microsoft.com/office/drawing/2014/main" id="{395CAF9A-DA51-4F2E-8D21-E42BA7011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4585" y="2775813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4" name="Rectangle 168">
              <a:extLst>
                <a:ext uri="{FF2B5EF4-FFF2-40B4-BE49-F238E27FC236}">
                  <a16:creationId xmlns:a16="http://schemas.microsoft.com/office/drawing/2014/main" id="{8B21E405-0266-4833-A537-9A15584A4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6693" y="2805896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Rectangle 168">
              <a:extLst>
                <a:ext uri="{FF2B5EF4-FFF2-40B4-BE49-F238E27FC236}">
                  <a16:creationId xmlns:a16="http://schemas.microsoft.com/office/drawing/2014/main" id="{30C45EB1-AA45-4165-8BFF-1928888A9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6693" y="3016197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6" name="Rectangle 168">
              <a:extLst>
                <a:ext uri="{FF2B5EF4-FFF2-40B4-BE49-F238E27FC236}">
                  <a16:creationId xmlns:a16="http://schemas.microsoft.com/office/drawing/2014/main" id="{F580FC5E-8036-441D-A055-3C311CB02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911" y="2889717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30" name="Rechteck 186">
            <a:extLst>
              <a:ext uri="{FF2B5EF4-FFF2-40B4-BE49-F238E27FC236}">
                <a16:creationId xmlns:a16="http://schemas.microsoft.com/office/drawing/2014/main" id="{CB07BB29-1406-46CC-A6EA-71EF54CD698D}"/>
              </a:ext>
            </a:extLst>
          </p:cNvPr>
          <p:cNvSpPr/>
          <p:nvPr/>
        </p:nvSpPr>
        <p:spPr bwMode="auto">
          <a:xfrm>
            <a:off x="627062" y="1449388"/>
            <a:ext cx="11088687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31" name="Textfeld 187">
            <a:extLst>
              <a:ext uri="{FF2B5EF4-FFF2-40B4-BE49-F238E27FC236}">
                <a16:creationId xmlns:a16="http://schemas.microsoft.com/office/drawing/2014/main" id="{225A275F-AFB0-408D-9E4F-7E857130E218}"/>
              </a:ext>
            </a:extLst>
          </p:cNvPr>
          <p:cNvSpPr txBox="1"/>
          <p:nvPr/>
        </p:nvSpPr>
        <p:spPr>
          <a:xfrm>
            <a:off x="4140344" y="4866725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32" name="Textfeld 188">
            <a:extLst>
              <a:ext uri="{FF2B5EF4-FFF2-40B4-BE49-F238E27FC236}">
                <a16:creationId xmlns:a16="http://schemas.microsoft.com/office/drawing/2014/main" id="{4BC6C7BC-946F-4690-98B6-EB2C7935C0E7}"/>
              </a:ext>
            </a:extLst>
          </p:cNvPr>
          <p:cNvSpPr txBox="1"/>
          <p:nvPr/>
        </p:nvSpPr>
        <p:spPr>
          <a:xfrm>
            <a:off x="2893814" y="4866725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33" name="Textfeld 189">
            <a:extLst>
              <a:ext uri="{FF2B5EF4-FFF2-40B4-BE49-F238E27FC236}">
                <a16:creationId xmlns:a16="http://schemas.microsoft.com/office/drawing/2014/main" id="{E2C81A23-66E1-485A-A039-447581135B81}"/>
              </a:ext>
            </a:extLst>
          </p:cNvPr>
          <p:cNvSpPr txBox="1"/>
          <p:nvPr/>
        </p:nvSpPr>
        <p:spPr>
          <a:xfrm>
            <a:off x="6842625" y="4583209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34" name="Textfeld 190">
            <a:extLst>
              <a:ext uri="{FF2B5EF4-FFF2-40B4-BE49-F238E27FC236}">
                <a16:creationId xmlns:a16="http://schemas.microsoft.com/office/drawing/2014/main" id="{68B32561-BEE3-4722-97F4-59C73225DA3B}"/>
              </a:ext>
            </a:extLst>
          </p:cNvPr>
          <p:cNvSpPr txBox="1"/>
          <p:nvPr/>
        </p:nvSpPr>
        <p:spPr>
          <a:xfrm>
            <a:off x="6839517" y="5320604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35" name="Textfeld 191">
            <a:extLst>
              <a:ext uri="{FF2B5EF4-FFF2-40B4-BE49-F238E27FC236}">
                <a16:creationId xmlns:a16="http://schemas.microsoft.com/office/drawing/2014/main" id="{381D30FB-7B8C-48F9-BEBC-15040DD54AC8}"/>
              </a:ext>
            </a:extLst>
          </p:cNvPr>
          <p:cNvSpPr txBox="1"/>
          <p:nvPr/>
        </p:nvSpPr>
        <p:spPr>
          <a:xfrm>
            <a:off x="7953531" y="4907908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428360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7F3C50C-5171-4723-A196-C2F60B0D89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21" name="think-cell Slide" r:id="rId8" imgW="359" imgH="355" progId="TCLayout.ActiveDocument.1">
                  <p:embed/>
                </p:oleObj>
              </mc:Choice>
              <mc:Fallback>
                <p:oleObj name="think-cell Slide" r:id="rId8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7F3C50C-5171-4723-A196-C2F60B0D8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450FC96-F75C-4C4E-A831-0F5B36D88E4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AE0EE-3B05-4D6C-BE01-2C53B70C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/>
                <a:sym typeface="Arial"/>
              </a:rPr>
              <a:t>S7-1500H </a:t>
            </a:r>
            <a:r>
              <a:rPr lang="zh-CN" altLang="en-US" dirty="0">
                <a:latin typeface="Arial"/>
                <a:ea typeface="宋体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/>
                <a:sym typeface="Arial"/>
              </a:rPr>
            </a:br>
            <a:r>
              <a:rPr lang="zh-CN" altLang="en-US" b="0" dirty="0">
                <a:latin typeface="Arial"/>
                <a:ea typeface="宋体"/>
                <a:sym typeface="Arial"/>
              </a:rPr>
              <a:t>同步连接长度</a:t>
            </a:r>
            <a:endParaRPr lang="en-US" dirty="0"/>
          </a:p>
        </p:txBody>
      </p:sp>
      <p:sp>
        <p:nvSpPr>
          <p:cNvPr id="6" name="Textfeld 62">
            <a:extLst>
              <a:ext uri="{FF2B5EF4-FFF2-40B4-BE49-F238E27FC236}">
                <a16:creationId xmlns:a16="http://schemas.microsoft.com/office/drawing/2014/main" id="{CDAEA0A2-B9C3-4AE4-8156-676890DD1A52}"/>
              </a:ext>
            </a:extLst>
          </p:cNvPr>
          <p:cNvSpPr txBox="1"/>
          <p:nvPr/>
        </p:nvSpPr>
        <p:spPr>
          <a:xfrm>
            <a:off x="9585507" y="2636375"/>
            <a:ext cx="809624" cy="19178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 b="0" i="0" u="none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≤</a:t>
            </a:r>
            <a:r>
              <a:rPr lang="en-US" altLang="zh-CN" sz="1200" b="0" i="0" u="none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10 m</a:t>
            </a:r>
            <a:endParaRPr lang="zh-CN" altLang="en-US" sz="1200" b="0" i="0" u="none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7" name="Gewinkelte Verbindung 66">
            <a:extLst>
              <a:ext uri="{FF2B5EF4-FFF2-40B4-BE49-F238E27FC236}">
                <a16:creationId xmlns:a16="http://schemas.microsoft.com/office/drawing/2014/main" id="{001BE1B3-337E-45A4-9672-AC19C86EE281}"/>
              </a:ext>
            </a:extLst>
          </p:cNvPr>
          <p:cNvCxnSpPr>
            <a:endCxn id="21" idx="2"/>
          </p:cNvCxnSpPr>
          <p:nvPr/>
        </p:nvCxnSpPr>
        <p:spPr bwMode="auto">
          <a:xfrm rot="16200000" flipH="1">
            <a:off x="10222526" y="1375145"/>
            <a:ext cx="12700" cy="2543117"/>
          </a:xfrm>
          <a:prstGeom prst="bentConnector3">
            <a:avLst>
              <a:gd name="adj1" fmla="val 1800000"/>
            </a:avLst>
          </a:prstGeom>
          <a:solidFill>
            <a:schemeClr val="tx2"/>
          </a:solidFill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winkelte Verbindung 87">
            <a:extLst>
              <a:ext uri="{FF2B5EF4-FFF2-40B4-BE49-F238E27FC236}">
                <a16:creationId xmlns:a16="http://schemas.microsoft.com/office/drawing/2014/main" id="{4484FAA9-E22E-4282-8CCC-DCD71C8352BF}"/>
              </a:ext>
            </a:extLst>
          </p:cNvPr>
          <p:cNvCxnSpPr/>
          <p:nvPr/>
        </p:nvCxnSpPr>
        <p:spPr bwMode="auto">
          <a:xfrm rot="16200000" flipH="1">
            <a:off x="10266533" y="1367795"/>
            <a:ext cx="12700" cy="2543117"/>
          </a:xfrm>
          <a:prstGeom prst="bentConnector3">
            <a:avLst>
              <a:gd name="adj1" fmla="val 3128142"/>
            </a:avLst>
          </a:prstGeom>
          <a:solidFill>
            <a:schemeClr val="tx2"/>
          </a:solidFill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feld 91">
            <a:extLst>
              <a:ext uri="{FF2B5EF4-FFF2-40B4-BE49-F238E27FC236}">
                <a16:creationId xmlns:a16="http://schemas.microsoft.com/office/drawing/2014/main" id="{3AF57096-7BC5-48DA-8957-DD93D58A579E}"/>
              </a:ext>
            </a:extLst>
          </p:cNvPr>
          <p:cNvSpPr txBox="1"/>
          <p:nvPr/>
        </p:nvSpPr>
        <p:spPr>
          <a:xfrm>
            <a:off x="9585507" y="4635045"/>
            <a:ext cx="809624" cy="19178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 b="0" i="0" u="none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≤</a:t>
            </a:r>
            <a:r>
              <a:rPr lang="en-US" altLang="zh-CN" sz="1200" b="0" i="0" u="none" dirty="0">
                <a:solidFill>
                  <a:srgbClr val="000000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10 km</a:t>
            </a:r>
            <a:endParaRPr lang="zh-CN" altLang="en-US" sz="1200" b="0" i="0" u="none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0" name="Gewinkelte Verbindung 92">
            <a:extLst>
              <a:ext uri="{FF2B5EF4-FFF2-40B4-BE49-F238E27FC236}">
                <a16:creationId xmlns:a16="http://schemas.microsoft.com/office/drawing/2014/main" id="{5544F190-1F9D-40F0-9288-275EF7BE83AD}"/>
              </a:ext>
            </a:extLst>
          </p:cNvPr>
          <p:cNvCxnSpPr/>
          <p:nvPr/>
        </p:nvCxnSpPr>
        <p:spPr bwMode="auto">
          <a:xfrm rot="16200000" flipH="1">
            <a:off x="10222526" y="3373815"/>
            <a:ext cx="12700" cy="2543117"/>
          </a:xfrm>
          <a:prstGeom prst="bentConnector3">
            <a:avLst>
              <a:gd name="adj1" fmla="val 1800000"/>
            </a:avLst>
          </a:prstGeom>
          <a:solidFill>
            <a:schemeClr val="tx2"/>
          </a:solidFill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Gewinkelte Verbindung 93">
            <a:extLst>
              <a:ext uri="{FF2B5EF4-FFF2-40B4-BE49-F238E27FC236}">
                <a16:creationId xmlns:a16="http://schemas.microsoft.com/office/drawing/2014/main" id="{DD8794D6-BCE9-47C9-99AE-B436F1D43A93}"/>
              </a:ext>
            </a:extLst>
          </p:cNvPr>
          <p:cNvCxnSpPr/>
          <p:nvPr/>
        </p:nvCxnSpPr>
        <p:spPr bwMode="auto">
          <a:xfrm rot="16200000" flipH="1">
            <a:off x="10266533" y="3366465"/>
            <a:ext cx="12700" cy="2543117"/>
          </a:xfrm>
          <a:prstGeom prst="bentConnector3">
            <a:avLst>
              <a:gd name="adj1" fmla="val 3128142"/>
            </a:avLst>
          </a:prstGeom>
          <a:solidFill>
            <a:schemeClr val="tx2"/>
          </a:solidFill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AutoShape 4">
            <a:extLst>
              <a:ext uri="{FF2B5EF4-FFF2-40B4-BE49-F238E27FC236}">
                <a16:creationId xmlns:a16="http://schemas.microsoft.com/office/drawing/2014/main" id="{58AF8137-8F64-493F-A3D8-5C8C0B38BEF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6566" y="5483990"/>
            <a:ext cx="11089183" cy="720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spcBef>
                <a:spcPts val="0"/>
              </a:spcBef>
            </a:pPr>
            <a:r>
              <a:rPr lang="zh-CN" altLang="en-US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同步电缆为冗余电缆。 </a:t>
            </a:r>
          </a:p>
          <a:p>
            <a:pPr marL="0" lvl="1" algn="l" rtl="0" eaLnBrk="0" hangingPunct="0">
              <a:spcBef>
                <a:spcPts val="0"/>
              </a:spcBef>
            </a:pPr>
            <a:r>
              <a:rPr lang="zh-CN" altLang="en-US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缺少一根光缆不会对运行系统行为造成影响。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7A8AD8DD-90D7-4C42-BE74-617D2DF1884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70838" y="1978776"/>
            <a:ext cx="3600000" cy="720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zh-CN" altLang="en-US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近距离同步模块最长 </a:t>
            </a:r>
            <a:r>
              <a:rPr lang="en-US" altLang="zh-CN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10 m (LED)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9D9E0ABC-1615-428A-8141-B84C738BBE7C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70838" y="4050287"/>
            <a:ext cx="3600000" cy="720000"/>
          </a:xfrm>
          <a:prstGeom prst="homePlate">
            <a:avLst>
              <a:gd name="adj" fmla="val 23593"/>
            </a:avLst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144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zh-CN" altLang="en-US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远距离同步模块最长 </a:t>
            </a:r>
            <a:r>
              <a:rPr lang="en-US" altLang="zh-CN" b="1" i="0" u="none" dirty="0">
                <a:solidFill>
                  <a:schemeClr val="bg1"/>
                </a:solidFill>
                <a:latin typeface="Arial"/>
                <a:ea typeface="宋体"/>
                <a:sym typeface="Arial"/>
              </a:rPr>
              <a:t>10 km </a:t>
            </a:r>
          </a:p>
        </p:txBody>
      </p:sp>
      <p:sp>
        <p:nvSpPr>
          <p:cNvPr id="15" name="Rechteck 65">
            <a:extLst>
              <a:ext uri="{FF2B5EF4-FFF2-40B4-BE49-F238E27FC236}">
                <a16:creationId xmlns:a16="http://schemas.microsoft.com/office/drawing/2014/main" id="{C58D1FCE-2BC0-46F1-8258-05C21AEB03DE}"/>
              </a:ext>
            </a:extLst>
          </p:cNvPr>
          <p:cNvSpPr/>
          <p:nvPr/>
        </p:nvSpPr>
        <p:spPr bwMode="auto">
          <a:xfrm>
            <a:off x="627063" y="1449389"/>
            <a:ext cx="3600450" cy="3888000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6" name="Rechteck 67">
            <a:extLst>
              <a:ext uri="{FF2B5EF4-FFF2-40B4-BE49-F238E27FC236}">
                <a16:creationId xmlns:a16="http://schemas.microsoft.com/office/drawing/2014/main" id="{5B4113B4-FFD6-49EC-81AC-8B8A416652FA}"/>
              </a:ext>
            </a:extLst>
          </p:cNvPr>
          <p:cNvSpPr/>
          <p:nvPr/>
        </p:nvSpPr>
        <p:spPr bwMode="auto">
          <a:xfrm>
            <a:off x="8115300" y="1449389"/>
            <a:ext cx="3600450" cy="3888000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17" name="Grafik 68">
            <a:extLst>
              <a:ext uri="{FF2B5EF4-FFF2-40B4-BE49-F238E27FC236}">
                <a16:creationId xmlns:a16="http://schemas.microsoft.com/office/drawing/2014/main" id="{3E31D852-711E-402D-92C7-07A85BBF697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19" y="2017572"/>
            <a:ext cx="762631" cy="640197"/>
          </a:xfrm>
          <a:prstGeom prst="rect">
            <a:avLst/>
          </a:prstGeom>
        </p:spPr>
      </p:pic>
      <p:pic>
        <p:nvPicPr>
          <p:cNvPr id="18" name="Grafik 69">
            <a:extLst>
              <a:ext uri="{FF2B5EF4-FFF2-40B4-BE49-F238E27FC236}">
                <a16:creationId xmlns:a16="http://schemas.microsoft.com/office/drawing/2014/main" id="{49A780E0-3F13-47F7-A4BF-DB81662CF70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738" y="2017572"/>
            <a:ext cx="762631" cy="640197"/>
          </a:xfrm>
          <a:prstGeom prst="rect">
            <a:avLst/>
          </a:prstGeom>
        </p:spPr>
      </p:pic>
      <p:pic>
        <p:nvPicPr>
          <p:cNvPr id="19" name="Grafik 70">
            <a:extLst>
              <a:ext uri="{FF2B5EF4-FFF2-40B4-BE49-F238E27FC236}">
                <a16:creationId xmlns:a16="http://schemas.microsoft.com/office/drawing/2014/main" id="{7F2B1226-0B1A-4FE3-A0CA-B83FEAFCB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19" y="4004177"/>
            <a:ext cx="762631" cy="640197"/>
          </a:xfrm>
          <a:prstGeom prst="rect">
            <a:avLst/>
          </a:prstGeom>
        </p:spPr>
      </p:pic>
      <p:pic>
        <p:nvPicPr>
          <p:cNvPr id="20" name="Grafik 71">
            <a:extLst>
              <a:ext uri="{FF2B5EF4-FFF2-40B4-BE49-F238E27FC236}">
                <a16:creationId xmlns:a16="http://schemas.microsoft.com/office/drawing/2014/main" id="{8B178094-ADA3-42D2-8F7F-A5887DA7A06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738" y="4004177"/>
            <a:ext cx="762631" cy="640197"/>
          </a:xfrm>
          <a:prstGeom prst="rect">
            <a:avLst/>
          </a:prstGeom>
        </p:spPr>
      </p:pic>
      <p:sp>
        <p:nvSpPr>
          <p:cNvPr id="21" name="Rechteck 78">
            <a:extLst>
              <a:ext uri="{FF2B5EF4-FFF2-40B4-BE49-F238E27FC236}">
                <a16:creationId xmlns:a16="http://schemas.microsoft.com/office/drawing/2014/main" id="{1F826DBD-BB2E-458A-A184-4D1A253E134D}"/>
              </a:ext>
            </a:extLst>
          </p:cNvPr>
          <p:cNvSpPr/>
          <p:nvPr/>
        </p:nvSpPr>
        <p:spPr bwMode="auto">
          <a:xfrm>
            <a:off x="1490669" y="3871218"/>
            <a:ext cx="1908206" cy="567638"/>
          </a:xfrm>
          <a:prstGeom prst="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r>
              <a:rPr lang="en-US" altLang="zh-CN" sz="1400" b="1" i="0" u="none" dirty="0">
                <a:solidFill>
                  <a:schemeClr val="bg1"/>
                </a:solidFill>
                <a:latin typeface="Arial"/>
                <a:ea typeface="宋体"/>
                <a:cs typeface="Arial Unicode MS" panose="020B0604020202020204" pitchFamily="34" charset="-128"/>
                <a:sym typeface="Arial"/>
              </a:rPr>
              <a:t>CPU 1517H</a:t>
            </a:r>
          </a:p>
        </p:txBody>
      </p:sp>
      <p:pic>
        <p:nvPicPr>
          <p:cNvPr id="22" name="Grafik 79">
            <a:extLst>
              <a:ext uri="{FF2B5EF4-FFF2-40B4-BE49-F238E27FC236}">
                <a16:creationId xmlns:a16="http://schemas.microsoft.com/office/drawing/2014/main" id="{C3478C38-FFAF-4D85-8427-FFBBC95E6A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19" y="1828502"/>
            <a:ext cx="1767396" cy="176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30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AAC62B5-885C-4B0A-8A49-B88F22606C7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645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AAC62B5-885C-4B0A-8A49-B88F22606C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E577164-F231-4C39-AE05-20870AB1B82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EC01BA-9106-494A-92F2-DAEC0143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基本系统组态</a:t>
            </a:r>
            <a:endParaRPr lang="en-US" dirty="0"/>
          </a:p>
        </p:txBody>
      </p:sp>
      <p:grpSp>
        <p:nvGrpSpPr>
          <p:cNvPr id="6" name="Gruppieren 13">
            <a:extLst>
              <a:ext uri="{FF2B5EF4-FFF2-40B4-BE49-F238E27FC236}">
                <a16:creationId xmlns:a16="http://schemas.microsoft.com/office/drawing/2014/main" id="{6FCAC7E7-1EB7-4B6C-8260-6D2581E0634B}"/>
              </a:ext>
            </a:extLst>
          </p:cNvPr>
          <p:cNvGrpSpPr/>
          <p:nvPr/>
        </p:nvGrpSpPr>
        <p:grpSpPr>
          <a:xfrm>
            <a:off x="698575" y="2059499"/>
            <a:ext cx="3451095" cy="3854757"/>
            <a:chOff x="1077722" y="1556792"/>
            <a:chExt cx="3451095" cy="3854757"/>
          </a:xfrm>
        </p:grpSpPr>
        <p:cxnSp>
          <p:nvCxnSpPr>
            <p:cNvPr id="7" name="Elbow Connector 136">
              <a:extLst>
                <a:ext uri="{FF2B5EF4-FFF2-40B4-BE49-F238E27FC236}">
                  <a16:creationId xmlns:a16="http://schemas.microsoft.com/office/drawing/2014/main" id="{07E7B32B-89E0-4337-AC5E-141F8CA4B74F}"/>
                </a:ext>
              </a:extLst>
            </p:cNvPr>
            <p:cNvCxnSpPr/>
            <p:nvPr/>
          </p:nvCxnSpPr>
          <p:spPr bwMode="auto">
            <a:xfrm rot="16200000" flipH="1">
              <a:off x="3538679" y="2029057"/>
              <a:ext cx="8240" cy="1656000"/>
            </a:xfrm>
            <a:prstGeom prst="bentConnector3">
              <a:avLst>
                <a:gd name="adj1" fmla="val 2408932"/>
              </a:avLst>
            </a:prstGeom>
            <a:noFill/>
            <a:ln w="28575" cap="flat" cmpd="sng">
              <a:solidFill>
                <a:srgbClr val="FFE17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Elbow Connector 136">
              <a:extLst>
                <a:ext uri="{FF2B5EF4-FFF2-40B4-BE49-F238E27FC236}">
                  <a16:creationId xmlns:a16="http://schemas.microsoft.com/office/drawing/2014/main" id="{5F8EA6CA-D550-43C5-8FEB-9234C46615F6}"/>
                </a:ext>
              </a:extLst>
            </p:cNvPr>
            <p:cNvCxnSpPr/>
            <p:nvPr/>
          </p:nvCxnSpPr>
          <p:spPr bwMode="auto">
            <a:xfrm rot="16200000" flipH="1">
              <a:off x="3583002" y="2112450"/>
              <a:ext cx="8240" cy="1656000"/>
            </a:xfrm>
            <a:prstGeom prst="bentConnector3">
              <a:avLst>
                <a:gd name="adj1" fmla="val 2408932"/>
              </a:avLst>
            </a:prstGeom>
            <a:noFill/>
            <a:ln w="28575" cap="flat" cmpd="sng">
              <a:solidFill>
                <a:srgbClr val="FFE17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AutoShape 127">
              <a:extLst>
                <a:ext uri="{FF2B5EF4-FFF2-40B4-BE49-F238E27FC236}">
                  <a16:creationId xmlns:a16="http://schemas.microsoft.com/office/drawing/2014/main" id="{87C0ED3B-B505-408D-8382-CD8E65D96F8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29511" y="2156622"/>
              <a:ext cx="645919" cy="1377314"/>
            </a:xfrm>
            <a:prstGeom prst="rect">
              <a:avLst/>
            </a:prstGeom>
            <a:noFill/>
            <a:ln>
              <a:noFill/>
            </a:ln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  <p:txBody>
            <a:bodyPr lIns="117263" tIns="58631" rIns="117263" bIns="58631">
              <a:noAutofit/>
            </a:bodyPr>
            <a:lstStyle/>
            <a:p>
              <a:pPr algn="l" rtl="0">
                <a:defRPr/>
              </a:pPr>
              <a:endParaRPr lang="zh-CN" altLang="en-US" dirty="0">
                <a:solidFill>
                  <a:srgbClr val="ADBECB"/>
                </a:solidFill>
                <a:latin typeface="Arial"/>
                <a:ea typeface="宋体" panose="02010600030101010101" pitchFamily="2" charset="-122"/>
              </a:endParaRPr>
            </a:p>
          </p:txBody>
        </p:sp>
        <p:sp>
          <p:nvSpPr>
            <p:cNvPr id="10" name="AutoShape 150">
              <a:extLst>
                <a:ext uri="{FF2B5EF4-FFF2-40B4-BE49-F238E27FC236}">
                  <a16:creationId xmlns:a16="http://schemas.microsoft.com/office/drawing/2014/main" id="{A372A5E3-6A12-40B6-AE70-5B0C3A733E1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28471" y="2183145"/>
              <a:ext cx="645920" cy="1377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7263" tIns="58631" rIns="117263" bIns="58631">
              <a:noAutofit/>
            </a:bodyPr>
            <a:lstStyle/>
            <a:p>
              <a:endParaRPr lang="zh-CN" altLang="en-US" dirty="0">
                <a:solidFill>
                  <a:srgbClr val="ADBECB"/>
                </a:solidFill>
                <a:latin typeface="Arial"/>
                <a:ea typeface="宋体" panose="02010600030101010101" pitchFamily="2" charset="-122"/>
              </a:endParaRPr>
            </a:p>
          </p:txBody>
        </p:sp>
        <p:sp>
          <p:nvSpPr>
            <p:cNvPr id="11" name="Text Box 205">
              <a:extLst>
                <a:ext uri="{FF2B5EF4-FFF2-40B4-BE49-F238E27FC236}">
                  <a16:creationId xmlns:a16="http://schemas.microsoft.com/office/drawing/2014/main" id="{87053079-7BD2-45C9-8B8F-2C32A3759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249" y="1556792"/>
              <a:ext cx="1095080" cy="50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br>
                <a:rPr lang="en-US" altLang="zh-CN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</a:br>
              <a:r>
                <a:rPr lang="zh-CN" altLang="en-US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主 </a:t>
              </a:r>
              <a:r>
                <a:rPr lang="en-US" altLang="zh-CN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CPU 1517H</a:t>
              </a:r>
              <a:br>
                <a:rPr lang="zh-CN" altLang="en-US" sz="1100" b="1" dirty="0">
                  <a:solidFill>
                    <a:srgbClr val="000000"/>
                  </a:solidFill>
                  <a:ea typeface="宋体" panose="02010600030101010101" pitchFamily="2" charset="-122"/>
                </a:rPr>
              </a:br>
              <a:endParaRPr lang="zh-CN" altLang="en-US" sz="11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205">
              <a:extLst>
                <a:ext uri="{FF2B5EF4-FFF2-40B4-BE49-F238E27FC236}">
                  <a16:creationId xmlns:a16="http://schemas.microsoft.com/office/drawing/2014/main" id="{63F9E9A0-BDBF-4517-AFE3-E0EE48200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065" y="1556792"/>
              <a:ext cx="1095080" cy="50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br>
                <a:rPr lang="en-US" altLang="zh-CN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</a:br>
              <a:r>
                <a:rPr lang="zh-CN" altLang="en-US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备用 </a:t>
              </a:r>
              <a:r>
                <a:rPr lang="en-US" altLang="zh-CN" sz="1100" b="1" i="0" u="none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CPU 1517H</a:t>
              </a:r>
              <a:br>
                <a:rPr lang="zh-CN" altLang="en-US" sz="1100" b="1" dirty="0">
                  <a:solidFill>
                    <a:srgbClr val="000000"/>
                  </a:solidFill>
                  <a:ea typeface="宋体" panose="02010600030101010101" pitchFamily="2" charset="-122"/>
                </a:rPr>
              </a:br>
              <a:endParaRPr lang="zh-CN" altLang="en-US" sz="11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AutoShape 150">
              <a:extLst>
                <a:ext uri="{FF2B5EF4-FFF2-40B4-BE49-F238E27FC236}">
                  <a16:creationId xmlns:a16="http://schemas.microsoft.com/office/drawing/2014/main" id="{12638701-8758-4919-A766-0EC39D3035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66295" y="2183145"/>
              <a:ext cx="645920" cy="1377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7263" tIns="58631" rIns="117263" bIns="58631">
              <a:noAutofit/>
            </a:bodyPr>
            <a:lstStyle/>
            <a:p>
              <a:endParaRPr lang="zh-CN" altLang="en-US" dirty="0">
                <a:solidFill>
                  <a:srgbClr val="ADBECB"/>
                </a:solidFill>
                <a:latin typeface="Arial"/>
                <a:ea typeface="宋体" panose="02010600030101010101" pitchFamily="2" charset="-122"/>
              </a:endParaRPr>
            </a:p>
          </p:txBody>
        </p:sp>
        <p:cxnSp>
          <p:nvCxnSpPr>
            <p:cNvPr id="14" name="AutoShape 247">
              <a:extLst>
                <a:ext uri="{FF2B5EF4-FFF2-40B4-BE49-F238E27FC236}">
                  <a16:creationId xmlns:a16="http://schemas.microsoft.com/office/drawing/2014/main" id="{4BFB8000-F16D-4EA3-B425-A19ABDD6F3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 flipV="1">
              <a:off x="2175387" y="4745830"/>
              <a:ext cx="1175363" cy="205740"/>
            </a:xfrm>
            <a:prstGeom prst="bentConnector5">
              <a:avLst>
                <a:gd name="adj1" fmla="val -21166"/>
                <a:gd name="adj2" fmla="val -142593"/>
                <a:gd name="adj3" fmla="val 69185"/>
              </a:avLst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Rectangle 238">
              <a:extLst>
                <a:ext uri="{FF2B5EF4-FFF2-40B4-BE49-F238E27FC236}">
                  <a16:creationId xmlns:a16="http://schemas.microsoft.com/office/drawing/2014/main" id="{04E401FF-D7C5-4AA4-B4B1-C60FC1109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730" y="4637244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239">
              <a:extLst>
                <a:ext uri="{FF2B5EF4-FFF2-40B4-BE49-F238E27FC236}">
                  <a16:creationId xmlns:a16="http://schemas.microsoft.com/office/drawing/2014/main" id="{6BF3B831-60DA-4557-88AB-98513C5F7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090" y="4637244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240">
              <a:extLst>
                <a:ext uri="{FF2B5EF4-FFF2-40B4-BE49-F238E27FC236}">
                  <a16:creationId xmlns:a16="http://schemas.microsoft.com/office/drawing/2014/main" id="{00AD33F9-3C26-4DF4-BEC0-6DF050685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746" y="4637244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Rectangle 238">
              <a:extLst>
                <a:ext uri="{FF2B5EF4-FFF2-40B4-BE49-F238E27FC236}">
                  <a16:creationId xmlns:a16="http://schemas.microsoft.com/office/drawing/2014/main" id="{C9BF64D7-5E0B-40B7-BACF-7B0E153CF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062" y="4642478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Rectangle 239">
              <a:extLst>
                <a:ext uri="{FF2B5EF4-FFF2-40B4-BE49-F238E27FC236}">
                  <a16:creationId xmlns:a16="http://schemas.microsoft.com/office/drawing/2014/main" id="{E2D41C71-9FAF-4E22-B9ED-F0A7D3F7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422" y="4642478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Rectangle 240">
              <a:extLst>
                <a:ext uri="{FF2B5EF4-FFF2-40B4-BE49-F238E27FC236}">
                  <a16:creationId xmlns:a16="http://schemas.microsoft.com/office/drawing/2014/main" id="{5E1033D2-E275-470B-A68E-DCC5CA2A2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078" y="4642478"/>
              <a:ext cx="152479" cy="662940"/>
            </a:xfrm>
            <a:prstGeom prst="rect">
              <a:avLst/>
            </a:prstGeom>
            <a:solidFill>
              <a:srgbClr val="41AAC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21" name="Gerade Verbindung 162">
              <a:extLst>
                <a:ext uri="{FF2B5EF4-FFF2-40B4-BE49-F238E27FC236}">
                  <a16:creationId xmlns:a16="http://schemas.microsoft.com/office/drawing/2014/main" id="{CD31D655-9E28-493E-8208-CD8B0AA5B59C}"/>
                </a:ext>
              </a:extLst>
            </p:cNvPr>
            <p:cNvCxnSpPr/>
            <p:nvPr/>
          </p:nvCxnSpPr>
          <p:spPr bwMode="auto">
            <a:xfrm>
              <a:off x="1709204" y="4951570"/>
              <a:ext cx="365327" cy="0"/>
            </a:xfrm>
            <a:prstGeom prst="line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163">
              <a:extLst>
                <a:ext uri="{FF2B5EF4-FFF2-40B4-BE49-F238E27FC236}">
                  <a16:creationId xmlns:a16="http://schemas.microsoft.com/office/drawing/2014/main" id="{E65F50F3-CCE5-4A72-9008-8B7225EA8DAF}"/>
                </a:ext>
              </a:extLst>
            </p:cNvPr>
            <p:cNvCxnSpPr/>
            <p:nvPr/>
          </p:nvCxnSpPr>
          <p:spPr bwMode="auto">
            <a:xfrm flipV="1">
              <a:off x="1709204" y="3020940"/>
              <a:ext cx="19485" cy="1935865"/>
            </a:xfrm>
            <a:prstGeom prst="line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164">
              <a:extLst>
                <a:ext uri="{FF2B5EF4-FFF2-40B4-BE49-F238E27FC236}">
                  <a16:creationId xmlns:a16="http://schemas.microsoft.com/office/drawing/2014/main" id="{F86898A5-9970-452B-8B7C-6F551E9AC93A}"/>
                </a:ext>
              </a:extLst>
            </p:cNvPr>
            <p:cNvCxnSpPr>
              <a:stCxn id="27" idx="0"/>
            </p:cNvCxnSpPr>
            <p:nvPr/>
          </p:nvCxnSpPr>
          <p:spPr bwMode="auto">
            <a:xfrm flipV="1">
              <a:off x="3395432" y="3030871"/>
              <a:ext cx="0" cy="1606373"/>
            </a:xfrm>
            <a:prstGeom prst="line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Rectangle 237">
              <a:extLst>
                <a:ext uri="{FF2B5EF4-FFF2-40B4-BE49-F238E27FC236}">
                  <a16:creationId xmlns:a16="http://schemas.microsoft.com/office/drawing/2014/main" id="{826AEBDF-3715-41EA-9D5D-1AC9FC5F0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524" y="4642478"/>
              <a:ext cx="152479" cy="662940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Rectangle 242">
              <a:extLst>
                <a:ext uri="{FF2B5EF4-FFF2-40B4-BE49-F238E27FC236}">
                  <a16:creationId xmlns:a16="http://schemas.microsoft.com/office/drawing/2014/main" id="{6D0E627E-6E0F-4A10-BED1-06407C24F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408" y="4916799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Rectangle 241">
              <a:extLst>
                <a:ext uri="{FF2B5EF4-FFF2-40B4-BE49-F238E27FC236}">
                  <a16:creationId xmlns:a16="http://schemas.microsoft.com/office/drawing/2014/main" id="{0BAA3B31-FBAB-4490-8ED2-2602FA5E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408" y="4711059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Rectangle 237">
              <a:extLst>
                <a:ext uri="{FF2B5EF4-FFF2-40B4-BE49-F238E27FC236}">
                  <a16:creationId xmlns:a16="http://schemas.microsoft.com/office/drawing/2014/main" id="{49EB3B62-564F-41F3-9F55-6521F18CA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192" y="4637244"/>
              <a:ext cx="152479" cy="662940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Rectangle 241">
              <a:extLst>
                <a:ext uri="{FF2B5EF4-FFF2-40B4-BE49-F238E27FC236}">
                  <a16:creationId xmlns:a16="http://schemas.microsoft.com/office/drawing/2014/main" id="{483D1882-66B4-4C00-A86C-C3475791F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076" y="4705825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Rectangle 242">
              <a:extLst>
                <a:ext uri="{FF2B5EF4-FFF2-40B4-BE49-F238E27FC236}">
                  <a16:creationId xmlns:a16="http://schemas.microsoft.com/office/drawing/2014/main" id="{B8C51A40-50CB-44F7-B7D4-F4A14DABE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076" y="4911565"/>
              <a:ext cx="76240" cy="800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Oval 132">
              <a:extLst>
                <a:ext uri="{FF2B5EF4-FFF2-40B4-BE49-F238E27FC236}">
                  <a16:creationId xmlns:a16="http://schemas.microsoft.com/office/drawing/2014/main" id="{48FE498A-9CFA-45B3-9CF0-832C709FA11E}"/>
                </a:ext>
              </a:extLst>
            </p:cNvPr>
            <p:cNvSpPr/>
            <p:nvPr/>
          </p:nvSpPr>
          <p:spPr bwMode="auto">
            <a:xfrm>
              <a:off x="1077722" y="2845279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altLang="zh-CN" sz="1800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Oval 132">
              <a:extLst>
                <a:ext uri="{FF2B5EF4-FFF2-40B4-BE49-F238E27FC236}">
                  <a16:creationId xmlns:a16="http://schemas.microsoft.com/office/drawing/2014/main" id="{511E20C2-A476-40EF-B4E8-AECD22913CBA}"/>
                </a:ext>
              </a:extLst>
            </p:cNvPr>
            <p:cNvSpPr/>
            <p:nvPr/>
          </p:nvSpPr>
          <p:spPr bwMode="auto">
            <a:xfrm>
              <a:off x="1520217" y="5030368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Textfeld 63">
              <a:extLst>
                <a:ext uri="{FF2B5EF4-FFF2-40B4-BE49-F238E27FC236}">
                  <a16:creationId xmlns:a16="http://schemas.microsoft.com/office/drawing/2014/main" id="{4D7492F9-8C1A-4459-822E-4D9DDBCA6F61}"/>
                </a:ext>
              </a:extLst>
            </p:cNvPr>
            <p:cNvSpPr txBox="1"/>
            <p:nvPr/>
          </p:nvSpPr>
          <p:spPr>
            <a:xfrm>
              <a:off x="2016423" y="4176464"/>
              <a:ext cx="914400" cy="2606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200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MRP </a:t>
              </a:r>
              <a:r>
                <a:rPr lang="zh-CN" altLang="en-US" sz="1200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环网</a:t>
              </a:r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Oval 132">
              <a:extLst>
                <a:ext uri="{FF2B5EF4-FFF2-40B4-BE49-F238E27FC236}">
                  <a16:creationId xmlns:a16="http://schemas.microsoft.com/office/drawing/2014/main" id="{F9BE89A5-1F92-4554-83DD-4640924E3075}"/>
                </a:ext>
              </a:extLst>
            </p:cNvPr>
            <p:cNvSpPr/>
            <p:nvPr/>
          </p:nvSpPr>
          <p:spPr bwMode="auto">
            <a:xfrm>
              <a:off x="2858484" y="5035080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34" name="Grafik 61">
              <a:extLst>
                <a:ext uri="{FF2B5EF4-FFF2-40B4-BE49-F238E27FC236}">
                  <a16:creationId xmlns:a16="http://schemas.microsoft.com/office/drawing/2014/main" id="{ED49B539-581F-4BA0-8AD6-1F01F970A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7444" y="1911982"/>
              <a:ext cx="1321040" cy="1108958"/>
            </a:xfrm>
            <a:prstGeom prst="rect">
              <a:avLst/>
            </a:prstGeom>
          </p:spPr>
        </p:pic>
        <p:pic>
          <p:nvPicPr>
            <p:cNvPr id="35" name="Grafik 65">
              <a:extLst>
                <a:ext uri="{FF2B5EF4-FFF2-40B4-BE49-F238E27FC236}">
                  <a16:creationId xmlns:a16="http://schemas.microsoft.com/office/drawing/2014/main" id="{ECE2E5D8-F054-4D0E-B168-C52DA4136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5948" y="1911983"/>
              <a:ext cx="1332869" cy="1118888"/>
            </a:xfrm>
            <a:prstGeom prst="rect">
              <a:avLst/>
            </a:prstGeom>
          </p:spPr>
        </p:pic>
        <p:grpSp>
          <p:nvGrpSpPr>
            <p:cNvPr id="36" name="Group 169">
              <a:extLst>
                <a:ext uri="{FF2B5EF4-FFF2-40B4-BE49-F238E27FC236}">
                  <a16:creationId xmlns:a16="http://schemas.microsoft.com/office/drawing/2014/main" id="{35FC0385-CED7-4F1A-A3BC-FAE03EB152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4448" y="2762638"/>
              <a:ext cx="184247" cy="234314"/>
              <a:chOff x="532" y="2290"/>
              <a:chExt cx="87" cy="123"/>
            </a:xfrm>
          </p:grpSpPr>
          <p:sp>
            <p:nvSpPr>
              <p:cNvPr id="64" name="Rectangle 170">
                <a:extLst>
                  <a:ext uri="{FF2B5EF4-FFF2-40B4-BE49-F238E27FC236}">
                    <a16:creationId xmlns:a16="http://schemas.microsoft.com/office/drawing/2014/main" id="{66D1C09F-AEDA-40C5-9D3C-8E45DC226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290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Rectangle 171">
                <a:extLst>
                  <a:ext uri="{FF2B5EF4-FFF2-40B4-BE49-F238E27FC236}">
                    <a16:creationId xmlns:a16="http://schemas.microsoft.com/office/drawing/2014/main" id="{50477271-0D25-4338-BBF4-5FCC7F37C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290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" name="Rectangle 172">
              <a:extLst>
                <a:ext uri="{FF2B5EF4-FFF2-40B4-BE49-F238E27FC236}">
                  <a16:creationId xmlns:a16="http://schemas.microsoft.com/office/drawing/2014/main" id="{36E7E220-1900-4A35-9935-916F05D57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038" y="2844553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2068747-ECBA-471F-A20B-638E9CE43118}"/>
                </a:ext>
              </a:extLst>
            </p:cNvPr>
            <p:cNvGrpSpPr/>
            <p:nvPr/>
          </p:nvGrpSpPr>
          <p:grpSpPr>
            <a:xfrm>
              <a:off x="1594448" y="2532132"/>
              <a:ext cx="184247" cy="234316"/>
              <a:chOff x="2748400" y="2811031"/>
              <a:chExt cx="184247" cy="234316"/>
            </a:xfrm>
          </p:grpSpPr>
          <p:grpSp>
            <p:nvGrpSpPr>
              <p:cNvPr id="60" name="Group 165">
                <a:extLst>
                  <a:ext uri="{FF2B5EF4-FFF2-40B4-BE49-F238E27FC236}">
                    <a16:creationId xmlns:a16="http://schemas.microsoft.com/office/drawing/2014/main" id="{0E3CD982-04BD-4548-8EA2-B5C06299DE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8400" y="2811031"/>
                <a:ext cx="184247" cy="234316"/>
                <a:chOff x="532" y="2169"/>
                <a:chExt cx="87" cy="123"/>
              </a:xfrm>
            </p:grpSpPr>
            <p:sp>
              <p:nvSpPr>
                <p:cNvPr id="62" name="Rectangle 166">
                  <a:extLst>
                    <a:ext uri="{FF2B5EF4-FFF2-40B4-BE49-F238E27FC236}">
                      <a16:creationId xmlns:a16="http://schemas.microsoft.com/office/drawing/2014/main" id="{D04DB9CE-AB03-4355-9121-672B94B8B8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solidFill>
                  <a:srgbClr val="8796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Rectangle 167">
                  <a:extLst>
                    <a:ext uri="{FF2B5EF4-FFF2-40B4-BE49-F238E27FC236}">
                      <a16:creationId xmlns:a16="http://schemas.microsoft.com/office/drawing/2014/main" id="{B6345848-95C7-4D94-B498-60097DC7CC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2" y="2169"/>
                  <a:ext cx="87" cy="123"/>
                </a:xfrm>
                <a:prstGeom prst="rect">
                  <a:avLst/>
                </a:prstGeom>
                <a:noFill/>
                <a:ln w="4763" cap="rnd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lnSpc>
                      <a:spcPct val="110000"/>
                    </a:lnSpc>
                    <a:spcBef>
                      <a:spcPct val="25000"/>
                    </a:spcBef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lnSpc>
                      <a:spcPct val="110000"/>
                    </a:lnSpc>
                    <a:spcBef>
                      <a:spcPct val="25000"/>
                    </a:spcBef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lnSpc>
                      <a:spcPct val="110000"/>
                    </a:lnSpc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l" rtl="0"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endPara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1" name="Rectangle 168">
                <a:extLst>
                  <a:ext uri="{FF2B5EF4-FFF2-40B4-BE49-F238E27FC236}">
                    <a16:creationId xmlns:a16="http://schemas.microsoft.com/office/drawing/2014/main" id="{39860091-3793-4334-887B-A6D5FDED5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873" y="2894852"/>
                <a:ext cx="8976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500" b="0" i="0" u="none" baseline="0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PN</a:t>
                </a: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9" name="Group 146">
              <a:extLst>
                <a:ext uri="{FF2B5EF4-FFF2-40B4-BE49-F238E27FC236}">
                  <a16:creationId xmlns:a16="http://schemas.microsoft.com/office/drawing/2014/main" id="{9157278F-9216-4468-A1FF-67AC17FBE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0634" y="2762638"/>
              <a:ext cx="184245" cy="234314"/>
              <a:chOff x="532" y="2290"/>
              <a:chExt cx="87" cy="123"/>
            </a:xfrm>
          </p:grpSpPr>
          <p:sp>
            <p:nvSpPr>
              <p:cNvPr id="58" name="Rectangle 147">
                <a:extLst>
                  <a:ext uri="{FF2B5EF4-FFF2-40B4-BE49-F238E27FC236}">
                    <a16:creationId xmlns:a16="http://schemas.microsoft.com/office/drawing/2014/main" id="{8D018C72-BACD-474F-81C3-B77637A64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290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Rectangle 148">
                <a:extLst>
                  <a:ext uri="{FF2B5EF4-FFF2-40B4-BE49-F238E27FC236}">
                    <a16:creationId xmlns:a16="http://schemas.microsoft.com/office/drawing/2014/main" id="{BDDF67F6-51A1-4711-B551-225813BC8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290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" name="Rectangle 149">
              <a:extLst>
                <a:ext uri="{FF2B5EF4-FFF2-40B4-BE49-F238E27FC236}">
                  <a16:creationId xmlns:a16="http://schemas.microsoft.com/office/drawing/2014/main" id="{B9E22B7B-0428-4AAE-9439-9F30AECB7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981" y="2848000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1" name="Gruppieren 8">
              <a:extLst>
                <a:ext uri="{FF2B5EF4-FFF2-40B4-BE49-F238E27FC236}">
                  <a16:creationId xmlns:a16="http://schemas.microsoft.com/office/drawing/2014/main" id="{27CC8F19-CAAB-446A-99B4-F329766A0FA1}"/>
                </a:ext>
              </a:extLst>
            </p:cNvPr>
            <p:cNvGrpSpPr/>
            <p:nvPr/>
          </p:nvGrpSpPr>
          <p:grpSpPr>
            <a:xfrm>
              <a:off x="2066727" y="3270116"/>
              <a:ext cx="576033" cy="662940"/>
              <a:chOff x="2249434" y="3130310"/>
              <a:chExt cx="576033" cy="662940"/>
            </a:xfrm>
          </p:grpSpPr>
          <p:sp>
            <p:nvSpPr>
              <p:cNvPr id="52" name="Rectangle 238">
                <a:extLst>
                  <a:ext uri="{FF2B5EF4-FFF2-40B4-BE49-F238E27FC236}">
                    <a16:creationId xmlns:a16="http://schemas.microsoft.com/office/drawing/2014/main" id="{99EF8B8A-4586-4C8C-B1AA-A4B2636D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972" y="3130310"/>
                <a:ext cx="152479" cy="662940"/>
              </a:xfrm>
              <a:prstGeom prst="rect">
                <a:avLst/>
              </a:prstGeom>
              <a:solidFill>
                <a:srgbClr val="41AAC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Rectangle 239">
                <a:extLst>
                  <a:ext uri="{FF2B5EF4-FFF2-40B4-BE49-F238E27FC236}">
                    <a16:creationId xmlns:a16="http://schemas.microsoft.com/office/drawing/2014/main" id="{BB3A6C00-59C3-4565-9D39-DB1B5517C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5332" y="3130310"/>
                <a:ext cx="152479" cy="662940"/>
              </a:xfrm>
              <a:prstGeom prst="rect">
                <a:avLst/>
              </a:prstGeom>
              <a:solidFill>
                <a:srgbClr val="41AAC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Rectangle 240">
                <a:extLst>
                  <a:ext uri="{FF2B5EF4-FFF2-40B4-BE49-F238E27FC236}">
                    <a16:creationId xmlns:a16="http://schemas.microsoft.com/office/drawing/2014/main" id="{11BD28AF-6FBB-4411-AE12-E8C09A674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2988" y="3130310"/>
                <a:ext cx="152479" cy="662940"/>
              </a:xfrm>
              <a:prstGeom prst="rect">
                <a:avLst/>
              </a:prstGeom>
              <a:solidFill>
                <a:srgbClr val="41AAC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5" name="Rectangle 237">
                <a:extLst>
                  <a:ext uri="{FF2B5EF4-FFF2-40B4-BE49-F238E27FC236}">
                    <a16:creationId xmlns:a16="http://schemas.microsoft.com/office/drawing/2014/main" id="{64429AD3-7C84-45E4-8FF1-70823B766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434" y="3130310"/>
                <a:ext cx="152479" cy="662940"/>
              </a:xfrm>
              <a:prstGeom prst="rect">
                <a:avLst/>
              </a:prstGeom>
              <a:solidFill>
                <a:srgbClr val="87962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242">
                <a:extLst>
                  <a:ext uri="{FF2B5EF4-FFF2-40B4-BE49-F238E27FC236}">
                    <a16:creationId xmlns:a16="http://schemas.microsoft.com/office/drawing/2014/main" id="{FF2BE6AE-622C-4BBF-9A7D-79D96008F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3318" y="3404631"/>
                <a:ext cx="76240" cy="8001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Rectangle 241">
                <a:extLst>
                  <a:ext uri="{FF2B5EF4-FFF2-40B4-BE49-F238E27FC236}">
                    <a16:creationId xmlns:a16="http://schemas.microsoft.com/office/drawing/2014/main" id="{FB43EB70-8E3F-4A22-AED4-398DCB41C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3318" y="3198891"/>
                <a:ext cx="76240" cy="8001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noAutofit/>
              </a:bodyPr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2" name="AutoShape 176">
              <a:extLst>
                <a:ext uri="{FF2B5EF4-FFF2-40B4-BE49-F238E27FC236}">
                  <a16:creationId xmlns:a16="http://schemas.microsoft.com/office/drawing/2014/main" id="{EA7A16D4-F3E7-426A-AEB4-8A185366C4E9}"/>
                </a:ext>
              </a:extLst>
            </p:cNvPr>
            <p:cNvCxnSpPr>
              <a:cxnSpLocks noChangeShapeType="1"/>
              <a:endCxn id="55" idx="1"/>
            </p:cNvCxnSpPr>
            <p:nvPr/>
          </p:nvCxnSpPr>
          <p:spPr bwMode="auto">
            <a:xfrm rot="16200000" flipH="1">
              <a:off x="1486401" y="3021260"/>
              <a:ext cx="956874" cy="203777"/>
            </a:xfrm>
            <a:prstGeom prst="bentConnector2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90">
              <a:extLst>
                <a:ext uri="{FF2B5EF4-FFF2-40B4-BE49-F238E27FC236}">
                  <a16:creationId xmlns:a16="http://schemas.microsoft.com/office/drawing/2014/main" id="{65027243-05BF-453E-B104-5E0AA2484D67}"/>
                </a:ext>
              </a:extLst>
            </p:cNvPr>
            <p:cNvCxnSpPr/>
            <p:nvPr/>
          </p:nvCxnSpPr>
          <p:spPr bwMode="auto">
            <a:xfrm>
              <a:off x="1772642" y="2661356"/>
              <a:ext cx="90308" cy="0"/>
            </a:xfrm>
            <a:prstGeom prst="line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76">
              <a:extLst>
                <a:ext uri="{FF2B5EF4-FFF2-40B4-BE49-F238E27FC236}">
                  <a16:creationId xmlns:a16="http://schemas.microsoft.com/office/drawing/2014/main" id="{DABDD158-6DDC-4E6D-8C66-2401121EBE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2427924" y="2369499"/>
              <a:ext cx="619454" cy="1189305"/>
            </a:xfrm>
            <a:prstGeom prst="bentConnector2">
              <a:avLst/>
            </a:prstGeom>
            <a:noFill/>
            <a:ln w="28575">
              <a:solidFill>
                <a:srgbClr val="87962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5" name="Group 142">
              <a:extLst>
                <a:ext uri="{FF2B5EF4-FFF2-40B4-BE49-F238E27FC236}">
                  <a16:creationId xmlns:a16="http://schemas.microsoft.com/office/drawing/2014/main" id="{5D181A27-9C4F-4E76-98B0-3F05A81A78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0634" y="2532132"/>
              <a:ext cx="184245" cy="234316"/>
              <a:chOff x="532" y="2169"/>
              <a:chExt cx="87" cy="123"/>
            </a:xfrm>
          </p:grpSpPr>
          <p:sp>
            <p:nvSpPr>
              <p:cNvPr id="50" name="Rectangle 143">
                <a:extLst>
                  <a:ext uri="{FF2B5EF4-FFF2-40B4-BE49-F238E27FC236}">
                    <a16:creationId xmlns:a16="http://schemas.microsoft.com/office/drawing/2014/main" id="{12129D03-0281-43CE-B022-D884D4009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Rectangle 144">
                <a:extLst>
                  <a:ext uri="{FF2B5EF4-FFF2-40B4-BE49-F238E27FC236}">
                    <a16:creationId xmlns:a16="http://schemas.microsoft.com/office/drawing/2014/main" id="{833D9B27-8CC5-4969-A7F1-0AF8244BB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6" name="Rectangle 145">
              <a:extLst>
                <a:ext uri="{FF2B5EF4-FFF2-40B4-BE49-F238E27FC236}">
                  <a16:creationId xmlns:a16="http://schemas.microsoft.com/office/drawing/2014/main" id="{4229725F-9B68-4194-A473-A043B4476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863" y="2619400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Oval 132">
              <a:extLst>
                <a:ext uri="{FF2B5EF4-FFF2-40B4-BE49-F238E27FC236}">
                  <a16:creationId xmlns:a16="http://schemas.microsoft.com/office/drawing/2014/main" id="{8FAEF2DB-2DC4-48D7-9C2F-352B9829CA76}"/>
                </a:ext>
              </a:extLst>
            </p:cNvPr>
            <p:cNvSpPr/>
            <p:nvPr/>
          </p:nvSpPr>
          <p:spPr bwMode="auto">
            <a:xfrm>
              <a:off x="3818985" y="3221748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Oval 132">
              <a:extLst>
                <a:ext uri="{FF2B5EF4-FFF2-40B4-BE49-F238E27FC236}">
                  <a16:creationId xmlns:a16="http://schemas.microsoft.com/office/drawing/2014/main" id="{9E16FC57-5AE5-4559-8DC2-AC246CACCF31}"/>
                </a:ext>
              </a:extLst>
            </p:cNvPr>
            <p:cNvSpPr/>
            <p:nvPr/>
          </p:nvSpPr>
          <p:spPr bwMode="auto">
            <a:xfrm>
              <a:off x="2153743" y="2230733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Oval 132">
              <a:extLst>
                <a:ext uri="{FF2B5EF4-FFF2-40B4-BE49-F238E27FC236}">
                  <a16:creationId xmlns:a16="http://schemas.microsoft.com/office/drawing/2014/main" id="{2717158F-0A25-4843-B5AE-78439A69411D}"/>
                </a:ext>
              </a:extLst>
            </p:cNvPr>
            <p:cNvSpPr/>
            <p:nvPr/>
          </p:nvSpPr>
          <p:spPr bwMode="auto">
            <a:xfrm>
              <a:off x="2714799" y="3509481"/>
              <a:ext cx="395358" cy="376469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646E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b="1" i="0" u="none" baseline="0" dirty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6" name="Rechteck 76">
            <a:extLst>
              <a:ext uri="{FF2B5EF4-FFF2-40B4-BE49-F238E27FC236}">
                <a16:creationId xmlns:a16="http://schemas.microsoft.com/office/drawing/2014/main" id="{0A64A270-BE05-4E0D-A9F6-77F9908ACDE8}"/>
              </a:ext>
            </a:extLst>
          </p:cNvPr>
          <p:cNvSpPr/>
          <p:nvPr/>
        </p:nvSpPr>
        <p:spPr bwMode="auto">
          <a:xfrm>
            <a:off x="627063" y="1449388"/>
            <a:ext cx="3600450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67" name="Richtungspfeil 4">
            <a:extLst>
              <a:ext uri="{FF2B5EF4-FFF2-40B4-BE49-F238E27FC236}">
                <a16:creationId xmlns:a16="http://schemas.microsoft.com/office/drawing/2014/main" id="{571234B9-17CE-4D41-8627-D911573BF161}"/>
              </a:ext>
            </a:extLst>
          </p:cNvPr>
          <p:cNvSpPr>
            <a:spLocks/>
          </p:cNvSpPr>
          <p:nvPr/>
        </p:nvSpPr>
        <p:spPr bwMode="gray">
          <a:xfrm>
            <a:off x="4370388" y="1439999"/>
            <a:ext cx="7342609" cy="4752000"/>
          </a:xfrm>
          <a:prstGeom prst="rect">
            <a:avLst/>
          </a:prstGeom>
          <a:gradFill flip="none" rotWithShape="1"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144000" rIns="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1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结构</a:t>
            </a:r>
          </a:p>
          <a:p>
            <a:pPr algn="l" rtl="0">
              <a:spcBef>
                <a:spcPts val="0"/>
              </a:spcBef>
              <a:spcAft>
                <a:spcPts val="600"/>
              </a:spcAft>
            </a:pPr>
            <a:endParaRPr lang="zh-CN" altLang="en-US" b="1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MRP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环网必须连接到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X1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端口</a:t>
            </a: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endParaRPr lang="zh-CN" altLang="en-US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通过同步模块实现同步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–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可连接设备</a:t>
            </a: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endParaRPr lang="zh-CN" altLang="en-US" dirty="0">
              <a:solidFill>
                <a:srgbClr val="FFFFFF"/>
              </a:solidFill>
              <a:latin typeface="Arial"/>
              <a:ea typeface="宋体" panose="02010600030101010101" pitchFamily="2" charset="-122"/>
              <a:cs typeface="Arial" pitchFamily="34" charset="0"/>
              <a:sym typeface="Arial"/>
            </a:endParaRPr>
          </a:p>
          <a:p>
            <a:pPr marL="538163" algn="l" rtl="0">
              <a:spcBef>
                <a:spcPts val="0"/>
              </a:spcBef>
              <a:spcAft>
                <a:spcPts val="600"/>
              </a:spcAft>
            </a:pP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S1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和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S2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设备可集成到 </a:t>
            </a:r>
            <a:r>
              <a:rPr lang="en-US" altLang="zh-CN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MRP </a:t>
            </a:r>
            <a:r>
              <a:rPr lang="zh-CN" altLang="en-US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cs typeface="Arial" pitchFamily="34" charset="0"/>
                <a:sym typeface="Arial"/>
              </a:rPr>
              <a:t>环网中</a:t>
            </a:r>
          </a:p>
        </p:txBody>
      </p:sp>
      <p:sp>
        <p:nvSpPr>
          <p:cNvPr id="68" name="Oval 132">
            <a:extLst>
              <a:ext uri="{FF2B5EF4-FFF2-40B4-BE49-F238E27FC236}">
                <a16:creationId xmlns:a16="http://schemas.microsoft.com/office/drawing/2014/main" id="{E4B237AD-56E9-4B2C-AA6F-4D3653988DD7}"/>
              </a:ext>
            </a:extLst>
          </p:cNvPr>
          <p:cNvSpPr/>
          <p:nvPr/>
        </p:nvSpPr>
        <p:spPr bwMode="auto">
          <a:xfrm>
            <a:off x="4514999" y="2259513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1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9" name="Oval 132">
            <a:extLst>
              <a:ext uri="{FF2B5EF4-FFF2-40B4-BE49-F238E27FC236}">
                <a16:creationId xmlns:a16="http://schemas.microsoft.com/office/drawing/2014/main" id="{91C03172-8CFE-446A-8757-B562AC7DD046}"/>
              </a:ext>
            </a:extLst>
          </p:cNvPr>
          <p:cNvSpPr/>
          <p:nvPr/>
        </p:nvSpPr>
        <p:spPr bwMode="auto">
          <a:xfrm>
            <a:off x="4514999" y="2944519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2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70" name="Oval 132">
            <a:extLst>
              <a:ext uri="{FF2B5EF4-FFF2-40B4-BE49-F238E27FC236}">
                <a16:creationId xmlns:a16="http://schemas.microsoft.com/office/drawing/2014/main" id="{82418D09-961B-4E07-A411-0615B9CB39D9}"/>
              </a:ext>
            </a:extLst>
          </p:cNvPr>
          <p:cNvSpPr/>
          <p:nvPr/>
        </p:nvSpPr>
        <p:spPr bwMode="auto">
          <a:xfrm>
            <a:off x="4514999" y="3645024"/>
            <a:ext cx="395358" cy="376469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0646E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18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3</a:t>
            </a:r>
            <a:endParaRPr lang="zh-CN" altLang="en-US" sz="18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241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C776E1A-C596-4A4B-A404-8BB6A40CF33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669" name="think-cell Slide" r:id="rId5" imgW="359" imgH="355" progId="TCLayout.ActiveDocument.1">
                  <p:embed/>
                </p:oleObj>
              </mc:Choice>
              <mc:Fallback>
                <p:oleObj name="think-cell Slide" r:id="rId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C776E1A-C596-4A4B-A404-8BB6A40CF3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82FB256-415A-4EAC-A120-9DD06A5EE42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394B5-43B2-459F-9662-6D08D8D1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SIMATIC S7-1500H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组态示例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b="0" dirty="0">
                <a:latin typeface="Arial"/>
                <a:ea typeface="宋体" panose="02010600030101010101" pitchFamily="2" charset="-122"/>
                <a:sym typeface="Arial"/>
              </a:rPr>
              <a:t>CPU 1517H</a:t>
            </a:r>
            <a:endParaRPr lang="en-US" dirty="0"/>
          </a:p>
        </p:txBody>
      </p:sp>
      <p:pic>
        <p:nvPicPr>
          <p:cNvPr id="6" name="Grafik 186">
            <a:extLst>
              <a:ext uri="{FF2B5EF4-FFF2-40B4-BE49-F238E27FC236}">
                <a16:creationId xmlns:a16="http://schemas.microsoft.com/office/drawing/2014/main" id="{07374687-D840-41C8-89F1-7620C06E3C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07" y="2143149"/>
            <a:ext cx="1735651" cy="1457007"/>
          </a:xfrm>
          <a:prstGeom prst="rect">
            <a:avLst/>
          </a:prstGeom>
        </p:spPr>
      </p:pic>
      <p:pic>
        <p:nvPicPr>
          <p:cNvPr id="7" name="Grafik 187">
            <a:extLst>
              <a:ext uri="{FF2B5EF4-FFF2-40B4-BE49-F238E27FC236}">
                <a16:creationId xmlns:a16="http://schemas.microsoft.com/office/drawing/2014/main" id="{54BECE4B-EE0F-4874-AC5C-8DF1A71DE0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982" y="2143149"/>
            <a:ext cx="1735651" cy="1457007"/>
          </a:xfrm>
          <a:prstGeom prst="rect">
            <a:avLst/>
          </a:prstGeom>
        </p:spPr>
      </p:pic>
      <p:cxnSp>
        <p:nvCxnSpPr>
          <p:cNvPr id="8" name="AutoShape 177">
            <a:extLst>
              <a:ext uri="{FF2B5EF4-FFF2-40B4-BE49-F238E27FC236}">
                <a16:creationId xmlns:a16="http://schemas.microsoft.com/office/drawing/2014/main" id="{49FCDA7E-D27F-46A5-9D10-C1F53ACD2DA0}"/>
              </a:ext>
            </a:extLst>
          </p:cNvPr>
          <p:cNvCxnSpPr>
            <a:cxnSpLocks noChangeShapeType="1"/>
            <a:endCxn id="15" idx="1"/>
          </p:cNvCxnSpPr>
          <p:nvPr/>
        </p:nvCxnSpPr>
        <p:spPr bwMode="auto">
          <a:xfrm>
            <a:off x="3864140" y="4153725"/>
            <a:ext cx="2538717" cy="373736"/>
          </a:xfrm>
          <a:prstGeom prst="bentConnector3">
            <a:avLst>
              <a:gd name="adj1" fmla="val -290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178">
            <a:extLst>
              <a:ext uri="{FF2B5EF4-FFF2-40B4-BE49-F238E27FC236}">
                <a16:creationId xmlns:a16="http://schemas.microsoft.com/office/drawing/2014/main" id="{F0E84C17-CF83-4297-B82E-37C65106579F}"/>
              </a:ext>
            </a:extLst>
          </p:cNvPr>
          <p:cNvCxnSpPr>
            <a:cxnSpLocks noChangeShapeType="1"/>
            <a:stCxn id="14" idx="1"/>
            <a:endCxn id="21" idx="1"/>
          </p:cNvCxnSpPr>
          <p:nvPr/>
        </p:nvCxnSpPr>
        <p:spPr bwMode="auto">
          <a:xfrm rot="10800000" flipH="1" flipV="1">
            <a:off x="6402857" y="4710341"/>
            <a:ext cx="8471" cy="573404"/>
          </a:xfrm>
          <a:prstGeom prst="bentConnector3">
            <a:avLst>
              <a:gd name="adj1" fmla="val -2250000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179">
            <a:extLst>
              <a:ext uri="{FF2B5EF4-FFF2-40B4-BE49-F238E27FC236}">
                <a16:creationId xmlns:a16="http://schemas.microsoft.com/office/drawing/2014/main" id="{D2606C71-4677-418A-9C55-EB356D794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973" y="4418875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1" name="Rectangle 180">
            <a:extLst>
              <a:ext uri="{FF2B5EF4-FFF2-40B4-BE49-F238E27FC236}">
                <a16:creationId xmlns:a16="http://schemas.microsoft.com/office/drawing/2014/main" id="{2437A523-437A-47C4-B999-C18199F05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510" y="441887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" name="Rectangle 181">
            <a:extLst>
              <a:ext uri="{FF2B5EF4-FFF2-40B4-BE49-F238E27FC236}">
                <a16:creationId xmlns:a16="http://schemas.microsoft.com/office/drawing/2014/main" id="{54C49F47-67E8-424B-9DB2-30D282B5B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72" y="441887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3" name="Rectangle 182">
            <a:extLst>
              <a:ext uri="{FF2B5EF4-FFF2-40B4-BE49-F238E27FC236}">
                <a16:creationId xmlns:a16="http://schemas.microsoft.com/office/drawing/2014/main" id="{536AC231-37BC-4861-ADE5-B820AC713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526" y="441887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4" name="Rectangle 183">
            <a:extLst>
              <a:ext uri="{FF2B5EF4-FFF2-40B4-BE49-F238E27FC236}">
                <a16:creationId xmlns:a16="http://schemas.microsoft.com/office/drawing/2014/main" id="{7DEF209D-B3E7-4A5A-A87B-45A4EEDE5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857" y="467033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5" name="Rectangle 184">
            <a:extLst>
              <a:ext uri="{FF2B5EF4-FFF2-40B4-BE49-F238E27FC236}">
                <a16:creationId xmlns:a16="http://schemas.microsoft.com/office/drawing/2014/main" id="{FAFFC16D-593D-4B9B-87BC-D70C07D99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857" y="448745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6" name="Rectangle 223">
            <a:extLst>
              <a:ext uri="{FF2B5EF4-FFF2-40B4-BE49-F238E27FC236}">
                <a16:creationId xmlns:a16="http://schemas.microsoft.com/office/drawing/2014/main" id="{7F2A406D-B397-4997-B516-A46FDE9C0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444" y="5175161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7" name="Rectangle 224">
            <a:extLst>
              <a:ext uri="{FF2B5EF4-FFF2-40B4-BE49-F238E27FC236}">
                <a16:creationId xmlns:a16="http://schemas.microsoft.com/office/drawing/2014/main" id="{4C52F3EF-1D61-46FC-9EAE-2BA0C1F7F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981" y="5175161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8" name="Rectangle 225">
            <a:extLst>
              <a:ext uri="{FF2B5EF4-FFF2-40B4-BE49-F238E27FC236}">
                <a16:creationId xmlns:a16="http://schemas.microsoft.com/office/drawing/2014/main" id="{6ED3C26F-6970-4F7A-971D-27CA1674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343" y="5175161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9" name="Rectangle 226">
            <a:extLst>
              <a:ext uri="{FF2B5EF4-FFF2-40B4-BE49-F238E27FC236}">
                <a16:creationId xmlns:a16="http://schemas.microsoft.com/office/drawing/2014/main" id="{6083FC62-2056-4312-8510-66496C67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997" y="5175161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0" name="Rectangle 227">
            <a:extLst>
              <a:ext uri="{FF2B5EF4-FFF2-40B4-BE49-F238E27FC236}">
                <a16:creationId xmlns:a16="http://schemas.microsoft.com/office/drawing/2014/main" id="{6B7DD640-1F01-487F-96D7-5FF5E5D6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328" y="5426621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1" name="Rectangle 228">
            <a:extLst>
              <a:ext uri="{FF2B5EF4-FFF2-40B4-BE49-F238E27FC236}">
                <a16:creationId xmlns:a16="http://schemas.microsoft.com/office/drawing/2014/main" id="{C2FBFC05-900C-489F-BC45-ACA83C9C3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328" y="5243741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22" name="Elbow Connector 6">
            <a:extLst>
              <a:ext uri="{FF2B5EF4-FFF2-40B4-BE49-F238E27FC236}">
                <a16:creationId xmlns:a16="http://schemas.microsoft.com/office/drawing/2014/main" id="{E326F539-2415-4519-B0CF-F564841F5198}"/>
              </a:ext>
            </a:extLst>
          </p:cNvPr>
          <p:cNvCxnSpPr/>
          <p:nvPr/>
        </p:nvCxnSpPr>
        <p:spPr bwMode="auto">
          <a:xfrm rot="16200000" flipH="1">
            <a:off x="6052778" y="2268945"/>
            <a:ext cx="806753" cy="4626186"/>
          </a:xfrm>
          <a:prstGeom prst="bentConnector3">
            <a:avLst>
              <a:gd name="adj1" fmla="val 14714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Box 205">
            <a:extLst>
              <a:ext uri="{FF2B5EF4-FFF2-40B4-BE49-F238E27FC236}">
                <a16:creationId xmlns:a16="http://schemas.microsoft.com/office/drawing/2014/main" id="{DC1AFA25-7FA7-4C9E-9F04-A1FB0AC89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714" y="5622077"/>
            <a:ext cx="307777" cy="203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l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algn="l" rtl="0"/>
            <a:r>
              <a:rPr lang="zh-CN" altLang="en-US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面板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4" name="Rectangle 238">
            <a:extLst>
              <a:ext uri="{FF2B5EF4-FFF2-40B4-BE49-F238E27FC236}">
                <a16:creationId xmlns:a16="http://schemas.microsoft.com/office/drawing/2014/main" id="{07EDFBB2-F286-4C09-84D4-1E7A2ECB3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731" y="4763228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5" name="Rectangle 239">
            <a:extLst>
              <a:ext uri="{FF2B5EF4-FFF2-40B4-BE49-F238E27FC236}">
                <a16:creationId xmlns:a16="http://schemas.microsoft.com/office/drawing/2014/main" id="{97FD8AE8-C674-4776-98F3-D1234CA79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7091" y="4763228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26" name="Rectangle 240">
            <a:extLst>
              <a:ext uri="{FF2B5EF4-FFF2-40B4-BE49-F238E27FC236}">
                <a16:creationId xmlns:a16="http://schemas.microsoft.com/office/drawing/2014/main" id="{13DFDB37-C6C0-4FDE-BCA2-19BB42238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4747" y="4763228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27" name="Elbow Connector 4">
            <a:extLst>
              <a:ext uri="{FF2B5EF4-FFF2-40B4-BE49-F238E27FC236}">
                <a16:creationId xmlns:a16="http://schemas.microsoft.com/office/drawing/2014/main" id="{2234B04E-91E6-457F-AF4F-A32C6519A7F6}"/>
              </a:ext>
            </a:extLst>
          </p:cNvPr>
          <p:cNvCxnSpPr/>
          <p:nvPr/>
        </p:nvCxnSpPr>
        <p:spPr bwMode="auto">
          <a:xfrm rot="16200000" flipV="1">
            <a:off x="5442378" y="2770244"/>
            <a:ext cx="664557" cy="3514432"/>
          </a:xfrm>
          <a:prstGeom prst="bentConnector3">
            <a:avLst>
              <a:gd name="adj1" fmla="val 72067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8" name="Grafik 161">
            <a:extLst>
              <a:ext uri="{FF2B5EF4-FFF2-40B4-BE49-F238E27FC236}">
                <a16:creationId xmlns:a16="http://schemas.microsoft.com/office/drawing/2014/main" id="{CB0339BC-36D0-49A7-94FA-BB273483A53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436" y="4974005"/>
            <a:ext cx="823058" cy="614927"/>
          </a:xfrm>
          <a:prstGeom prst="rect">
            <a:avLst/>
          </a:prstGeom>
        </p:spPr>
      </p:pic>
      <p:sp>
        <p:nvSpPr>
          <p:cNvPr id="29" name="Text Box 205">
            <a:extLst>
              <a:ext uri="{FF2B5EF4-FFF2-40B4-BE49-F238E27FC236}">
                <a16:creationId xmlns:a16="http://schemas.microsoft.com/office/drawing/2014/main" id="{E24A6838-7995-4C1D-A222-9469B42C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168" y="4022327"/>
            <a:ext cx="77933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交换机</a:t>
            </a:r>
            <a:endParaRPr lang="zh-CN" altLang="en-US" sz="12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0" name="Rectangle 237">
            <a:extLst>
              <a:ext uri="{FF2B5EF4-FFF2-40B4-BE49-F238E27FC236}">
                <a16:creationId xmlns:a16="http://schemas.microsoft.com/office/drawing/2014/main" id="{4B5EC845-3377-47FD-BEF0-B3CBC48CA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193" y="4763228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1" name="Rectangle 242">
            <a:extLst>
              <a:ext uri="{FF2B5EF4-FFF2-40B4-BE49-F238E27FC236}">
                <a16:creationId xmlns:a16="http://schemas.microsoft.com/office/drawing/2014/main" id="{478F8428-46C0-44EA-B6B0-06147E7C5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9312" y="5037549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2" name="Rectangle 241">
            <a:extLst>
              <a:ext uri="{FF2B5EF4-FFF2-40B4-BE49-F238E27FC236}">
                <a16:creationId xmlns:a16="http://schemas.microsoft.com/office/drawing/2014/main" id="{E25A4842-11BE-41DD-B3C5-51B1199D7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9312" y="4831809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33" name="AutoShape 127">
            <a:extLst>
              <a:ext uri="{FF2B5EF4-FFF2-40B4-BE49-F238E27FC236}">
                <a16:creationId xmlns:a16="http://schemas.microsoft.com/office/drawing/2014/main" id="{C95F018A-67F1-4709-9496-171F6A2CA6E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165526" y="2238923"/>
            <a:ext cx="645919" cy="1377314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lIns="117263" tIns="58631" rIns="117263" bIns="58631">
            <a:noAutofit/>
          </a:bodyPr>
          <a:lstStyle/>
          <a:p>
            <a:pPr algn="l" rtl="0">
              <a:defRPr/>
            </a:pPr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34" name="Group 146">
            <a:extLst>
              <a:ext uri="{FF2B5EF4-FFF2-40B4-BE49-F238E27FC236}">
                <a16:creationId xmlns:a16="http://schemas.microsoft.com/office/drawing/2014/main" id="{5C16B690-5091-46C2-B407-28C6198084BE}"/>
              </a:ext>
            </a:extLst>
          </p:cNvPr>
          <p:cNvGrpSpPr>
            <a:grpSpLocks/>
          </p:cNvGrpSpPr>
          <p:nvPr/>
        </p:nvGrpSpPr>
        <p:grpSpPr bwMode="auto">
          <a:xfrm>
            <a:off x="3663195" y="3276987"/>
            <a:ext cx="184245" cy="234314"/>
            <a:chOff x="532" y="2290"/>
            <a:chExt cx="87" cy="123"/>
          </a:xfrm>
        </p:grpSpPr>
        <p:sp>
          <p:nvSpPr>
            <p:cNvPr id="35" name="Rectangle 147">
              <a:extLst>
                <a:ext uri="{FF2B5EF4-FFF2-40B4-BE49-F238E27FC236}">
                  <a16:creationId xmlns:a16="http://schemas.microsoft.com/office/drawing/2014/main" id="{C55F9A71-1C60-4722-91F0-2E72E3F7F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Rectangle 148">
              <a:extLst>
                <a:ext uri="{FF2B5EF4-FFF2-40B4-BE49-F238E27FC236}">
                  <a16:creationId xmlns:a16="http://schemas.microsoft.com/office/drawing/2014/main" id="{6DC013AC-BFAD-454A-92D7-11B32DE27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7" name="Rectangle 149">
            <a:extLst>
              <a:ext uri="{FF2B5EF4-FFF2-40B4-BE49-F238E27FC236}">
                <a16:creationId xmlns:a16="http://schemas.microsoft.com/office/drawing/2014/main" id="{3A9DA09F-A0FE-4A48-8527-172ADADDA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86" y="3341771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38" name="Group 23">
            <a:extLst>
              <a:ext uri="{FF2B5EF4-FFF2-40B4-BE49-F238E27FC236}">
                <a16:creationId xmlns:a16="http://schemas.microsoft.com/office/drawing/2014/main" id="{4A36FB98-F542-454F-A94F-83002CF3B9C1}"/>
              </a:ext>
            </a:extLst>
          </p:cNvPr>
          <p:cNvGrpSpPr/>
          <p:nvPr/>
        </p:nvGrpSpPr>
        <p:grpSpPr>
          <a:xfrm>
            <a:off x="1322621" y="3032489"/>
            <a:ext cx="184247" cy="234316"/>
            <a:chOff x="2748400" y="2811031"/>
            <a:chExt cx="184247" cy="234316"/>
          </a:xfrm>
        </p:grpSpPr>
        <p:grpSp>
          <p:nvGrpSpPr>
            <p:cNvPr id="39" name="Group 165">
              <a:extLst>
                <a:ext uri="{FF2B5EF4-FFF2-40B4-BE49-F238E27FC236}">
                  <a16:creationId xmlns:a16="http://schemas.microsoft.com/office/drawing/2014/main" id="{B4610B84-6B42-4DA7-8748-353634E09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400" y="2811031"/>
              <a:ext cx="184247" cy="234316"/>
              <a:chOff x="532" y="2169"/>
              <a:chExt cx="87" cy="123"/>
            </a:xfrm>
          </p:grpSpPr>
          <p:sp>
            <p:nvSpPr>
              <p:cNvPr id="41" name="Rectangle 166">
                <a:extLst>
                  <a:ext uri="{FF2B5EF4-FFF2-40B4-BE49-F238E27FC236}">
                    <a16:creationId xmlns:a16="http://schemas.microsoft.com/office/drawing/2014/main" id="{6DFCD080-9F50-4ED5-B00A-02CE64E44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Rectangle 167">
                <a:extLst>
                  <a:ext uri="{FF2B5EF4-FFF2-40B4-BE49-F238E27FC236}">
                    <a16:creationId xmlns:a16="http://schemas.microsoft.com/office/drawing/2014/main" id="{2ABCB338-B232-4FA9-AFBE-EF3ED74D8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" name="Rectangle 168">
              <a:extLst>
                <a:ext uri="{FF2B5EF4-FFF2-40B4-BE49-F238E27FC236}">
                  <a16:creationId xmlns:a16="http://schemas.microsoft.com/office/drawing/2014/main" id="{516A48E5-5AF9-4939-89FE-4533A18BB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73" y="2894852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3" name="Text Box 205">
            <a:extLst>
              <a:ext uri="{FF2B5EF4-FFF2-40B4-BE49-F238E27FC236}">
                <a16:creationId xmlns:a16="http://schemas.microsoft.com/office/drawing/2014/main" id="{084EFE8B-BBC3-4594-9177-F030E2B39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079" y="1762144"/>
            <a:ext cx="109508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主 </a:t>
            </a: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1517H</a:t>
            </a:r>
            <a:br>
              <a:rPr lang="zh-CN" altLang="en-US" sz="1100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4" name="Text Box 205">
            <a:extLst>
              <a:ext uri="{FF2B5EF4-FFF2-40B4-BE49-F238E27FC236}">
                <a16:creationId xmlns:a16="http://schemas.microsoft.com/office/drawing/2014/main" id="{E0E90492-7825-44C8-8DE0-A0E2773CF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080" y="1767273"/>
            <a:ext cx="10950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备用 </a:t>
            </a:r>
            <a:b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sz="1100" b="1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CPU 1517H</a:t>
            </a:r>
            <a:endParaRPr lang="zh-CN" altLang="en-US" sz="1100" b="1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5" name="AutoShape 150">
            <a:extLst>
              <a:ext uri="{FF2B5EF4-FFF2-40B4-BE49-F238E27FC236}">
                <a16:creationId xmlns:a16="http://schemas.microsoft.com/office/drawing/2014/main" id="{39E5729B-30D2-47C1-91A1-025CE7470EA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602310" y="2265446"/>
            <a:ext cx="645920" cy="137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7263" tIns="58631" rIns="117263" bIns="58631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46" name="AutoShape 247">
            <a:extLst>
              <a:ext uri="{FF2B5EF4-FFF2-40B4-BE49-F238E27FC236}">
                <a16:creationId xmlns:a16="http://schemas.microsoft.com/office/drawing/2014/main" id="{E2C71C75-C3FD-4D88-A4C1-54AF6A4B1D4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2511402" y="5188171"/>
            <a:ext cx="1175363" cy="205740"/>
          </a:xfrm>
          <a:prstGeom prst="bentConnector5">
            <a:avLst>
              <a:gd name="adj1" fmla="val -21166"/>
              <a:gd name="adj2" fmla="val -142593"/>
              <a:gd name="adj3" fmla="val 69185"/>
            </a:avLst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238">
            <a:extLst>
              <a:ext uri="{FF2B5EF4-FFF2-40B4-BE49-F238E27FC236}">
                <a16:creationId xmlns:a16="http://schemas.microsoft.com/office/drawing/2014/main" id="{CC37D53A-6D1E-409F-B909-186C18A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745" y="507958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8" name="Rectangle 239">
            <a:extLst>
              <a:ext uri="{FF2B5EF4-FFF2-40B4-BE49-F238E27FC236}">
                <a16:creationId xmlns:a16="http://schemas.microsoft.com/office/drawing/2014/main" id="{E1C5E934-6EAC-4F21-AF7E-A48DC2DD4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105" y="507958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49" name="Rectangle 240">
            <a:extLst>
              <a:ext uri="{FF2B5EF4-FFF2-40B4-BE49-F238E27FC236}">
                <a16:creationId xmlns:a16="http://schemas.microsoft.com/office/drawing/2014/main" id="{D61C1FBE-4BB6-480B-B759-E610DB862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761" y="507958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0" name="Rectangle 238">
            <a:extLst>
              <a:ext uri="{FF2B5EF4-FFF2-40B4-BE49-F238E27FC236}">
                <a16:creationId xmlns:a16="http://schemas.microsoft.com/office/drawing/2014/main" id="{43228855-4E99-4A4E-BBC6-D3B7E84A4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077" y="508481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1" name="Rectangle 239">
            <a:extLst>
              <a:ext uri="{FF2B5EF4-FFF2-40B4-BE49-F238E27FC236}">
                <a16:creationId xmlns:a16="http://schemas.microsoft.com/office/drawing/2014/main" id="{9342943E-4F91-4842-811D-6341E7254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437" y="508481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2" name="Rectangle 240">
            <a:extLst>
              <a:ext uri="{FF2B5EF4-FFF2-40B4-BE49-F238E27FC236}">
                <a16:creationId xmlns:a16="http://schemas.microsoft.com/office/drawing/2014/main" id="{66DAD536-51B9-42DC-A52A-168E70A73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093" y="5084819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53" name="Gerade Verbindung 114">
            <a:extLst>
              <a:ext uri="{FF2B5EF4-FFF2-40B4-BE49-F238E27FC236}">
                <a16:creationId xmlns:a16="http://schemas.microsoft.com/office/drawing/2014/main" id="{A41ABBDE-7D54-4302-A0EA-399223F736A1}"/>
              </a:ext>
            </a:extLst>
          </p:cNvPr>
          <p:cNvCxnSpPr/>
          <p:nvPr/>
        </p:nvCxnSpPr>
        <p:spPr bwMode="auto">
          <a:xfrm>
            <a:off x="1397432" y="5393911"/>
            <a:ext cx="1013114" cy="0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Gerade Verbindung 115">
            <a:extLst>
              <a:ext uri="{FF2B5EF4-FFF2-40B4-BE49-F238E27FC236}">
                <a16:creationId xmlns:a16="http://schemas.microsoft.com/office/drawing/2014/main" id="{B6BEE228-C43B-4F7E-B304-ACAE8F2B90D0}"/>
              </a:ext>
            </a:extLst>
          </p:cNvPr>
          <p:cNvCxnSpPr/>
          <p:nvPr/>
        </p:nvCxnSpPr>
        <p:spPr bwMode="auto">
          <a:xfrm flipV="1">
            <a:off x="1402815" y="3462835"/>
            <a:ext cx="3309" cy="1943941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Gerade Verbindung 118">
            <a:extLst>
              <a:ext uri="{FF2B5EF4-FFF2-40B4-BE49-F238E27FC236}">
                <a16:creationId xmlns:a16="http://schemas.microsoft.com/office/drawing/2014/main" id="{1505CE92-E31D-4851-A440-DCADA613E1E4}"/>
              </a:ext>
            </a:extLst>
          </p:cNvPr>
          <p:cNvCxnSpPr/>
          <p:nvPr/>
        </p:nvCxnSpPr>
        <p:spPr bwMode="auto">
          <a:xfrm flipH="1" flipV="1">
            <a:off x="3727211" y="3522686"/>
            <a:ext cx="4236" cy="1550614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Rectangle 237">
            <a:extLst>
              <a:ext uri="{FF2B5EF4-FFF2-40B4-BE49-F238E27FC236}">
                <a16:creationId xmlns:a16="http://schemas.microsoft.com/office/drawing/2014/main" id="{7713C551-81F8-490A-816D-49174FC7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539" y="5084819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7" name="Rectangle 242">
            <a:extLst>
              <a:ext uri="{FF2B5EF4-FFF2-40B4-BE49-F238E27FC236}">
                <a16:creationId xmlns:a16="http://schemas.microsoft.com/office/drawing/2014/main" id="{D82BDAEE-8407-45C5-811C-301178549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423" y="5359140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8" name="Rectangle 241">
            <a:extLst>
              <a:ext uri="{FF2B5EF4-FFF2-40B4-BE49-F238E27FC236}">
                <a16:creationId xmlns:a16="http://schemas.microsoft.com/office/drawing/2014/main" id="{BD6ECE3C-56B7-4171-84CB-2AB4C4EA7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423" y="5153400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59" name="Rectangle 237">
            <a:extLst>
              <a:ext uri="{FF2B5EF4-FFF2-40B4-BE49-F238E27FC236}">
                <a16:creationId xmlns:a16="http://schemas.microsoft.com/office/drawing/2014/main" id="{B6BF0C93-FAAA-4DA1-BAFA-2EBD1226C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207" y="5079585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0" name="Rectangle 241">
            <a:extLst>
              <a:ext uri="{FF2B5EF4-FFF2-40B4-BE49-F238E27FC236}">
                <a16:creationId xmlns:a16="http://schemas.microsoft.com/office/drawing/2014/main" id="{6124EA49-76BA-469A-8C19-E153813F1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091" y="514816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1" name="Rectangle 242">
            <a:extLst>
              <a:ext uri="{FF2B5EF4-FFF2-40B4-BE49-F238E27FC236}">
                <a16:creationId xmlns:a16="http://schemas.microsoft.com/office/drawing/2014/main" id="{F1E2F4F6-7AA8-4228-AE0E-74BA461D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091" y="535390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62" name="Group 142">
            <a:extLst>
              <a:ext uri="{FF2B5EF4-FFF2-40B4-BE49-F238E27FC236}">
                <a16:creationId xmlns:a16="http://schemas.microsoft.com/office/drawing/2014/main" id="{8189A3F9-D382-4536-A89C-2BE19F9537A2}"/>
              </a:ext>
            </a:extLst>
          </p:cNvPr>
          <p:cNvGrpSpPr>
            <a:grpSpLocks/>
          </p:cNvGrpSpPr>
          <p:nvPr/>
        </p:nvGrpSpPr>
        <p:grpSpPr bwMode="auto">
          <a:xfrm>
            <a:off x="3663195" y="3032489"/>
            <a:ext cx="184245" cy="234316"/>
            <a:chOff x="532" y="2169"/>
            <a:chExt cx="87" cy="123"/>
          </a:xfrm>
        </p:grpSpPr>
        <p:sp>
          <p:nvSpPr>
            <p:cNvPr id="63" name="Rectangle 143">
              <a:extLst>
                <a:ext uri="{FF2B5EF4-FFF2-40B4-BE49-F238E27FC236}">
                  <a16:creationId xmlns:a16="http://schemas.microsoft.com/office/drawing/2014/main" id="{DECB8DA5-C940-4E0B-92BA-26D656C49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Rectangle 144">
              <a:extLst>
                <a:ext uri="{FF2B5EF4-FFF2-40B4-BE49-F238E27FC236}">
                  <a16:creationId xmlns:a16="http://schemas.microsoft.com/office/drawing/2014/main" id="{8D413530-264B-47DE-B86F-257032CF6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5" name="Rectangle 145">
            <a:extLst>
              <a:ext uri="{FF2B5EF4-FFF2-40B4-BE49-F238E27FC236}">
                <a16:creationId xmlns:a16="http://schemas.microsoft.com/office/drawing/2014/main" id="{F5B655B5-5532-4099-AC50-4180D67A2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668" y="3113171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66" name="Textfeld 137">
            <a:extLst>
              <a:ext uri="{FF2B5EF4-FFF2-40B4-BE49-F238E27FC236}">
                <a16:creationId xmlns:a16="http://schemas.microsoft.com/office/drawing/2014/main" id="{2ECCA724-7FD6-4A2E-910D-DCFDC149B74F}"/>
              </a:ext>
            </a:extLst>
          </p:cNvPr>
          <p:cNvSpPr txBox="1"/>
          <p:nvPr/>
        </p:nvSpPr>
        <p:spPr>
          <a:xfrm>
            <a:off x="2150326" y="4567466"/>
            <a:ext cx="914400" cy="26064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rtl="0">
              <a:lnSpc>
                <a:spcPct val="110000"/>
              </a:lnSpc>
              <a:spcBef>
                <a:spcPts val="0"/>
              </a:spcBef>
            </a:pPr>
            <a:r>
              <a:rPr lang="en-US" altLang="zh-CN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MRP </a:t>
            </a:r>
            <a:r>
              <a:rPr lang="zh-CN" altLang="en-US" sz="1200" b="1" i="0" u="none" baseline="0" dirty="0">
                <a:solidFill>
                  <a:schemeClr val="tx1"/>
                </a:solidFill>
                <a:latin typeface="Arial"/>
                <a:ea typeface="宋体" panose="02010600030101010101" pitchFamily="2" charset="-122"/>
                <a:sym typeface="Arial"/>
              </a:rPr>
              <a:t>环网</a:t>
            </a:r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67" name="Group 206">
            <a:extLst>
              <a:ext uri="{FF2B5EF4-FFF2-40B4-BE49-F238E27FC236}">
                <a16:creationId xmlns:a16="http://schemas.microsoft.com/office/drawing/2014/main" id="{54403DC5-90A1-4A77-8A38-144013263836}"/>
              </a:ext>
            </a:extLst>
          </p:cNvPr>
          <p:cNvGrpSpPr>
            <a:grpSpLocks/>
          </p:cNvGrpSpPr>
          <p:nvPr/>
        </p:nvGrpSpPr>
        <p:grpSpPr bwMode="auto">
          <a:xfrm>
            <a:off x="3621942" y="3993744"/>
            <a:ext cx="1152203" cy="251460"/>
            <a:chOff x="4197" y="2409"/>
            <a:chExt cx="735" cy="150"/>
          </a:xfrm>
        </p:grpSpPr>
        <p:sp>
          <p:nvSpPr>
            <p:cNvPr id="68" name="Rectangle 207">
              <a:extLst>
                <a:ext uri="{FF2B5EF4-FFF2-40B4-BE49-F238E27FC236}">
                  <a16:creationId xmlns:a16="http://schemas.microsoft.com/office/drawing/2014/main" id="{8620B678-A981-403B-95CC-5C62DA6FC4C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0" y="2116"/>
              <a:ext cx="150" cy="735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Rectangle 208">
              <a:extLst>
                <a:ext uri="{FF2B5EF4-FFF2-40B4-BE49-F238E27FC236}">
                  <a16:creationId xmlns:a16="http://schemas.microsoft.com/office/drawing/2014/main" id="{2E105EF4-0804-4277-ADE3-9DB6965E04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Rectangle 209">
              <a:extLst>
                <a:ext uri="{FF2B5EF4-FFF2-40B4-BE49-F238E27FC236}">
                  <a16:creationId xmlns:a16="http://schemas.microsoft.com/office/drawing/2014/main" id="{85229814-11A5-4E53-BA37-C7E70F1CB7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3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Rectangle 210">
              <a:extLst>
                <a:ext uri="{FF2B5EF4-FFF2-40B4-BE49-F238E27FC236}">
                  <a16:creationId xmlns:a16="http://schemas.microsoft.com/office/drawing/2014/main" id="{FD75BFEB-8879-4A9D-B0F0-4247E3FFA2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Rectangle 211">
              <a:extLst>
                <a:ext uri="{FF2B5EF4-FFF2-40B4-BE49-F238E27FC236}">
                  <a16:creationId xmlns:a16="http://schemas.microsoft.com/office/drawing/2014/main" id="{E14D446D-F4CE-4717-9B5F-1773506260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1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Rectangle 212">
              <a:extLst>
                <a:ext uri="{FF2B5EF4-FFF2-40B4-BE49-F238E27FC236}">
                  <a16:creationId xmlns:a16="http://schemas.microsoft.com/office/drawing/2014/main" id="{923DB413-9DE9-4131-84D4-885FC3E642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67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213">
              <a:extLst>
                <a:ext uri="{FF2B5EF4-FFF2-40B4-BE49-F238E27FC236}">
                  <a16:creationId xmlns:a16="http://schemas.microsoft.com/office/drawing/2014/main" id="{D6DAF86F-C0C1-42F1-AADC-8D17E344CD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8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214">
              <a:extLst>
                <a:ext uri="{FF2B5EF4-FFF2-40B4-BE49-F238E27FC236}">
                  <a16:creationId xmlns:a16="http://schemas.microsoft.com/office/drawing/2014/main" id="{17E639BB-2965-42CE-AF51-153F331701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215">
              <a:extLst>
                <a:ext uri="{FF2B5EF4-FFF2-40B4-BE49-F238E27FC236}">
                  <a16:creationId xmlns:a16="http://schemas.microsoft.com/office/drawing/2014/main" id="{FD897405-386E-4487-ADE2-7FF5A7A9B8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6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7" name="Rectangle 168">
            <a:extLst>
              <a:ext uri="{FF2B5EF4-FFF2-40B4-BE49-F238E27FC236}">
                <a16:creationId xmlns:a16="http://schemas.microsoft.com/office/drawing/2014/main" id="{462E8D7B-6C3D-4BD0-9D15-A2F99F80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718" y="3115129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78" name="Text Box 205">
            <a:extLst>
              <a:ext uri="{FF2B5EF4-FFF2-40B4-BE49-F238E27FC236}">
                <a16:creationId xmlns:a16="http://schemas.microsoft.com/office/drawing/2014/main" id="{143D997A-7864-4DDE-A4E4-E079EAB63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6088" y="2004877"/>
            <a:ext cx="77933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交换机</a:t>
            </a:r>
            <a:endParaRPr lang="zh-CN" altLang="en-US" sz="12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79" name="AutoShape 127">
            <a:extLst>
              <a:ext uri="{FF2B5EF4-FFF2-40B4-BE49-F238E27FC236}">
                <a16:creationId xmlns:a16="http://schemas.microsoft.com/office/drawing/2014/main" id="{6FF3E4CC-8128-4501-8B7F-D43C3AED8823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061539" y="2173159"/>
            <a:ext cx="645919" cy="1377314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lIns="117263" tIns="58631" rIns="117263" bIns="58631">
            <a:noAutofit/>
          </a:bodyPr>
          <a:lstStyle/>
          <a:p>
            <a:pPr algn="l" rtl="0">
              <a:defRPr/>
            </a:pPr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88B9CA-8BFA-4245-AC8D-4D2966F99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3096" y="3019658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1" name="Rectangle 149">
            <a:extLst>
              <a:ext uri="{FF2B5EF4-FFF2-40B4-BE49-F238E27FC236}">
                <a16:creationId xmlns:a16="http://schemas.microsoft.com/office/drawing/2014/main" id="{EF3D4396-90C8-467E-9322-087810B3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214" y="3248258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2" name="Text Box 205">
            <a:extLst>
              <a:ext uri="{FF2B5EF4-FFF2-40B4-BE49-F238E27FC236}">
                <a16:creationId xmlns:a16="http://schemas.microsoft.com/office/drawing/2014/main" id="{53AE5F45-513D-4869-8477-F5A00D19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7652" y="1892219"/>
            <a:ext cx="77933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PC</a:t>
            </a:r>
            <a:endParaRPr lang="zh-CN" altLang="en-US" sz="12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3" name="Text Box 205">
            <a:extLst>
              <a:ext uri="{FF2B5EF4-FFF2-40B4-BE49-F238E27FC236}">
                <a16:creationId xmlns:a16="http://schemas.microsoft.com/office/drawing/2014/main" id="{90DD4B73-D11F-47CA-B731-B91A31732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738" y="1892219"/>
            <a:ext cx="115026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标准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PLC</a:t>
            </a:r>
            <a:endParaRPr lang="zh-CN" altLang="en-US" sz="12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4" name="Text Box 205">
            <a:extLst>
              <a:ext uri="{FF2B5EF4-FFF2-40B4-BE49-F238E27FC236}">
                <a16:creationId xmlns:a16="http://schemas.microsoft.com/office/drawing/2014/main" id="{B07725EF-7311-4C1C-904E-D53B015C2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9703" y="1873752"/>
            <a:ext cx="307777" cy="203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l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algn="l" rtl="0"/>
            <a:r>
              <a:rPr lang="zh-CN" altLang="en-US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面板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85" name="Elbow Connector 13">
            <a:extLst>
              <a:ext uri="{FF2B5EF4-FFF2-40B4-BE49-F238E27FC236}">
                <a16:creationId xmlns:a16="http://schemas.microsoft.com/office/drawing/2014/main" id="{8189FC71-7FAB-46E1-9FE6-F9BA12BFB9A6}"/>
              </a:ext>
            </a:extLst>
          </p:cNvPr>
          <p:cNvCxnSpPr>
            <a:stCxn id="108" idx="1"/>
            <a:endCxn id="100" idx="2"/>
          </p:cNvCxnSpPr>
          <p:nvPr/>
        </p:nvCxnSpPr>
        <p:spPr bwMode="auto">
          <a:xfrm rot="16200000" flipH="1">
            <a:off x="7866830" y="1326530"/>
            <a:ext cx="355620" cy="2501262"/>
          </a:xfrm>
          <a:prstGeom prst="bentConnector3">
            <a:avLst>
              <a:gd name="adj1" fmla="val 259014"/>
            </a:avLst>
          </a:pr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Elbow Connector 13">
            <a:extLst>
              <a:ext uri="{FF2B5EF4-FFF2-40B4-BE49-F238E27FC236}">
                <a16:creationId xmlns:a16="http://schemas.microsoft.com/office/drawing/2014/main" id="{58DC2615-E30A-470E-8B42-53A3691337AE}"/>
              </a:ext>
            </a:extLst>
          </p:cNvPr>
          <p:cNvCxnSpPr>
            <a:stCxn id="111" idx="1"/>
            <a:endCxn id="101" idx="2"/>
          </p:cNvCxnSpPr>
          <p:nvPr/>
        </p:nvCxnSpPr>
        <p:spPr bwMode="auto">
          <a:xfrm rot="16200000" flipH="1">
            <a:off x="7281824" y="2049487"/>
            <a:ext cx="515635" cy="1215362"/>
          </a:xfrm>
          <a:prstGeom prst="bentConnector3">
            <a:avLst>
              <a:gd name="adj1" fmla="val 144334"/>
            </a:avLst>
          </a:pr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7" name="Grafik 152">
            <a:extLst>
              <a:ext uri="{FF2B5EF4-FFF2-40B4-BE49-F238E27FC236}">
                <a16:creationId xmlns:a16="http://schemas.microsoft.com/office/drawing/2014/main" id="{0BD40DB0-3B9E-4911-A085-7E92ABE807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571" y="2140044"/>
            <a:ext cx="705773" cy="1461365"/>
          </a:xfrm>
          <a:prstGeom prst="rect">
            <a:avLst/>
          </a:prstGeom>
        </p:spPr>
      </p:pic>
      <p:sp>
        <p:nvSpPr>
          <p:cNvPr id="88" name="Freeform 21">
            <a:extLst>
              <a:ext uri="{FF2B5EF4-FFF2-40B4-BE49-F238E27FC236}">
                <a16:creationId xmlns:a16="http://schemas.microsoft.com/office/drawing/2014/main" id="{F4623D8E-C6A0-4C7D-816C-C52A999B17FF}"/>
              </a:ext>
            </a:extLst>
          </p:cNvPr>
          <p:cNvSpPr/>
          <p:nvPr/>
        </p:nvSpPr>
        <p:spPr bwMode="auto">
          <a:xfrm>
            <a:off x="1776015" y="1732615"/>
            <a:ext cx="4500000" cy="1415851"/>
          </a:xfrm>
          <a:custGeom>
            <a:avLst/>
            <a:gdLst>
              <a:gd name="connsiteX0" fmla="*/ 0 w 2380129"/>
              <a:gd name="connsiteY0" fmla="*/ 1358153 h 1358153"/>
              <a:gd name="connsiteX1" fmla="*/ 233082 w 2380129"/>
              <a:gd name="connsiteY1" fmla="*/ 1358153 h 1358153"/>
              <a:gd name="connsiteX2" fmla="*/ 233082 w 2380129"/>
              <a:gd name="connsiteY2" fmla="*/ 0 h 1358153"/>
              <a:gd name="connsiteX3" fmla="*/ 2380129 w 2380129"/>
              <a:gd name="connsiteY3" fmla="*/ 0 h 1358153"/>
              <a:gd name="connsiteX4" fmla="*/ 2380129 w 2380129"/>
              <a:gd name="connsiteY4" fmla="*/ 466164 h 1358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129" h="1358153">
                <a:moveTo>
                  <a:pt x="0" y="1358153"/>
                </a:moveTo>
                <a:lnTo>
                  <a:pt x="233082" y="1358153"/>
                </a:lnTo>
                <a:lnTo>
                  <a:pt x="233082" y="0"/>
                </a:lnTo>
                <a:lnTo>
                  <a:pt x="2380129" y="0"/>
                </a:lnTo>
                <a:lnTo>
                  <a:pt x="2380129" y="466164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sp>
        <p:nvSpPr>
          <p:cNvPr id="89" name="Freeform 118">
            <a:extLst>
              <a:ext uri="{FF2B5EF4-FFF2-40B4-BE49-F238E27FC236}">
                <a16:creationId xmlns:a16="http://schemas.microsoft.com/office/drawing/2014/main" id="{258E8063-7AE1-4249-B7DB-832334A4F45A}"/>
              </a:ext>
            </a:extLst>
          </p:cNvPr>
          <p:cNvSpPr/>
          <p:nvPr/>
        </p:nvSpPr>
        <p:spPr bwMode="auto">
          <a:xfrm>
            <a:off x="4086486" y="1933305"/>
            <a:ext cx="2027174" cy="1221809"/>
          </a:xfrm>
          <a:custGeom>
            <a:avLst/>
            <a:gdLst>
              <a:gd name="connsiteX0" fmla="*/ 0 w 2380129"/>
              <a:gd name="connsiteY0" fmla="*/ 1358153 h 1358153"/>
              <a:gd name="connsiteX1" fmla="*/ 233082 w 2380129"/>
              <a:gd name="connsiteY1" fmla="*/ 1358153 h 1358153"/>
              <a:gd name="connsiteX2" fmla="*/ 233082 w 2380129"/>
              <a:gd name="connsiteY2" fmla="*/ 0 h 1358153"/>
              <a:gd name="connsiteX3" fmla="*/ 2380129 w 2380129"/>
              <a:gd name="connsiteY3" fmla="*/ 0 h 1358153"/>
              <a:gd name="connsiteX4" fmla="*/ 2380129 w 2380129"/>
              <a:gd name="connsiteY4" fmla="*/ 466164 h 1358153"/>
              <a:gd name="connsiteX0" fmla="*/ 0 w 2380129"/>
              <a:gd name="connsiteY0" fmla="*/ 1358153 h 1358153"/>
              <a:gd name="connsiteX1" fmla="*/ 580721 w 2380129"/>
              <a:gd name="connsiteY1" fmla="*/ 1353164 h 1358153"/>
              <a:gd name="connsiteX2" fmla="*/ 233082 w 2380129"/>
              <a:gd name="connsiteY2" fmla="*/ 0 h 1358153"/>
              <a:gd name="connsiteX3" fmla="*/ 2380129 w 2380129"/>
              <a:gd name="connsiteY3" fmla="*/ 0 h 1358153"/>
              <a:gd name="connsiteX4" fmla="*/ 2380129 w 2380129"/>
              <a:gd name="connsiteY4" fmla="*/ 466164 h 1358153"/>
              <a:gd name="connsiteX0" fmla="*/ 0 w 2380129"/>
              <a:gd name="connsiteY0" fmla="*/ 1358153 h 1358153"/>
              <a:gd name="connsiteX1" fmla="*/ 580721 w 2380129"/>
              <a:gd name="connsiteY1" fmla="*/ 1353164 h 1358153"/>
              <a:gd name="connsiteX2" fmla="*/ 537265 w 2380129"/>
              <a:gd name="connsiteY2" fmla="*/ 0 h 1358153"/>
              <a:gd name="connsiteX3" fmla="*/ 2380129 w 2380129"/>
              <a:gd name="connsiteY3" fmla="*/ 0 h 1358153"/>
              <a:gd name="connsiteX4" fmla="*/ 2380129 w 2380129"/>
              <a:gd name="connsiteY4" fmla="*/ 466164 h 1358153"/>
              <a:gd name="connsiteX0" fmla="*/ 0 w 2380129"/>
              <a:gd name="connsiteY0" fmla="*/ 1359932 h 1359932"/>
              <a:gd name="connsiteX1" fmla="*/ 580721 w 2380129"/>
              <a:gd name="connsiteY1" fmla="*/ 1354943 h 1359932"/>
              <a:gd name="connsiteX2" fmla="*/ 583758 w 2380129"/>
              <a:gd name="connsiteY2" fmla="*/ 0 h 1359932"/>
              <a:gd name="connsiteX3" fmla="*/ 2380129 w 2380129"/>
              <a:gd name="connsiteY3" fmla="*/ 1779 h 1359932"/>
              <a:gd name="connsiteX4" fmla="*/ 2380129 w 2380129"/>
              <a:gd name="connsiteY4" fmla="*/ 467943 h 135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129" h="1359932">
                <a:moveTo>
                  <a:pt x="0" y="1359932"/>
                </a:moveTo>
                <a:lnTo>
                  <a:pt x="580721" y="1354943"/>
                </a:lnTo>
                <a:cubicBezTo>
                  <a:pt x="581733" y="903295"/>
                  <a:pt x="582746" y="451648"/>
                  <a:pt x="583758" y="0"/>
                </a:cubicBezTo>
                <a:lnTo>
                  <a:pt x="2380129" y="1779"/>
                </a:lnTo>
                <a:lnTo>
                  <a:pt x="2380129" y="467943"/>
                </a:ln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grpSp>
        <p:nvGrpSpPr>
          <p:cNvPr id="90" name="Group 165">
            <a:extLst>
              <a:ext uri="{FF2B5EF4-FFF2-40B4-BE49-F238E27FC236}">
                <a16:creationId xmlns:a16="http://schemas.microsoft.com/office/drawing/2014/main" id="{21981CF8-D730-4E76-8F92-872993EC29E1}"/>
              </a:ext>
            </a:extLst>
          </p:cNvPr>
          <p:cNvGrpSpPr>
            <a:grpSpLocks/>
          </p:cNvGrpSpPr>
          <p:nvPr/>
        </p:nvGrpSpPr>
        <p:grpSpPr bwMode="auto">
          <a:xfrm>
            <a:off x="3952245" y="3031308"/>
            <a:ext cx="184247" cy="234316"/>
            <a:chOff x="532" y="2169"/>
            <a:chExt cx="87" cy="123"/>
          </a:xfrm>
        </p:grpSpPr>
        <p:sp>
          <p:nvSpPr>
            <p:cNvPr id="91" name="Rectangle 166">
              <a:extLst>
                <a:ext uri="{FF2B5EF4-FFF2-40B4-BE49-F238E27FC236}">
                  <a16:creationId xmlns:a16="http://schemas.microsoft.com/office/drawing/2014/main" id="{11CC8CFC-BC89-4A38-A1B5-EF764957A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Rectangle 167">
              <a:extLst>
                <a:ext uri="{FF2B5EF4-FFF2-40B4-BE49-F238E27FC236}">
                  <a16:creationId xmlns:a16="http://schemas.microsoft.com/office/drawing/2014/main" id="{CCF65313-D5C6-4A88-9B6E-337CF6584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93" name="Group 142">
            <a:extLst>
              <a:ext uri="{FF2B5EF4-FFF2-40B4-BE49-F238E27FC236}">
                <a16:creationId xmlns:a16="http://schemas.microsoft.com/office/drawing/2014/main" id="{46917B00-BA05-4083-AE9C-791EC9D719CD}"/>
              </a:ext>
            </a:extLst>
          </p:cNvPr>
          <p:cNvGrpSpPr>
            <a:grpSpLocks/>
          </p:cNvGrpSpPr>
          <p:nvPr/>
        </p:nvGrpSpPr>
        <p:grpSpPr bwMode="auto">
          <a:xfrm>
            <a:off x="10468623" y="2935837"/>
            <a:ext cx="184245" cy="234316"/>
            <a:chOff x="532" y="2169"/>
            <a:chExt cx="87" cy="123"/>
          </a:xfrm>
        </p:grpSpPr>
        <p:sp>
          <p:nvSpPr>
            <p:cNvPr id="94" name="Rectangle 143">
              <a:extLst>
                <a:ext uri="{FF2B5EF4-FFF2-40B4-BE49-F238E27FC236}">
                  <a16:creationId xmlns:a16="http://schemas.microsoft.com/office/drawing/2014/main" id="{B800FDA0-520B-469A-9008-F9D31F904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Rectangle 144">
              <a:extLst>
                <a:ext uri="{FF2B5EF4-FFF2-40B4-BE49-F238E27FC236}">
                  <a16:creationId xmlns:a16="http://schemas.microsoft.com/office/drawing/2014/main" id="{D402C563-8AC5-4118-AA91-01B29E390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96" name="Group 146">
            <a:extLst>
              <a:ext uri="{FF2B5EF4-FFF2-40B4-BE49-F238E27FC236}">
                <a16:creationId xmlns:a16="http://schemas.microsoft.com/office/drawing/2014/main" id="{502EED98-7651-424C-8912-44BB7D1AD615}"/>
              </a:ext>
            </a:extLst>
          </p:cNvPr>
          <p:cNvGrpSpPr>
            <a:grpSpLocks/>
          </p:cNvGrpSpPr>
          <p:nvPr/>
        </p:nvGrpSpPr>
        <p:grpSpPr bwMode="auto">
          <a:xfrm>
            <a:off x="10468623" y="3166343"/>
            <a:ext cx="184245" cy="234314"/>
            <a:chOff x="532" y="2290"/>
            <a:chExt cx="87" cy="123"/>
          </a:xfrm>
        </p:grpSpPr>
        <p:sp>
          <p:nvSpPr>
            <p:cNvPr id="97" name="Rectangle 147">
              <a:extLst>
                <a:ext uri="{FF2B5EF4-FFF2-40B4-BE49-F238E27FC236}">
                  <a16:creationId xmlns:a16="http://schemas.microsoft.com/office/drawing/2014/main" id="{C01DB6AB-CAE1-4BF6-B072-AA3CFBAE8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Rectangle 148">
              <a:extLst>
                <a:ext uri="{FF2B5EF4-FFF2-40B4-BE49-F238E27FC236}">
                  <a16:creationId xmlns:a16="http://schemas.microsoft.com/office/drawing/2014/main" id="{5834D960-AC4B-4836-9C7A-76546C70D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99" name="Freeform 26">
            <a:extLst>
              <a:ext uri="{FF2B5EF4-FFF2-40B4-BE49-F238E27FC236}">
                <a16:creationId xmlns:a16="http://schemas.microsoft.com/office/drawing/2014/main" id="{CE0D7E2C-7D57-4317-9D6F-12A02850C7FB}"/>
              </a:ext>
            </a:extLst>
          </p:cNvPr>
          <p:cNvSpPr/>
          <p:nvPr/>
        </p:nvSpPr>
        <p:spPr bwMode="auto">
          <a:xfrm>
            <a:off x="6579244" y="2389107"/>
            <a:ext cx="4355553" cy="1267395"/>
          </a:xfrm>
          <a:custGeom>
            <a:avLst/>
            <a:gdLst>
              <a:gd name="connsiteX0" fmla="*/ 0 w 4017108"/>
              <a:gd name="connsiteY0" fmla="*/ 0 h 1227016"/>
              <a:gd name="connsiteX1" fmla="*/ 0 w 4017108"/>
              <a:gd name="connsiteY1" fmla="*/ 1227016 h 1227016"/>
              <a:gd name="connsiteX2" fmla="*/ 4017108 w 4017108"/>
              <a:gd name="connsiteY2" fmla="*/ 1227016 h 1227016"/>
              <a:gd name="connsiteX3" fmla="*/ 4017108 w 4017108"/>
              <a:gd name="connsiteY3" fmla="*/ 1008185 h 1227016"/>
              <a:gd name="connsiteX0" fmla="*/ 0 w 4021503"/>
              <a:gd name="connsiteY0" fmla="*/ 0 h 1227016"/>
              <a:gd name="connsiteX1" fmla="*/ 0 w 4021503"/>
              <a:gd name="connsiteY1" fmla="*/ 1227016 h 1227016"/>
              <a:gd name="connsiteX2" fmla="*/ 4017108 w 4021503"/>
              <a:gd name="connsiteY2" fmla="*/ 1227016 h 1227016"/>
              <a:gd name="connsiteX3" fmla="*/ 4021503 w 4021503"/>
              <a:gd name="connsiteY3" fmla="*/ 715402 h 1227016"/>
              <a:gd name="connsiteX0" fmla="*/ 0 w 4019306"/>
              <a:gd name="connsiteY0" fmla="*/ 0 h 1227016"/>
              <a:gd name="connsiteX1" fmla="*/ 0 w 4019306"/>
              <a:gd name="connsiteY1" fmla="*/ 1227016 h 1227016"/>
              <a:gd name="connsiteX2" fmla="*/ 4017108 w 4019306"/>
              <a:gd name="connsiteY2" fmla="*/ 1227016 h 1227016"/>
              <a:gd name="connsiteX3" fmla="*/ 4019306 w 4019306"/>
              <a:gd name="connsiteY3" fmla="*/ 715402 h 122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06" h="1227016">
                <a:moveTo>
                  <a:pt x="0" y="0"/>
                </a:moveTo>
                <a:lnTo>
                  <a:pt x="0" y="1227016"/>
                </a:lnTo>
                <a:lnTo>
                  <a:pt x="4017108" y="1227016"/>
                </a:lnTo>
                <a:cubicBezTo>
                  <a:pt x="4017108" y="1154072"/>
                  <a:pt x="4019306" y="788346"/>
                  <a:pt x="4019306" y="715402"/>
                </a:cubicBezTo>
              </a:path>
            </a:pathLst>
          </a:custGeom>
          <a:noFill/>
          <a:ln w="28575" cap="flat" cmpd="sng">
            <a:solidFill>
              <a:srgbClr val="87962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endParaRPr lang="zh-CN" altLang="en-US" dirty="0">
              <a:solidFill>
                <a:srgbClr val="ADBECB"/>
              </a:solidFill>
              <a:latin typeface="Arial"/>
              <a:ea typeface="宋体" panose="02010600030101010101" pitchFamily="2" charset="-122"/>
            </a:endParaRPr>
          </a:p>
        </p:txBody>
      </p:sp>
      <p:pic>
        <p:nvPicPr>
          <p:cNvPr id="100" name="Grafik 162">
            <a:extLst>
              <a:ext uri="{FF2B5EF4-FFF2-40B4-BE49-F238E27FC236}">
                <a16:creationId xmlns:a16="http://schemas.microsoft.com/office/drawing/2014/main" id="{FBCBC4B0-A444-4201-950C-1668E789494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742" y="2140044"/>
            <a:ext cx="823058" cy="614927"/>
          </a:xfrm>
          <a:prstGeom prst="rect">
            <a:avLst/>
          </a:prstGeom>
        </p:spPr>
      </p:pic>
      <p:pic>
        <p:nvPicPr>
          <p:cNvPr id="101" name="Grafik 163">
            <a:extLst>
              <a:ext uri="{FF2B5EF4-FFF2-40B4-BE49-F238E27FC236}">
                <a16:creationId xmlns:a16="http://schemas.microsoft.com/office/drawing/2014/main" id="{60448EBB-408C-4BAC-AADF-69F1A875427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766" y="2140044"/>
            <a:ext cx="909111" cy="774942"/>
          </a:xfrm>
          <a:prstGeom prst="rect">
            <a:avLst/>
          </a:prstGeom>
        </p:spPr>
      </p:pic>
      <p:grpSp>
        <p:nvGrpSpPr>
          <p:cNvPr id="102" name="Group 206">
            <a:extLst>
              <a:ext uri="{FF2B5EF4-FFF2-40B4-BE49-F238E27FC236}">
                <a16:creationId xmlns:a16="http://schemas.microsoft.com/office/drawing/2014/main" id="{92B5182E-FFE9-47E6-BB7E-76C04536A34D}"/>
              </a:ext>
            </a:extLst>
          </p:cNvPr>
          <p:cNvGrpSpPr>
            <a:grpSpLocks/>
          </p:cNvGrpSpPr>
          <p:nvPr/>
        </p:nvGrpSpPr>
        <p:grpSpPr bwMode="auto">
          <a:xfrm>
            <a:off x="6003142" y="2225843"/>
            <a:ext cx="1152203" cy="251460"/>
            <a:chOff x="4197" y="2409"/>
            <a:chExt cx="735" cy="150"/>
          </a:xfrm>
        </p:grpSpPr>
        <p:sp>
          <p:nvSpPr>
            <p:cNvPr id="103" name="Rectangle 207">
              <a:extLst>
                <a:ext uri="{FF2B5EF4-FFF2-40B4-BE49-F238E27FC236}">
                  <a16:creationId xmlns:a16="http://schemas.microsoft.com/office/drawing/2014/main" id="{042E6B90-4234-4D5B-9684-E16AFFE507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0" y="2116"/>
              <a:ext cx="150" cy="735"/>
            </a:xfrm>
            <a:prstGeom prst="rect">
              <a:avLst/>
            </a:prstGeom>
            <a:solidFill>
              <a:srgbClr val="87962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" name="Rectangle 208">
              <a:extLst>
                <a:ext uri="{FF2B5EF4-FFF2-40B4-BE49-F238E27FC236}">
                  <a16:creationId xmlns:a16="http://schemas.microsoft.com/office/drawing/2014/main" id="{3E0B0238-FD47-4DC0-93D6-5970CB96CA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Rectangle 209">
              <a:extLst>
                <a:ext uri="{FF2B5EF4-FFF2-40B4-BE49-F238E27FC236}">
                  <a16:creationId xmlns:a16="http://schemas.microsoft.com/office/drawing/2014/main" id="{EEF33002-C5D0-4705-A25B-8D8F607953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3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Rectangle 210">
              <a:extLst>
                <a:ext uri="{FF2B5EF4-FFF2-40B4-BE49-F238E27FC236}">
                  <a16:creationId xmlns:a16="http://schemas.microsoft.com/office/drawing/2014/main" id="{2FB90963-2893-48F7-A837-6D7C9256CD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9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Rectangle 211">
              <a:extLst>
                <a:ext uri="{FF2B5EF4-FFF2-40B4-BE49-F238E27FC236}">
                  <a16:creationId xmlns:a16="http://schemas.microsoft.com/office/drawing/2014/main" id="{818FA2B1-EBDE-45BF-9925-23CF736AA4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1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Rectangle 212">
              <a:extLst>
                <a:ext uri="{FF2B5EF4-FFF2-40B4-BE49-F238E27FC236}">
                  <a16:creationId xmlns:a16="http://schemas.microsoft.com/office/drawing/2014/main" id="{1F5DF661-7BC1-44AA-A51D-2EBA30A1A7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672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9" name="Rectangle 213">
              <a:extLst>
                <a:ext uri="{FF2B5EF4-FFF2-40B4-BE49-F238E27FC236}">
                  <a16:creationId xmlns:a16="http://schemas.microsoft.com/office/drawing/2014/main" id="{D21473FE-B3B9-4539-B802-59B94BF23D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88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Rectangle 214">
              <a:extLst>
                <a:ext uri="{FF2B5EF4-FFF2-40B4-BE49-F238E27FC236}">
                  <a16:creationId xmlns:a16="http://schemas.microsoft.com/office/drawing/2014/main" id="{9864EF66-BCD1-481D-AA2F-D31FF68CD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4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1" name="Rectangle 215">
              <a:extLst>
                <a:ext uri="{FF2B5EF4-FFF2-40B4-BE49-F238E27FC236}">
                  <a16:creationId xmlns:a16="http://schemas.microsoft.com/office/drawing/2014/main" id="{D9F62D46-0004-4656-8491-E0D9F2C9F7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60" y="2455"/>
              <a:ext cx="59" cy="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5BF3CFD-40E8-4B4B-8FD4-DC7B159113C9}"/>
              </a:ext>
            </a:extLst>
          </p:cNvPr>
          <p:cNvGrpSpPr>
            <a:grpSpLocks/>
          </p:cNvGrpSpPr>
          <p:nvPr/>
        </p:nvGrpSpPr>
        <p:grpSpPr bwMode="auto">
          <a:xfrm>
            <a:off x="10798174" y="2924053"/>
            <a:ext cx="184247" cy="234316"/>
            <a:chOff x="532" y="2169"/>
            <a:chExt cx="87" cy="123"/>
          </a:xfrm>
        </p:grpSpPr>
        <p:sp>
          <p:nvSpPr>
            <p:cNvPr id="113" name="Rectangle 166">
              <a:extLst>
                <a:ext uri="{FF2B5EF4-FFF2-40B4-BE49-F238E27FC236}">
                  <a16:creationId xmlns:a16="http://schemas.microsoft.com/office/drawing/2014/main" id="{FA170A9F-AB03-4F59-807E-2AC4E169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" name="Rectangle 167">
              <a:extLst>
                <a:ext uri="{FF2B5EF4-FFF2-40B4-BE49-F238E27FC236}">
                  <a16:creationId xmlns:a16="http://schemas.microsoft.com/office/drawing/2014/main" id="{4B79CE6E-A4FE-49AA-8C94-D4845A229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169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15" name="Rectangle 168">
            <a:extLst>
              <a:ext uri="{FF2B5EF4-FFF2-40B4-BE49-F238E27FC236}">
                <a16:creationId xmlns:a16="http://schemas.microsoft.com/office/drawing/2014/main" id="{B1083A7A-9316-4453-8D2D-1E85BD26C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47" y="3007874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16" name="Rectangle 168">
            <a:extLst>
              <a:ext uri="{FF2B5EF4-FFF2-40B4-BE49-F238E27FC236}">
                <a16:creationId xmlns:a16="http://schemas.microsoft.com/office/drawing/2014/main" id="{CEFBF991-8F68-4C18-9C90-044E1152C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4755" y="3037957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17" name="Rectangle 168">
            <a:extLst>
              <a:ext uri="{FF2B5EF4-FFF2-40B4-BE49-F238E27FC236}">
                <a16:creationId xmlns:a16="http://schemas.microsoft.com/office/drawing/2014/main" id="{DDE8B59B-D532-44E1-966D-9FC2999D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4755" y="3248258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18" name="Rectangle 168">
            <a:extLst>
              <a:ext uri="{FF2B5EF4-FFF2-40B4-BE49-F238E27FC236}">
                <a16:creationId xmlns:a16="http://schemas.microsoft.com/office/drawing/2014/main" id="{25D0B20C-C7DE-44FE-9377-A87E345D7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65" y="3121778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119" name="Group 169">
            <a:extLst>
              <a:ext uri="{FF2B5EF4-FFF2-40B4-BE49-F238E27FC236}">
                <a16:creationId xmlns:a16="http://schemas.microsoft.com/office/drawing/2014/main" id="{7A172E57-8E40-4D6F-B2AA-C184EFFEB471}"/>
              </a:ext>
            </a:extLst>
          </p:cNvPr>
          <p:cNvGrpSpPr>
            <a:grpSpLocks/>
          </p:cNvGrpSpPr>
          <p:nvPr/>
        </p:nvGrpSpPr>
        <p:grpSpPr bwMode="auto">
          <a:xfrm>
            <a:off x="1322622" y="3276987"/>
            <a:ext cx="184247" cy="234314"/>
            <a:chOff x="532" y="2290"/>
            <a:chExt cx="87" cy="123"/>
          </a:xfrm>
        </p:grpSpPr>
        <p:sp>
          <p:nvSpPr>
            <p:cNvPr id="120" name="Rectangle 170">
              <a:extLst>
                <a:ext uri="{FF2B5EF4-FFF2-40B4-BE49-F238E27FC236}">
                  <a16:creationId xmlns:a16="http://schemas.microsoft.com/office/drawing/2014/main" id="{13F48E74-FC20-44F1-B5E2-AA7187BA0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1" name="Rectangle 171">
              <a:extLst>
                <a:ext uri="{FF2B5EF4-FFF2-40B4-BE49-F238E27FC236}">
                  <a16:creationId xmlns:a16="http://schemas.microsoft.com/office/drawing/2014/main" id="{3B9BE15B-F3C5-4D27-844C-61C9709E4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290"/>
              <a:ext cx="87" cy="123"/>
            </a:xfrm>
            <a:prstGeom prst="rect">
              <a:avLst/>
            </a:prstGeom>
            <a:noFill/>
            <a:ln w="4763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22" name="Rectangle 172">
            <a:extLst>
              <a:ext uri="{FF2B5EF4-FFF2-40B4-BE49-F238E27FC236}">
                <a16:creationId xmlns:a16="http://schemas.microsoft.com/office/drawing/2014/main" id="{411F228C-D79F-4613-A635-93E2B8CE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791" y="3355672"/>
            <a:ext cx="89768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500" b="0" i="0" u="none" baseline="0" dirty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/>
              </a:rPr>
              <a:t>PN</a:t>
            </a: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123" name="Elbow Connector 136">
            <a:extLst>
              <a:ext uri="{FF2B5EF4-FFF2-40B4-BE49-F238E27FC236}">
                <a16:creationId xmlns:a16="http://schemas.microsoft.com/office/drawing/2014/main" id="{2209142F-F12B-4051-87E1-A0FE92F7A42A}"/>
              </a:ext>
            </a:extLst>
          </p:cNvPr>
          <p:cNvCxnSpPr/>
          <p:nvPr/>
        </p:nvCxnSpPr>
        <p:spPr bwMode="auto">
          <a:xfrm rot="16200000" flipH="1">
            <a:off x="3892662" y="2309414"/>
            <a:ext cx="8240" cy="2268000"/>
          </a:xfrm>
          <a:prstGeom prst="bentConnector3">
            <a:avLst>
              <a:gd name="adj1" fmla="val 2408932"/>
            </a:avLst>
          </a:prstGeom>
          <a:noFill/>
          <a:ln w="28575" cap="flat" cmpd="sng">
            <a:solidFill>
              <a:srgbClr val="FFE17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Elbow Connector 136">
            <a:extLst>
              <a:ext uri="{FF2B5EF4-FFF2-40B4-BE49-F238E27FC236}">
                <a16:creationId xmlns:a16="http://schemas.microsoft.com/office/drawing/2014/main" id="{FE00E3EA-68DA-4AD6-BB11-04B9E5A74297}"/>
              </a:ext>
            </a:extLst>
          </p:cNvPr>
          <p:cNvCxnSpPr/>
          <p:nvPr/>
        </p:nvCxnSpPr>
        <p:spPr bwMode="auto">
          <a:xfrm rot="16200000" flipH="1">
            <a:off x="3936985" y="2392807"/>
            <a:ext cx="8240" cy="2268000"/>
          </a:xfrm>
          <a:prstGeom prst="bentConnector3">
            <a:avLst>
              <a:gd name="adj1" fmla="val 2408932"/>
            </a:avLst>
          </a:prstGeom>
          <a:noFill/>
          <a:ln w="28575" cap="flat" cmpd="sng">
            <a:solidFill>
              <a:srgbClr val="FFE17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Rectangle 237">
            <a:extLst>
              <a:ext uri="{FF2B5EF4-FFF2-40B4-BE49-F238E27FC236}">
                <a16:creationId xmlns:a16="http://schemas.microsoft.com/office/drawing/2014/main" id="{C90BE77F-229C-4EE5-A169-58590A1EE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773" y="3784465"/>
            <a:ext cx="152479" cy="662940"/>
          </a:xfrm>
          <a:prstGeom prst="rect">
            <a:avLst/>
          </a:prstGeom>
          <a:solidFill>
            <a:srgbClr val="8796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6" name="Rectangle 238">
            <a:extLst>
              <a:ext uri="{FF2B5EF4-FFF2-40B4-BE49-F238E27FC236}">
                <a16:creationId xmlns:a16="http://schemas.microsoft.com/office/drawing/2014/main" id="{D1B96229-1F05-4867-9279-5BFA47985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311" y="378446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7" name="Rectangle 239">
            <a:extLst>
              <a:ext uri="{FF2B5EF4-FFF2-40B4-BE49-F238E27FC236}">
                <a16:creationId xmlns:a16="http://schemas.microsoft.com/office/drawing/2014/main" id="{317B25C4-9961-4DC2-AE3B-E913437DA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671" y="378446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8" name="Rectangle 240">
            <a:extLst>
              <a:ext uri="{FF2B5EF4-FFF2-40B4-BE49-F238E27FC236}">
                <a16:creationId xmlns:a16="http://schemas.microsoft.com/office/drawing/2014/main" id="{3135D909-9DF4-47F9-A800-D3328E514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327" y="3784465"/>
            <a:ext cx="152479" cy="662940"/>
          </a:xfrm>
          <a:prstGeom prst="rect">
            <a:avLst/>
          </a:prstGeom>
          <a:solidFill>
            <a:srgbClr val="41AAC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9" name="Rectangle 241">
            <a:extLst>
              <a:ext uri="{FF2B5EF4-FFF2-40B4-BE49-F238E27FC236}">
                <a16:creationId xmlns:a16="http://schemas.microsoft.com/office/drawing/2014/main" id="{340F64B0-9F8E-40E6-8CFC-C6931163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892" y="385304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130" name="AutoShape 176">
            <a:extLst>
              <a:ext uri="{FF2B5EF4-FFF2-40B4-BE49-F238E27FC236}">
                <a16:creationId xmlns:a16="http://schemas.microsoft.com/office/drawing/2014/main" id="{C09861F9-2233-490E-8E3F-512F3CA9D2F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561509" y="3168670"/>
            <a:ext cx="965788" cy="894454"/>
          </a:xfrm>
          <a:prstGeom prst="bentConnector2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1" name="Group 23">
            <a:extLst>
              <a:ext uri="{FF2B5EF4-FFF2-40B4-BE49-F238E27FC236}">
                <a16:creationId xmlns:a16="http://schemas.microsoft.com/office/drawing/2014/main" id="{1B130E95-E816-4001-AB12-6E96731543B1}"/>
              </a:ext>
            </a:extLst>
          </p:cNvPr>
          <p:cNvGrpSpPr/>
          <p:nvPr/>
        </p:nvGrpSpPr>
        <p:grpSpPr>
          <a:xfrm>
            <a:off x="1642431" y="3032489"/>
            <a:ext cx="184247" cy="234316"/>
            <a:chOff x="2748400" y="2811031"/>
            <a:chExt cx="184247" cy="234316"/>
          </a:xfrm>
        </p:grpSpPr>
        <p:grpSp>
          <p:nvGrpSpPr>
            <p:cNvPr id="132" name="Group 165">
              <a:extLst>
                <a:ext uri="{FF2B5EF4-FFF2-40B4-BE49-F238E27FC236}">
                  <a16:creationId xmlns:a16="http://schemas.microsoft.com/office/drawing/2014/main" id="{1064EDAB-8996-488A-92F1-4D3870D944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400" y="2811031"/>
              <a:ext cx="184247" cy="234316"/>
              <a:chOff x="532" y="2169"/>
              <a:chExt cx="87" cy="123"/>
            </a:xfrm>
          </p:grpSpPr>
          <p:sp>
            <p:nvSpPr>
              <p:cNvPr id="134" name="Rectangle 166">
                <a:extLst>
                  <a:ext uri="{FF2B5EF4-FFF2-40B4-BE49-F238E27FC236}">
                    <a16:creationId xmlns:a16="http://schemas.microsoft.com/office/drawing/2014/main" id="{B52C0AC5-7FA4-4DFC-B573-22DF8EC87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solidFill>
                <a:srgbClr val="8796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Rectangle 167">
                <a:extLst>
                  <a:ext uri="{FF2B5EF4-FFF2-40B4-BE49-F238E27FC236}">
                    <a16:creationId xmlns:a16="http://schemas.microsoft.com/office/drawing/2014/main" id="{C8CFBC96-7C28-410D-AC02-810E052B5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" y="2169"/>
                <a:ext cx="87" cy="123"/>
              </a:xfrm>
              <a:prstGeom prst="rect">
                <a:avLst/>
              </a:prstGeom>
              <a:noFill/>
              <a:ln w="4763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lnSpc>
                    <a:spcPct val="110000"/>
                  </a:lnSpc>
                  <a:spcBef>
                    <a:spcPct val="25000"/>
                  </a:spcBef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lnSpc>
                    <a:spcPct val="110000"/>
                  </a:lnSpc>
                  <a:spcBef>
                    <a:spcPct val="25000"/>
                  </a:spcBef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 rtl="0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endParaRPr lang="zh-CN" altLang="en-US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" name="Rectangle 168">
              <a:extLst>
                <a:ext uri="{FF2B5EF4-FFF2-40B4-BE49-F238E27FC236}">
                  <a16:creationId xmlns:a16="http://schemas.microsoft.com/office/drawing/2014/main" id="{3F6C6FED-953D-4A53-887E-1AC1E8000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73" y="2894852"/>
              <a:ext cx="8976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5000"/>
                </a:spcBef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lnSpc>
                  <a:spcPct val="110000"/>
                </a:lnSpc>
                <a:spcBef>
                  <a:spcPct val="25000"/>
                </a:spcBef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 rtl="0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500" b="0" i="0" u="none" baseline="0" dirty="0">
                  <a:solidFill>
                    <a:srgbClr val="FFFFFF"/>
                  </a:solidFill>
                  <a:ea typeface="宋体" panose="02010600030101010101" pitchFamily="2" charset="-122"/>
                </a:rPr>
                <a:t>PN</a:t>
              </a:r>
              <a:endParaRPr lang="zh-CN" altLang="en-US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36" name="Rectangle 242">
            <a:extLst>
              <a:ext uri="{FF2B5EF4-FFF2-40B4-BE49-F238E27FC236}">
                <a16:creationId xmlns:a16="http://schemas.microsoft.com/office/drawing/2014/main" id="{AD126EE0-43E2-46CE-9745-7EA152B5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892" y="4058786"/>
            <a:ext cx="76240" cy="800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>
            <a:lvl1pPr eaLnBrk="0" hangingPunct="0">
              <a:lnSpc>
                <a:spcPct val="110000"/>
              </a:lnSpc>
              <a:spcBef>
                <a:spcPct val="2500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5000"/>
              </a:spcBef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rtl="0" eaLnBrk="1" hangingPunct="1">
              <a:lnSpc>
                <a:spcPct val="100000"/>
              </a:lnSpc>
              <a:spcBef>
                <a:spcPct val="50000"/>
              </a:spcBef>
            </a:pPr>
            <a:endParaRPr lang="zh-CN" altLang="en-US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137" name="AutoShape 176">
            <a:extLst>
              <a:ext uri="{FF2B5EF4-FFF2-40B4-BE49-F238E27FC236}">
                <a16:creationId xmlns:a16="http://schemas.microsoft.com/office/drawing/2014/main" id="{E56C0391-B63B-4AF9-8224-88044416B513}"/>
              </a:ext>
            </a:extLst>
          </p:cNvPr>
          <p:cNvCxnSpPr>
            <a:cxnSpLocks noChangeShapeType="1"/>
            <a:stCxn id="125" idx="0"/>
          </p:cNvCxnSpPr>
          <p:nvPr/>
        </p:nvCxnSpPr>
        <p:spPr bwMode="auto">
          <a:xfrm rot="5400000" flipH="1" flipV="1">
            <a:off x="2763938" y="2880086"/>
            <a:ext cx="619454" cy="1189305"/>
          </a:xfrm>
          <a:prstGeom prst="bentConnector2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Gerade Verbindung 205">
            <a:extLst>
              <a:ext uri="{FF2B5EF4-FFF2-40B4-BE49-F238E27FC236}">
                <a16:creationId xmlns:a16="http://schemas.microsoft.com/office/drawing/2014/main" id="{D1A6E3EE-2B20-4514-AD8E-C72B19FF64C8}"/>
              </a:ext>
            </a:extLst>
          </p:cNvPr>
          <p:cNvCxnSpPr>
            <a:stCxn id="41" idx="3"/>
          </p:cNvCxnSpPr>
          <p:nvPr/>
        </p:nvCxnSpPr>
        <p:spPr bwMode="auto">
          <a:xfrm>
            <a:off x="1506868" y="3149647"/>
            <a:ext cx="90308" cy="0"/>
          </a:xfrm>
          <a:prstGeom prst="line">
            <a:avLst/>
          </a:prstGeom>
          <a:noFill/>
          <a:ln w="28575">
            <a:solidFill>
              <a:srgbClr val="87962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TextBox 142">
            <a:extLst>
              <a:ext uri="{FF2B5EF4-FFF2-40B4-BE49-F238E27FC236}">
                <a16:creationId xmlns:a16="http://schemas.microsoft.com/office/drawing/2014/main" id="{582D50C2-58FA-4582-89ED-75022E3C73D2}"/>
              </a:ext>
            </a:extLst>
          </p:cNvPr>
          <p:cNvSpPr txBox="1"/>
          <p:nvPr/>
        </p:nvSpPr>
        <p:spPr>
          <a:xfrm>
            <a:off x="4067663" y="3763555"/>
            <a:ext cx="376706" cy="1354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rtl="0">
              <a:lnSpc>
                <a:spcPct val="110000"/>
              </a:lnSpc>
              <a:spcBef>
                <a:spcPts val="0"/>
              </a:spcBef>
            </a:pPr>
            <a:r>
              <a:rPr lang="en-US" altLang="zh-CN" sz="8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FO </a:t>
            </a:r>
            <a:r>
              <a:rPr lang="zh-CN" altLang="en-US" sz="800" b="0" i="0" u="none" baseline="0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sym typeface="Arial"/>
              </a:rPr>
              <a:t>同步</a:t>
            </a:r>
            <a:endParaRPr lang="zh-CN" altLang="en-US" sz="800" dirty="0">
              <a:solidFill>
                <a:srgbClr val="000000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40" name="Rechteck 155">
            <a:extLst>
              <a:ext uri="{FF2B5EF4-FFF2-40B4-BE49-F238E27FC236}">
                <a16:creationId xmlns:a16="http://schemas.microsoft.com/office/drawing/2014/main" id="{BB3FF833-9AD1-4A2D-A6BF-2414DC54A4B6}"/>
              </a:ext>
            </a:extLst>
          </p:cNvPr>
          <p:cNvSpPr/>
          <p:nvPr/>
        </p:nvSpPr>
        <p:spPr bwMode="auto">
          <a:xfrm>
            <a:off x="627062" y="1449388"/>
            <a:ext cx="11088687" cy="4751387"/>
          </a:xfrm>
          <a:prstGeom prst="rect">
            <a:avLst/>
          </a:prstGeom>
          <a:noFill/>
          <a:ln>
            <a:solidFill>
              <a:srgbClr val="CDD9E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41" name="Textfeld 184">
            <a:extLst>
              <a:ext uri="{FF2B5EF4-FFF2-40B4-BE49-F238E27FC236}">
                <a16:creationId xmlns:a16="http://schemas.microsoft.com/office/drawing/2014/main" id="{70E52689-396F-4DBE-96E8-A0E5F3189988}"/>
              </a:ext>
            </a:extLst>
          </p:cNvPr>
          <p:cNvSpPr txBox="1"/>
          <p:nvPr/>
        </p:nvSpPr>
        <p:spPr>
          <a:xfrm>
            <a:off x="3853317" y="5305724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S1</a:t>
            </a:r>
          </a:p>
        </p:txBody>
      </p:sp>
      <p:sp>
        <p:nvSpPr>
          <p:cNvPr id="142" name="Textfeld 185">
            <a:extLst>
              <a:ext uri="{FF2B5EF4-FFF2-40B4-BE49-F238E27FC236}">
                <a16:creationId xmlns:a16="http://schemas.microsoft.com/office/drawing/2014/main" id="{65D425B1-C85A-4652-B842-B6FB91D5FC6C}"/>
              </a:ext>
            </a:extLst>
          </p:cNvPr>
          <p:cNvSpPr txBox="1"/>
          <p:nvPr/>
        </p:nvSpPr>
        <p:spPr>
          <a:xfrm>
            <a:off x="2606787" y="5305724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43" name="Textfeld 203">
            <a:extLst>
              <a:ext uri="{FF2B5EF4-FFF2-40B4-BE49-F238E27FC236}">
                <a16:creationId xmlns:a16="http://schemas.microsoft.com/office/drawing/2014/main" id="{5CE47E14-31C2-4993-BD2D-5E7103CE026B}"/>
              </a:ext>
            </a:extLst>
          </p:cNvPr>
          <p:cNvSpPr txBox="1"/>
          <p:nvPr/>
        </p:nvSpPr>
        <p:spPr>
          <a:xfrm>
            <a:off x="6555598" y="4640337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44" name="Textfeld 207">
            <a:extLst>
              <a:ext uri="{FF2B5EF4-FFF2-40B4-BE49-F238E27FC236}">
                <a16:creationId xmlns:a16="http://schemas.microsoft.com/office/drawing/2014/main" id="{B3DE2606-5C52-44B2-9FC1-DD50B330D02D}"/>
              </a:ext>
            </a:extLst>
          </p:cNvPr>
          <p:cNvSpPr txBox="1"/>
          <p:nvPr/>
        </p:nvSpPr>
        <p:spPr>
          <a:xfrm>
            <a:off x="6552490" y="5377732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S2</a:t>
            </a:r>
          </a:p>
        </p:txBody>
      </p:sp>
      <p:sp>
        <p:nvSpPr>
          <p:cNvPr id="145" name="Textfeld 208">
            <a:extLst>
              <a:ext uri="{FF2B5EF4-FFF2-40B4-BE49-F238E27FC236}">
                <a16:creationId xmlns:a16="http://schemas.microsoft.com/office/drawing/2014/main" id="{608CA81B-437D-4D69-B9C3-7462A48B6B89}"/>
              </a:ext>
            </a:extLst>
          </p:cNvPr>
          <p:cNvSpPr txBox="1"/>
          <p:nvPr/>
        </p:nvSpPr>
        <p:spPr>
          <a:xfrm>
            <a:off x="7666504" y="4965036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S1</a:t>
            </a:r>
          </a:p>
        </p:txBody>
      </p:sp>
      <p:sp>
        <p:nvSpPr>
          <p:cNvPr id="146" name="Textfeld 209">
            <a:extLst>
              <a:ext uri="{FF2B5EF4-FFF2-40B4-BE49-F238E27FC236}">
                <a16:creationId xmlns:a16="http://schemas.microsoft.com/office/drawing/2014/main" id="{B985980E-6DF1-4329-89D8-29BF9FEEB792}"/>
              </a:ext>
            </a:extLst>
          </p:cNvPr>
          <p:cNvSpPr txBox="1"/>
          <p:nvPr/>
        </p:nvSpPr>
        <p:spPr>
          <a:xfrm>
            <a:off x="2629951" y="3972692"/>
            <a:ext cx="354307" cy="2835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b="1" i="0" u="none" baseline="0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  <a:sym typeface="Arial"/>
              </a:rPr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2183585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A1F0E30-3147-41FA-AE7C-2CA843BE7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691" name="think-cell Slide" r:id="rId39" imgW="359" imgH="355" progId="TCLayout.ActiveDocument.1">
                  <p:embed/>
                </p:oleObj>
              </mc:Choice>
              <mc:Fallback>
                <p:oleObj name="think-cell Slide" r:id="rId39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A1F0E30-3147-41FA-AE7C-2CA843BE76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242C7B6-BF41-4FC3-BC49-933652AAF6A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494284-F043-4C84-8AE5-5ED510D2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网络组态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0" dirty="0">
                <a:latin typeface="Arial"/>
                <a:ea typeface="宋体" panose="02010600030101010101" pitchFamily="2" charset="-122"/>
                <a:sym typeface="Arial"/>
              </a:rPr>
              <a:t>网络连接</a:t>
            </a:r>
            <a:endParaRPr lang="en-US" dirty="0"/>
          </a:p>
        </p:txBody>
      </p:sp>
      <p:sp>
        <p:nvSpPr>
          <p:cNvPr id="6" name="Ellipse 12">
            <a:extLst>
              <a:ext uri="{FF2B5EF4-FFF2-40B4-BE49-F238E27FC236}">
                <a16:creationId xmlns:a16="http://schemas.microsoft.com/office/drawing/2014/main" id="{AC1B6319-1610-41D0-9E7D-B38B1BB84C9A}"/>
              </a:ext>
            </a:extLst>
          </p:cNvPr>
          <p:cNvSpPr/>
          <p:nvPr/>
        </p:nvSpPr>
        <p:spPr bwMode="auto">
          <a:xfrm>
            <a:off x="6907514" y="3308835"/>
            <a:ext cx="4255786" cy="855539"/>
          </a:xfrm>
          <a:prstGeom prst="ellips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l" rtl="0">
              <a:buClr>
                <a:schemeClr val="accent1"/>
              </a:buClr>
              <a:buFont typeface="Wingdings" pitchFamily="2" charset="2"/>
            </a:pPr>
            <a:endParaRPr lang="zh-CN" altLang="en-US" sz="900" kern="1200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cxnSp>
        <p:nvCxnSpPr>
          <p:cNvPr id="7" name="Gerade Verbindung 14">
            <a:extLst>
              <a:ext uri="{FF2B5EF4-FFF2-40B4-BE49-F238E27FC236}">
                <a16:creationId xmlns:a16="http://schemas.microsoft.com/office/drawing/2014/main" id="{65EEB763-348C-4B54-B9C9-3560E51412C7}"/>
              </a:ext>
            </a:extLst>
          </p:cNvPr>
          <p:cNvCxnSpPr/>
          <p:nvPr/>
        </p:nvCxnSpPr>
        <p:spPr bwMode="auto">
          <a:xfrm flipH="1">
            <a:off x="8680772" y="3312310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 Verbindung 17">
            <a:extLst>
              <a:ext uri="{FF2B5EF4-FFF2-40B4-BE49-F238E27FC236}">
                <a16:creationId xmlns:a16="http://schemas.microsoft.com/office/drawing/2014/main" id="{64749925-E136-45FE-929A-EE1872D2A210}"/>
              </a:ext>
            </a:extLst>
          </p:cNvPr>
          <p:cNvCxnSpPr/>
          <p:nvPr/>
        </p:nvCxnSpPr>
        <p:spPr bwMode="auto">
          <a:xfrm>
            <a:off x="7950114" y="3384297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Line 29">
            <a:extLst>
              <a:ext uri="{FF2B5EF4-FFF2-40B4-BE49-F238E27FC236}">
                <a16:creationId xmlns:a16="http://schemas.microsoft.com/office/drawing/2014/main" id="{95180386-2F65-4D4E-88CF-96B9C8D96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0800" y="2759595"/>
            <a:ext cx="756659" cy="0"/>
          </a:xfrm>
          <a:prstGeom prst="line">
            <a:avLst/>
          </a:prstGeom>
          <a:noFill/>
          <a:ln w="38100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C0D9C659-E43E-4801-9773-82409C645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29925" y="2837383"/>
            <a:ext cx="707535" cy="0"/>
          </a:xfrm>
          <a:prstGeom prst="line">
            <a:avLst/>
          </a:prstGeom>
          <a:noFill/>
          <a:ln w="38100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BDB2BC9C-24C0-407F-8B2C-15544084828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035608" y="2522672"/>
            <a:ext cx="52899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 eaLnBrk="1" hangingPunct="1"/>
            <a:r>
              <a:rPr lang="en-US" altLang="zh-CN" sz="1200" b="1" i="0" u="none" dirty="0">
                <a:solidFill>
                  <a:srgbClr val="DA040F"/>
                </a:solidFill>
                <a:latin typeface="Arial"/>
                <a:ea typeface="宋体" panose="02010600030101010101" pitchFamily="2" charset="-122"/>
                <a:sym typeface="Arial"/>
              </a:rPr>
              <a:t>H-Sync</a:t>
            </a:r>
            <a:endParaRPr lang="zh-CN" altLang="en-US" sz="1200" b="1" dirty="0">
              <a:solidFill>
                <a:srgbClr val="DA040F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2A3421C1-5EC0-4F44-8C9A-A297AF456879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95941" y="2214266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782FCE1C-590E-4029-88B1-E20E1D59926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790768" y="2214266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  <a:endParaRPr lang="zh-CN" altLang="en-US" sz="1000" b="1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14" name="Rechteck 24">
            <a:extLst>
              <a:ext uri="{FF2B5EF4-FFF2-40B4-BE49-F238E27FC236}">
                <a16:creationId xmlns:a16="http://schemas.microsoft.com/office/drawing/2014/main" id="{9589C775-9A64-4293-B936-F3820AA9C3CB}"/>
              </a:ext>
            </a:extLst>
          </p:cNvPr>
          <p:cNvSpPr/>
          <p:nvPr/>
        </p:nvSpPr>
        <p:spPr bwMode="auto">
          <a:xfrm>
            <a:off x="9717122" y="3278996"/>
            <a:ext cx="79201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5" name="Gerade Verbindung 25">
            <a:extLst>
              <a:ext uri="{FF2B5EF4-FFF2-40B4-BE49-F238E27FC236}">
                <a16:creationId xmlns:a16="http://schemas.microsoft.com/office/drawing/2014/main" id="{2AB9F263-6BAE-4A03-9963-F939F02994EA}"/>
              </a:ext>
            </a:extLst>
          </p:cNvPr>
          <p:cNvCxnSpPr/>
          <p:nvPr/>
        </p:nvCxnSpPr>
        <p:spPr bwMode="auto">
          <a:xfrm>
            <a:off x="9816517" y="2999842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26">
            <a:extLst>
              <a:ext uri="{FF2B5EF4-FFF2-40B4-BE49-F238E27FC236}">
                <a16:creationId xmlns:a16="http://schemas.microsoft.com/office/drawing/2014/main" id="{50E934B1-CAC3-475C-B7A1-F37C5476464E}"/>
              </a:ext>
            </a:extLst>
          </p:cNvPr>
          <p:cNvCxnSpPr/>
          <p:nvPr/>
        </p:nvCxnSpPr>
        <p:spPr bwMode="auto">
          <a:xfrm>
            <a:off x="9707354" y="2875172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hteck 27">
            <a:extLst>
              <a:ext uri="{FF2B5EF4-FFF2-40B4-BE49-F238E27FC236}">
                <a16:creationId xmlns:a16="http://schemas.microsoft.com/office/drawing/2014/main" id="{CFD4B09D-55A7-4070-A426-7A0E79C47E4B}"/>
              </a:ext>
            </a:extLst>
          </p:cNvPr>
          <p:cNvSpPr/>
          <p:nvPr/>
        </p:nvSpPr>
        <p:spPr bwMode="auto">
          <a:xfrm>
            <a:off x="8278584" y="3266285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8" name="Gerade Verbindung 28">
            <a:extLst>
              <a:ext uri="{FF2B5EF4-FFF2-40B4-BE49-F238E27FC236}">
                <a16:creationId xmlns:a16="http://schemas.microsoft.com/office/drawing/2014/main" id="{3C3EDC8D-C29C-43C4-9612-BE9C5B1843CD}"/>
              </a:ext>
            </a:extLst>
          </p:cNvPr>
          <p:cNvCxnSpPr/>
          <p:nvPr/>
        </p:nvCxnSpPr>
        <p:spPr bwMode="auto">
          <a:xfrm>
            <a:off x="8264671" y="2894537"/>
            <a:ext cx="1" cy="462005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9" name="product_distributed-io.png">
            <a:extLst>
              <a:ext uri="{FF2B5EF4-FFF2-40B4-BE49-F238E27FC236}">
                <a16:creationId xmlns:a16="http://schemas.microsoft.com/office/drawing/2014/main" id="{7ABF3D61-8229-4AE7-9B27-D4011C595D6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176" y="3554564"/>
            <a:ext cx="455268" cy="455268"/>
          </a:xfrm>
          <a:prstGeom prst="rect">
            <a:avLst/>
          </a:prstGeom>
        </p:spPr>
      </p:pic>
      <p:grpSp>
        <p:nvGrpSpPr>
          <p:cNvPr id="20" name="Gruppieren 30">
            <a:extLst>
              <a:ext uri="{FF2B5EF4-FFF2-40B4-BE49-F238E27FC236}">
                <a16:creationId xmlns:a16="http://schemas.microsoft.com/office/drawing/2014/main" id="{25FDBF4E-5F4E-4320-9C75-68F2C41F2A78}"/>
              </a:ext>
            </a:extLst>
          </p:cNvPr>
          <p:cNvGrpSpPr>
            <a:grpSpLocks noChangeAspect="1"/>
          </p:cNvGrpSpPr>
          <p:nvPr/>
        </p:nvGrpSpPr>
        <p:grpSpPr>
          <a:xfrm>
            <a:off x="8593733" y="3430555"/>
            <a:ext cx="622420" cy="496651"/>
            <a:chOff x="4105359" y="1822075"/>
            <a:chExt cx="4583448" cy="3657299"/>
          </a:xfrm>
        </p:grpSpPr>
        <p:pic>
          <p:nvPicPr>
            <p:cNvPr id="21" name="product_simatic-s7-1500.png">
              <a:extLst>
                <a:ext uri="{FF2B5EF4-FFF2-40B4-BE49-F238E27FC236}">
                  <a16:creationId xmlns:a16="http://schemas.microsoft.com/office/drawing/2014/main" id="{D1CB7013-62FB-4E90-BF3E-E5813ACC0162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22" name="product_simatic-s7-1500.png">
              <a:extLst>
                <a:ext uri="{FF2B5EF4-FFF2-40B4-BE49-F238E27FC236}">
                  <a16:creationId xmlns:a16="http://schemas.microsoft.com/office/drawing/2014/main" id="{D47F1498-A55E-45A1-B9D0-EF89855512D6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38401" y="5093946"/>
              <a:ext cx="877175" cy="385428"/>
            </a:xfrm>
            <a:prstGeom prst="rect">
              <a:avLst/>
            </a:prstGeom>
          </p:spPr>
        </p:pic>
        <p:pic>
          <p:nvPicPr>
            <p:cNvPr id="23" name="product_simatic-s7-1500.png">
              <a:extLst>
                <a:ext uri="{FF2B5EF4-FFF2-40B4-BE49-F238E27FC236}">
                  <a16:creationId xmlns:a16="http://schemas.microsoft.com/office/drawing/2014/main" id="{08C91194-999C-408B-A27F-64E3E9C69887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 rotWithShape="1"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24" name="product_simatic-s7-1500.png">
              <a:extLst>
                <a:ext uri="{FF2B5EF4-FFF2-40B4-BE49-F238E27FC236}">
                  <a16:creationId xmlns:a16="http://schemas.microsoft.com/office/drawing/2014/main" id="{5BADC7B8-8361-432D-B0A5-DB70DDBBC50D}"/>
                </a:ext>
              </a:extLst>
            </p:cNvPr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 rotWithShape="1"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7" y="1822075"/>
              <a:ext cx="1834130" cy="3657292"/>
            </a:xfrm>
            <a:prstGeom prst="rect">
              <a:avLst/>
            </a:prstGeom>
          </p:spPr>
        </p:pic>
      </p:grpSp>
      <p:grpSp>
        <p:nvGrpSpPr>
          <p:cNvPr id="25" name="Gruppieren 35">
            <a:extLst>
              <a:ext uri="{FF2B5EF4-FFF2-40B4-BE49-F238E27FC236}">
                <a16:creationId xmlns:a16="http://schemas.microsoft.com/office/drawing/2014/main" id="{CFA7076E-F325-4065-92EA-93231C0AD910}"/>
              </a:ext>
            </a:extLst>
          </p:cNvPr>
          <p:cNvGrpSpPr/>
          <p:nvPr/>
        </p:nvGrpSpPr>
        <p:grpSpPr>
          <a:xfrm>
            <a:off x="9636738" y="2369670"/>
            <a:ext cx="774297" cy="640310"/>
            <a:chOff x="5633257" y="2448326"/>
            <a:chExt cx="3891741" cy="2958295"/>
          </a:xfrm>
        </p:grpSpPr>
        <p:pic>
          <p:nvPicPr>
            <p:cNvPr id="26" name="product_simatic-s7-1500.png">
              <a:extLst>
                <a:ext uri="{FF2B5EF4-FFF2-40B4-BE49-F238E27FC236}">
                  <a16:creationId xmlns:a16="http://schemas.microsoft.com/office/drawing/2014/main" id="{52D5E335-80A7-4752-A131-CE35783D82C1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 rotWithShape="1"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91" r="26080"/>
            <a:stretch/>
          </p:blipFill>
          <p:spPr>
            <a:xfrm>
              <a:off x="7181850" y="2448326"/>
              <a:ext cx="1562099" cy="2958293"/>
            </a:xfrm>
            <a:prstGeom prst="rect">
              <a:avLst/>
            </a:prstGeom>
          </p:spPr>
        </p:pic>
        <p:pic>
          <p:nvPicPr>
            <p:cNvPr id="27" name="product_simatic-s7-1500.png">
              <a:extLst>
                <a:ext uri="{FF2B5EF4-FFF2-40B4-BE49-F238E27FC236}">
                  <a16:creationId xmlns:a16="http://schemas.microsoft.com/office/drawing/2014/main" id="{1843E01E-FD5D-4E21-A359-3F219D25892C}"/>
                </a:ext>
              </a:extLst>
            </p:cNvPr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98"/>
            <a:stretch/>
          </p:blipFill>
          <p:spPr>
            <a:xfrm>
              <a:off x="8743949" y="2448328"/>
              <a:ext cx="781049" cy="2958293"/>
            </a:xfrm>
            <a:prstGeom prst="rect">
              <a:avLst/>
            </a:prstGeom>
          </p:spPr>
        </p:pic>
        <p:pic>
          <p:nvPicPr>
            <p:cNvPr id="28" name="product_simatic-s7-1500.png">
              <a:extLst>
                <a:ext uri="{FF2B5EF4-FFF2-40B4-BE49-F238E27FC236}">
                  <a16:creationId xmlns:a16="http://schemas.microsoft.com/office/drawing/2014/main" id="{27C05AF8-0CB0-4903-BF39-21A3166EBA10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652"/>
            <a:stretch/>
          </p:blipFill>
          <p:spPr>
            <a:xfrm>
              <a:off x="5633257" y="2448328"/>
              <a:ext cx="1548594" cy="2958293"/>
            </a:xfrm>
            <a:prstGeom prst="rect">
              <a:avLst/>
            </a:prstGeom>
          </p:spPr>
        </p:pic>
      </p:grpSp>
      <p:cxnSp>
        <p:nvCxnSpPr>
          <p:cNvPr id="29" name="Gerade Verbindung 39">
            <a:extLst>
              <a:ext uri="{FF2B5EF4-FFF2-40B4-BE49-F238E27FC236}">
                <a16:creationId xmlns:a16="http://schemas.microsoft.com/office/drawing/2014/main" id="{310347FD-C825-4453-A53E-E895AD495939}"/>
              </a:ext>
            </a:extLst>
          </p:cNvPr>
          <p:cNvCxnSpPr/>
          <p:nvPr/>
        </p:nvCxnSpPr>
        <p:spPr bwMode="auto">
          <a:xfrm>
            <a:off x="8367029" y="3000455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" name="Gruppieren 40">
            <a:extLst>
              <a:ext uri="{FF2B5EF4-FFF2-40B4-BE49-F238E27FC236}">
                <a16:creationId xmlns:a16="http://schemas.microsoft.com/office/drawing/2014/main" id="{A7E51349-F00B-48E6-9558-46EFEA88B69C}"/>
              </a:ext>
            </a:extLst>
          </p:cNvPr>
          <p:cNvGrpSpPr/>
          <p:nvPr/>
        </p:nvGrpSpPr>
        <p:grpSpPr>
          <a:xfrm>
            <a:off x="8184203" y="2369670"/>
            <a:ext cx="774297" cy="640310"/>
            <a:chOff x="5633257" y="2448326"/>
            <a:chExt cx="3891741" cy="2958295"/>
          </a:xfrm>
        </p:grpSpPr>
        <p:pic>
          <p:nvPicPr>
            <p:cNvPr id="31" name="product_simatic-s7-1500.png">
              <a:extLst>
                <a:ext uri="{FF2B5EF4-FFF2-40B4-BE49-F238E27FC236}">
                  <a16:creationId xmlns:a16="http://schemas.microsoft.com/office/drawing/2014/main" id="{57DF53EA-3C93-4752-B8F0-44B07040FE74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 rotWithShape="1"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91" r="26080"/>
            <a:stretch/>
          </p:blipFill>
          <p:spPr>
            <a:xfrm>
              <a:off x="7181850" y="2448326"/>
              <a:ext cx="1562099" cy="2958293"/>
            </a:xfrm>
            <a:prstGeom prst="rect">
              <a:avLst/>
            </a:prstGeom>
          </p:spPr>
        </p:pic>
        <p:pic>
          <p:nvPicPr>
            <p:cNvPr id="32" name="product_simatic-s7-1500.png">
              <a:extLst>
                <a:ext uri="{FF2B5EF4-FFF2-40B4-BE49-F238E27FC236}">
                  <a16:creationId xmlns:a16="http://schemas.microsoft.com/office/drawing/2014/main" id="{9D711947-CFF0-4402-A69D-E0C955AEF032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98"/>
            <a:stretch/>
          </p:blipFill>
          <p:spPr>
            <a:xfrm>
              <a:off x="8743949" y="2448328"/>
              <a:ext cx="781049" cy="2958293"/>
            </a:xfrm>
            <a:prstGeom prst="rect">
              <a:avLst/>
            </a:prstGeom>
          </p:spPr>
        </p:pic>
        <p:pic>
          <p:nvPicPr>
            <p:cNvPr id="33" name="product_simatic-s7-1500.png">
              <a:extLst>
                <a:ext uri="{FF2B5EF4-FFF2-40B4-BE49-F238E27FC236}">
                  <a16:creationId xmlns:a16="http://schemas.microsoft.com/office/drawing/2014/main" id="{9D2F7945-B3F7-4EBD-9E37-30491BC3CCB9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652"/>
            <a:stretch/>
          </p:blipFill>
          <p:spPr>
            <a:xfrm>
              <a:off x="5633257" y="2448328"/>
              <a:ext cx="1548594" cy="2958293"/>
            </a:xfrm>
            <a:prstGeom prst="rect">
              <a:avLst/>
            </a:prstGeom>
          </p:spPr>
        </p:pic>
      </p:grpSp>
      <p:cxnSp>
        <p:nvCxnSpPr>
          <p:cNvPr id="34" name="Gerade Verbindung 45">
            <a:extLst>
              <a:ext uri="{FF2B5EF4-FFF2-40B4-BE49-F238E27FC236}">
                <a16:creationId xmlns:a16="http://schemas.microsoft.com/office/drawing/2014/main" id="{26B34AFE-89B7-41A7-B20A-0FFA85C6059D}"/>
              </a:ext>
            </a:extLst>
          </p:cNvPr>
          <p:cNvCxnSpPr/>
          <p:nvPr/>
        </p:nvCxnSpPr>
        <p:spPr bwMode="auto">
          <a:xfrm>
            <a:off x="7157634" y="3955772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" name="Gruppieren 47">
            <a:extLst>
              <a:ext uri="{FF2B5EF4-FFF2-40B4-BE49-F238E27FC236}">
                <a16:creationId xmlns:a16="http://schemas.microsoft.com/office/drawing/2014/main" id="{A4D452EA-F611-41F5-B8DA-B92F9682E6C1}"/>
              </a:ext>
            </a:extLst>
          </p:cNvPr>
          <p:cNvGrpSpPr/>
          <p:nvPr/>
        </p:nvGrpSpPr>
        <p:grpSpPr>
          <a:xfrm>
            <a:off x="7094633" y="4123787"/>
            <a:ext cx="318025" cy="455268"/>
            <a:chOff x="2287722" y="4432346"/>
            <a:chExt cx="318025" cy="455268"/>
          </a:xfrm>
        </p:grpSpPr>
        <p:pic>
          <p:nvPicPr>
            <p:cNvPr id="36" name="product_distributed-io.png">
              <a:extLst>
                <a:ext uri="{FF2B5EF4-FFF2-40B4-BE49-F238E27FC236}">
                  <a16:creationId xmlns:a16="http://schemas.microsoft.com/office/drawing/2014/main" id="{CE3B7DFB-F6FF-4222-BF1F-487E5955A87C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5334"/>
            <a:stretch/>
          </p:blipFill>
          <p:spPr>
            <a:xfrm>
              <a:off x="2287722" y="4432346"/>
              <a:ext cx="157822" cy="455268"/>
            </a:xfrm>
            <a:prstGeom prst="rect">
              <a:avLst/>
            </a:prstGeom>
          </p:spPr>
        </p:pic>
        <p:pic>
          <p:nvPicPr>
            <p:cNvPr id="37" name="product_distributed-io.png">
              <a:extLst>
                <a:ext uri="{FF2B5EF4-FFF2-40B4-BE49-F238E27FC236}">
                  <a16:creationId xmlns:a16="http://schemas.microsoft.com/office/drawing/2014/main" id="{2F87FED2-89B5-4D0A-84DA-B43E8729F23D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5334"/>
            <a:stretch/>
          </p:blipFill>
          <p:spPr>
            <a:xfrm>
              <a:off x="2447925" y="4432346"/>
              <a:ext cx="157822" cy="455268"/>
            </a:xfrm>
            <a:prstGeom prst="rect">
              <a:avLst/>
            </a:prstGeom>
          </p:spPr>
        </p:pic>
      </p:grpSp>
      <p:cxnSp>
        <p:nvCxnSpPr>
          <p:cNvPr id="38" name="Gewinkelte Verbindung 50">
            <a:extLst>
              <a:ext uri="{FF2B5EF4-FFF2-40B4-BE49-F238E27FC236}">
                <a16:creationId xmlns:a16="http://schemas.microsoft.com/office/drawing/2014/main" id="{734D4E5E-54E5-4968-8165-63E8AB465057}"/>
              </a:ext>
            </a:extLst>
          </p:cNvPr>
          <p:cNvCxnSpPr>
            <a:stCxn id="37" idx="2"/>
          </p:cNvCxnSpPr>
          <p:nvPr/>
        </p:nvCxnSpPr>
        <p:spPr bwMode="auto">
          <a:xfrm rot="16200000" flipH="1">
            <a:off x="8296980" y="3615821"/>
            <a:ext cx="377248" cy="2303715"/>
          </a:xfrm>
          <a:prstGeom prst="bentConnector2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" name="Gruppieren 51">
            <a:extLst>
              <a:ext uri="{FF2B5EF4-FFF2-40B4-BE49-F238E27FC236}">
                <a16:creationId xmlns:a16="http://schemas.microsoft.com/office/drawing/2014/main" id="{7E904A35-FF25-4F0D-8B7E-2C551AA366E7}"/>
              </a:ext>
            </a:extLst>
          </p:cNvPr>
          <p:cNvGrpSpPr/>
          <p:nvPr/>
        </p:nvGrpSpPr>
        <p:grpSpPr>
          <a:xfrm>
            <a:off x="7896632" y="4615733"/>
            <a:ext cx="126000" cy="398843"/>
            <a:chOff x="7763282" y="4615733"/>
            <a:chExt cx="126000" cy="398843"/>
          </a:xfrm>
        </p:grpSpPr>
        <p:cxnSp>
          <p:nvCxnSpPr>
            <p:cNvPr id="40" name="Gerade Verbindung 52">
              <a:extLst>
                <a:ext uri="{FF2B5EF4-FFF2-40B4-BE49-F238E27FC236}">
                  <a16:creationId xmlns:a16="http://schemas.microsoft.com/office/drawing/2014/main" id="{F3D53CFA-6869-479A-80C1-1EFABBD0C9B3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Rechteck 53">
              <a:extLst>
                <a:ext uri="{FF2B5EF4-FFF2-40B4-BE49-F238E27FC236}">
                  <a16:creationId xmlns:a16="http://schemas.microsoft.com/office/drawing/2014/main" id="{EFAB6246-2F28-4D66-91C2-D26F1FDD5E51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42" name="product_simatic-s7-1200.png">
            <a:extLst>
              <a:ext uri="{FF2B5EF4-FFF2-40B4-BE49-F238E27FC236}">
                <a16:creationId xmlns:a16="http://schemas.microsoft.com/office/drawing/2014/main" id="{0123C5D4-1D61-454E-B98E-D078B1A912C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332" y="4330095"/>
            <a:ext cx="350489" cy="350489"/>
          </a:xfrm>
          <a:prstGeom prst="rect">
            <a:avLst/>
          </a:prstGeom>
        </p:spPr>
      </p:pic>
      <p:grpSp>
        <p:nvGrpSpPr>
          <p:cNvPr id="43" name="Gruppieren 55">
            <a:extLst>
              <a:ext uri="{FF2B5EF4-FFF2-40B4-BE49-F238E27FC236}">
                <a16:creationId xmlns:a16="http://schemas.microsoft.com/office/drawing/2014/main" id="{C3FD0389-6109-49CB-89B2-D3ED67404E65}"/>
              </a:ext>
            </a:extLst>
          </p:cNvPr>
          <p:cNvGrpSpPr/>
          <p:nvPr/>
        </p:nvGrpSpPr>
        <p:grpSpPr>
          <a:xfrm>
            <a:off x="8331353" y="4615733"/>
            <a:ext cx="126000" cy="398843"/>
            <a:chOff x="7763282" y="4615733"/>
            <a:chExt cx="126000" cy="398843"/>
          </a:xfrm>
        </p:grpSpPr>
        <p:cxnSp>
          <p:nvCxnSpPr>
            <p:cNvPr id="44" name="Gerade Verbindung 56">
              <a:extLst>
                <a:ext uri="{FF2B5EF4-FFF2-40B4-BE49-F238E27FC236}">
                  <a16:creationId xmlns:a16="http://schemas.microsoft.com/office/drawing/2014/main" id="{ADB270A1-ED64-47BE-B14F-AE0156B6CE13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Rechteck 57">
              <a:extLst>
                <a:ext uri="{FF2B5EF4-FFF2-40B4-BE49-F238E27FC236}">
                  <a16:creationId xmlns:a16="http://schemas.microsoft.com/office/drawing/2014/main" id="{593EBE54-0A67-4E8C-8A5A-940086BBD0BF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6" name="Gruppieren 58">
            <a:extLst>
              <a:ext uri="{FF2B5EF4-FFF2-40B4-BE49-F238E27FC236}">
                <a16:creationId xmlns:a16="http://schemas.microsoft.com/office/drawing/2014/main" id="{8AEE6F7C-1B35-449B-BAD5-179EECF02FD2}"/>
              </a:ext>
            </a:extLst>
          </p:cNvPr>
          <p:cNvGrpSpPr/>
          <p:nvPr/>
        </p:nvGrpSpPr>
        <p:grpSpPr>
          <a:xfrm>
            <a:off x="9352219" y="4616680"/>
            <a:ext cx="126000" cy="398843"/>
            <a:chOff x="7763282" y="4615733"/>
            <a:chExt cx="126000" cy="398843"/>
          </a:xfrm>
        </p:grpSpPr>
        <p:cxnSp>
          <p:nvCxnSpPr>
            <p:cNvPr id="47" name="Gerade Verbindung 59">
              <a:extLst>
                <a:ext uri="{FF2B5EF4-FFF2-40B4-BE49-F238E27FC236}">
                  <a16:creationId xmlns:a16="http://schemas.microsoft.com/office/drawing/2014/main" id="{AFB81564-E7F4-4091-A06B-9868206437BD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Rechteck 60">
              <a:extLst>
                <a:ext uri="{FF2B5EF4-FFF2-40B4-BE49-F238E27FC236}">
                  <a16:creationId xmlns:a16="http://schemas.microsoft.com/office/drawing/2014/main" id="{259E08B9-DC2B-4D5C-BC5F-B7B1A951D6C3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Gruppieren 61">
            <a:extLst>
              <a:ext uri="{FF2B5EF4-FFF2-40B4-BE49-F238E27FC236}">
                <a16:creationId xmlns:a16="http://schemas.microsoft.com/office/drawing/2014/main" id="{380AB3DA-2F5A-4311-B23D-B744F134068B}"/>
              </a:ext>
            </a:extLst>
          </p:cNvPr>
          <p:cNvGrpSpPr/>
          <p:nvPr/>
        </p:nvGrpSpPr>
        <p:grpSpPr>
          <a:xfrm rot="10800000">
            <a:off x="8912197" y="4892164"/>
            <a:ext cx="126000" cy="398843"/>
            <a:chOff x="7763282" y="4615733"/>
            <a:chExt cx="126000" cy="398843"/>
          </a:xfrm>
        </p:grpSpPr>
        <p:cxnSp>
          <p:nvCxnSpPr>
            <p:cNvPr id="50" name="Gerade Verbindung 62">
              <a:extLst>
                <a:ext uri="{FF2B5EF4-FFF2-40B4-BE49-F238E27FC236}">
                  <a16:creationId xmlns:a16="http://schemas.microsoft.com/office/drawing/2014/main" id="{8B40EB0E-72C5-423C-AB3A-0C8C9EC02ECD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Rechteck 63">
              <a:extLst>
                <a:ext uri="{FF2B5EF4-FFF2-40B4-BE49-F238E27FC236}">
                  <a16:creationId xmlns:a16="http://schemas.microsoft.com/office/drawing/2014/main" id="{450C67AD-132D-49B2-97B5-E44D6FA0B36F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Gruppieren 64">
            <a:extLst>
              <a:ext uri="{FF2B5EF4-FFF2-40B4-BE49-F238E27FC236}">
                <a16:creationId xmlns:a16="http://schemas.microsoft.com/office/drawing/2014/main" id="{3175DAC9-9156-4CFE-BB17-8BC77B8F3329}"/>
              </a:ext>
            </a:extLst>
          </p:cNvPr>
          <p:cNvGrpSpPr>
            <a:grpSpLocks noChangeAspect="1"/>
          </p:cNvGrpSpPr>
          <p:nvPr/>
        </p:nvGrpSpPr>
        <p:grpSpPr>
          <a:xfrm>
            <a:off x="8322204" y="4258389"/>
            <a:ext cx="622420" cy="496651"/>
            <a:chOff x="4105359" y="1822075"/>
            <a:chExt cx="4583448" cy="3657298"/>
          </a:xfrm>
        </p:grpSpPr>
        <p:pic>
          <p:nvPicPr>
            <p:cNvPr id="53" name="product_simatic-s7-1500.png">
              <a:extLst>
                <a:ext uri="{FF2B5EF4-FFF2-40B4-BE49-F238E27FC236}">
                  <a16:creationId xmlns:a16="http://schemas.microsoft.com/office/drawing/2014/main" id="{C6C84233-C1DB-40FC-8DFA-4CC9B6860191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54" name="product_simatic-s7-1500.png">
              <a:extLst>
                <a:ext uri="{FF2B5EF4-FFF2-40B4-BE49-F238E27FC236}">
                  <a16:creationId xmlns:a16="http://schemas.microsoft.com/office/drawing/2014/main" id="{A73BD09E-9923-4898-9A60-A575B583FE19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55" name="product_simatic-s7-1500.png">
              <a:extLst>
                <a:ext uri="{FF2B5EF4-FFF2-40B4-BE49-F238E27FC236}">
                  <a16:creationId xmlns:a16="http://schemas.microsoft.com/office/drawing/2014/main" id="{46FA4EE6-A064-496F-A603-07DF890B854A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 rotWithShape="1"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56" name="product_simatic-s7-1500.png">
              <a:extLst>
                <a:ext uri="{FF2B5EF4-FFF2-40B4-BE49-F238E27FC236}">
                  <a16:creationId xmlns:a16="http://schemas.microsoft.com/office/drawing/2014/main" id="{98DCE0AE-5C0A-470D-B76A-61AB2385C664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 rotWithShape="1"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pic>
        <p:nvPicPr>
          <p:cNvPr id="57" name="product_distributed-io.png">
            <a:extLst>
              <a:ext uri="{FF2B5EF4-FFF2-40B4-BE49-F238E27FC236}">
                <a16:creationId xmlns:a16="http://schemas.microsoft.com/office/drawing/2014/main" id="{651E4520-8767-48EF-BAD2-A8ADF1A89BB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545" y="5130096"/>
            <a:ext cx="455268" cy="455268"/>
          </a:xfrm>
          <a:prstGeom prst="rect">
            <a:avLst/>
          </a:prstGeom>
        </p:spPr>
      </p:pic>
      <p:pic>
        <p:nvPicPr>
          <p:cNvPr id="58" name="product_distributed-io.png">
            <a:extLst>
              <a:ext uri="{FF2B5EF4-FFF2-40B4-BE49-F238E27FC236}">
                <a16:creationId xmlns:a16="http://schemas.microsoft.com/office/drawing/2014/main" id="{491307D0-FA29-492D-99D7-D1DC7F31AB7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410" r="69638" b="59372"/>
          <a:stretch/>
        </p:blipFill>
        <p:spPr>
          <a:xfrm>
            <a:off x="9216153" y="4405528"/>
            <a:ext cx="391133" cy="350636"/>
          </a:xfrm>
          <a:prstGeom prst="rect">
            <a:avLst/>
          </a:prstGeom>
        </p:spPr>
      </p:pic>
      <p:pic>
        <p:nvPicPr>
          <p:cNvPr id="59" name="product_simatic-s7-1200.png">
            <a:extLst>
              <a:ext uri="{FF2B5EF4-FFF2-40B4-BE49-F238E27FC236}">
                <a16:creationId xmlns:a16="http://schemas.microsoft.com/office/drawing/2014/main" id="{33C023FD-FB40-4F21-BAD8-D3B73BB7D7A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332"/>
          <a:stretch/>
        </p:blipFill>
        <p:spPr>
          <a:xfrm>
            <a:off x="7680228" y="4330094"/>
            <a:ext cx="93469" cy="350489"/>
          </a:xfrm>
          <a:prstGeom prst="rect">
            <a:avLst/>
          </a:prstGeom>
        </p:spPr>
      </p:pic>
      <p:cxnSp>
        <p:nvCxnSpPr>
          <p:cNvPr id="60" name="Gewinkelte Verbindung 72">
            <a:extLst>
              <a:ext uri="{FF2B5EF4-FFF2-40B4-BE49-F238E27FC236}">
                <a16:creationId xmlns:a16="http://schemas.microsoft.com/office/drawing/2014/main" id="{0474F8B4-74B6-4779-8FAE-E292E5A472A9}"/>
              </a:ext>
            </a:extLst>
          </p:cNvPr>
          <p:cNvCxnSpPr>
            <a:stCxn id="59" idx="2"/>
          </p:cNvCxnSpPr>
          <p:nvPr/>
        </p:nvCxnSpPr>
        <p:spPr bwMode="auto">
          <a:xfrm rot="16200000" flipH="1">
            <a:off x="9038254" y="3369291"/>
            <a:ext cx="1232855" cy="3855437"/>
          </a:xfrm>
          <a:prstGeom prst="bentConnector2">
            <a:avLst/>
          </a:prstGeom>
          <a:noFill/>
          <a:ln w="28575" cap="flat" cmpd="sng" algn="ctr">
            <a:solidFill>
              <a:srgbClr val="AF235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1" name="Gruppieren 73">
            <a:extLst>
              <a:ext uri="{FF2B5EF4-FFF2-40B4-BE49-F238E27FC236}">
                <a16:creationId xmlns:a16="http://schemas.microsoft.com/office/drawing/2014/main" id="{BEF7581A-9C48-4A72-B53B-6BC9E60F639A}"/>
              </a:ext>
            </a:extLst>
          </p:cNvPr>
          <p:cNvGrpSpPr/>
          <p:nvPr/>
        </p:nvGrpSpPr>
        <p:grpSpPr>
          <a:xfrm>
            <a:off x="7963171" y="5576320"/>
            <a:ext cx="126000" cy="398843"/>
            <a:chOff x="7763282" y="4615733"/>
            <a:chExt cx="126000" cy="398843"/>
          </a:xfrm>
        </p:grpSpPr>
        <p:cxnSp>
          <p:nvCxnSpPr>
            <p:cNvPr id="62" name="Gerade Verbindung 74">
              <a:extLst>
                <a:ext uri="{FF2B5EF4-FFF2-40B4-BE49-F238E27FC236}">
                  <a16:creationId xmlns:a16="http://schemas.microsoft.com/office/drawing/2014/main" id="{94BDD386-F98B-40EC-BBEB-2650BADC328C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" name="Rechteck 75">
              <a:extLst>
                <a:ext uri="{FF2B5EF4-FFF2-40B4-BE49-F238E27FC236}">
                  <a16:creationId xmlns:a16="http://schemas.microsoft.com/office/drawing/2014/main" id="{9F203D90-D47D-4CAB-AB59-299225B347C0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7698C"/>
            </a:solidFill>
            <a:ln w="952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4" name="Gruppieren 76">
            <a:extLst>
              <a:ext uri="{FF2B5EF4-FFF2-40B4-BE49-F238E27FC236}">
                <a16:creationId xmlns:a16="http://schemas.microsoft.com/office/drawing/2014/main" id="{DC50DC71-43AB-4E63-92C3-4524D7246AAB}"/>
              </a:ext>
            </a:extLst>
          </p:cNvPr>
          <p:cNvGrpSpPr/>
          <p:nvPr/>
        </p:nvGrpSpPr>
        <p:grpSpPr>
          <a:xfrm>
            <a:off x="9792192" y="5582984"/>
            <a:ext cx="126000" cy="398843"/>
            <a:chOff x="7763282" y="4615733"/>
            <a:chExt cx="126000" cy="398843"/>
          </a:xfrm>
        </p:grpSpPr>
        <p:cxnSp>
          <p:nvCxnSpPr>
            <p:cNvPr id="65" name="Gerade Verbindung 77">
              <a:extLst>
                <a:ext uri="{FF2B5EF4-FFF2-40B4-BE49-F238E27FC236}">
                  <a16:creationId xmlns:a16="http://schemas.microsoft.com/office/drawing/2014/main" id="{C4AAF230-36DD-4F67-9035-D67C73CC7022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" name="Rechteck 78">
              <a:extLst>
                <a:ext uri="{FF2B5EF4-FFF2-40B4-BE49-F238E27FC236}">
                  <a16:creationId xmlns:a16="http://schemas.microsoft.com/office/drawing/2014/main" id="{B7B195B1-BD3A-4EFE-B840-078CD34A4F32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7698C"/>
            </a:solidFill>
            <a:ln w="952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7" name="Gruppieren 79">
            <a:extLst>
              <a:ext uri="{FF2B5EF4-FFF2-40B4-BE49-F238E27FC236}">
                <a16:creationId xmlns:a16="http://schemas.microsoft.com/office/drawing/2014/main" id="{29250064-480F-4E9A-85D7-C0AA4649BEAF}"/>
              </a:ext>
            </a:extLst>
          </p:cNvPr>
          <p:cNvGrpSpPr/>
          <p:nvPr/>
        </p:nvGrpSpPr>
        <p:grpSpPr>
          <a:xfrm>
            <a:off x="10890264" y="5582984"/>
            <a:ext cx="126000" cy="398843"/>
            <a:chOff x="7763282" y="4615733"/>
            <a:chExt cx="126000" cy="398843"/>
          </a:xfrm>
        </p:grpSpPr>
        <p:cxnSp>
          <p:nvCxnSpPr>
            <p:cNvPr id="68" name="Gerade Verbindung 80">
              <a:extLst>
                <a:ext uri="{FF2B5EF4-FFF2-40B4-BE49-F238E27FC236}">
                  <a16:creationId xmlns:a16="http://schemas.microsoft.com/office/drawing/2014/main" id="{C6FCF47C-2F14-4FB7-98AB-A010AC667EF0}"/>
                </a:ext>
              </a:extLst>
            </p:cNvPr>
            <p:cNvCxnSpPr/>
            <p:nvPr/>
          </p:nvCxnSpPr>
          <p:spPr bwMode="auto">
            <a:xfrm flipV="1">
              <a:off x="7826281" y="4615733"/>
              <a:ext cx="0" cy="307040"/>
            </a:xfrm>
            <a:prstGeom prst="line">
              <a:avLst/>
            </a:prstGeom>
            <a:noFill/>
            <a:ln w="2857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Rechteck 81">
              <a:extLst>
                <a:ext uri="{FF2B5EF4-FFF2-40B4-BE49-F238E27FC236}">
                  <a16:creationId xmlns:a16="http://schemas.microsoft.com/office/drawing/2014/main" id="{251EC42A-ED8C-41FC-8E4D-662670FF875A}"/>
                </a:ext>
              </a:extLst>
            </p:cNvPr>
            <p:cNvSpPr/>
            <p:nvPr/>
          </p:nvSpPr>
          <p:spPr bwMode="auto">
            <a:xfrm rot="10800000">
              <a:off x="7763282" y="4888576"/>
              <a:ext cx="126000" cy="126000"/>
            </a:xfrm>
            <a:prstGeom prst="rect">
              <a:avLst/>
            </a:prstGeom>
            <a:solidFill>
              <a:srgbClr val="D7698C"/>
            </a:solidFill>
            <a:ln w="9525" cap="flat" cmpd="sng" algn="ctr">
              <a:solidFill>
                <a:srgbClr val="AF23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Gruppieren 82">
            <a:extLst>
              <a:ext uri="{FF2B5EF4-FFF2-40B4-BE49-F238E27FC236}">
                <a16:creationId xmlns:a16="http://schemas.microsoft.com/office/drawing/2014/main" id="{46514864-6469-449B-8E90-4767610A6D7D}"/>
              </a:ext>
            </a:extLst>
          </p:cNvPr>
          <p:cNvGrpSpPr>
            <a:grpSpLocks noChangeAspect="1"/>
          </p:cNvGrpSpPr>
          <p:nvPr/>
        </p:nvGrpSpPr>
        <p:grpSpPr>
          <a:xfrm>
            <a:off x="9801792" y="5261261"/>
            <a:ext cx="622420" cy="496651"/>
            <a:chOff x="4105359" y="1822075"/>
            <a:chExt cx="4583448" cy="3657298"/>
          </a:xfrm>
        </p:grpSpPr>
        <p:pic>
          <p:nvPicPr>
            <p:cNvPr id="71" name="product_simatic-s7-1500.png">
              <a:extLst>
                <a:ext uri="{FF2B5EF4-FFF2-40B4-BE49-F238E27FC236}">
                  <a16:creationId xmlns:a16="http://schemas.microsoft.com/office/drawing/2014/main" id="{65113C29-E27F-49C3-B7D8-7B7074293A23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72" name="product_simatic-s7-1500.png">
              <a:extLst>
                <a:ext uri="{FF2B5EF4-FFF2-40B4-BE49-F238E27FC236}">
                  <a16:creationId xmlns:a16="http://schemas.microsoft.com/office/drawing/2014/main" id="{F0653AB6-5491-49ED-8EF7-191DF0B1E266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73" name="product_simatic-s7-1500.png">
              <a:extLst>
                <a:ext uri="{FF2B5EF4-FFF2-40B4-BE49-F238E27FC236}">
                  <a16:creationId xmlns:a16="http://schemas.microsoft.com/office/drawing/2014/main" id="{F8ED292E-C9F1-4484-8D34-5D59A241C369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 rotWithShape="1"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74" name="product_simatic-s7-1500.png">
              <a:extLst>
                <a:ext uri="{FF2B5EF4-FFF2-40B4-BE49-F238E27FC236}">
                  <a16:creationId xmlns:a16="http://schemas.microsoft.com/office/drawing/2014/main" id="{2EBF2894-A5E2-4155-A028-6DC7F06614DF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 rotWithShape="1"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pic>
        <p:nvPicPr>
          <p:cNvPr id="75" name="product_distributed-io.png">
            <a:extLst>
              <a:ext uri="{FF2B5EF4-FFF2-40B4-BE49-F238E27FC236}">
                <a16:creationId xmlns:a16="http://schemas.microsoft.com/office/drawing/2014/main" id="{2F089494-F2D9-488E-8F3C-06071D2F0F0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491" y="5282874"/>
            <a:ext cx="455268" cy="455268"/>
          </a:xfrm>
          <a:prstGeom prst="rect">
            <a:avLst/>
          </a:prstGeom>
        </p:spPr>
      </p:pic>
      <p:pic>
        <p:nvPicPr>
          <p:cNvPr id="76" name="product_distributed-io.png">
            <a:extLst>
              <a:ext uri="{FF2B5EF4-FFF2-40B4-BE49-F238E27FC236}">
                <a16:creationId xmlns:a16="http://schemas.microsoft.com/office/drawing/2014/main" id="{8869E5D1-C286-4490-8D2F-E0348DA7B5CD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410" r="69638" b="59372"/>
          <a:stretch/>
        </p:blipFill>
        <p:spPr>
          <a:xfrm>
            <a:off x="10849221" y="5341888"/>
            <a:ext cx="391133" cy="350636"/>
          </a:xfrm>
          <a:prstGeom prst="rect">
            <a:avLst/>
          </a:prstGeom>
        </p:spPr>
      </p:pic>
      <p:sp>
        <p:nvSpPr>
          <p:cNvPr id="77" name="Rechteck 93">
            <a:extLst>
              <a:ext uri="{FF2B5EF4-FFF2-40B4-BE49-F238E27FC236}">
                <a16:creationId xmlns:a16="http://schemas.microsoft.com/office/drawing/2014/main" id="{BA121556-6C38-4806-9C68-D241881E37AC}"/>
              </a:ext>
            </a:extLst>
          </p:cNvPr>
          <p:cNvSpPr/>
          <p:nvPr/>
        </p:nvSpPr>
        <p:spPr bwMode="auto">
          <a:xfrm>
            <a:off x="6762247" y="2019299"/>
            <a:ext cx="5021580" cy="417576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78" name="Rechteck 15">
            <a:extLst>
              <a:ext uri="{FF2B5EF4-FFF2-40B4-BE49-F238E27FC236}">
                <a16:creationId xmlns:a16="http://schemas.microsoft.com/office/drawing/2014/main" id="{7CED2F57-97EF-4158-BE95-083CC5EE2CD3}"/>
              </a:ext>
            </a:extLst>
          </p:cNvPr>
          <p:cNvSpPr/>
          <p:nvPr/>
        </p:nvSpPr>
        <p:spPr bwMode="auto">
          <a:xfrm>
            <a:off x="8617251" y="3246640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79" name="Rechteck 18">
            <a:extLst>
              <a:ext uri="{FF2B5EF4-FFF2-40B4-BE49-F238E27FC236}">
                <a16:creationId xmlns:a16="http://schemas.microsoft.com/office/drawing/2014/main" id="{D5573EBE-B100-4B90-8C59-22260E889E61}"/>
              </a:ext>
            </a:extLst>
          </p:cNvPr>
          <p:cNvSpPr/>
          <p:nvPr/>
        </p:nvSpPr>
        <p:spPr bwMode="auto">
          <a:xfrm>
            <a:off x="7881553" y="3300577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0" name="Rechteck 46">
            <a:extLst>
              <a:ext uri="{FF2B5EF4-FFF2-40B4-BE49-F238E27FC236}">
                <a16:creationId xmlns:a16="http://schemas.microsoft.com/office/drawing/2014/main" id="{C733B523-8A7D-4D90-9950-BA335DA8B3E0}"/>
              </a:ext>
            </a:extLst>
          </p:cNvPr>
          <p:cNvSpPr/>
          <p:nvPr/>
        </p:nvSpPr>
        <p:spPr bwMode="auto">
          <a:xfrm>
            <a:off x="7090746" y="3871825"/>
            <a:ext cx="126000" cy="126000"/>
          </a:xfrm>
          <a:prstGeom prst="rect">
            <a:avLst/>
          </a:prstGeom>
          <a:solidFill>
            <a:srgbClr val="D2D741"/>
          </a:solidFill>
          <a:ln w="952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rtl="0"/>
            <a:endParaRPr lang="zh-CN" altLang="en-US" sz="1200" b="1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81" name="Ellipse 89">
            <a:extLst>
              <a:ext uri="{FF2B5EF4-FFF2-40B4-BE49-F238E27FC236}">
                <a16:creationId xmlns:a16="http://schemas.microsoft.com/office/drawing/2014/main" id="{88759076-72BF-4CBE-B2C9-314C7A968BCB}"/>
              </a:ext>
            </a:extLst>
          </p:cNvPr>
          <p:cNvSpPr/>
          <p:nvPr/>
        </p:nvSpPr>
        <p:spPr bwMode="auto">
          <a:xfrm>
            <a:off x="7764553" y="3183577"/>
            <a:ext cx="360000" cy="360000"/>
          </a:xfrm>
          <a:prstGeom prst="ellipse">
            <a:avLst/>
          </a:prstGeom>
          <a:noFill/>
          <a:ln w="19050" cap="flat" cmpd="sng" algn="ctr">
            <a:solidFill>
              <a:srgbClr val="DA040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82" name="Ellipse 90">
            <a:extLst>
              <a:ext uri="{FF2B5EF4-FFF2-40B4-BE49-F238E27FC236}">
                <a16:creationId xmlns:a16="http://schemas.microsoft.com/office/drawing/2014/main" id="{B7A6ED63-2B42-42A2-9C1E-F7DF1A91A90E}"/>
              </a:ext>
            </a:extLst>
          </p:cNvPr>
          <p:cNvSpPr/>
          <p:nvPr/>
        </p:nvSpPr>
        <p:spPr bwMode="auto">
          <a:xfrm>
            <a:off x="8500251" y="3129640"/>
            <a:ext cx="360000" cy="360000"/>
          </a:xfrm>
          <a:prstGeom prst="ellipse">
            <a:avLst/>
          </a:prstGeom>
          <a:noFill/>
          <a:ln w="19050" cap="flat" cmpd="sng" algn="ctr">
            <a:solidFill>
              <a:srgbClr val="DA040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83" name="Ellipse 91">
            <a:extLst>
              <a:ext uri="{FF2B5EF4-FFF2-40B4-BE49-F238E27FC236}">
                <a16:creationId xmlns:a16="http://schemas.microsoft.com/office/drawing/2014/main" id="{816D3D1F-D3F7-49C0-8BD1-DFFF9B524C02}"/>
              </a:ext>
            </a:extLst>
          </p:cNvPr>
          <p:cNvSpPr/>
          <p:nvPr/>
        </p:nvSpPr>
        <p:spPr bwMode="auto">
          <a:xfrm>
            <a:off x="6973746" y="3754825"/>
            <a:ext cx="360000" cy="360000"/>
          </a:xfrm>
          <a:prstGeom prst="ellipse">
            <a:avLst/>
          </a:prstGeom>
          <a:noFill/>
          <a:ln w="19050" cap="flat" cmpd="sng" algn="ctr">
            <a:solidFill>
              <a:srgbClr val="DA040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84" name="Picture 2">
            <a:extLst>
              <a:ext uri="{FF2B5EF4-FFF2-40B4-BE49-F238E27FC236}">
                <a16:creationId xmlns:a16="http://schemas.microsoft.com/office/drawing/2014/main" id="{57954B27-FA8F-456A-A62A-F5371EC47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000" y="2126941"/>
            <a:ext cx="248326" cy="49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5" name="Gruppieren 155">
            <a:extLst>
              <a:ext uri="{FF2B5EF4-FFF2-40B4-BE49-F238E27FC236}">
                <a16:creationId xmlns:a16="http://schemas.microsoft.com/office/drawing/2014/main" id="{BABE3D1A-448A-4981-A969-A2F5BF1D9740}"/>
              </a:ext>
            </a:extLst>
          </p:cNvPr>
          <p:cNvGrpSpPr/>
          <p:nvPr/>
        </p:nvGrpSpPr>
        <p:grpSpPr>
          <a:xfrm>
            <a:off x="898163" y="1847383"/>
            <a:ext cx="7046390" cy="1980000"/>
            <a:chOff x="898163" y="1847383"/>
            <a:chExt cx="7046390" cy="1980000"/>
          </a:xfrm>
        </p:grpSpPr>
        <p:sp>
          <p:nvSpPr>
            <p:cNvPr id="86" name="Ellipse 94">
              <a:extLst>
                <a:ext uri="{FF2B5EF4-FFF2-40B4-BE49-F238E27FC236}">
                  <a16:creationId xmlns:a16="http://schemas.microsoft.com/office/drawing/2014/main" id="{C9C1F804-5AF3-48DF-854D-22060189C337}"/>
                </a:ext>
              </a:extLst>
            </p:cNvPr>
            <p:cNvSpPr/>
            <p:nvPr/>
          </p:nvSpPr>
          <p:spPr bwMode="auto">
            <a:xfrm>
              <a:off x="898163" y="1847383"/>
              <a:ext cx="1980000" cy="1980000"/>
            </a:xfrm>
            <a:prstGeom prst="ellipse">
              <a:avLst/>
            </a:prstGeom>
            <a:noFill/>
            <a:ln w="19050" cap="flat" cmpd="sng" algn="ctr">
              <a:solidFill>
                <a:srgbClr val="DA040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zh-CN" altLang="en-US" sz="1800" b="0" i="0" u="none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</a:endParaRPr>
            </a:p>
          </p:txBody>
        </p:sp>
        <p:cxnSp>
          <p:nvCxnSpPr>
            <p:cNvPr id="87" name="Gerade Verbindung 97">
              <a:extLst>
                <a:ext uri="{FF2B5EF4-FFF2-40B4-BE49-F238E27FC236}">
                  <a16:creationId xmlns:a16="http://schemas.microsoft.com/office/drawing/2014/main" id="{82C9B3C6-6B20-4100-953B-B102711523C4}"/>
                </a:ext>
              </a:extLst>
            </p:cNvPr>
            <p:cNvCxnSpPr>
              <a:stCxn id="81" idx="0"/>
            </p:cNvCxnSpPr>
            <p:nvPr/>
          </p:nvCxnSpPr>
          <p:spPr bwMode="auto">
            <a:xfrm flipH="1" flipV="1">
              <a:off x="2138735" y="1880828"/>
              <a:ext cx="5805818" cy="1302749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98">
              <a:extLst>
                <a:ext uri="{FF2B5EF4-FFF2-40B4-BE49-F238E27FC236}">
                  <a16:creationId xmlns:a16="http://schemas.microsoft.com/office/drawing/2014/main" id="{D250DF56-A839-4BF3-8883-7BF5F04BE099}"/>
                </a:ext>
              </a:extLst>
            </p:cNvPr>
            <p:cNvCxnSpPr>
              <a:stCxn id="81" idx="4"/>
              <a:endCxn id="86" idx="4"/>
            </p:cNvCxnSpPr>
            <p:nvPr/>
          </p:nvCxnSpPr>
          <p:spPr bwMode="auto">
            <a:xfrm flipH="1">
              <a:off x="1888163" y="3543577"/>
              <a:ext cx="6056390" cy="283806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89" name="product_distributed-io.png">
            <a:extLst>
              <a:ext uri="{FF2B5EF4-FFF2-40B4-BE49-F238E27FC236}">
                <a16:creationId xmlns:a16="http://schemas.microsoft.com/office/drawing/2014/main" id="{526A1219-0B49-4590-8826-2322C72381E0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000" y="3084676"/>
            <a:ext cx="455268" cy="455268"/>
          </a:xfrm>
          <a:prstGeom prst="rect">
            <a:avLst/>
          </a:prstGeom>
        </p:spPr>
      </p:pic>
      <p:cxnSp>
        <p:nvCxnSpPr>
          <p:cNvPr id="90" name="Gerade Verbindung 102">
            <a:extLst>
              <a:ext uri="{FF2B5EF4-FFF2-40B4-BE49-F238E27FC236}">
                <a16:creationId xmlns:a16="http://schemas.microsoft.com/office/drawing/2014/main" id="{22979A8E-F022-44E3-9170-57E7EC8DDA8F}"/>
              </a:ext>
            </a:extLst>
          </p:cNvPr>
          <p:cNvCxnSpPr/>
          <p:nvPr/>
        </p:nvCxnSpPr>
        <p:spPr bwMode="auto">
          <a:xfrm>
            <a:off x="1822364" y="2465321"/>
            <a:ext cx="0" cy="711906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1" name="Gruppieren 113">
            <a:extLst>
              <a:ext uri="{FF2B5EF4-FFF2-40B4-BE49-F238E27FC236}">
                <a16:creationId xmlns:a16="http://schemas.microsoft.com/office/drawing/2014/main" id="{7CD5CB86-ED8A-4E51-B579-7A77910C2690}"/>
              </a:ext>
            </a:extLst>
          </p:cNvPr>
          <p:cNvGrpSpPr/>
          <p:nvPr/>
        </p:nvGrpSpPr>
        <p:grpSpPr>
          <a:xfrm>
            <a:off x="1916528" y="2208614"/>
            <a:ext cx="505954" cy="0"/>
            <a:chOff x="1916528" y="2212382"/>
            <a:chExt cx="505954" cy="0"/>
          </a:xfrm>
        </p:grpSpPr>
        <p:cxnSp>
          <p:nvCxnSpPr>
            <p:cNvPr id="92" name="Gerade Verbindung 107">
              <a:extLst>
                <a:ext uri="{FF2B5EF4-FFF2-40B4-BE49-F238E27FC236}">
                  <a16:creationId xmlns:a16="http://schemas.microsoft.com/office/drawing/2014/main" id="{4FF403FE-812F-43ED-BEC9-4B5519FF67AE}"/>
                </a:ext>
              </a:extLst>
            </p:cNvPr>
            <p:cNvCxnSpPr/>
            <p:nvPr/>
          </p:nvCxnSpPr>
          <p:spPr bwMode="auto">
            <a:xfrm flipH="1" flipV="1">
              <a:off x="1916528" y="2212382"/>
              <a:ext cx="247607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110">
              <a:extLst>
                <a:ext uri="{FF2B5EF4-FFF2-40B4-BE49-F238E27FC236}">
                  <a16:creationId xmlns:a16="http://schemas.microsoft.com/office/drawing/2014/main" id="{9F9F9659-2603-4ECD-A6E0-B5C8A27CBE0E}"/>
                </a:ext>
              </a:extLst>
            </p:cNvPr>
            <p:cNvCxnSpPr/>
            <p:nvPr/>
          </p:nvCxnSpPr>
          <p:spPr bwMode="auto">
            <a:xfrm flipH="1" flipV="1">
              <a:off x="2174875" y="2212382"/>
              <a:ext cx="247607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4" name="Gruppieren 114">
            <a:extLst>
              <a:ext uri="{FF2B5EF4-FFF2-40B4-BE49-F238E27FC236}">
                <a16:creationId xmlns:a16="http://schemas.microsoft.com/office/drawing/2014/main" id="{D4CCA221-E90A-4087-AA9B-4DE4165550AF}"/>
              </a:ext>
            </a:extLst>
          </p:cNvPr>
          <p:cNvGrpSpPr/>
          <p:nvPr/>
        </p:nvGrpSpPr>
        <p:grpSpPr>
          <a:xfrm>
            <a:off x="1298575" y="2208614"/>
            <a:ext cx="530139" cy="0"/>
            <a:chOff x="1298575" y="2208614"/>
            <a:chExt cx="530139" cy="0"/>
          </a:xfrm>
        </p:grpSpPr>
        <p:cxnSp>
          <p:nvCxnSpPr>
            <p:cNvPr id="95" name="Gerade Verbindung 111">
              <a:extLst>
                <a:ext uri="{FF2B5EF4-FFF2-40B4-BE49-F238E27FC236}">
                  <a16:creationId xmlns:a16="http://schemas.microsoft.com/office/drawing/2014/main" id="{9E3C742B-4DC0-4766-A22F-C711DA6C384A}"/>
                </a:ext>
              </a:extLst>
            </p:cNvPr>
            <p:cNvCxnSpPr/>
            <p:nvPr/>
          </p:nvCxnSpPr>
          <p:spPr bwMode="auto">
            <a:xfrm flipH="1" flipV="1">
              <a:off x="1581107" y="2208614"/>
              <a:ext cx="247607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112">
              <a:extLst>
                <a:ext uri="{FF2B5EF4-FFF2-40B4-BE49-F238E27FC236}">
                  <a16:creationId xmlns:a16="http://schemas.microsoft.com/office/drawing/2014/main" id="{13ED41A6-1080-4291-AA21-46EF2FA0578B}"/>
                </a:ext>
              </a:extLst>
            </p:cNvPr>
            <p:cNvCxnSpPr/>
            <p:nvPr/>
          </p:nvCxnSpPr>
          <p:spPr bwMode="auto">
            <a:xfrm flipH="1" flipV="1">
              <a:off x="1298575" y="2208614"/>
              <a:ext cx="247607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7" name="Gruppieren 154">
            <a:extLst>
              <a:ext uri="{FF2B5EF4-FFF2-40B4-BE49-F238E27FC236}">
                <a16:creationId xmlns:a16="http://schemas.microsoft.com/office/drawing/2014/main" id="{576454F2-65AA-4D47-BA74-4504C647A13A}"/>
              </a:ext>
            </a:extLst>
          </p:cNvPr>
          <p:cNvGrpSpPr/>
          <p:nvPr/>
        </p:nvGrpSpPr>
        <p:grpSpPr>
          <a:xfrm>
            <a:off x="898163" y="3754825"/>
            <a:ext cx="6255583" cy="2178289"/>
            <a:chOff x="898163" y="3754825"/>
            <a:chExt cx="6255583" cy="2178289"/>
          </a:xfrm>
        </p:grpSpPr>
        <p:cxnSp>
          <p:nvCxnSpPr>
            <p:cNvPr id="98" name="Gerade Verbindung 5">
              <a:extLst>
                <a:ext uri="{FF2B5EF4-FFF2-40B4-BE49-F238E27FC236}">
                  <a16:creationId xmlns:a16="http://schemas.microsoft.com/office/drawing/2014/main" id="{A5AD9709-9EA7-42A5-B119-D840ED8C24D7}"/>
                </a:ext>
              </a:extLst>
            </p:cNvPr>
            <p:cNvCxnSpPr>
              <a:stCxn id="83" idx="0"/>
            </p:cNvCxnSpPr>
            <p:nvPr/>
          </p:nvCxnSpPr>
          <p:spPr bwMode="auto">
            <a:xfrm flipH="1">
              <a:off x="1888163" y="3754825"/>
              <a:ext cx="5265583" cy="191018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6">
              <a:extLst>
                <a:ext uri="{FF2B5EF4-FFF2-40B4-BE49-F238E27FC236}">
                  <a16:creationId xmlns:a16="http://schemas.microsoft.com/office/drawing/2014/main" id="{D4EFA457-326E-4665-8497-83FE6BA9E380}"/>
                </a:ext>
              </a:extLst>
            </p:cNvPr>
            <p:cNvCxnSpPr>
              <a:stCxn id="83" idx="4"/>
            </p:cNvCxnSpPr>
            <p:nvPr/>
          </p:nvCxnSpPr>
          <p:spPr bwMode="auto">
            <a:xfrm flipH="1">
              <a:off x="2181225" y="4114825"/>
              <a:ext cx="4972521" cy="1768535"/>
            </a:xfrm>
            <a:prstGeom prst="line">
              <a:avLst/>
            </a:prstGeom>
            <a:solidFill>
              <a:schemeClr val="tx2"/>
            </a:solidFill>
            <a:ln w="1905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0" name="Ellipse 137">
              <a:extLst>
                <a:ext uri="{FF2B5EF4-FFF2-40B4-BE49-F238E27FC236}">
                  <a16:creationId xmlns:a16="http://schemas.microsoft.com/office/drawing/2014/main" id="{5BE0A43F-0F9B-4F2F-A7B8-BC11670FA9F8}"/>
                </a:ext>
              </a:extLst>
            </p:cNvPr>
            <p:cNvSpPr/>
            <p:nvPr/>
          </p:nvSpPr>
          <p:spPr bwMode="auto">
            <a:xfrm>
              <a:off x="898163" y="3953114"/>
              <a:ext cx="1980000" cy="1980000"/>
            </a:xfrm>
            <a:prstGeom prst="ellipse">
              <a:avLst/>
            </a:prstGeom>
            <a:noFill/>
            <a:ln w="19050" cap="flat" cmpd="sng" algn="ctr">
              <a:solidFill>
                <a:srgbClr val="DA040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zh-CN" altLang="en-US" sz="1800" b="0" i="0" u="none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</a:endParaRPr>
            </a:p>
          </p:txBody>
        </p:sp>
      </p:grpSp>
      <p:pic>
        <p:nvPicPr>
          <p:cNvPr id="101" name="product_distributed-io.png">
            <a:extLst>
              <a:ext uri="{FF2B5EF4-FFF2-40B4-BE49-F238E27FC236}">
                <a16:creationId xmlns:a16="http://schemas.microsoft.com/office/drawing/2014/main" id="{27111146-F862-48FD-AC52-507FE6A9ED2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000" y="5190407"/>
            <a:ext cx="455268" cy="455268"/>
          </a:xfrm>
          <a:prstGeom prst="rect">
            <a:avLst/>
          </a:prstGeom>
        </p:spPr>
      </p:pic>
      <p:cxnSp>
        <p:nvCxnSpPr>
          <p:cNvPr id="102" name="Gerade Verbindung 139">
            <a:extLst>
              <a:ext uri="{FF2B5EF4-FFF2-40B4-BE49-F238E27FC236}">
                <a16:creationId xmlns:a16="http://schemas.microsoft.com/office/drawing/2014/main" id="{51368D74-F100-4418-87F5-3FB86E9D4643}"/>
              </a:ext>
            </a:extLst>
          </p:cNvPr>
          <p:cNvCxnSpPr/>
          <p:nvPr/>
        </p:nvCxnSpPr>
        <p:spPr bwMode="auto">
          <a:xfrm>
            <a:off x="1793792" y="4302440"/>
            <a:ext cx="0" cy="968613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Gerade Verbindung 141">
            <a:extLst>
              <a:ext uri="{FF2B5EF4-FFF2-40B4-BE49-F238E27FC236}">
                <a16:creationId xmlns:a16="http://schemas.microsoft.com/office/drawing/2014/main" id="{1ED98330-8BA1-45E9-B380-249DE9183164}"/>
              </a:ext>
            </a:extLst>
          </p:cNvPr>
          <p:cNvCxnSpPr/>
          <p:nvPr/>
        </p:nvCxnSpPr>
        <p:spPr bwMode="auto">
          <a:xfrm flipH="1">
            <a:off x="1888163" y="4314345"/>
            <a:ext cx="275973" cy="0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Gerade Verbindung 142">
            <a:extLst>
              <a:ext uri="{FF2B5EF4-FFF2-40B4-BE49-F238E27FC236}">
                <a16:creationId xmlns:a16="http://schemas.microsoft.com/office/drawing/2014/main" id="{EAC65862-2D55-4B01-9308-2D7263ABF82A}"/>
              </a:ext>
            </a:extLst>
          </p:cNvPr>
          <p:cNvCxnSpPr/>
          <p:nvPr/>
        </p:nvCxnSpPr>
        <p:spPr bwMode="auto">
          <a:xfrm flipH="1" flipV="1">
            <a:off x="2174875" y="4314345"/>
            <a:ext cx="247607" cy="0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Gerade Verbindung 144">
            <a:extLst>
              <a:ext uri="{FF2B5EF4-FFF2-40B4-BE49-F238E27FC236}">
                <a16:creationId xmlns:a16="http://schemas.microsoft.com/office/drawing/2014/main" id="{8031480D-031E-4A25-A6F6-4A16FF856B18}"/>
              </a:ext>
            </a:extLst>
          </p:cNvPr>
          <p:cNvCxnSpPr/>
          <p:nvPr/>
        </p:nvCxnSpPr>
        <p:spPr bwMode="auto">
          <a:xfrm flipH="1">
            <a:off x="1581108" y="4314345"/>
            <a:ext cx="212684" cy="0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Gerade Verbindung 145">
            <a:extLst>
              <a:ext uri="{FF2B5EF4-FFF2-40B4-BE49-F238E27FC236}">
                <a16:creationId xmlns:a16="http://schemas.microsoft.com/office/drawing/2014/main" id="{BA7ACBF4-2F44-436B-ADC6-A9BEC0E7A13B}"/>
              </a:ext>
            </a:extLst>
          </p:cNvPr>
          <p:cNvCxnSpPr/>
          <p:nvPr/>
        </p:nvCxnSpPr>
        <p:spPr bwMode="auto">
          <a:xfrm flipH="1" flipV="1">
            <a:off x="1298575" y="4314345"/>
            <a:ext cx="247607" cy="0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Gerade Verbindung 147">
            <a:extLst>
              <a:ext uri="{FF2B5EF4-FFF2-40B4-BE49-F238E27FC236}">
                <a16:creationId xmlns:a16="http://schemas.microsoft.com/office/drawing/2014/main" id="{63E11F85-9419-4303-B051-3186FF709B25}"/>
              </a:ext>
            </a:extLst>
          </p:cNvPr>
          <p:cNvCxnSpPr/>
          <p:nvPr/>
        </p:nvCxnSpPr>
        <p:spPr bwMode="auto">
          <a:xfrm>
            <a:off x="1888163" y="4302440"/>
            <a:ext cx="0" cy="968613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 Box 5">
            <a:extLst>
              <a:ext uri="{FF2B5EF4-FFF2-40B4-BE49-F238E27FC236}">
                <a16:creationId xmlns:a16="http://schemas.microsoft.com/office/drawing/2014/main" id="{D5802799-214E-440C-BC31-A5F91C4A0710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370388" y="1438631"/>
            <a:ext cx="3124722" cy="743066"/>
          </a:xfrm>
          <a:prstGeom prst="rect">
            <a:avLst/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90000" tIns="46800" rIns="90000" bIns="46800" anchor="ctr" anchorCtr="0"/>
          <a:lstStyle>
            <a:lvl1pPr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通过交换机连接到环网中</a:t>
            </a:r>
          </a:p>
        </p:txBody>
      </p:sp>
      <p:sp>
        <p:nvSpPr>
          <p:cNvPr id="109" name="Text Box 5">
            <a:extLst>
              <a:ext uri="{FF2B5EF4-FFF2-40B4-BE49-F238E27FC236}">
                <a16:creationId xmlns:a16="http://schemas.microsoft.com/office/drawing/2014/main" id="{48544349-E27E-4AA1-A5A9-339D3A303C43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368577" y="5446156"/>
            <a:ext cx="3124722" cy="743066"/>
          </a:xfrm>
          <a:prstGeom prst="rect">
            <a:avLst/>
          </a:prstGeom>
          <a:gradFill>
            <a:gsLst>
              <a:gs pos="83000">
                <a:srgbClr val="41AAC8"/>
              </a:gs>
              <a:gs pos="50000">
                <a:srgbClr val="32A0A0"/>
              </a:gs>
              <a:gs pos="0">
                <a:srgbClr val="4BB9B9"/>
              </a:gs>
              <a:gs pos="100000">
                <a:srgbClr val="2387AA"/>
              </a:gs>
            </a:gsLst>
            <a:lin ang="0" scaled="0"/>
          </a:gradFill>
          <a:ln>
            <a:noFill/>
          </a:ln>
          <a:effectLst/>
        </p:spPr>
        <p:txBody>
          <a:bodyPr lIns="90000" tIns="46800" rIns="90000" bIns="46800" anchor="ctr" anchorCtr="0"/>
          <a:lstStyle>
            <a:lvl1pPr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包含在环网内</a:t>
            </a:r>
          </a:p>
        </p:txBody>
      </p:sp>
    </p:spTree>
    <p:extLst>
      <p:ext uri="{BB962C8B-B14F-4D97-AF65-F5344CB8AC3E}">
        <p14:creationId xmlns:p14="http://schemas.microsoft.com/office/powerpoint/2010/main" val="2801309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5F59DC7-6CCB-4383-9106-428C5CF236B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715" name="think-cell Slide" r:id="rId29" imgW="359" imgH="355" progId="TCLayout.ActiveDocument.1">
                  <p:embed/>
                </p:oleObj>
              </mc:Choice>
              <mc:Fallback>
                <p:oleObj name="think-cell Slide" r:id="rId29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5F59DC7-6CCB-4383-9106-428C5CF23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3D3B02A-45F3-434F-97B9-DC495008AF4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35A047-9AE1-478F-8939-043E484F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SIMATIC S7-1500R/H PROFINET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网络组态 </a:t>
            </a:r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–</a:t>
            </a:r>
            <a:b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</a:br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ET200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站连接</a:t>
            </a:r>
            <a:endParaRPr lang="en-US" dirty="0"/>
          </a:p>
        </p:txBody>
      </p:sp>
      <p:sp>
        <p:nvSpPr>
          <p:cNvPr id="6" name="Rechteck 96">
            <a:extLst>
              <a:ext uri="{FF2B5EF4-FFF2-40B4-BE49-F238E27FC236}">
                <a16:creationId xmlns:a16="http://schemas.microsoft.com/office/drawing/2014/main" id="{6F932FD8-B032-45C3-B054-36B7AFA738A7}"/>
              </a:ext>
            </a:extLst>
          </p:cNvPr>
          <p:cNvSpPr/>
          <p:nvPr/>
        </p:nvSpPr>
        <p:spPr bwMode="auto">
          <a:xfrm>
            <a:off x="6772902" y="1730375"/>
            <a:ext cx="5021580" cy="4434608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graphicFrame>
        <p:nvGraphicFramePr>
          <p:cNvPr id="7" name="Tabelle 12">
            <a:extLst>
              <a:ext uri="{FF2B5EF4-FFF2-40B4-BE49-F238E27FC236}">
                <a16:creationId xmlns:a16="http://schemas.microsoft.com/office/drawing/2014/main" id="{867ECA2E-9EEB-4089-84E9-B7A4F687C633}"/>
              </a:ext>
            </a:extLst>
          </p:cNvPr>
          <p:cNvGraphicFramePr>
            <a:graphicFrameLocks noGrp="1"/>
          </p:cNvGraphicFramePr>
          <p:nvPr/>
        </p:nvGraphicFramePr>
        <p:xfrm>
          <a:off x="632955" y="1825660"/>
          <a:ext cx="5374770" cy="184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997">
                  <a:extLst>
                    <a:ext uri="{9D8B030D-6E8A-4147-A177-3AD203B41FA5}">
                      <a16:colId xmlns:a16="http://schemas.microsoft.com/office/drawing/2014/main" val="1526432567"/>
                    </a:ext>
                  </a:extLst>
                </a:gridCol>
                <a:gridCol w="1740408">
                  <a:extLst>
                    <a:ext uri="{9D8B030D-6E8A-4147-A177-3AD203B41FA5}">
                      <a16:colId xmlns:a16="http://schemas.microsoft.com/office/drawing/2014/main" val="3403943186"/>
                    </a:ext>
                  </a:extLst>
                </a:gridCol>
                <a:gridCol w="1984365">
                  <a:extLst>
                    <a:ext uri="{9D8B030D-6E8A-4147-A177-3AD203B41FA5}">
                      <a16:colId xmlns:a16="http://schemas.microsoft.com/office/drawing/2014/main" val="1988260528"/>
                    </a:ext>
                  </a:extLst>
                </a:gridCol>
              </a:tblGrid>
              <a:tr h="444013">
                <a:tc gridSpan="3">
                  <a:txBody>
                    <a:bodyPr/>
                    <a:lstStyle/>
                    <a:p>
                      <a:pPr algn="l" rtl="0"/>
                      <a:r>
                        <a:rPr lang="en-US" altLang="zh-CN" sz="18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ET 200SP </a:t>
                      </a:r>
                      <a:r>
                        <a:rPr lang="zh-CN" altLang="en-US" sz="18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连接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483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400" b="1" i="0" u="none" baseline="0" noProof="0" dirty="0">
                          <a:latin typeface="Arial"/>
                          <a:ea typeface="宋体"/>
                          <a:sym typeface="Arial"/>
                        </a:rPr>
                        <a:t>模块功能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1" i="0" u="none" baseline="0" noProof="0" dirty="0" err="1">
                          <a:latin typeface="Arial"/>
                          <a:ea typeface="宋体"/>
                          <a:sym typeface="Arial"/>
                        </a:rPr>
                        <a:t>PtP</a:t>
                      </a:r>
                      <a:r>
                        <a:rPr lang="en-US" altLang="zh-CN" sz="1400" b="1" i="0" u="none" baseline="0" noProof="0" dirty="0">
                          <a:latin typeface="Arial"/>
                          <a:ea typeface="宋体"/>
                          <a:sym typeface="Arial"/>
                        </a:rPr>
                        <a:t> </a:t>
                      </a:r>
                      <a:r>
                        <a:rPr lang="zh-CN" altLang="en-US" sz="1400" b="1" i="0" u="none" baseline="0" noProof="0" dirty="0">
                          <a:latin typeface="Arial"/>
                          <a:ea typeface="宋体"/>
                          <a:sym typeface="Arial"/>
                        </a:rPr>
                        <a:t>连接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400" b="1" i="0" u="none" baseline="0" noProof="0" dirty="0">
                          <a:latin typeface="Arial"/>
                          <a:ea typeface="宋体"/>
                          <a:sym typeface="Arial"/>
                        </a:rPr>
                        <a:t>总线系统</a:t>
                      </a:r>
                      <a:endParaRPr lang="zh-CN" altLang="en-US" sz="1400" b="1" baseline="0" noProof="0" dirty="0">
                        <a:latin typeface="Arial"/>
                        <a:ea typeface="宋体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76808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3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端口 </a:t>
                      </a: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IM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IO-Link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主站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AS-I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主站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32963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电机起动器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 err="1">
                          <a:latin typeface="Arial"/>
                          <a:ea typeface="宋体"/>
                          <a:sym typeface="Arial"/>
                        </a:rPr>
                        <a:t>PtP</a:t>
                      </a: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/Modbus RTU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DALI 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CAN 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DMX512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09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ET200AL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HART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088879"/>
                  </a:ext>
                </a:extLst>
              </a:tr>
            </a:tbl>
          </a:graphicData>
        </a:graphic>
      </p:graphicFrame>
      <p:sp>
        <p:nvSpPr>
          <p:cNvPr id="8" name="Ellipse 55">
            <a:extLst>
              <a:ext uri="{FF2B5EF4-FFF2-40B4-BE49-F238E27FC236}">
                <a16:creationId xmlns:a16="http://schemas.microsoft.com/office/drawing/2014/main" id="{13DFE4C8-F548-4661-A441-55B8C54C5840}"/>
              </a:ext>
            </a:extLst>
          </p:cNvPr>
          <p:cNvSpPr/>
          <p:nvPr/>
        </p:nvSpPr>
        <p:spPr bwMode="auto">
          <a:xfrm>
            <a:off x="6907514" y="2965935"/>
            <a:ext cx="4255786" cy="855539"/>
          </a:xfrm>
          <a:prstGeom prst="ellips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l" rtl="0">
              <a:buClr>
                <a:schemeClr val="accent1"/>
              </a:buClr>
              <a:buFont typeface="Wingdings" pitchFamily="2" charset="2"/>
            </a:pPr>
            <a:endParaRPr lang="zh-CN" altLang="en-US" sz="900" kern="1200" dirty="0">
              <a:solidFill>
                <a:schemeClr val="tx1"/>
              </a:solidFill>
              <a:latin typeface="Arial"/>
              <a:ea typeface="宋体" panose="02010600030101010101" pitchFamily="2" charset="-122"/>
              <a:sym typeface="Arial"/>
            </a:endParaRPr>
          </a:p>
        </p:txBody>
      </p:sp>
      <p:sp>
        <p:nvSpPr>
          <p:cNvPr id="9" name="Line 29">
            <a:extLst>
              <a:ext uri="{FF2B5EF4-FFF2-40B4-BE49-F238E27FC236}">
                <a16:creationId xmlns:a16="http://schemas.microsoft.com/office/drawing/2014/main" id="{6E252B54-D3A8-448C-965B-A00CA011B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0800" y="2416695"/>
            <a:ext cx="756659" cy="0"/>
          </a:xfrm>
          <a:prstGeom prst="line">
            <a:avLst/>
          </a:prstGeom>
          <a:noFill/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9AECED16-1025-43CD-891F-1BEA95B0E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29925" y="2494483"/>
            <a:ext cx="707535" cy="0"/>
          </a:xfrm>
          <a:prstGeom prst="line">
            <a:avLst/>
          </a:prstGeom>
          <a:noFill/>
          <a:ln w="28575" cap="flat" cmpd="sng" algn="ctr">
            <a:solidFill>
              <a:srgbClr val="DA040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0" rIns="36000" bIns="0" anchor="ctr">
            <a:noAutofit/>
          </a:bodyPr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FD1DDD1A-7660-4547-B6A2-B5413A6F683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035608" y="2179772"/>
            <a:ext cx="52899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 eaLnBrk="1" hangingPunct="1"/>
            <a:r>
              <a:rPr lang="en-US" altLang="zh-CN" sz="1200" b="1" i="0" u="none" dirty="0">
                <a:solidFill>
                  <a:srgbClr val="DA040F"/>
                </a:solidFill>
                <a:latin typeface="Arial"/>
                <a:ea typeface="宋体" panose="02010600030101010101" pitchFamily="2" charset="-122"/>
                <a:sym typeface="Arial"/>
              </a:rPr>
              <a:t>H-Sync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A88BBCA2-E587-467E-ABA7-0EBFCC832DF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95941" y="1871366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5AA1D3EB-7B89-4C06-961A-89EB42EC8D6F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790768" y="1871366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sp>
        <p:nvSpPr>
          <p:cNvPr id="14" name="Rechteck 67">
            <a:extLst>
              <a:ext uri="{FF2B5EF4-FFF2-40B4-BE49-F238E27FC236}">
                <a16:creationId xmlns:a16="http://schemas.microsoft.com/office/drawing/2014/main" id="{CEBA8AEC-6416-48AF-9DC1-64D6BE4716F1}"/>
              </a:ext>
            </a:extLst>
          </p:cNvPr>
          <p:cNvSpPr/>
          <p:nvPr/>
        </p:nvSpPr>
        <p:spPr bwMode="auto">
          <a:xfrm>
            <a:off x="9717122" y="2936096"/>
            <a:ext cx="79201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5" name="Gerade Verbindung 106">
            <a:extLst>
              <a:ext uri="{FF2B5EF4-FFF2-40B4-BE49-F238E27FC236}">
                <a16:creationId xmlns:a16="http://schemas.microsoft.com/office/drawing/2014/main" id="{FF55041A-F0A8-47FD-B4F3-280C0A566903}"/>
              </a:ext>
            </a:extLst>
          </p:cNvPr>
          <p:cNvCxnSpPr/>
          <p:nvPr/>
        </p:nvCxnSpPr>
        <p:spPr bwMode="auto">
          <a:xfrm>
            <a:off x="9816517" y="2656942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107">
            <a:extLst>
              <a:ext uri="{FF2B5EF4-FFF2-40B4-BE49-F238E27FC236}">
                <a16:creationId xmlns:a16="http://schemas.microsoft.com/office/drawing/2014/main" id="{3CD34652-45F1-47E7-8303-9C389FE0794C}"/>
              </a:ext>
            </a:extLst>
          </p:cNvPr>
          <p:cNvCxnSpPr/>
          <p:nvPr/>
        </p:nvCxnSpPr>
        <p:spPr bwMode="auto">
          <a:xfrm>
            <a:off x="9707354" y="2532272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hteck 70">
            <a:extLst>
              <a:ext uri="{FF2B5EF4-FFF2-40B4-BE49-F238E27FC236}">
                <a16:creationId xmlns:a16="http://schemas.microsoft.com/office/drawing/2014/main" id="{34B2DBB9-ED9D-40E8-B99D-E1B55E496D63}"/>
              </a:ext>
            </a:extLst>
          </p:cNvPr>
          <p:cNvSpPr/>
          <p:nvPr/>
        </p:nvSpPr>
        <p:spPr bwMode="auto">
          <a:xfrm>
            <a:off x="8278584" y="2923385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cxnSp>
        <p:nvCxnSpPr>
          <p:cNvPr id="18" name="Gerade Verbindung 109">
            <a:extLst>
              <a:ext uri="{FF2B5EF4-FFF2-40B4-BE49-F238E27FC236}">
                <a16:creationId xmlns:a16="http://schemas.microsoft.com/office/drawing/2014/main" id="{4913380C-64EF-49FC-8EF8-DB3553F75A35}"/>
              </a:ext>
            </a:extLst>
          </p:cNvPr>
          <p:cNvCxnSpPr/>
          <p:nvPr/>
        </p:nvCxnSpPr>
        <p:spPr bwMode="auto">
          <a:xfrm>
            <a:off x="8264671" y="2551637"/>
            <a:ext cx="1" cy="462005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" name="Gruppieren 78">
            <a:extLst>
              <a:ext uri="{FF2B5EF4-FFF2-40B4-BE49-F238E27FC236}">
                <a16:creationId xmlns:a16="http://schemas.microsoft.com/office/drawing/2014/main" id="{32867AE9-600C-4DE6-9B14-8B82A737D893}"/>
              </a:ext>
            </a:extLst>
          </p:cNvPr>
          <p:cNvGrpSpPr/>
          <p:nvPr/>
        </p:nvGrpSpPr>
        <p:grpSpPr>
          <a:xfrm>
            <a:off x="9636738" y="2026770"/>
            <a:ext cx="774297" cy="640310"/>
            <a:chOff x="5633257" y="2448326"/>
            <a:chExt cx="3891741" cy="2958295"/>
          </a:xfrm>
        </p:grpSpPr>
        <p:pic>
          <p:nvPicPr>
            <p:cNvPr id="20" name="product_simatic-s7-1500.png">
              <a:extLst>
                <a:ext uri="{FF2B5EF4-FFF2-40B4-BE49-F238E27FC236}">
                  <a16:creationId xmlns:a16="http://schemas.microsoft.com/office/drawing/2014/main" id="{49692063-F370-498C-8AA3-5BFE30333A40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91" r="26080"/>
            <a:stretch/>
          </p:blipFill>
          <p:spPr>
            <a:xfrm>
              <a:off x="7181850" y="2448326"/>
              <a:ext cx="1562099" cy="2958293"/>
            </a:xfrm>
            <a:prstGeom prst="rect">
              <a:avLst/>
            </a:prstGeom>
          </p:spPr>
        </p:pic>
        <p:pic>
          <p:nvPicPr>
            <p:cNvPr id="21" name="product_simatic-s7-1500.png">
              <a:extLst>
                <a:ext uri="{FF2B5EF4-FFF2-40B4-BE49-F238E27FC236}">
                  <a16:creationId xmlns:a16="http://schemas.microsoft.com/office/drawing/2014/main" id="{37B0192B-82CF-4AD3-9408-6DD1994A3F98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98"/>
            <a:stretch/>
          </p:blipFill>
          <p:spPr>
            <a:xfrm>
              <a:off x="8743949" y="2448328"/>
              <a:ext cx="781049" cy="2958293"/>
            </a:xfrm>
            <a:prstGeom prst="rect">
              <a:avLst/>
            </a:prstGeom>
          </p:spPr>
        </p:pic>
        <p:pic>
          <p:nvPicPr>
            <p:cNvPr id="22" name="product_simatic-s7-1500.png">
              <a:extLst>
                <a:ext uri="{FF2B5EF4-FFF2-40B4-BE49-F238E27FC236}">
                  <a16:creationId xmlns:a16="http://schemas.microsoft.com/office/drawing/2014/main" id="{878D7A8F-B853-4A64-82C8-8C7CBFE94E21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652"/>
            <a:stretch/>
          </p:blipFill>
          <p:spPr>
            <a:xfrm>
              <a:off x="5633257" y="2448328"/>
              <a:ext cx="1548594" cy="2958293"/>
            </a:xfrm>
            <a:prstGeom prst="rect">
              <a:avLst/>
            </a:prstGeom>
          </p:spPr>
        </p:pic>
      </p:grpSp>
      <p:cxnSp>
        <p:nvCxnSpPr>
          <p:cNvPr id="23" name="Gerade Verbindung 122">
            <a:extLst>
              <a:ext uri="{FF2B5EF4-FFF2-40B4-BE49-F238E27FC236}">
                <a16:creationId xmlns:a16="http://schemas.microsoft.com/office/drawing/2014/main" id="{4774A6BE-39EE-46F9-B00D-5CCBE6F6087D}"/>
              </a:ext>
            </a:extLst>
          </p:cNvPr>
          <p:cNvCxnSpPr/>
          <p:nvPr/>
        </p:nvCxnSpPr>
        <p:spPr bwMode="auto">
          <a:xfrm>
            <a:off x="8367029" y="2657555"/>
            <a:ext cx="0" cy="338921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Gruppieren 83">
            <a:extLst>
              <a:ext uri="{FF2B5EF4-FFF2-40B4-BE49-F238E27FC236}">
                <a16:creationId xmlns:a16="http://schemas.microsoft.com/office/drawing/2014/main" id="{C36B31B0-9DB9-42B0-8780-2B3D7EA42538}"/>
              </a:ext>
            </a:extLst>
          </p:cNvPr>
          <p:cNvGrpSpPr/>
          <p:nvPr/>
        </p:nvGrpSpPr>
        <p:grpSpPr>
          <a:xfrm>
            <a:off x="8184203" y="2026770"/>
            <a:ext cx="774297" cy="640310"/>
            <a:chOff x="5633257" y="2448326"/>
            <a:chExt cx="3891741" cy="2958295"/>
          </a:xfrm>
        </p:grpSpPr>
        <p:pic>
          <p:nvPicPr>
            <p:cNvPr id="25" name="product_simatic-s7-1500.png">
              <a:extLst>
                <a:ext uri="{FF2B5EF4-FFF2-40B4-BE49-F238E27FC236}">
                  <a16:creationId xmlns:a16="http://schemas.microsoft.com/office/drawing/2014/main" id="{1B39B56B-85E5-4163-97D4-DFE9B1919AE5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91" r="26080"/>
            <a:stretch/>
          </p:blipFill>
          <p:spPr>
            <a:xfrm>
              <a:off x="7181850" y="2448326"/>
              <a:ext cx="1562099" cy="2958293"/>
            </a:xfrm>
            <a:prstGeom prst="rect">
              <a:avLst/>
            </a:prstGeom>
          </p:spPr>
        </p:pic>
        <p:pic>
          <p:nvPicPr>
            <p:cNvPr id="26" name="product_simatic-s7-1500.png">
              <a:extLst>
                <a:ext uri="{FF2B5EF4-FFF2-40B4-BE49-F238E27FC236}">
                  <a16:creationId xmlns:a16="http://schemas.microsoft.com/office/drawing/2014/main" id="{2EBF43E5-647E-4E37-9244-46DAFEFB75AA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98"/>
            <a:stretch/>
          </p:blipFill>
          <p:spPr>
            <a:xfrm>
              <a:off x="8743949" y="2448328"/>
              <a:ext cx="781049" cy="2958293"/>
            </a:xfrm>
            <a:prstGeom prst="rect">
              <a:avLst/>
            </a:prstGeom>
          </p:spPr>
        </p:pic>
        <p:pic>
          <p:nvPicPr>
            <p:cNvPr id="27" name="product_simatic-s7-1500.png">
              <a:extLst>
                <a:ext uri="{FF2B5EF4-FFF2-40B4-BE49-F238E27FC236}">
                  <a16:creationId xmlns:a16="http://schemas.microsoft.com/office/drawing/2014/main" id="{04FEA394-0109-4451-9E44-B99AE5922C29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652"/>
            <a:stretch/>
          </p:blipFill>
          <p:spPr>
            <a:xfrm>
              <a:off x="5633257" y="2448328"/>
              <a:ext cx="1548594" cy="2958293"/>
            </a:xfrm>
            <a:prstGeom prst="rect">
              <a:avLst/>
            </a:prstGeom>
          </p:spPr>
        </p:pic>
      </p:grpSp>
      <p:sp>
        <p:nvSpPr>
          <p:cNvPr id="28" name="Text Box 5">
            <a:extLst>
              <a:ext uri="{FF2B5EF4-FFF2-40B4-BE49-F238E27FC236}">
                <a16:creationId xmlns:a16="http://schemas.microsoft.com/office/drawing/2014/main" id="{20F8EEE6-437C-45CA-9A4D-E0E5E3C101D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2956" y="1810337"/>
            <a:ext cx="5374770" cy="422405"/>
          </a:xfrm>
          <a:prstGeom prst="rect">
            <a:avLst/>
          </a:prstGeom>
          <a:gradFill flip="none" rotWithShape="0"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  <a:tileRect/>
          </a:gradFill>
          <a:ln>
            <a:noFill/>
          </a:ln>
        </p:spPr>
        <p:txBody>
          <a:bodyPr vert="horz" wrap="square" lIns="108000" tIns="72000" rIns="108000" bIns="72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>
              <a:spcBef>
                <a:spcPct val="0"/>
              </a:spcBef>
              <a:buClrTx/>
              <a:buFontTx/>
              <a:buNone/>
            </a:pPr>
            <a:r>
              <a:rPr lang="en-US" altLang="zh-CN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ET 200SP </a:t>
            </a:r>
            <a:r>
              <a:rPr lang="zh-CN" altLang="en-US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连接</a:t>
            </a:r>
          </a:p>
        </p:txBody>
      </p:sp>
      <p:sp>
        <p:nvSpPr>
          <p:cNvPr id="29" name="Rechteck 136">
            <a:extLst>
              <a:ext uri="{FF2B5EF4-FFF2-40B4-BE49-F238E27FC236}">
                <a16:creationId xmlns:a16="http://schemas.microsoft.com/office/drawing/2014/main" id="{21320D08-FA48-4378-B944-7ABA614E9ACF}"/>
              </a:ext>
            </a:extLst>
          </p:cNvPr>
          <p:cNvSpPr/>
          <p:nvPr/>
        </p:nvSpPr>
        <p:spPr bwMode="auto">
          <a:xfrm>
            <a:off x="7277433" y="3413407"/>
            <a:ext cx="72000" cy="11481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grpSp>
        <p:nvGrpSpPr>
          <p:cNvPr id="30" name="Gruppieren 59">
            <a:extLst>
              <a:ext uri="{FF2B5EF4-FFF2-40B4-BE49-F238E27FC236}">
                <a16:creationId xmlns:a16="http://schemas.microsoft.com/office/drawing/2014/main" id="{566D1840-5CF1-43A5-B1BD-21AF4F877704}"/>
              </a:ext>
            </a:extLst>
          </p:cNvPr>
          <p:cNvGrpSpPr/>
          <p:nvPr/>
        </p:nvGrpSpPr>
        <p:grpSpPr>
          <a:xfrm>
            <a:off x="7813225" y="2977592"/>
            <a:ext cx="126000" cy="447989"/>
            <a:chOff x="7887113" y="3302020"/>
            <a:chExt cx="126000" cy="447989"/>
          </a:xfrm>
        </p:grpSpPr>
        <p:cxnSp>
          <p:nvCxnSpPr>
            <p:cNvPr id="31" name="Gerade Verbindung 94">
              <a:extLst>
                <a:ext uri="{FF2B5EF4-FFF2-40B4-BE49-F238E27FC236}">
                  <a16:creationId xmlns:a16="http://schemas.microsoft.com/office/drawing/2014/main" id="{3207C291-B1E7-4559-AE59-F1A5EC313C22}"/>
                </a:ext>
              </a:extLst>
            </p:cNvPr>
            <p:cNvCxnSpPr/>
            <p:nvPr/>
          </p:nvCxnSpPr>
          <p:spPr bwMode="auto">
            <a:xfrm>
              <a:off x="7950114" y="338429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Rechteck 61">
              <a:extLst>
                <a:ext uri="{FF2B5EF4-FFF2-40B4-BE49-F238E27FC236}">
                  <a16:creationId xmlns:a16="http://schemas.microsoft.com/office/drawing/2014/main" id="{6BC500AC-9627-41EB-88F8-127E580A305B}"/>
                </a:ext>
              </a:extLst>
            </p:cNvPr>
            <p:cNvSpPr/>
            <p:nvPr/>
          </p:nvSpPr>
          <p:spPr bwMode="auto">
            <a:xfrm>
              <a:off x="7887113" y="3302020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33" name="product_distributed-io.png">
            <a:extLst>
              <a:ext uri="{FF2B5EF4-FFF2-40B4-BE49-F238E27FC236}">
                <a16:creationId xmlns:a16="http://schemas.microsoft.com/office/drawing/2014/main" id="{1B9BEFBF-F530-4C70-AA67-1C77AEB910B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288" y="3230135"/>
            <a:ext cx="455268" cy="454793"/>
          </a:xfrm>
          <a:prstGeom prst="rect">
            <a:avLst/>
          </a:prstGeom>
        </p:spPr>
      </p:pic>
      <p:grpSp>
        <p:nvGrpSpPr>
          <p:cNvPr id="34" name="Gruppieren 133">
            <a:extLst>
              <a:ext uri="{FF2B5EF4-FFF2-40B4-BE49-F238E27FC236}">
                <a16:creationId xmlns:a16="http://schemas.microsoft.com/office/drawing/2014/main" id="{C7C5BC27-5D7E-4913-B588-3938C79F7421}"/>
              </a:ext>
            </a:extLst>
          </p:cNvPr>
          <p:cNvGrpSpPr/>
          <p:nvPr/>
        </p:nvGrpSpPr>
        <p:grpSpPr>
          <a:xfrm>
            <a:off x="8585277" y="3781375"/>
            <a:ext cx="126000" cy="447989"/>
            <a:chOff x="7887113" y="3302020"/>
            <a:chExt cx="126000" cy="447989"/>
          </a:xfrm>
        </p:grpSpPr>
        <p:cxnSp>
          <p:nvCxnSpPr>
            <p:cNvPr id="35" name="Gerade Verbindung 94">
              <a:extLst>
                <a:ext uri="{FF2B5EF4-FFF2-40B4-BE49-F238E27FC236}">
                  <a16:creationId xmlns:a16="http://schemas.microsoft.com/office/drawing/2014/main" id="{9A5E7C3A-29CB-4D88-81EF-EEC2B07B333A}"/>
                </a:ext>
              </a:extLst>
            </p:cNvPr>
            <p:cNvCxnSpPr/>
            <p:nvPr/>
          </p:nvCxnSpPr>
          <p:spPr bwMode="auto">
            <a:xfrm>
              <a:off x="7950114" y="338429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Rechteck 135">
              <a:extLst>
                <a:ext uri="{FF2B5EF4-FFF2-40B4-BE49-F238E27FC236}">
                  <a16:creationId xmlns:a16="http://schemas.microsoft.com/office/drawing/2014/main" id="{F8FFBF75-57D3-486C-868B-35302BFA4123}"/>
                </a:ext>
              </a:extLst>
            </p:cNvPr>
            <p:cNvSpPr/>
            <p:nvPr/>
          </p:nvSpPr>
          <p:spPr bwMode="auto">
            <a:xfrm>
              <a:off x="7887113" y="3302020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7" name="Gruppieren 142">
            <a:extLst>
              <a:ext uri="{FF2B5EF4-FFF2-40B4-BE49-F238E27FC236}">
                <a16:creationId xmlns:a16="http://schemas.microsoft.com/office/drawing/2014/main" id="{02643C51-D6A8-40C2-90C5-C16F990E7A25}"/>
              </a:ext>
            </a:extLst>
          </p:cNvPr>
          <p:cNvGrpSpPr/>
          <p:nvPr/>
        </p:nvGrpSpPr>
        <p:grpSpPr>
          <a:xfrm>
            <a:off x="9603944" y="3739882"/>
            <a:ext cx="126000" cy="447989"/>
            <a:chOff x="7887113" y="3302020"/>
            <a:chExt cx="126000" cy="447989"/>
          </a:xfrm>
        </p:grpSpPr>
        <p:cxnSp>
          <p:nvCxnSpPr>
            <p:cNvPr id="38" name="Gerade Verbindung 94">
              <a:extLst>
                <a:ext uri="{FF2B5EF4-FFF2-40B4-BE49-F238E27FC236}">
                  <a16:creationId xmlns:a16="http://schemas.microsoft.com/office/drawing/2014/main" id="{1E17F569-0CA8-4C21-BFC2-A4F430E4B8B6}"/>
                </a:ext>
              </a:extLst>
            </p:cNvPr>
            <p:cNvCxnSpPr/>
            <p:nvPr/>
          </p:nvCxnSpPr>
          <p:spPr bwMode="auto">
            <a:xfrm>
              <a:off x="7950114" y="338429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" name="Rechteck 144">
              <a:extLst>
                <a:ext uri="{FF2B5EF4-FFF2-40B4-BE49-F238E27FC236}">
                  <a16:creationId xmlns:a16="http://schemas.microsoft.com/office/drawing/2014/main" id="{0377F17F-4F4E-44DC-BC6C-1E4539F84301}"/>
                </a:ext>
              </a:extLst>
            </p:cNvPr>
            <p:cNvSpPr/>
            <p:nvPr/>
          </p:nvSpPr>
          <p:spPr bwMode="auto">
            <a:xfrm>
              <a:off x="7887113" y="3302020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cxnSp>
        <p:nvCxnSpPr>
          <p:cNvPr id="40" name="Gerader Verbinder 11">
            <a:extLst>
              <a:ext uri="{FF2B5EF4-FFF2-40B4-BE49-F238E27FC236}">
                <a16:creationId xmlns:a16="http://schemas.microsoft.com/office/drawing/2014/main" id="{2DF898FC-6ABD-481B-91DD-C86D543463D3}"/>
              </a:ext>
            </a:extLst>
          </p:cNvPr>
          <p:cNvCxnSpPr>
            <a:cxnSpLocks/>
          </p:cNvCxnSpPr>
          <p:nvPr/>
        </p:nvCxnSpPr>
        <p:spPr bwMode="auto">
          <a:xfrm flipH="1">
            <a:off x="7908080" y="4146163"/>
            <a:ext cx="704043" cy="0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Gerader Verbinder 150">
            <a:extLst>
              <a:ext uri="{FF2B5EF4-FFF2-40B4-BE49-F238E27FC236}">
                <a16:creationId xmlns:a16="http://schemas.microsoft.com/office/drawing/2014/main" id="{CDD85B33-C30D-44D8-9C04-657EB90495D0}"/>
              </a:ext>
            </a:extLst>
          </p:cNvPr>
          <p:cNvCxnSpPr>
            <a:cxnSpLocks/>
          </p:cNvCxnSpPr>
          <p:nvPr/>
        </p:nvCxnSpPr>
        <p:spPr bwMode="auto">
          <a:xfrm>
            <a:off x="8929925" y="4489187"/>
            <a:ext cx="0" cy="842718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2" name="product_distributed-io.png">
            <a:extLst>
              <a:ext uri="{FF2B5EF4-FFF2-40B4-BE49-F238E27FC236}">
                <a16:creationId xmlns:a16="http://schemas.microsoft.com/office/drawing/2014/main" id="{08B703EE-FD56-4AF3-9497-48BD672F34C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340" y="4033919"/>
            <a:ext cx="455268" cy="455268"/>
          </a:xfrm>
          <a:prstGeom prst="rect">
            <a:avLst/>
          </a:prstGeom>
        </p:spPr>
      </p:pic>
      <p:pic>
        <p:nvPicPr>
          <p:cNvPr id="43" name="Grafik 30">
            <a:extLst>
              <a:ext uri="{FF2B5EF4-FFF2-40B4-BE49-F238E27FC236}">
                <a16:creationId xmlns:a16="http://schemas.microsoft.com/office/drawing/2014/main" id="{3E64FC3C-1068-44C9-B8DE-86786B3B26E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79875" y="4596546"/>
            <a:ext cx="534629" cy="349022"/>
          </a:xfrm>
          <a:prstGeom prst="rect">
            <a:avLst/>
          </a:prstGeom>
        </p:spPr>
      </p:pic>
      <p:pic>
        <p:nvPicPr>
          <p:cNvPr id="44" name="Grafik 31">
            <a:extLst>
              <a:ext uri="{FF2B5EF4-FFF2-40B4-BE49-F238E27FC236}">
                <a16:creationId xmlns:a16="http://schemas.microsoft.com/office/drawing/2014/main" id="{F2F057A4-C533-4834-86AC-4279BC6014A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41994" y="4589041"/>
            <a:ext cx="909275" cy="320482"/>
          </a:xfrm>
          <a:prstGeom prst="rect">
            <a:avLst/>
          </a:prstGeom>
        </p:spPr>
      </p:pic>
      <p:cxnSp>
        <p:nvCxnSpPr>
          <p:cNvPr id="45" name="Gerader Verbinder 33">
            <a:extLst>
              <a:ext uri="{FF2B5EF4-FFF2-40B4-BE49-F238E27FC236}">
                <a16:creationId xmlns:a16="http://schemas.microsoft.com/office/drawing/2014/main" id="{193794AE-7F0E-4471-BFEB-6BCD6B236DE7}"/>
              </a:ext>
            </a:extLst>
          </p:cNvPr>
          <p:cNvCxnSpPr>
            <a:cxnSpLocks/>
            <a:stCxn id="48" idx="2"/>
          </p:cNvCxnSpPr>
          <p:nvPr/>
        </p:nvCxnSpPr>
        <p:spPr bwMode="auto">
          <a:xfrm>
            <a:off x="9826641" y="4447694"/>
            <a:ext cx="0" cy="943518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Gerader Verbinder 174">
            <a:extLst>
              <a:ext uri="{FF2B5EF4-FFF2-40B4-BE49-F238E27FC236}">
                <a16:creationId xmlns:a16="http://schemas.microsoft.com/office/drawing/2014/main" id="{9FBB91BE-C4DB-45FC-BF87-74866EA7E0AF}"/>
              </a:ext>
            </a:extLst>
          </p:cNvPr>
          <p:cNvCxnSpPr>
            <a:cxnSpLocks/>
            <a:stCxn id="52" idx="2"/>
          </p:cNvCxnSpPr>
          <p:nvPr/>
        </p:nvCxnSpPr>
        <p:spPr bwMode="auto">
          <a:xfrm>
            <a:off x="11060201" y="4244239"/>
            <a:ext cx="0" cy="1183917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7" name="Picture 5" descr="Profinet">
            <a:extLst>
              <a:ext uri="{FF2B5EF4-FFF2-40B4-BE49-F238E27FC236}">
                <a16:creationId xmlns:a16="http://schemas.microsoft.com/office/drawing/2014/main" id="{428689A1-D352-4C59-8BF5-0E79EC78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/>
          <a:srcRect/>
          <a:stretch>
            <a:fillRect/>
          </a:stretch>
        </p:blipFill>
        <p:spPr bwMode="auto">
          <a:xfrm>
            <a:off x="9968083" y="3428331"/>
            <a:ext cx="574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roduct_distributed-io.png">
            <a:extLst>
              <a:ext uri="{FF2B5EF4-FFF2-40B4-BE49-F238E27FC236}">
                <a16:creationId xmlns:a16="http://schemas.microsoft.com/office/drawing/2014/main" id="{33CE20EB-C2C2-4F7D-97E5-802637C15CA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007" y="3992426"/>
            <a:ext cx="455268" cy="455268"/>
          </a:xfrm>
          <a:prstGeom prst="rect">
            <a:avLst/>
          </a:prstGeom>
        </p:spPr>
      </p:pic>
      <p:grpSp>
        <p:nvGrpSpPr>
          <p:cNvPr id="49" name="Gruppieren 146">
            <a:extLst>
              <a:ext uri="{FF2B5EF4-FFF2-40B4-BE49-F238E27FC236}">
                <a16:creationId xmlns:a16="http://schemas.microsoft.com/office/drawing/2014/main" id="{D1C5C5B3-48E6-4C04-817D-50C980F6C904}"/>
              </a:ext>
            </a:extLst>
          </p:cNvPr>
          <p:cNvGrpSpPr/>
          <p:nvPr/>
        </p:nvGrpSpPr>
        <p:grpSpPr>
          <a:xfrm>
            <a:off x="10837504" y="3536427"/>
            <a:ext cx="126000" cy="447989"/>
            <a:chOff x="7887113" y="3302020"/>
            <a:chExt cx="126000" cy="447989"/>
          </a:xfrm>
        </p:grpSpPr>
        <p:cxnSp>
          <p:nvCxnSpPr>
            <p:cNvPr id="50" name="Gerade Verbindung 94">
              <a:extLst>
                <a:ext uri="{FF2B5EF4-FFF2-40B4-BE49-F238E27FC236}">
                  <a16:creationId xmlns:a16="http://schemas.microsoft.com/office/drawing/2014/main" id="{D1622AB8-CD3D-4BD8-B5A0-5E109F4A2CCE}"/>
                </a:ext>
              </a:extLst>
            </p:cNvPr>
            <p:cNvCxnSpPr/>
            <p:nvPr/>
          </p:nvCxnSpPr>
          <p:spPr bwMode="auto">
            <a:xfrm>
              <a:off x="7950114" y="338429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Rechteck 148">
              <a:extLst>
                <a:ext uri="{FF2B5EF4-FFF2-40B4-BE49-F238E27FC236}">
                  <a16:creationId xmlns:a16="http://schemas.microsoft.com/office/drawing/2014/main" id="{79B6663B-6D95-4606-AA23-376806D7630C}"/>
                </a:ext>
              </a:extLst>
            </p:cNvPr>
            <p:cNvSpPr/>
            <p:nvPr/>
          </p:nvSpPr>
          <p:spPr bwMode="auto">
            <a:xfrm>
              <a:off x="7887113" y="3302020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52" name="product_distributed-io.png">
            <a:extLst>
              <a:ext uri="{FF2B5EF4-FFF2-40B4-BE49-F238E27FC236}">
                <a16:creationId xmlns:a16="http://schemas.microsoft.com/office/drawing/2014/main" id="{8EF890AA-3B59-42FA-B051-0DE58D32841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67" y="3788971"/>
            <a:ext cx="455268" cy="455268"/>
          </a:xfrm>
          <a:prstGeom prst="rect">
            <a:avLst/>
          </a:prstGeom>
        </p:spPr>
      </p:pic>
      <p:graphicFrame>
        <p:nvGraphicFramePr>
          <p:cNvPr id="53" name="Tabelle 97">
            <a:extLst>
              <a:ext uri="{FF2B5EF4-FFF2-40B4-BE49-F238E27FC236}">
                <a16:creationId xmlns:a16="http://schemas.microsoft.com/office/drawing/2014/main" id="{0CA5187C-2B28-4D25-BD9B-A8825705B0E6}"/>
              </a:ext>
            </a:extLst>
          </p:cNvPr>
          <p:cNvGraphicFramePr>
            <a:graphicFrameLocks noGrp="1"/>
          </p:cNvGraphicFramePr>
          <p:nvPr/>
        </p:nvGraphicFramePr>
        <p:xfrm>
          <a:off x="627063" y="3776515"/>
          <a:ext cx="5374772" cy="1794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4772">
                  <a:extLst>
                    <a:ext uri="{9D8B030D-6E8A-4147-A177-3AD203B41FA5}">
                      <a16:colId xmlns:a16="http://schemas.microsoft.com/office/drawing/2014/main" val="3403943186"/>
                    </a:ext>
                  </a:extLst>
                </a:gridCol>
              </a:tblGrid>
              <a:tr h="444013">
                <a:tc>
                  <a:txBody>
                    <a:bodyPr/>
                    <a:lstStyle/>
                    <a:p>
                      <a:endParaRPr lang="zh-CN" altLang="en-US" noProof="0" dirty="0">
                        <a:latin typeface="Arial"/>
                        <a:ea typeface="宋体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483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IO-Link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主站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329630"/>
                  </a:ext>
                </a:extLst>
              </a:tr>
              <a:tr h="351626"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400" b="0" i="0" u="none" baseline="0" noProof="0" dirty="0" err="1">
                          <a:latin typeface="Arial"/>
                          <a:ea typeface="宋体"/>
                          <a:sym typeface="Arial"/>
                        </a:rPr>
                        <a:t>PtP</a:t>
                      </a: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/Modbus RTU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0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组态可采用有源背板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3144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algn="l" rtl="0"/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现提供 </a:t>
                      </a:r>
                      <a:r>
                        <a:rPr lang="en-US" altLang="zh-CN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64 </a:t>
                      </a:r>
                      <a:r>
                        <a:rPr lang="zh-CN" altLang="en-US" sz="1400" b="0" i="0" u="none" baseline="0" noProof="0" dirty="0">
                          <a:latin typeface="Arial"/>
                          <a:ea typeface="宋体"/>
                          <a:sym typeface="Arial"/>
                        </a:rPr>
                        <a:t>通道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02536"/>
                  </a:ext>
                </a:extLst>
              </a:tr>
            </a:tbl>
          </a:graphicData>
        </a:graphic>
      </p:graphicFrame>
      <p:sp>
        <p:nvSpPr>
          <p:cNvPr id="54" name="Text Box 5">
            <a:extLst>
              <a:ext uri="{FF2B5EF4-FFF2-40B4-BE49-F238E27FC236}">
                <a16:creationId xmlns:a16="http://schemas.microsoft.com/office/drawing/2014/main" id="{BCFFA9E0-3CA9-4377-90D3-28249C6C5C99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7065" y="3781592"/>
            <a:ext cx="5374770" cy="422405"/>
          </a:xfrm>
          <a:prstGeom prst="rect">
            <a:avLst/>
          </a:prstGeom>
          <a:gradFill flip="none" rotWithShape="0"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  <a:tileRect/>
          </a:gradFill>
          <a:ln>
            <a:noFill/>
          </a:ln>
        </p:spPr>
        <p:txBody>
          <a:bodyPr vert="horz" wrap="square" lIns="108000" tIns="72000" rIns="108000" bIns="72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rtl="0">
              <a:spcBef>
                <a:spcPct val="0"/>
              </a:spcBef>
              <a:buClrTx/>
              <a:buFontTx/>
              <a:buNone/>
            </a:pPr>
            <a:r>
              <a:rPr lang="en-US" altLang="zh-CN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ET 200MP </a:t>
            </a:r>
            <a:r>
              <a:rPr lang="zh-CN" altLang="en-US" sz="1800" b="1" i="0" u="none" dirty="0">
                <a:solidFill>
                  <a:schemeClr val="bg1"/>
                </a:solidFill>
                <a:latin typeface="Arial"/>
                <a:ea typeface="宋体" panose="02010600030101010101" pitchFamily="2" charset="-122"/>
                <a:sym typeface="Arial"/>
              </a:rPr>
              <a:t>连接</a:t>
            </a:r>
          </a:p>
        </p:txBody>
      </p:sp>
      <p:grpSp>
        <p:nvGrpSpPr>
          <p:cNvPr id="55" name="Gruppieren 56">
            <a:extLst>
              <a:ext uri="{FF2B5EF4-FFF2-40B4-BE49-F238E27FC236}">
                <a16:creationId xmlns:a16="http://schemas.microsoft.com/office/drawing/2014/main" id="{8AFCCE18-6CC0-44C0-859B-B4B5572D8F77}"/>
              </a:ext>
            </a:extLst>
          </p:cNvPr>
          <p:cNvGrpSpPr/>
          <p:nvPr/>
        </p:nvGrpSpPr>
        <p:grpSpPr>
          <a:xfrm>
            <a:off x="8617772" y="2901639"/>
            <a:ext cx="126000" cy="499685"/>
            <a:chOff x="8617772" y="3244539"/>
            <a:chExt cx="126000" cy="499685"/>
          </a:xfrm>
        </p:grpSpPr>
        <p:cxnSp>
          <p:nvCxnSpPr>
            <p:cNvPr id="56" name="Gerade Verbindung 95">
              <a:extLst>
                <a:ext uri="{FF2B5EF4-FFF2-40B4-BE49-F238E27FC236}">
                  <a16:creationId xmlns:a16="http://schemas.microsoft.com/office/drawing/2014/main" id="{B6F9AD1F-C4B5-4485-BCD4-AE1C95AE2AEE}"/>
                </a:ext>
              </a:extLst>
            </p:cNvPr>
            <p:cNvCxnSpPr/>
            <p:nvPr/>
          </p:nvCxnSpPr>
          <p:spPr bwMode="auto">
            <a:xfrm flipH="1">
              <a:off x="8680772" y="3312310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Rechteck 58">
              <a:extLst>
                <a:ext uri="{FF2B5EF4-FFF2-40B4-BE49-F238E27FC236}">
                  <a16:creationId xmlns:a16="http://schemas.microsoft.com/office/drawing/2014/main" id="{3DD3DF9B-FFB7-4E19-84D4-2326406A59AB}"/>
                </a:ext>
              </a:extLst>
            </p:cNvPr>
            <p:cNvSpPr/>
            <p:nvPr/>
          </p:nvSpPr>
          <p:spPr bwMode="auto">
            <a:xfrm>
              <a:off x="8617772" y="3244539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rtl="0"/>
              <a:endParaRPr lang="zh-CN" altLang="en-US" sz="1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uppieren 73">
            <a:extLst>
              <a:ext uri="{FF2B5EF4-FFF2-40B4-BE49-F238E27FC236}">
                <a16:creationId xmlns:a16="http://schemas.microsoft.com/office/drawing/2014/main" id="{E1442C1E-C67F-4CB2-9F89-3B0170576C5C}"/>
              </a:ext>
            </a:extLst>
          </p:cNvPr>
          <p:cNvGrpSpPr>
            <a:grpSpLocks noChangeAspect="1"/>
          </p:cNvGrpSpPr>
          <p:nvPr/>
        </p:nvGrpSpPr>
        <p:grpSpPr>
          <a:xfrm>
            <a:off x="8593733" y="3087655"/>
            <a:ext cx="622420" cy="496651"/>
            <a:chOff x="4105359" y="1822075"/>
            <a:chExt cx="4583448" cy="3657299"/>
          </a:xfrm>
        </p:grpSpPr>
        <p:pic>
          <p:nvPicPr>
            <p:cNvPr id="59" name="product_simatic-s7-1500.png">
              <a:extLst>
                <a:ext uri="{FF2B5EF4-FFF2-40B4-BE49-F238E27FC236}">
                  <a16:creationId xmlns:a16="http://schemas.microsoft.com/office/drawing/2014/main" id="{6E29B6A3-F63C-4386-B0B3-8D254159343C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 rotWithShape="1"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60" name="product_simatic-s7-1500.png">
              <a:extLst>
                <a:ext uri="{FF2B5EF4-FFF2-40B4-BE49-F238E27FC236}">
                  <a16:creationId xmlns:a16="http://schemas.microsoft.com/office/drawing/2014/main" id="{802A54D3-5537-4BE3-8F17-2C7135F30646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38401" y="5093946"/>
              <a:ext cx="877175" cy="385428"/>
            </a:xfrm>
            <a:prstGeom prst="rect">
              <a:avLst/>
            </a:prstGeom>
          </p:spPr>
        </p:pic>
        <p:pic>
          <p:nvPicPr>
            <p:cNvPr id="61" name="product_simatic-s7-1500.png">
              <a:extLst>
                <a:ext uri="{FF2B5EF4-FFF2-40B4-BE49-F238E27FC236}">
                  <a16:creationId xmlns:a16="http://schemas.microsoft.com/office/drawing/2014/main" id="{5A804820-34A2-406D-A725-7777AF7F108E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 rotWithShape="1"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62" name="product_simatic-s7-1500.png">
              <a:extLst>
                <a:ext uri="{FF2B5EF4-FFF2-40B4-BE49-F238E27FC236}">
                  <a16:creationId xmlns:a16="http://schemas.microsoft.com/office/drawing/2014/main" id="{95BD8926-FCAB-42C8-BB4E-C814121B6A84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7" y="1822075"/>
              <a:ext cx="1834130" cy="3657292"/>
            </a:xfrm>
            <a:prstGeom prst="rect">
              <a:avLst/>
            </a:prstGeom>
          </p:spPr>
        </p:pic>
      </p:grpSp>
      <p:cxnSp>
        <p:nvCxnSpPr>
          <p:cNvPr id="63" name="Gerader Verbinder 88">
            <a:extLst>
              <a:ext uri="{FF2B5EF4-FFF2-40B4-BE49-F238E27FC236}">
                <a16:creationId xmlns:a16="http://schemas.microsoft.com/office/drawing/2014/main" id="{2D8B917E-9394-4231-B79D-BF392D499B9C}"/>
              </a:ext>
            </a:extLst>
          </p:cNvPr>
          <p:cNvCxnSpPr>
            <a:cxnSpLocks/>
          </p:cNvCxnSpPr>
          <p:nvPr/>
        </p:nvCxnSpPr>
        <p:spPr bwMode="auto">
          <a:xfrm flipH="1">
            <a:off x="8167915" y="5331905"/>
            <a:ext cx="762010" cy="0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4" name="G_SY02_XX_01638P.png">
            <a:extLst>
              <a:ext uri="{FF2B5EF4-FFF2-40B4-BE49-F238E27FC236}">
                <a16:creationId xmlns:a16="http://schemas.microsoft.com/office/drawing/2014/main" id="{DA2595B6-5902-4782-84BE-195717B8135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2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907" y="5223123"/>
            <a:ext cx="129008" cy="655361"/>
          </a:xfrm>
          <a:prstGeom prst="rect">
            <a:avLst/>
          </a:prstGeom>
        </p:spPr>
      </p:pic>
      <p:pic>
        <p:nvPicPr>
          <p:cNvPr id="65" name="G_SY02_XX_01635P.png">
            <a:extLst>
              <a:ext uri="{FF2B5EF4-FFF2-40B4-BE49-F238E27FC236}">
                <a16:creationId xmlns:a16="http://schemas.microsoft.com/office/drawing/2014/main" id="{22BDA474-A1DA-4968-AB71-3D76A246DED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3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896" y="5223123"/>
            <a:ext cx="192652" cy="655361"/>
          </a:xfrm>
          <a:prstGeom prst="rect">
            <a:avLst/>
          </a:prstGeom>
        </p:spPr>
      </p:pic>
      <p:pic>
        <p:nvPicPr>
          <p:cNvPr id="66" name="G_SY02_XX_01636P.png">
            <a:extLst>
              <a:ext uri="{FF2B5EF4-FFF2-40B4-BE49-F238E27FC236}">
                <a16:creationId xmlns:a16="http://schemas.microsoft.com/office/drawing/2014/main" id="{43E782FA-6785-4376-AA62-083565D6C760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4" cstate="print"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61" y="5223123"/>
            <a:ext cx="135888" cy="655361"/>
          </a:xfrm>
          <a:prstGeom prst="rect">
            <a:avLst/>
          </a:prstGeom>
        </p:spPr>
      </p:pic>
      <p:sp>
        <p:nvSpPr>
          <p:cNvPr id="67" name="Text Box 16">
            <a:extLst>
              <a:ext uri="{FF2B5EF4-FFF2-40B4-BE49-F238E27FC236}">
                <a16:creationId xmlns:a16="http://schemas.microsoft.com/office/drawing/2014/main" id="{2A18735E-02A7-4E69-A10F-BAFACE962AD7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069783" y="5032829"/>
            <a:ext cx="54662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1000" b="1" i="0" u="none" dirty="0">
                <a:latin typeface="Arial"/>
                <a:ea typeface="宋体" panose="02010600030101010101" pitchFamily="2" charset="-122"/>
                <a:sym typeface="Arial"/>
              </a:rPr>
              <a:t>ET200AL</a:t>
            </a:r>
          </a:p>
        </p:txBody>
      </p:sp>
      <p:pic>
        <p:nvPicPr>
          <p:cNvPr id="68" name="G_SY02_XX_00297P.png">
            <a:extLst>
              <a:ext uri="{FF2B5EF4-FFF2-40B4-BE49-F238E27FC236}">
                <a16:creationId xmlns:a16="http://schemas.microsoft.com/office/drawing/2014/main" id="{125416C2-E7F3-417F-910F-12D64B5FED27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5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657" y="3981883"/>
            <a:ext cx="604094" cy="524712"/>
          </a:xfrm>
          <a:prstGeom prst="rect">
            <a:avLst/>
          </a:prstGeom>
        </p:spPr>
      </p:pic>
      <p:pic>
        <p:nvPicPr>
          <p:cNvPr id="69" name="Grafik 8">
            <a:extLst>
              <a:ext uri="{FF2B5EF4-FFF2-40B4-BE49-F238E27FC236}">
                <a16:creationId xmlns:a16="http://schemas.microsoft.com/office/drawing/2014/main" id="{DD689ED9-1C5B-4FD7-AEFE-CA34B064409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620320" y="4015662"/>
            <a:ext cx="328620" cy="318188"/>
          </a:xfrm>
          <a:prstGeom prst="rect">
            <a:avLst/>
          </a:prstGeom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A24A9ED1-F8B3-4C57-B3AE-794807945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1568" y="4732635"/>
            <a:ext cx="1521145" cy="1839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Sprechblase: oval 6">
            <a:extLst>
              <a:ext uri="{FF2B5EF4-FFF2-40B4-BE49-F238E27FC236}">
                <a16:creationId xmlns:a16="http://schemas.microsoft.com/office/drawing/2014/main" id="{56308E8F-69CA-490D-9D73-8A4EDF3B3634}"/>
              </a:ext>
            </a:extLst>
          </p:cNvPr>
          <p:cNvSpPr/>
          <p:nvPr/>
        </p:nvSpPr>
        <p:spPr bwMode="auto">
          <a:xfrm>
            <a:off x="5554459" y="4600417"/>
            <a:ext cx="2288212" cy="2103695"/>
          </a:xfrm>
          <a:prstGeom prst="wedgeEllipseCallout">
            <a:avLst>
              <a:gd name="adj1" fmla="val 80185"/>
              <a:gd name="adj2" fmla="val -60997"/>
            </a:avLst>
          </a:prstGeom>
          <a:noFill/>
          <a:ln w="38100">
            <a:solidFill>
              <a:schemeClr val="accent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dirty="0">
              <a:latin typeface="Arial"/>
              <a:ea typeface="宋体" panose="02010600030101010101" pitchFamily="2" charset="-122"/>
              <a:sym typeface="Arial"/>
            </a:endParaRPr>
          </a:p>
        </p:txBody>
      </p:sp>
      <p:grpSp>
        <p:nvGrpSpPr>
          <p:cNvPr id="72" name="Gruppieren 2">
            <a:extLst>
              <a:ext uri="{FF2B5EF4-FFF2-40B4-BE49-F238E27FC236}">
                <a16:creationId xmlns:a16="http://schemas.microsoft.com/office/drawing/2014/main" id="{43DD6619-F372-42DE-B405-987C8EA3CD59}"/>
              </a:ext>
            </a:extLst>
          </p:cNvPr>
          <p:cNvGrpSpPr/>
          <p:nvPr/>
        </p:nvGrpSpPr>
        <p:grpSpPr>
          <a:xfrm>
            <a:off x="4421750" y="4984137"/>
            <a:ext cx="878550" cy="587047"/>
            <a:chOff x="6167755" y="5568476"/>
            <a:chExt cx="555638" cy="444019"/>
          </a:xfrm>
        </p:grpSpPr>
        <p:sp>
          <p:nvSpPr>
            <p:cNvPr id="73" name="Explosion: 8 Zacken 3">
              <a:extLst>
                <a:ext uri="{FF2B5EF4-FFF2-40B4-BE49-F238E27FC236}">
                  <a16:creationId xmlns:a16="http://schemas.microsoft.com/office/drawing/2014/main" id="{492017A6-03B0-4C6C-BE5A-3DBEDD32E08C}"/>
                </a:ext>
              </a:extLst>
            </p:cNvPr>
            <p:cNvSpPr/>
            <p:nvPr userDrawn="1"/>
          </p:nvSpPr>
          <p:spPr bwMode="auto">
            <a:xfrm>
              <a:off x="6167755" y="5568476"/>
              <a:ext cx="484681" cy="444019"/>
            </a:xfrm>
            <a:prstGeom prst="irregularSeal1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zh-CN" altLang="en-US" sz="1800" b="0" i="0" u="none" dirty="0">
                <a:solidFill>
                  <a:srgbClr val="000000"/>
                </a:solidFill>
                <a:latin typeface="Arial"/>
                <a:ea typeface="宋体" panose="02010600030101010101" pitchFamily="2" charset="-122"/>
                <a:cs typeface="Arial Unicode MS" panose="020B0604020202020204" pitchFamily="34" charset="-128"/>
              </a:endParaRPr>
            </a:p>
          </p:txBody>
        </p:sp>
        <p:sp>
          <p:nvSpPr>
            <p:cNvPr id="74" name="Textfeld 4">
              <a:extLst>
                <a:ext uri="{FF2B5EF4-FFF2-40B4-BE49-F238E27FC236}">
                  <a16:creationId xmlns:a16="http://schemas.microsoft.com/office/drawing/2014/main" id="{EDDC2390-4527-4537-B440-9328C196BCA2}"/>
                </a:ext>
              </a:extLst>
            </p:cNvPr>
            <p:cNvSpPr txBox="1"/>
            <p:nvPr userDrawn="1"/>
          </p:nvSpPr>
          <p:spPr>
            <a:xfrm>
              <a:off x="6363353" y="5732786"/>
              <a:ext cx="360040" cy="18002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zh-CN" altLang="en-US" sz="700" b="0" i="0" u="none" dirty="0">
                  <a:solidFill>
                    <a:srgbClr val="000000"/>
                  </a:solidFill>
                  <a:latin typeface="Arial"/>
                  <a:ea typeface="宋体" panose="02010600030101010101" pitchFamily="2" charset="-122"/>
                  <a:cs typeface="Arial Unicode MS" panose="020B0604020202020204" pitchFamily="34" charset="-128"/>
                </a:rPr>
                <a:t>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30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Object 52" hidden="1">
            <a:extLst>
              <a:ext uri="{FF2B5EF4-FFF2-40B4-BE49-F238E27FC236}">
                <a16:creationId xmlns:a16="http://schemas.microsoft.com/office/drawing/2014/main" id="{B4EDEC40-E594-458D-B7F6-6A8D29A1890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246" name="think-cell Slide" r:id="rId20" imgW="359" imgH="355" progId="TCLayout.ActiveDocument.1">
                  <p:embed/>
                </p:oleObj>
              </mc:Choice>
              <mc:Fallback>
                <p:oleObj name="think-cell Slide" r:id="rId20" imgW="359" imgH="355" progId="TCLayout.ActiveDocument.1">
                  <p:embed/>
                  <p:pic>
                    <p:nvPicPr>
                      <p:cNvPr id="53" name="Object 52" hidden="1">
                        <a:extLst>
                          <a:ext uri="{FF2B5EF4-FFF2-40B4-BE49-F238E27FC236}">
                            <a16:creationId xmlns:a16="http://schemas.microsoft.com/office/drawing/2014/main" id="{B4EDEC40-E594-458D-B7F6-6A8D29A189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51" hidden="1">
            <a:extLst>
              <a:ext uri="{FF2B5EF4-FFF2-40B4-BE49-F238E27FC236}">
                <a16:creationId xmlns:a16="http://schemas.microsoft.com/office/drawing/2014/main" id="{EA6D32DE-B585-431D-A5B9-228F2BBBEE0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u="none" dirty="0">
              <a:solidFill>
                <a:srgbClr val="000000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CF5EB-BFE3-443D-B866-ED7EEDB7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CPU 151</a:t>
            </a:r>
            <a:r>
              <a:rPr lang="en-US" altLang="zh-CN" b="0" dirty="0"/>
              <a:t>3</a:t>
            </a:r>
            <a:r>
              <a:rPr lang="en-US" b="0" dirty="0"/>
              <a:t>R-2 PN</a:t>
            </a:r>
            <a:r>
              <a:rPr lang="zh-CN" altLang="en-US" b="0" dirty="0"/>
              <a:t>典型网络架构</a:t>
            </a:r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4446A0-DFB2-4D82-9270-DA141FF44110}"/>
              </a:ext>
            </a:extLst>
          </p:cNvPr>
          <p:cNvGrpSpPr/>
          <p:nvPr/>
        </p:nvGrpSpPr>
        <p:grpSpPr>
          <a:xfrm>
            <a:off x="1623793" y="1539806"/>
            <a:ext cx="6411757" cy="4146766"/>
            <a:chOff x="1623793" y="1539806"/>
            <a:chExt cx="6411757" cy="4146766"/>
          </a:xfrm>
        </p:grpSpPr>
        <p:cxnSp>
          <p:nvCxnSpPr>
            <p:cNvPr id="3" name="Gerade Verbindung 22">
              <a:extLst>
                <a:ext uri="{FF2B5EF4-FFF2-40B4-BE49-F238E27FC236}">
                  <a16:creationId xmlns:a16="http://schemas.microsoft.com/office/drawing/2014/main" id="{08D600B1-0B4C-498A-BB6D-1630045E33FB}"/>
                </a:ext>
              </a:extLst>
            </p:cNvPr>
            <p:cNvCxnSpPr/>
            <p:nvPr/>
          </p:nvCxnSpPr>
          <p:spPr bwMode="auto">
            <a:xfrm>
              <a:off x="4502513" y="3915533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" name="Gerade Verbindung 23">
              <a:extLst>
                <a:ext uri="{FF2B5EF4-FFF2-40B4-BE49-F238E27FC236}">
                  <a16:creationId xmlns:a16="http://schemas.microsoft.com/office/drawing/2014/main" id="{E3B30B87-A314-41F2-A5A2-092E7176BE75}"/>
                </a:ext>
              </a:extLst>
            </p:cNvPr>
            <p:cNvCxnSpPr/>
            <p:nvPr/>
          </p:nvCxnSpPr>
          <p:spPr bwMode="auto">
            <a:xfrm flipH="1">
              <a:off x="5280380" y="3953577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" name="Ellipse 24">
              <a:extLst>
                <a:ext uri="{FF2B5EF4-FFF2-40B4-BE49-F238E27FC236}">
                  <a16:creationId xmlns:a16="http://schemas.microsoft.com/office/drawing/2014/main" id="{13FB7033-BA4E-4E97-ACD9-A15FD59D2973}"/>
                </a:ext>
              </a:extLst>
            </p:cNvPr>
            <p:cNvSpPr/>
            <p:nvPr/>
          </p:nvSpPr>
          <p:spPr bwMode="auto">
            <a:xfrm>
              <a:off x="3830526" y="3497899"/>
              <a:ext cx="3201931" cy="423707"/>
            </a:xfrm>
            <a:prstGeom prst="ellips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buClr>
                  <a:schemeClr val="accent1"/>
                </a:buClr>
                <a:buFont typeface="Wingdings" pitchFamily="2" charset="2"/>
              </a:pPr>
              <a:endParaRPr lang="de-DE" sz="900" kern="1200" dirty="0">
                <a:solidFill>
                  <a:schemeClr val="tx1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6" name="Rechteck 25">
              <a:extLst>
                <a:ext uri="{FF2B5EF4-FFF2-40B4-BE49-F238E27FC236}">
                  <a16:creationId xmlns:a16="http://schemas.microsoft.com/office/drawing/2014/main" id="{37273B22-E5D6-4380-BF63-0AA34C8545AC}"/>
                </a:ext>
              </a:extLst>
            </p:cNvPr>
            <p:cNvSpPr/>
            <p:nvPr/>
          </p:nvSpPr>
          <p:spPr bwMode="auto">
            <a:xfrm>
              <a:off x="5225906" y="388580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Rechteck 26">
              <a:extLst>
                <a:ext uri="{FF2B5EF4-FFF2-40B4-BE49-F238E27FC236}">
                  <a16:creationId xmlns:a16="http://schemas.microsoft.com/office/drawing/2014/main" id="{DC6A2D75-40FD-4B84-9088-1287852B9BCF}"/>
                </a:ext>
              </a:extLst>
            </p:cNvPr>
            <p:cNvSpPr/>
            <p:nvPr/>
          </p:nvSpPr>
          <p:spPr bwMode="auto">
            <a:xfrm>
              <a:off x="4439993" y="384087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4B89512B-8FFA-450F-91A5-5B0E9EE5C1E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711956" y="3209643"/>
              <a:ext cx="155491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X1</a:t>
              </a:r>
            </a:p>
          </p:txBody>
        </p:sp>
        <p:sp>
          <p:nvSpPr>
            <p:cNvPr id="9" name="Rechteck 33">
              <a:extLst>
                <a:ext uri="{FF2B5EF4-FFF2-40B4-BE49-F238E27FC236}">
                  <a16:creationId xmlns:a16="http://schemas.microsoft.com/office/drawing/2014/main" id="{CDF79527-90C8-4CDB-A5E6-E1BB0D6680CE}"/>
                </a:ext>
              </a:extLst>
            </p:cNvPr>
            <p:cNvSpPr/>
            <p:nvPr/>
          </p:nvSpPr>
          <p:spPr bwMode="auto">
            <a:xfrm>
              <a:off x="6021527" y="3465928"/>
              <a:ext cx="79201" cy="114810"/>
            </a:xfrm>
            <a:prstGeom prst="rect">
              <a:avLst/>
            </a:prstGeom>
            <a:solidFill>
              <a:schemeClr val="lt1"/>
            </a:solidFill>
            <a:ln w="9525" cap="flat" cmpd="sng" algn="ctr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de-DE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0" name="Gerade Verbindung 34">
              <a:extLst>
                <a:ext uri="{FF2B5EF4-FFF2-40B4-BE49-F238E27FC236}">
                  <a16:creationId xmlns:a16="http://schemas.microsoft.com/office/drawing/2014/main" id="{D459DC21-A4EA-47C3-83AF-CB1C01DBB202}"/>
                </a:ext>
              </a:extLst>
            </p:cNvPr>
            <p:cNvCxnSpPr/>
            <p:nvPr/>
          </p:nvCxnSpPr>
          <p:spPr bwMode="auto">
            <a:xfrm>
              <a:off x="6120922" y="3186774"/>
              <a:ext cx="0" cy="338921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35">
              <a:extLst>
                <a:ext uri="{FF2B5EF4-FFF2-40B4-BE49-F238E27FC236}">
                  <a16:creationId xmlns:a16="http://schemas.microsoft.com/office/drawing/2014/main" id="{78FAEB3F-2541-4970-9A13-8E1633FD6D7A}"/>
                </a:ext>
              </a:extLst>
            </p:cNvPr>
            <p:cNvCxnSpPr/>
            <p:nvPr/>
          </p:nvCxnSpPr>
          <p:spPr bwMode="auto">
            <a:xfrm>
              <a:off x="6011759" y="3062104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Rechteck 36">
              <a:extLst>
                <a:ext uri="{FF2B5EF4-FFF2-40B4-BE49-F238E27FC236}">
                  <a16:creationId xmlns:a16="http://schemas.microsoft.com/office/drawing/2014/main" id="{DCFF24DC-9213-4DD0-9B2A-86800BF1A4F5}"/>
                </a:ext>
              </a:extLst>
            </p:cNvPr>
            <p:cNvSpPr/>
            <p:nvPr/>
          </p:nvSpPr>
          <p:spPr bwMode="auto">
            <a:xfrm>
              <a:off x="4582989" y="3453217"/>
              <a:ext cx="72000" cy="114810"/>
            </a:xfrm>
            <a:prstGeom prst="rect">
              <a:avLst/>
            </a:prstGeom>
            <a:solidFill>
              <a:schemeClr val="lt1"/>
            </a:solidFill>
            <a:ln w="9525" cap="flat" cmpd="sng" algn="ctr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de-DE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3" name="Gerade Verbindung 37">
              <a:extLst>
                <a:ext uri="{FF2B5EF4-FFF2-40B4-BE49-F238E27FC236}">
                  <a16:creationId xmlns:a16="http://schemas.microsoft.com/office/drawing/2014/main" id="{471B589B-B93B-4457-9839-A7F97DE68279}"/>
                </a:ext>
              </a:extLst>
            </p:cNvPr>
            <p:cNvCxnSpPr/>
            <p:nvPr/>
          </p:nvCxnSpPr>
          <p:spPr bwMode="auto">
            <a:xfrm>
              <a:off x="4569076" y="3081469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4" name="product_distributed-io.png">
              <a:extLst>
                <a:ext uri="{FF2B5EF4-FFF2-40B4-BE49-F238E27FC236}">
                  <a16:creationId xmlns:a16="http://schemas.microsoft.com/office/drawing/2014/main" id="{79D664A1-FCD7-46F2-96E4-0D4E017EC7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7435" y="4146760"/>
              <a:ext cx="455268" cy="455268"/>
            </a:xfrm>
            <a:prstGeom prst="rect">
              <a:avLst/>
            </a:prstGeom>
          </p:spPr>
        </p:pic>
        <p:grpSp>
          <p:nvGrpSpPr>
            <p:cNvPr id="15" name="Gruppieren 49">
              <a:extLst>
                <a:ext uri="{FF2B5EF4-FFF2-40B4-BE49-F238E27FC236}">
                  <a16:creationId xmlns:a16="http://schemas.microsoft.com/office/drawing/2014/main" id="{715E84C4-A449-4846-9DE8-0E68E331BA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24727" y="4178502"/>
              <a:ext cx="622420" cy="496651"/>
              <a:chOff x="4105359" y="1822075"/>
              <a:chExt cx="4583448" cy="3657299"/>
            </a:xfrm>
          </p:grpSpPr>
          <p:pic>
            <p:nvPicPr>
              <p:cNvPr id="16" name="product_simatic-s7-1500.png">
                <a:extLst>
                  <a:ext uri="{FF2B5EF4-FFF2-40B4-BE49-F238E27FC236}">
                    <a16:creationId xmlns:a16="http://schemas.microsoft.com/office/drawing/2014/main" id="{C0E4AB93-E239-45DB-927F-178FF2FB46A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 rotWithShape="1"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153" t="1" b="1"/>
              <a:stretch/>
            </p:blipFill>
            <p:spPr>
              <a:xfrm>
                <a:off x="5068173" y="1822078"/>
                <a:ext cx="1786502" cy="3657295"/>
              </a:xfrm>
              <a:prstGeom prst="rect">
                <a:avLst/>
              </a:prstGeom>
            </p:spPr>
          </p:pic>
          <p:pic>
            <p:nvPicPr>
              <p:cNvPr id="17" name="product_simatic-s7-1500.png">
                <a:extLst>
                  <a:ext uri="{FF2B5EF4-FFF2-40B4-BE49-F238E27FC236}">
                    <a16:creationId xmlns:a16="http://schemas.microsoft.com/office/drawing/2014/main" id="{910102A3-6E66-4FCD-9862-57E59746290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233" t="89461" r="48631"/>
              <a:stretch/>
            </p:blipFill>
            <p:spPr>
              <a:xfrm>
                <a:off x="4138401" y="5093946"/>
                <a:ext cx="877175" cy="385428"/>
              </a:xfrm>
              <a:prstGeom prst="rect">
                <a:avLst/>
              </a:prstGeom>
            </p:spPr>
          </p:pic>
          <p:pic>
            <p:nvPicPr>
              <p:cNvPr id="18" name="product_simatic-s7-1500.png">
                <a:extLst>
                  <a:ext uri="{FF2B5EF4-FFF2-40B4-BE49-F238E27FC236}">
                    <a16:creationId xmlns:a16="http://schemas.microsoft.com/office/drawing/2014/main" id="{338A96FE-7E09-4C84-9B09-242F7DAD080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 rotWithShape="1"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2" r="23744" b="7621"/>
              <a:stretch/>
            </p:blipFill>
            <p:spPr>
              <a:xfrm>
                <a:off x="4105359" y="1822075"/>
                <a:ext cx="960284" cy="3378574"/>
              </a:xfrm>
              <a:prstGeom prst="rect">
                <a:avLst/>
              </a:prstGeom>
            </p:spPr>
          </p:pic>
          <p:pic>
            <p:nvPicPr>
              <p:cNvPr id="19" name="product_simatic-s7-1500.png">
                <a:extLst>
                  <a:ext uri="{FF2B5EF4-FFF2-40B4-BE49-F238E27FC236}">
                    <a16:creationId xmlns:a16="http://schemas.microsoft.com/office/drawing/2014/main" id="{F50D793A-FC14-4E1E-B66D-5BE7AF11A2B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 rotWithShape="1"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50" t="1" r="1" b="1"/>
              <a:stretch/>
            </p:blipFill>
            <p:spPr>
              <a:xfrm>
                <a:off x="6854675" y="1822075"/>
                <a:ext cx="1834132" cy="3657295"/>
              </a:xfrm>
              <a:prstGeom prst="rect">
                <a:avLst/>
              </a:prstGeom>
            </p:spPr>
          </p:pic>
        </p:grpSp>
        <p:cxnSp>
          <p:nvCxnSpPr>
            <p:cNvPr id="20" name="Gerade Verbindung 58">
              <a:extLst>
                <a:ext uri="{FF2B5EF4-FFF2-40B4-BE49-F238E27FC236}">
                  <a16:creationId xmlns:a16="http://schemas.microsoft.com/office/drawing/2014/main" id="{74AA5575-740D-44E5-86F5-C0C87776BD65}"/>
                </a:ext>
              </a:extLst>
            </p:cNvPr>
            <p:cNvCxnSpPr/>
            <p:nvPr/>
          </p:nvCxnSpPr>
          <p:spPr bwMode="auto">
            <a:xfrm>
              <a:off x="4671434" y="3187387"/>
              <a:ext cx="0" cy="338921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A69C03D2-B8CD-40A6-BC47-C5401A750E9F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62712" y="3209643"/>
              <a:ext cx="155491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X1</a:t>
              </a:r>
            </a:p>
          </p:txBody>
        </p:sp>
        <p:grpSp>
          <p:nvGrpSpPr>
            <p:cNvPr id="22" name="Gruppieren 127">
              <a:extLst>
                <a:ext uri="{FF2B5EF4-FFF2-40B4-BE49-F238E27FC236}">
                  <a16:creationId xmlns:a16="http://schemas.microsoft.com/office/drawing/2014/main" id="{6FF3A662-C571-4E7D-BFF1-82F26E4E32D0}"/>
                </a:ext>
              </a:extLst>
            </p:cNvPr>
            <p:cNvGrpSpPr/>
            <p:nvPr/>
          </p:nvGrpSpPr>
          <p:grpSpPr>
            <a:xfrm>
              <a:off x="6785207" y="1539806"/>
              <a:ext cx="1250343" cy="918734"/>
              <a:chOff x="7277743" y="1287682"/>
              <a:chExt cx="1250343" cy="918734"/>
            </a:xfrm>
          </p:grpSpPr>
          <p:pic>
            <p:nvPicPr>
              <p:cNvPr id="23" name="product_comfort-panel.png">
                <a:extLst>
                  <a:ext uri="{FF2B5EF4-FFF2-40B4-BE49-F238E27FC236}">
                    <a16:creationId xmlns:a16="http://schemas.microsoft.com/office/drawing/2014/main" id="{7E98E1BC-AF8E-4FF7-BA8A-574BDB918D5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 rotWithShape="1"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123" b="8285"/>
              <a:stretch/>
            </p:blipFill>
            <p:spPr>
              <a:xfrm>
                <a:off x="7452881" y="1482934"/>
                <a:ext cx="865500" cy="723482"/>
              </a:xfrm>
              <a:prstGeom prst="rect">
                <a:avLst/>
              </a:prstGeom>
            </p:spPr>
          </p:pic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748DB8F6-A9B3-48ED-AA0E-B0C308EE25E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7277743" y="1287682"/>
                <a:ext cx="1250343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3C464B"/>
                    </a:solidFill>
                  </a:rPr>
                  <a:t>Basic/</a:t>
                </a:r>
                <a:r>
                  <a:rPr lang="en-US" altLang="de-DE" sz="1000" b="1" dirty="0">
                    <a:solidFill>
                      <a:srgbClr val="3C464B"/>
                    </a:solidFill>
                  </a:rPr>
                  <a:t>Comfort</a:t>
                </a:r>
                <a:r>
                  <a:rPr lang="de-DE" altLang="de-DE" sz="1000" b="1" dirty="0">
                    <a:solidFill>
                      <a:srgbClr val="3C464B"/>
                    </a:solidFill>
                  </a:rPr>
                  <a:t> Panel</a:t>
                </a:r>
              </a:p>
            </p:txBody>
          </p:sp>
        </p:grpSp>
        <p:pic>
          <p:nvPicPr>
            <p:cNvPr id="25" name="Grafik 1">
              <a:extLst>
                <a:ext uri="{FF2B5EF4-FFF2-40B4-BE49-F238E27FC236}">
                  <a16:creationId xmlns:a16="http://schemas.microsoft.com/office/drawing/2014/main" id="{4C60061B-FEC0-4155-826E-2FBB3A794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85639" y="2554415"/>
              <a:ext cx="266700" cy="638175"/>
            </a:xfrm>
            <a:prstGeom prst="rect">
              <a:avLst/>
            </a:prstGeom>
          </p:spPr>
        </p:pic>
        <p:pic>
          <p:nvPicPr>
            <p:cNvPr id="26" name="Grafik 45">
              <a:extLst>
                <a:ext uri="{FF2B5EF4-FFF2-40B4-BE49-F238E27FC236}">
                  <a16:creationId xmlns:a16="http://schemas.microsoft.com/office/drawing/2014/main" id="{3E056566-803C-402F-BFEB-3DB7E3D14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948009" y="2537252"/>
              <a:ext cx="266700" cy="638175"/>
            </a:xfrm>
            <a:prstGeom prst="rect">
              <a:avLst/>
            </a:prstGeom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3497402C-C116-4FA7-BFF7-9FA94CDFD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6973" y="2954145"/>
              <a:ext cx="248326" cy="496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ihandform: Form 4">
              <a:extLst>
                <a:ext uri="{FF2B5EF4-FFF2-40B4-BE49-F238E27FC236}">
                  <a16:creationId xmlns:a16="http://schemas.microsoft.com/office/drawing/2014/main" id="{6393F417-301F-4E57-A96B-8A21CABA3B71}"/>
                </a:ext>
              </a:extLst>
            </p:cNvPr>
            <p:cNvSpPr/>
            <p:nvPr/>
          </p:nvSpPr>
          <p:spPr bwMode="auto">
            <a:xfrm>
              <a:off x="7112524" y="2468294"/>
              <a:ext cx="297855" cy="564662"/>
            </a:xfrm>
            <a:custGeom>
              <a:avLst/>
              <a:gdLst>
                <a:gd name="connsiteX0" fmla="*/ 0 w 537328"/>
                <a:gd name="connsiteY0" fmla="*/ 622169 h 622169"/>
                <a:gd name="connsiteX1" fmla="*/ 537328 w 537328"/>
                <a:gd name="connsiteY1" fmla="*/ 622169 h 622169"/>
                <a:gd name="connsiteX2" fmla="*/ 537328 w 537328"/>
                <a:gd name="connsiteY2" fmla="*/ 0 h 62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328" h="622169">
                  <a:moveTo>
                    <a:pt x="0" y="622169"/>
                  </a:moveTo>
                  <a:lnTo>
                    <a:pt x="537328" y="622169"/>
                  </a:lnTo>
                  <a:lnTo>
                    <a:pt x="537328" y="0"/>
                  </a:lnTo>
                </a:path>
              </a:pathLst>
            </a:cu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buClr>
                  <a:schemeClr val="accent1"/>
                </a:buClr>
                <a:buFont typeface="Wingdings" pitchFamily="2" charset="2"/>
              </a:pPr>
              <a:endParaRPr lang="de-DE" sz="900">
                <a:solidFill>
                  <a:schemeClr val="tx1"/>
                </a:solidFill>
                <a:latin typeface="Arial" charset="0"/>
                <a:ea typeface="+mn-ea"/>
              </a:endParaRPr>
            </a:p>
          </p:txBody>
        </p:sp>
        <p:cxnSp>
          <p:nvCxnSpPr>
            <p:cNvPr id="29" name="Gerade Verbindung 23">
              <a:extLst>
                <a:ext uri="{FF2B5EF4-FFF2-40B4-BE49-F238E27FC236}">
                  <a16:creationId xmlns:a16="http://schemas.microsoft.com/office/drawing/2014/main" id="{EAF91419-4ED9-46C5-8472-38A08ECEFEEC}"/>
                </a:ext>
              </a:extLst>
            </p:cNvPr>
            <p:cNvCxnSpPr/>
            <p:nvPr/>
          </p:nvCxnSpPr>
          <p:spPr bwMode="auto">
            <a:xfrm flipH="1">
              <a:off x="7041230" y="3295474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Rechteck 56">
              <a:extLst>
                <a:ext uri="{FF2B5EF4-FFF2-40B4-BE49-F238E27FC236}">
                  <a16:creationId xmlns:a16="http://schemas.microsoft.com/office/drawing/2014/main" id="{2D9964D9-D7BA-431D-BC16-56700BEFC6E2}"/>
                </a:ext>
              </a:extLst>
            </p:cNvPr>
            <p:cNvSpPr/>
            <p:nvPr/>
          </p:nvSpPr>
          <p:spPr bwMode="auto">
            <a:xfrm>
              <a:off x="6966206" y="362703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grpSp>
          <p:nvGrpSpPr>
            <p:cNvPr id="31" name="Gruppieren 31">
              <a:extLst>
                <a:ext uri="{FF2B5EF4-FFF2-40B4-BE49-F238E27FC236}">
                  <a16:creationId xmlns:a16="http://schemas.microsoft.com/office/drawing/2014/main" id="{6AB4ECEE-C981-4F40-B961-2E2388357C1E}"/>
                </a:ext>
              </a:extLst>
            </p:cNvPr>
            <p:cNvGrpSpPr/>
            <p:nvPr/>
          </p:nvGrpSpPr>
          <p:grpSpPr>
            <a:xfrm>
              <a:off x="3592543" y="4033513"/>
              <a:ext cx="318025" cy="455268"/>
              <a:chOff x="2287722" y="4432346"/>
              <a:chExt cx="318025" cy="455268"/>
            </a:xfrm>
          </p:grpSpPr>
          <p:pic>
            <p:nvPicPr>
              <p:cNvPr id="32" name="product_distributed-io.png">
                <a:extLst>
                  <a:ext uri="{FF2B5EF4-FFF2-40B4-BE49-F238E27FC236}">
                    <a16:creationId xmlns:a16="http://schemas.microsoft.com/office/drawing/2014/main" id="{47EBC9FC-5566-4C08-9B19-C42DFFE6077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65334"/>
              <a:stretch/>
            </p:blipFill>
            <p:spPr>
              <a:xfrm>
                <a:off x="2287722" y="4432346"/>
                <a:ext cx="157822" cy="455268"/>
              </a:xfrm>
              <a:prstGeom prst="rect">
                <a:avLst/>
              </a:prstGeom>
            </p:spPr>
          </p:pic>
          <p:pic>
            <p:nvPicPr>
              <p:cNvPr id="33" name="product_distributed-io.png">
                <a:extLst>
                  <a:ext uri="{FF2B5EF4-FFF2-40B4-BE49-F238E27FC236}">
                    <a16:creationId xmlns:a16="http://schemas.microsoft.com/office/drawing/2014/main" id="{DCD76BF5-7408-4E5F-AA37-353F34CF61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65334"/>
              <a:stretch/>
            </p:blipFill>
            <p:spPr>
              <a:xfrm>
                <a:off x="2447925" y="4432346"/>
                <a:ext cx="157822" cy="455268"/>
              </a:xfrm>
              <a:prstGeom prst="rect">
                <a:avLst/>
              </a:prstGeom>
            </p:spPr>
          </p:pic>
        </p:grpSp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50E0F079-5511-4A83-B1CE-9CE7D71141EE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560488" y="4590244"/>
              <a:ext cx="391133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/>
                <a:t>PN/PN</a:t>
              </a:r>
            </a:p>
          </p:txBody>
        </p:sp>
        <p:grpSp>
          <p:nvGrpSpPr>
            <p:cNvPr id="35" name="Gruppieren 40">
              <a:extLst>
                <a:ext uri="{FF2B5EF4-FFF2-40B4-BE49-F238E27FC236}">
                  <a16:creationId xmlns:a16="http://schemas.microsoft.com/office/drawing/2014/main" id="{DEF878D5-BA45-4E41-80CB-6A1E1BA80E25}"/>
                </a:ext>
              </a:extLst>
            </p:cNvPr>
            <p:cNvGrpSpPr/>
            <p:nvPr/>
          </p:nvGrpSpPr>
          <p:grpSpPr>
            <a:xfrm>
              <a:off x="3790949" y="3650400"/>
              <a:ext cx="126000" cy="447989"/>
              <a:chOff x="7094633" y="3873495"/>
              <a:chExt cx="126000" cy="447989"/>
            </a:xfrm>
          </p:grpSpPr>
          <p:cxnSp>
            <p:nvCxnSpPr>
              <p:cNvPr id="36" name="Gerade Verbindung 132">
                <a:extLst>
                  <a:ext uri="{FF2B5EF4-FFF2-40B4-BE49-F238E27FC236}">
                    <a16:creationId xmlns:a16="http://schemas.microsoft.com/office/drawing/2014/main" id="{761CCE50-22DD-4319-98E7-3F2A18DDA64B}"/>
                  </a:ext>
                </a:extLst>
              </p:cNvPr>
              <p:cNvCxnSpPr/>
              <p:nvPr/>
            </p:nvCxnSpPr>
            <p:spPr bwMode="auto">
              <a:xfrm>
                <a:off x="7157634" y="3955772"/>
                <a:ext cx="0" cy="365712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Rechteck 42">
                <a:extLst>
                  <a:ext uri="{FF2B5EF4-FFF2-40B4-BE49-F238E27FC236}">
                    <a16:creationId xmlns:a16="http://schemas.microsoft.com/office/drawing/2014/main" id="{F8503F12-83AF-4EE5-A7F8-4FBAB69E2A78}"/>
                  </a:ext>
                </a:extLst>
              </p:cNvPr>
              <p:cNvSpPr/>
              <p:nvPr/>
            </p:nvSpPr>
            <p:spPr bwMode="auto">
              <a:xfrm>
                <a:off x="7094633" y="3873495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8" name="Gerade Verbindung 22">
              <a:extLst>
                <a:ext uri="{FF2B5EF4-FFF2-40B4-BE49-F238E27FC236}">
                  <a16:creationId xmlns:a16="http://schemas.microsoft.com/office/drawing/2014/main" id="{0B56882A-DF05-4617-8203-82202675F5B8}"/>
                </a:ext>
              </a:extLst>
            </p:cNvPr>
            <p:cNvCxnSpPr>
              <a:cxnSpLocks/>
              <a:endCxn id="39" idx="0"/>
            </p:cNvCxnSpPr>
            <p:nvPr/>
          </p:nvCxnSpPr>
          <p:spPr bwMode="auto">
            <a:xfrm>
              <a:off x="2758040" y="4182489"/>
              <a:ext cx="0" cy="18285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39" name="product_simatic-s7-1500-control-unit.png">
              <a:extLst>
                <a:ext uri="{FF2B5EF4-FFF2-40B4-BE49-F238E27FC236}">
                  <a16:creationId xmlns:a16="http://schemas.microsoft.com/office/drawing/2014/main" id="{A469C6B8-1ED6-44B5-8CE6-E9C8915EF95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885" y="4365345"/>
              <a:ext cx="640310" cy="640310"/>
            </a:xfrm>
            <a:prstGeom prst="rect">
              <a:avLst/>
            </a:prstGeom>
          </p:spPr>
        </p:pic>
        <p:cxnSp>
          <p:nvCxnSpPr>
            <p:cNvPr id="40" name="Gerader Verbinder 6">
              <a:extLst>
                <a:ext uri="{FF2B5EF4-FFF2-40B4-BE49-F238E27FC236}">
                  <a16:creationId xmlns:a16="http://schemas.microsoft.com/office/drawing/2014/main" id="{CDE04FA8-CF3E-4218-9F9A-A6CE342D6D7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23793" y="4179711"/>
              <a:ext cx="2047661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Rechteck 47">
              <a:extLst>
                <a:ext uri="{FF2B5EF4-FFF2-40B4-BE49-F238E27FC236}">
                  <a16:creationId xmlns:a16="http://schemas.microsoft.com/office/drawing/2014/main" id="{C02ABDFA-7A64-46C2-A8FF-E8786560318E}"/>
                </a:ext>
              </a:extLst>
            </p:cNvPr>
            <p:cNvSpPr/>
            <p:nvPr/>
          </p:nvSpPr>
          <p:spPr bwMode="auto">
            <a:xfrm>
              <a:off x="1693489" y="4116571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cxnSp>
          <p:nvCxnSpPr>
            <p:cNvPr id="42" name="Gerade Verbindung 22">
              <a:extLst>
                <a:ext uri="{FF2B5EF4-FFF2-40B4-BE49-F238E27FC236}">
                  <a16:creationId xmlns:a16="http://schemas.microsoft.com/office/drawing/2014/main" id="{AE1998D9-26A6-4A90-9A03-F7A8BECD9208}"/>
                </a:ext>
              </a:extLst>
            </p:cNvPr>
            <p:cNvCxnSpPr/>
            <p:nvPr/>
          </p:nvCxnSpPr>
          <p:spPr bwMode="auto">
            <a:xfrm>
              <a:off x="1752977" y="4224532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43" name="product_distributed-io.png">
              <a:extLst>
                <a:ext uri="{FF2B5EF4-FFF2-40B4-BE49-F238E27FC236}">
                  <a16:creationId xmlns:a16="http://schemas.microsoft.com/office/drawing/2014/main" id="{F67D630D-4C06-408A-A122-E85B3B8826C4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412" y="4422455"/>
              <a:ext cx="455268" cy="455268"/>
            </a:xfrm>
            <a:prstGeom prst="rect">
              <a:avLst/>
            </a:prstGeom>
          </p:spPr>
        </p:pic>
        <p:sp>
          <p:nvSpPr>
            <p:cNvPr id="44" name="Textfeld 60">
              <a:extLst>
                <a:ext uri="{FF2B5EF4-FFF2-40B4-BE49-F238E27FC236}">
                  <a16:creationId xmlns:a16="http://schemas.microsoft.com/office/drawing/2014/main" id="{E129F1C6-9621-4312-93D5-6DB359C7B788}"/>
                </a:ext>
              </a:extLst>
            </p:cNvPr>
            <p:cNvSpPr txBox="1"/>
            <p:nvPr/>
          </p:nvSpPr>
          <p:spPr>
            <a:xfrm>
              <a:off x="5047441" y="3295474"/>
              <a:ext cx="742942" cy="226025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de-DE" sz="12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100MBit/s</a:t>
              </a:r>
            </a:p>
          </p:txBody>
        </p:sp>
        <p:cxnSp>
          <p:nvCxnSpPr>
            <p:cNvPr id="45" name="Gerade Verbindung 23">
              <a:extLst>
                <a:ext uri="{FF2B5EF4-FFF2-40B4-BE49-F238E27FC236}">
                  <a16:creationId xmlns:a16="http://schemas.microsoft.com/office/drawing/2014/main" id="{B30C0D49-6091-4973-94D7-508716D5790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52405" y="3918626"/>
              <a:ext cx="2863" cy="27569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46" name="product_simatic-s7-1500-control-unit.png">
              <a:extLst>
                <a:ext uri="{FF2B5EF4-FFF2-40B4-BE49-F238E27FC236}">
                  <a16:creationId xmlns:a16="http://schemas.microsoft.com/office/drawing/2014/main" id="{8EC5164B-5668-4D89-BDD0-1D95365B699B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3092" y="4187738"/>
              <a:ext cx="640310" cy="640310"/>
            </a:xfrm>
            <a:prstGeom prst="rect">
              <a:avLst/>
            </a:prstGeom>
          </p:spPr>
        </p:pic>
        <p:sp>
          <p:nvSpPr>
            <p:cNvPr id="47" name="Rechteck 66">
              <a:extLst>
                <a:ext uri="{FF2B5EF4-FFF2-40B4-BE49-F238E27FC236}">
                  <a16:creationId xmlns:a16="http://schemas.microsoft.com/office/drawing/2014/main" id="{C60AA822-6839-4A89-BE7E-CF81C3495621}"/>
                </a:ext>
              </a:extLst>
            </p:cNvPr>
            <p:cNvSpPr/>
            <p:nvPr/>
          </p:nvSpPr>
          <p:spPr bwMode="auto">
            <a:xfrm>
              <a:off x="6289405" y="3812308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48" name="Freihandform: Form 9">
              <a:extLst>
                <a:ext uri="{FF2B5EF4-FFF2-40B4-BE49-F238E27FC236}">
                  <a16:creationId xmlns:a16="http://schemas.microsoft.com/office/drawing/2014/main" id="{4562825C-A69B-48C6-A00A-47558D30636B}"/>
                </a:ext>
              </a:extLst>
            </p:cNvPr>
            <p:cNvSpPr/>
            <p:nvPr/>
          </p:nvSpPr>
          <p:spPr bwMode="auto">
            <a:xfrm>
              <a:off x="6271491" y="2881745"/>
              <a:ext cx="378981" cy="1209964"/>
            </a:xfrm>
            <a:custGeom>
              <a:avLst/>
              <a:gdLst>
                <a:gd name="connsiteX0" fmla="*/ 0 w 378981"/>
                <a:gd name="connsiteY0" fmla="*/ 0 h 1209964"/>
                <a:gd name="connsiteX1" fmla="*/ 360218 w 378981"/>
                <a:gd name="connsiteY1" fmla="*/ 535710 h 1209964"/>
                <a:gd name="connsiteX2" fmla="*/ 295564 w 378981"/>
                <a:gd name="connsiteY2" fmla="*/ 1209964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8981" h="1209964">
                  <a:moveTo>
                    <a:pt x="0" y="0"/>
                  </a:moveTo>
                  <a:cubicBezTo>
                    <a:pt x="155478" y="167024"/>
                    <a:pt x="310957" y="334049"/>
                    <a:pt x="360218" y="535710"/>
                  </a:cubicBezTo>
                  <a:cubicBezTo>
                    <a:pt x="409479" y="737371"/>
                    <a:pt x="352521" y="973667"/>
                    <a:pt x="295564" y="1209964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Legende: Linie 10">
              <a:extLst>
                <a:ext uri="{FF2B5EF4-FFF2-40B4-BE49-F238E27FC236}">
                  <a16:creationId xmlns:a16="http://schemas.microsoft.com/office/drawing/2014/main" id="{FD25FBDE-58A8-4D08-9D92-5BF4461A8C50}"/>
                </a:ext>
              </a:extLst>
            </p:cNvPr>
            <p:cNvSpPr/>
            <p:nvPr/>
          </p:nvSpPr>
          <p:spPr bwMode="auto">
            <a:xfrm>
              <a:off x="3178882" y="5159815"/>
              <a:ext cx="1574821" cy="526757"/>
            </a:xfrm>
            <a:prstGeom prst="borderCallout1">
              <a:avLst>
                <a:gd name="adj1" fmla="val -13500"/>
                <a:gd name="adj2" fmla="val 35655"/>
                <a:gd name="adj3" fmla="val -118912"/>
                <a:gd name="adj4" fmla="val 87194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MRP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环中最多</a:t>
              </a: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14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个设备</a:t>
              </a:r>
              <a:endParaRPr lang="de-DE" sz="12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0" name="Legende: Linie 70">
              <a:extLst>
                <a:ext uri="{FF2B5EF4-FFF2-40B4-BE49-F238E27FC236}">
                  <a16:creationId xmlns:a16="http://schemas.microsoft.com/office/drawing/2014/main" id="{42B8DE2E-9163-4024-BCAC-51141A5C9F3F}"/>
                </a:ext>
              </a:extLst>
            </p:cNvPr>
            <p:cNvSpPr/>
            <p:nvPr/>
          </p:nvSpPr>
          <p:spPr bwMode="auto">
            <a:xfrm>
              <a:off x="1842930" y="3262621"/>
              <a:ext cx="1262724" cy="490415"/>
            </a:xfrm>
            <a:prstGeom prst="borderCallout1">
              <a:avLst>
                <a:gd name="adj1" fmla="val 107966"/>
                <a:gd name="adj2" fmla="val 103393"/>
                <a:gd name="adj3" fmla="val 177124"/>
                <a:gd name="adj4" fmla="val 136431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PN/PN 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耦合器</a:t>
              </a:r>
              <a:endParaRPr lang="en-US" sz="12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1" name="Legende: Linie 71">
              <a:extLst>
                <a:ext uri="{FF2B5EF4-FFF2-40B4-BE49-F238E27FC236}">
                  <a16:creationId xmlns:a16="http://schemas.microsoft.com/office/drawing/2014/main" id="{EBC8E5A7-E851-42F6-A16D-BD975CC35A2D}"/>
                </a:ext>
              </a:extLst>
            </p:cNvPr>
            <p:cNvSpPr/>
            <p:nvPr/>
          </p:nvSpPr>
          <p:spPr bwMode="auto">
            <a:xfrm>
              <a:off x="5224727" y="5146481"/>
              <a:ext cx="2523772" cy="540091"/>
            </a:xfrm>
            <a:prstGeom prst="borderCallout1">
              <a:avLst>
                <a:gd name="adj1" fmla="val -6125"/>
                <a:gd name="adj2" fmla="val 65141"/>
                <a:gd name="adj3" fmla="val -264129"/>
                <a:gd name="adj4" fmla="val 56446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和标准控制器通过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X1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接口采用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OUC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通讯</a:t>
              </a:r>
              <a:endParaRPr lang="en-US" sz="12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178EC92-FCB3-4250-8772-4C5A9D12C063}"/>
              </a:ext>
            </a:extLst>
          </p:cNvPr>
          <p:cNvSpPr txBox="1"/>
          <p:nvPr/>
        </p:nvSpPr>
        <p:spPr>
          <a:xfrm>
            <a:off x="8393172" y="2362045"/>
            <a:ext cx="3348363" cy="1700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1513R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接口构建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MRP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支持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S2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系统冗余的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IO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设备可以直接接入介质冗余环网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1513R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PN/PN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耦合器与标准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PLC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系统通讯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也可以通过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OUC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方式与冗余系统通讯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人机界面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HMI,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SCADA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系统通过交换机接入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 err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8150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Object 80" hidden="1">
            <a:extLst>
              <a:ext uri="{FF2B5EF4-FFF2-40B4-BE49-F238E27FC236}">
                <a16:creationId xmlns:a16="http://schemas.microsoft.com/office/drawing/2014/main" id="{229B6345-46CD-41A6-8D59-6235C74EAC3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270" name="think-cell Slide" r:id="rId28" imgW="359" imgH="355" progId="TCLayout.ActiveDocument.1">
                  <p:embed/>
                </p:oleObj>
              </mc:Choice>
              <mc:Fallback>
                <p:oleObj name="think-cell Slide" r:id="rId28" imgW="359" imgH="355" progId="TCLayout.ActiveDocument.1">
                  <p:embed/>
                  <p:pic>
                    <p:nvPicPr>
                      <p:cNvPr id="81" name="Object 80" hidden="1">
                        <a:extLst>
                          <a:ext uri="{FF2B5EF4-FFF2-40B4-BE49-F238E27FC236}">
                            <a16:creationId xmlns:a16="http://schemas.microsoft.com/office/drawing/2014/main" id="{229B6345-46CD-41A6-8D59-6235C74EA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Rectangle 79" hidden="1">
            <a:extLst>
              <a:ext uri="{FF2B5EF4-FFF2-40B4-BE49-F238E27FC236}">
                <a16:creationId xmlns:a16="http://schemas.microsoft.com/office/drawing/2014/main" id="{9C2969F2-9411-44FB-9E2D-03ACB39B0153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u="none" dirty="0">
              <a:solidFill>
                <a:srgbClr val="000000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D9DD3-2E15-4097-9177-F506EBE7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CPU 1515R-2 PN</a:t>
            </a:r>
            <a:r>
              <a:rPr lang="zh-CN" altLang="en-US" b="0" dirty="0"/>
              <a:t>典型网络架构</a:t>
            </a:r>
            <a:endParaRPr lang="en-US" dirty="0"/>
          </a:p>
        </p:txBody>
      </p:sp>
      <p:sp>
        <p:nvSpPr>
          <p:cNvPr id="69" name="Textfeld 86">
            <a:extLst>
              <a:ext uri="{FF2B5EF4-FFF2-40B4-BE49-F238E27FC236}">
                <a16:creationId xmlns:a16="http://schemas.microsoft.com/office/drawing/2014/main" id="{655C049C-187D-4819-8D7C-4F6B297C3408}"/>
              </a:ext>
            </a:extLst>
          </p:cNvPr>
          <p:cNvSpPr txBox="1"/>
          <p:nvPr/>
        </p:nvSpPr>
        <p:spPr>
          <a:xfrm>
            <a:off x="7971383" y="6489340"/>
            <a:ext cx="3888432" cy="21602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US" sz="11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1) Sync-Line runs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with 100MBit/s on R-System</a:t>
            </a:r>
            <a:endParaRPr lang="en-US" sz="11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01EDC68-F12A-482C-AAAB-ADD83A4BD0E2}"/>
              </a:ext>
            </a:extLst>
          </p:cNvPr>
          <p:cNvGrpSpPr/>
          <p:nvPr/>
        </p:nvGrpSpPr>
        <p:grpSpPr>
          <a:xfrm>
            <a:off x="1454659" y="1223116"/>
            <a:ext cx="6674901" cy="5126567"/>
            <a:chOff x="2357907" y="1223116"/>
            <a:chExt cx="6674901" cy="5126567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062B18A-C433-448D-9A94-D5A7C54079EB}"/>
                </a:ext>
              </a:extLst>
            </p:cNvPr>
            <p:cNvGrpSpPr/>
            <p:nvPr/>
          </p:nvGrpSpPr>
          <p:grpSpPr>
            <a:xfrm>
              <a:off x="2727231" y="1259188"/>
              <a:ext cx="6192871" cy="4618084"/>
              <a:chOff x="2727231" y="1259188"/>
              <a:chExt cx="6192871" cy="4618084"/>
            </a:xfrm>
          </p:grpSpPr>
          <p:grpSp>
            <p:nvGrpSpPr>
              <p:cNvPr id="3" name="Gruppieren 96">
                <a:extLst>
                  <a:ext uri="{FF2B5EF4-FFF2-40B4-BE49-F238E27FC236}">
                    <a16:creationId xmlns:a16="http://schemas.microsoft.com/office/drawing/2014/main" id="{9864F0CD-0178-46DA-859C-7708488DF902}"/>
                  </a:ext>
                </a:extLst>
              </p:cNvPr>
              <p:cNvGrpSpPr/>
              <p:nvPr/>
            </p:nvGrpSpPr>
            <p:grpSpPr>
              <a:xfrm>
                <a:off x="3922942" y="2577148"/>
                <a:ext cx="4905932" cy="233355"/>
                <a:chOff x="627063" y="2703276"/>
                <a:chExt cx="11088687" cy="233355"/>
              </a:xfrm>
            </p:grpSpPr>
            <p:cxnSp>
              <p:nvCxnSpPr>
                <p:cNvPr id="4" name="Gerade Verbindung 66">
                  <a:extLst>
                    <a:ext uri="{FF2B5EF4-FFF2-40B4-BE49-F238E27FC236}">
                      <a16:creationId xmlns:a16="http://schemas.microsoft.com/office/drawing/2014/main" id="{71718B85-1D88-455B-A17E-7B9C4032D0F2}"/>
                    </a:ext>
                  </a:extLst>
                </p:cNvPr>
                <p:cNvCxnSpPr/>
                <p:nvPr/>
              </p:nvCxnSpPr>
              <p:spPr bwMode="auto">
                <a:xfrm>
                  <a:off x="627063" y="2936631"/>
                  <a:ext cx="11088687" cy="0"/>
                </a:xfrm>
                <a:prstGeom prst="line">
                  <a:avLst/>
                </a:prstGeom>
                <a:solidFill>
                  <a:schemeClr val="tx2"/>
                </a:solidFill>
                <a:ln w="2857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" name="Text Box 16">
                  <a:extLst>
                    <a:ext uri="{FF2B5EF4-FFF2-40B4-BE49-F238E27FC236}">
                      <a16:creationId xmlns:a16="http://schemas.microsoft.com/office/drawing/2014/main" id="{63D3E57B-54E0-41DC-9A2D-888BE3D72009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632625" y="2703276"/>
                  <a:ext cx="1130118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de-DE" altLang="de-DE" sz="1000" b="1" dirty="0">
                      <a:solidFill>
                        <a:srgbClr val="00963F"/>
                      </a:solidFill>
                    </a:rPr>
                    <a:t>Industrial Ethernet</a:t>
                  </a:r>
                </a:p>
              </p:txBody>
            </p:sp>
          </p:grpSp>
          <p:cxnSp>
            <p:nvCxnSpPr>
              <p:cNvPr id="6" name="Gerade Verbindung 22">
                <a:extLst>
                  <a:ext uri="{FF2B5EF4-FFF2-40B4-BE49-F238E27FC236}">
                    <a16:creationId xmlns:a16="http://schemas.microsoft.com/office/drawing/2014/main" id="{E81E1319-FE8D-497B-B933-9BB8A4973D6E}"/>
                  </a:ext>
                </a:extLst>
              </p:cNvPr>
              <p:cNvCxnSpPr/>
              <p:nvPr/>
            </p:nvCxnSpPr>
            <p:spPr bwMode="auto">
              <a:xfrm>
                <a:off x="5523547" y="4772796"/>
                <a:ext cx="0" cy="365712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" name="Gerade Verbindung 23">
                <a:extLst>
                  <a:ext uri="{FF2B5EF4-FFF2-40B4-BE49-F238E27FC236}">
                    <a16:creationId xmlns:a16="http://schemas.microsoft.com/office/drawing/2014/main" id="{CE8BE1D1-6216-4721-950D-A7D814B6C7FA}"/>
                  </a:ext>
                </a:extLst>
              </p:cNvPr>
              <p:cNvCxnSpPr/>
              <p:nvPr/>
            </p:nvCxnSpPr>
            <p:spPr bwMode="auto">
              <a:xfrm flipH="1">
                <a:off x="6415382" y="4822424"/>
                <a:ext cx="1" cy="431914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" name="Ellipse 24">
                <a:extLst>
                  <a:ext uri="{FF2B5EF4-FFF2-40B4-BE49-F238E27FC236}">
                    <a16:creationId xmlns:a16="http://schemas.microsoft.com/office/drawing/2014/main" id="{D8928B32-04C0-43BB-8CF7-A898DD2FE3CC}"/>
                  </a:ext>
                </a:extLst>
              </p:cNvPr>
              <p:cNvSpPr/>
              <p:nvPr/>
            </p:nvSpPr>
            <p:spPr bwMode="auto">
              <a:xfrm>
                <a:off x="4948343" y="4391543"/>
                <a:ext cx="3201931" cy="423707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pPr>
                  <a:buClr>
                    <a:schemeClr val="accent1"/>
                  </a:buClr>
                  <a:buFont typeface="Wingdings" pitchFamily="2" charset="2"/>
                </a:pPr>
                <a:endParaRPr lang="de-DE" sz="900" kern="1200" dirty="0">
                  <a:solidFill>
                    <a:schemeClr val="tx1"/>
                  </a:solidFill>
                  <a:latin typeface="Arial" charset="0"/>
                  <a:ea typeface="+mn-ea"/>
                </a:endParaRPr>
              </a:p>
            </p:txBody>
          </p:sp>
          <p:sp>
            <p:nvSpPr>
              <p:cNvPr id="9" name="Rechteck 25">
                <a:extLst>
                  <a:ext uri="{FF2B5EF4-FFF2-40B4-BE49-F238E27FC236}">
                    <a16:creationId xmlns:a16="http://schemas.microsoft.com/office/drawing/2014/main" id="{E0874D16-AFDF-48E7-B768-4445F60BEF0D}"/>
                  </a:ext>
                </a:extLst>
              </p:cNvPr>
              <p:cNvSpPr/>
              <p:nvPr/>
            </p:nvSpPr>
            <p:spPr bwMode="auto">
              <a:xfrm>
                <a:off x="6352382" y="4754653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hteck 26">
                <a:extLst>
                  <a:ext uri="{FF2B5EF4-FFF2-40B4-BE49-F238E27FC236}">
                    <a16:creationId xmlns:a16="http://schemas.microsoft.com/office/drawing/2014/main" id="{829AEA07-D507-4E58-A3AF-86E02BA21E58}"/>
                  </a:ext>
                </a:extLst>
              </p:cNvPr>
              <p:cNvSpPr/>
              <p:nvPr/>
            </p:nvSpPr>
            <p:spPr bwMode="auto">
              <a:xfrm>
                <a:off x="5460546" y="4698139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 Box 16">
                <a:extLst>
                  <a:ext uri="{FF2B5EF4-FFF2-40B4-BE49-F238E27FC236}">
                    <a16:creationId xmlns:a16="http://schemas.microsoft.com/office/drawing/2014/main" id="{C4E3D4B8-3813-424B-AA42-B12C13E591A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5829773" y="4103287"/>
                <a:ext cx="155491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00963F"/>
                    </a:solidFill>
                  </a:rPr>
                  <a:t>X1</a:t>
                </a:r>
              </a:p>
            </p:txBody>
          </p:sp>
          <p:sp>
            <p:nvSpPr>
              <p:cNvPr id="12" name="Rechteck 33">
                <a:extLst>
                  <a:ext uri="{FF2B5EF4-FFF2-40B4-BE49-F238E27FC236}">
                    <a16:creationId xmlns:a16="http://schemas.microsoft.com/office/drawing/2014/main" id="{2861D8D0-47CA-43FD-A421-C2E675E4E1F7}"/>
                  </a:ext>
                </a:extLst>
              </p:cNvPr>
              <p:cNvSpPr/>
              <p:nvPr/>
            </p:nvSpPr>
            <p:spPr bwMode="auto">
              <a:xfrm>
                <a:off x="7139344" y="4359572"/>
                <a:ext cx="79201" cy="114810"/>
              </a:xfrm>
              <a:prstGeom prst="rect">
                <a:avLst/>
              </a:prstGeom>
              <a:solidFill>
                <a:schemeClr val="lt1"/>
              </a:solidFill>
              <a:ln w="9525" cap="flat" cmpd="sng" algn="ctr">
                <a:solidFill>
                  <a:schemeClr val="lt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de-DE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cxnSp>
            <p:nvCxnSpPr>
              <p:cNvPr id="13" name="Gerade Verbindung 34">
                <a:extLst>
                  <a:ext uri="{FF2B5EF4-FFF2-40B4-BE49-F238E27FC236}">
                    <a16:creationId xmlns:a16="http://schemas.microsoft.com/office/drawing/2014/main" id="{B9542C32-6C4A-429A-9B21-A2BE2828EC32}"/>
                  </a:ext>
                </a:extLst>
              </p:cNvPr>
              <p:cNvCxnSpPr/>
              <p:nvPr/>
            </p:nvCxnSpPr>
            <p:spPr bwMode="auto">
              <a:xfrm>
                <a:off x="7238739" y="4080418"/>
                <a:ext cx="0" cy="338921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Gerade Verbindung 35">
                <a:extLst>
                  <a:ext uri="{FF2B5EF4-FFF2-40B4-BE49-F238E27FC236}">
                    <a16:creationId xmlns:a16="http://schemas.microsoft.com/office/drawing/2014/main" id="{15EB2796-F7FF-40F2-A8B3-E2E4BEC76C24}"/>
                  </a:ext>
                </a:extLst>
              </p:cNvPr>
              <p:cNvCxnSpPr/>
              <p:nvPr/>
            </p:nvCxnSpPr>
            <p:spPr bwMode="auto">
              <a:xfrm>
                <a:off x="7129576" y="3955748"/>
                <a:ext cx="1" cy="461229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Rechteck 36">
                <a:extLst>
                  <a:ext uri="{FF2B5EF4-FFF2-40B4-BE49-F238E27FC236}">
                    <a16:creationId xmlns:a16="http://schemas.microsoft.com/office/drawing/2014/main" id="{E8A8FBA8-C762-4966-81FA-CC694A8A0E6D}"/>
                  </a:ext>
                </a:extLst>
              </p:cNvPr>
              <p:cNvSpPr/>
              <p:nvPr/>
            </p:nvSpPr>
            <p:spPr bwMode="auto">
              <a:xfrm>
                <a:off x="5700806" y="4346861"/>
                <a:ext cx="72000" cy="114810"/>
              </a:xfrm>
              <a:prstGeom prst="rect">
                <a:avLst/>
              </a:prstGeom>
              <a:solidFill>
                <a:schemeClr val="lt1"/>
              </a:solidFill>
              <a:ln w="9525" cap="flat" cmpd="sng" algn="ctr">
                <a:solidFill>
                  <a:schemeClr val="lt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de-DE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cxnSp>
            <p:nvCxnSpPr>
              <p:cNvPr id="16" name="Gerade Verbindung 37">
                <a:extLst>
                  <a:ext uri="{FF2B5EF4-FFF2-40B4-BE49-F238E27FC236}">
                    <a16:creationId xmlns:a16="http://schemas.microsoft.com/office/drawing/2014/main" id="{D399913C-9B45-4559-9B23-C8156E05E397}"/>
                  </a:ext>
                </a:extLst>
              </p:cNvPr>
              <p:cNvCxnSpPr/>
              <p:nvPr/>
            </p:nvCxnSpPr>
            <p:spPr bwMode="auto">
              <a:xfrm>
                <a:off x="5686893" y="3975113"/>
                <a:ext cx="1" cy="462005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17" name="product_distributed-io.png">
                <a:extLst>
                  <a:ext uri="{FF2B5EF4-FFF2-40B4-BE49-F238E27FC236}">
                    <a16:creationId xmlns:a16="http://schemas.microsoft.com/office/drawing/2014/main" id="{59E948A8-28C2-4CCC-9E62-5D4B8570A29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78469" y="5004023"/>
                <a:ext cx="455268" cy="455268"/>
              </a:xfrm>
              <a:prstGeom prst="rect">
                <a:avLst/>
              </a:prstGeom>
            </p:spPr>
          </p:pic>
          <p:grpSp>
            <p:nvGrpSpPr>
              <p:cNvPr id="18" name="Gruppieren 49">
                <a:extLst>
                  <a:ext uri="{FF2B5EF4-FFF2-40B4-BE49-F238E27FC236}">
                    <a16:creationId xmlns:a16="http://schemas.microsoft.com/office/drawing/2014/main" id="{5770A3FC-5AE2-444C-82E8-764EDCBF2DC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351203" y="5047349"/>
                <a:ext cx="622420" cy="496651"/>
                <a:chOff x="4105359" y="1822075"/>
                <a:chExt cx="4583448" cy="3657299"/>
              </a:xfrm>
            </p:grpSpPr>
            <p:pic>
              <p:nvPicPr>
                <p:cNvPr id="19" name="product_simatic-s7-1500.png">
                  <a:extLst>
                    <a:ext uri="{FF2B5EF4-FFF2-40B4-BE49-F238E27FC236}">
                      <a16:creationId xmlns:a16="http://schemas.microsoft.com/office/drawing/2014/main" id="{9FAE3E3B-5425-4A35-870F-F604AB94B60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 rotWithShape="1"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153" t="1" b="1"/>
                <a:stretch/>
              </p:blipFill>
              <p:spPr>
                <a:xfrm>
                  <a:off x="5068173" y="1822078"/>
                  <a:ext cx="1786502" cy="3657295"/>
                </a:xfrm>
                <a:prstGeom prst="rect">
                  <a:avLst/>
                </a:prstGeom>
              </p:spPr>
            </p:pic>
            <p:pic>
              <p:nvPicPr>
                <p:cNvPr id="20" name="product_simatic-s7-1500.png">
                  <a:extLst>
                    <a:ext uri="{FF2B5EF4-FFF2-40B4-BE49-F238E27FC236}">
                      <a16:creationId xmlns:a16="http://schemas.microsoft.com/office/drawing/2014/main" id="{F4FF5606-BBDC-4F71-9E9B-3AD08242E74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3"/>
                  </p:custDataLst>
                </p:nvPr>
              </p:nvPicPr>
              <p:blipFill rotWithShape="1">
                <a:blip r:embed="rId3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233" t="89461" r="48631"/>
                <a:stretch/>
              </p:blipFill>
              <p:spPr>
                <a:xfrm>
                  <a:off x="4138401" y="5093946"/>
                  <a:ext cx="877175" cy="385428"/>
                </a:xfrm>
                <a:prstGeom prst="rect">
                  <a:avLst/>
                </a:prstGeom>
              </p:spPr>
            </p:pic>
            <p:pic>
              <p:nvPicPr>
                <p:cNvPr id="21" name="product_simatic-s7-1500.png">
                  <a:extLst>
                    <a:ext uri="{FF2B5EF4-FFF2-40B4-BE49-F238E27FC236}">
                      <a16:creationId xmlns:a16="http://schemas.microsoft.com/office/drawing/2014/main" id="{66C9CA34-AB79-4444-AFB8-D36C767D595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 rotWithShape="1">
                <a:blip r:embed="rId3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00" t="2" r="23744" b="7621"/>
                <a:stretch/>
              </p:blipFill>
              <p:spPr>
                <a:xfrm>
                  <a:off x="4105359" y="1822075"/>
                  <a:ext cx="960284" cy="3378574"/>
                </a:xfrm>
                <a:prstGeom prst="rect">
                  <a:avLst/>
                </a:prstGeom>
              </p:spPr>
            </p:pic>
            <p:pic>
              <p:nvPicPr>
                <p:cNvPr id="22" name="product_simatic-s7-1500.png">
                  <a:extLst>
                    <a:ext uri="{FF2B5EF4-FFF2-40B4-BE49-F238E27FC236}">
                      <a16:creationId xmlns:a16="http://schemas.microsoft.com/office/drawing/2014/main" id="{2DCF861F-5DC1-4F5B-A3A8-3F63BF89CA6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 rotWithShape="1">
                <a:blip r:embed="rId3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850" t="1" r="1" b="1"/>
                <a:stretch/>
              </p:blipFill>
              <p:spPr>
                <a:xfrm>
                  <a:off x="6854675" y="1822075"/>
                  <a:ext cx="1834132" cy="3657295"/>
                </a:xfrm>
                <a:prstGeom prst="rect">
                  <a:avLst/>
                </a:prstGeom>
              </p:spPr>
            </p:pic>
          </p:grpSp>
          <p:cxnSp>
            <p:nvCxnSpPr>
              <p:cNvPr id="23" name="Gerade Verbindung 58">
                <a:extLst>
                  <a:ext uri="{FF2B5EF4-FFF2-40B4-BE49-F238E27FC236}">
                    <a16:creationId xmlns:a16="http://schemas.microsoft.com/office/drawing/2014/main" id="{744EF3C8-A4E6-49A9-B9CB-EC8FD8878E1B}"/>
                  </a:ext>
                </a:extLst>
              </p:cNvPr>
              <p:cNvCxnSpPr/>
              <p:nvPr/>
            </p:nvCxnSpPr>
            <p:spPr bwMode="auto">
              <a:xfrm>
                <a:off x="5789251" y="4081031"/>
                <a:ext cx="0" cy="338921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4285C410-DEA6-4EBD-A6FB-354AF9ABA0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280529" y="4103287"/>
                <a:ext cx="155491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00963F"/>
                    </a:solidFill>
                  </a:rPr>
                  <a:t>X1</a:t>
                </a:r>
              </a:p>
            </p:txBody>
          </p:sp>
          <p:grpSp>
            <p:nvGrpSpPr>
              <p:cNvPr id="25" name="Gruppieren 140">
                <a:extLst>
                  <a:ext uri="{FF2B5EF4-FFF2-40B4-BE49-F238E27FC236}">
                    <a16:creationId xmlns:a16="http://schemas.microsoft.com/office/drawing/2014/main" id="{CDD9F3BF-E926-4FBD-92F7-D70F2398FEA0}"/>
                  </a:ext>
                </a:extLst>
              </p:cNvPr>
              <p:cNvGrpSpPr/>
              <p:nvPr/>
            </p:nvGrpSpPr>
            <p:grpSpPr>
              <a:xfrm>
                <a:off x="8044272" y="2190294"/>
                <a:ext cx="116946" cy="683209"/>
                <a:chOff x="7822631" y="2263528"/>
                <a:chExt cx="126000" cy="736103"/>
              </a:xfrm>
            </p:grpSpPr>
            <p:cxnSp>
              <p:nvCxnSpPr>
                <p:cNvPr id="26" name="Gerade Verbindung 108">
                  <a:extLst>
                    <a:ext uri="{FF2B5EF4-FFF2-40B4-BE49-F238E27FC236}">
                      <a16:creationId xmlns:a16="http://schemas.microsoft.com/office/drawing/2014/main" id="{DCEE2A46-948B-4561-86F5-919CBC8CA407}"/>
                    </a:ext>
                  </a:extLst>
                </p:cNvPr>
                <p:cNvCxnSpPr>
                  <a:stCxn id="37" idx="2"/>
                  <a:endCxn id="27" idx="0"/>
                </p:cNvCxnSpPr>
                <p:nvPr/>
              </p:nvCxnSpPr>
              <p:spPr bwMode="auto">
                <a:xfrm>
                  <a:off x="7880868" y="2263528"/>
                  <a:ext cx="4763" cy="610103"/>
                </a:xfrm>
                <a:prstGeom prst="line">
                  <a:avLst/>
                </a:prstGeom>
                <a:solidFill>
                  <a:schemeClr val="tx2"/>
                </a:solidFill>
                <a:ln w="2857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7" name="Rechteck 133">
                  <a:extLst>
                    <a:ext uri="{FF2B5EF4-FFF2-40B4-BE49-F238E27FC236}">
                      <a16:creationId xmlns:a16="http://schemas.microsoft.com/office/drawing/2014/main" id="{ADAA59B1-7679-4D79-BFB4-6072FA5FA0BF}"/>
                    </a:ext>
                  </a:extLst>
                </p:cNvPr>
                <p:cNvSpPr/>
                <p:nvPr/>
              </p:nvSpPr>
              <p:spPr bwMode="auto">
                <a:xfrm>
                  <a:off x="7822631" y="2873631"/>
                  <a:ext cx="126000" cy="126000"/>
                </a:xfrm>
                <a:prstGeom prst="rect">
                  <a:avLst/>
                </a:prstGeom>
                <a:solidFill>
                  <a:srgbClr val="D2D741"/>
                </a:solidFill>
                <a:ln w="952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de-DE" sz="1200" b="1" dirty="0" err="1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8" name="Gerade Verbindung 77">
                <a:extLst>
                  <a:ext uri="{FF2B5EF4-FFF2-40B4-BE49-F238E27FC236}">
                    <a16:creationId xmlns:a16="http://schemas.microsoft.com/office/drawing/2014/main" id="{188B794A-1163-4840-B903-0F0D03CD0E2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52357" y="2811494"/>
                <a:ext cx="0" cy="639743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" name="Text Box 16">
                <a:extLst>
                  <a:ext uri="{FF2B5EF4-FFF2-40B4-BE49-F238E27FC236}">
                    <a16:creationId xmlns:a16="http://schemas.microsoft.com/office/drawing/2014/main" id="{8DB908EA-654A-4A51-AC51-D0FC168311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5817820" y="3240803"/>
                <a:ext cx="161569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00963F"/>
                    </a:solidFill>
                  </a:rPr>
                  <a:t>X2</a:t>
                </a:r>
              </a:p>
            </p:txBody>
          </p:sp>
          <p:sp>
            <p:nvSpPr>
              <p:cNvPr id="30" name="Rechteck 134">
                <a:extLst>
                  <a:ext uri="{FF2B5EF4-FFF2-40B4-BE49-F238E27FC236}">
                    <a16:creationId xmlns:a16="http://schemas.microsoft.com/office/drawing/2014/main" id="{DD9E920C-5422-46C1-8A2D-FA4238AE934D}"/>
                  </a:ext>
                </a:extLst>
              </p:cNvPr>
              <p:cNvSpPr/>
              <p:nvPr/>
            </p:nvSpPr>
            <p:spPr bwMode="auto">
              <a:xfrm>
                <a:off x="5686894" y="2748494"/>
                <a:ext cx="130926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1" name="Gruppieren 146">
                <a:extLst>
                  <a:ext uri="{FF2B5EF4-FFF2-40B4-BE49-F238E27FC236}">
                    <a16:creationId xmlns:a16="http://schemas.microsoft.com/office/drawing/2014/main" id="{E454C41C-041E-42D8-AB76-A6FED9043A5A}"/>
                  </a:ext>
                </a:extLst>
              </p:cNvPr>
              <p:cNvGrpSpPr/>
              <p:nvPr/>
            </p:nvGrpSpPr>
            <p:grpSpPr>
              <a:xfrm>
                <a:off x="5095466" y="2359326"/>
                <a:ext cx="126000" cy="515168"/>
                <a:chOff x="5031474" y="2484463"/>
                <a:chExt cx="126000" cy="515168"/>
              </a:xfrm>
            </p:grpSpPr>
            <p:cxnSp>
              <p:nvCxnSpPr>
                <p:cNvPr id="32" name="Gerade Verbindung 147">
                  <a:extLst>
                    <a:ext uri="{FF2B5EF4-FFF2-40B4-BE49-F238E27FC236}">
                      <a16:creationId xmlns:a16="http://schemas.microsoft.com/office/drawing/2014/main" id="{626E5F75-6342-486C-9291-695AB113F3A3}"/>
                    </a:ext>
                  </a:extLst>
                </p:cNvPr>
                <p:cNvCxnSpPr>
                  <a:stCxn id="34" idx="2"/>
                  <a:endCxn id="33" idx="0"/>
                </p:cNvCxnSpPr>
                <p:nvPr/>
              </p:nvCxnSpPr>
              <p:spPr bwMode="auto">
                <a:xfrm>
                  <a:off x="5092271" y="2484463"/>
                  <a:ext cx="2203" cy="389168"/>
                </a:xfrm>
                <a:prstGeom prst="line">
                  <a:avLst/>
                </a:prstGeom>
                <a:solidFill>
                  <a:schemeClr val="tx2"/>
                </a:solidFill>
                <a:ln w="2857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3" name="Rechteck 148">
                  <a:extLst>
                    <a:ext uri="{FF2B5EF4-FFF2-40B4-BE49-F238E27FC236}">
                      <a16:creationId xmlns:a16="http://schemas.microsoft.com/office/drawing/2014/main" id="{BB7C22EC-AC38-4187-97E2-3666992C5D45}"/>
                    </a:ext>
                  </a:extLst>
                </p:cNvPr>
                <p:cNvSpPr/>
                <p:nvPr/>
              </p:nvSpPr>
              <p:spPr bwMode="auto">
                <a:xfrm>
                  <a:off x="5031474" y="2873631"/>
                  <a:ext cx="126000" cy="126000"/>
                </a:xfrm>
                <a:prstGeom prst="rect">
                  <a:avLst/>
                </a:prstGeom>
                <a:solidFill>
                  <a:srgbClr val="D2D741"/>
                </a:solidFill>
                <a:ln w="952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de-DE" sz="1200" b="1" dirty="0" err="1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34" name="product_pc-based-automation.png">
                <a:extLst>
                  <a:ext uri="{FF2B5EF4-FFF2-40B4-BE49-F238E27FC236}">
                    <a16:creationId xmlns:a16="http://schemas.microsoft.com/office/drawing/2014/main" id="{D702290E-ACC8-47EC-91B6-51EB9CB8705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 rotWithShape="1"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914" b="12453"/>
              <a:stretch/>
            </p:blipFill>
            <p:spPr>
              <a:xfrm>
                <a:off x="4428972" y="1259188"/>
                <a:ext cx="1454582" cy="1100138"/>
              </a:xfrm>
              <a:prstGeom prst="rect">
                <a:avLst/>
              </a:prstGeom>
            </p:spPr>
          </p:pic>
          <p:sp>
            <p:nvSpPr>
              <p:cNvPr id="35" name="Rechteck 145">
                <a:extLst>
                  <a:ext uri="{FF2B5EF4-FFF2-40B4-BE49-F238E27FC236}">
                    <a16:creationId xmlns:a16="http://schemas.microsoft.com/office/drawing/2014/main" id="{7258379F-0F3B-4DF5-8AAD-066AF27BA46A}"/>
                  </a:ext>
                </a:extLst>
              </p:cNvPr>
              <p:cNvSpPr/>
              <p:nvPr/>
            </p:nvSpPr>
            <p:spPr bwMode="auto">
              <a:xfrm>
                <a:off x="4610120" y="1350094"/>
                <a:ext cx="1096692" cy="571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de-DE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grpSp>
            <p:nvGrpSpPr>
              <p:cNvPr id="36" name="Gruppieren 127">
                <a:extLst>
                  <a:ext uri="{FF2B5EF4-FFF2-40B4-BE49-F238E27FC236}">
                    <a16:creationId xmlns:a16="http://schemas.microsoft.com/office/drawing/2014/main" id="{4D8282C0-242B-42ED-AB9E-3046BCF91503}"/>
                  </a:ext>
                </a:extLst>
              </p:cNvPr>
              <p:cNvGrpSpPr/>
              <p:nvPr/>
            </p:nvGrpSpPr>
            <p:grpSpPr>
              <a:xfrm>
                <a:off x="7669759" y="1335346"/>
                <a:ext cx="1250343" cy="928182"/>
                <a:chOff x="7452881" y="1278234"/>
                <a:chExt cx="1250343" cy="928182"/>
              </a:xfrm>
            </p:grpSpPr>
            <p:pic>
              <p:nvPicPr>
                <p:cNvPr id="37" name="product_comfort-panel.png">
                  <a:extLst>
                    <a:ext uri="{FF2B5EF4-FFF2-40B4-BE49-F238E27FC236}">
                      <a16:creationId xmlns:a16="http://schemas.microsoft.com/office/drawing/2014/main" id="{F767E14A-7728-421A-8766-E3ED9E0182A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 rotWithShape="1"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8123" b="8285"/>
                <a:stretch/>
              </p:blipFill>
              <p:spPr>
                <a:xfrm>
                  <a:off x="7452881" y="1482934"/>
                  <a:ext cx="865500" cy="723482"/>
                </a:xfrm>
                <a:prstGeom prst="rect">
                  <a:avLst/>
                </a:prstGeom>
              </p:spPr>
            </p:pic>
            <p:sp>
              <p:nvSpPr>
                <p:cNvPr id="38" name="Text Box 16">
                  <a:extLst>
                    <a:ext uri="{FF2B5EF4-FFF2-40B4-BE49-F238E27FC236}">
                      <a16:creationId xmlns:a16="http://schemas.microsoft.com/office/drawing/2014/main" id="{2A18A973-B705-4A1A-AC89-FF39183E7C7E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7452881" y="1278234"/>
                  <a:ext cx="1250343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itchFamily="2" charset="2"/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de-DE" altLang="de-DE" sz="1000" b="1" dirty="0">
                      <a:solidFill>
                        <a:srgbClr val="3C464B"/>
                      </a:solidFill>
                    </a:rPr>
                    <a:t>Basic/</a:t>
                  </a:r>
                  <a:r>
                    <a:rPr lang="en-US" altLang="de-DE" sz="1000" b="1" dirty="0">
                      <a:solidFill>
                        <a:srgbClr val="3C464B"/>
                      </a:solidFill>
                    </a:rPr>
                    <a:t>Comfort</a:t>
                  </a:r>
                  <a:r>
                    <a:rPr lang="de-DE" altLang="de-DE" sz="1000" b="1" dirty="0">
                      <a:solidFill>
                        <a:srgbClr val="3C464B"/>
                      </a:solidFill>
                    </a:rPr>
                    <a:t> Panel</a:t>
                  </a:r>
                </a:p>
              </p:txBody>
            </p:sp>
          </p:grpSp>
          <p:sp>
            <p:nvSpPr>
              <p:cNvPr id="39" name="Text Box 16">
                <a:extLst>
                  <a:ext uri="{FF2B5EF4-FFF2-40B4-BE49-F238E27FC236}">
                    <a16:creationId xmlns:a16="http://schemas.microsoft.com/office/drawing/2014/main" id="{FEBF7543-908C-4521-AFD3-108025B2EE6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945468" y="1547805"/>
                <a:ext cx="421590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de-DE" altLang="de-DE" sz="1000" b="1" dirty="0">
                    <a:solidFill>
                      <a:srgbClr val="3C464B"/>
                    </a:solidFill>
                  </a:rPr>
                  <a:t>WinCC</a:t>
                </a:r>
              </a:p>
            </p:txBody>
          </p:sp>
          <p:cxnSp>
            <p:nvCxnSpPr>
              <p:cNvPr id="40" name="Gerade Verbindung 77">
                <a:extLst>
                  <a:ext uri="{FF2B5EF4-FFF2-40B4-BE49-F238E27FC236}">
                    <a16:creationId xmlns:a16="http://schemas.microsoft.com/office/drawing/2014/main" id="{17064835-B606-40F2-AE37-FB632490F0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132050" y="2815259"/>
                <a:ext cx="0" cy="639743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1" name="Text Box 16">
                <a:extLst>
                  <a:ext uri="{FF2B5EF4-FFF2-40B4-BE49-F238E27FC236}">
                    <a16:creationId xmlns:a16="http://schemas.microsoft.com/office/drawing/2014/main" id="{62FD0477-DFFD-481D-A5CA-35CC7FD2979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7197513" y="3244568"/>
                <a:ext cx="161569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00963F"/>
                    </a:solidFill>
                  </a:rPr>
                  <a:t>X2</a:t>
                </a:r>
              </a:p>
            </p:txBody>
          </p:sp>
          <p:sp>
            <p:nvSpPr>
              <p:cNvPr id="42" name="Rechteck 88">
                <a:extLst>
                  <a:ext uri="{FF2B5EF4-FFF2-40B4-BE49-F238E27FC236}">
                    <a16:creationId xmlns:a16="http://schemas.microsoft.com/office/drawing/2014/main" id="{35F76FDF-60FC-42AD-97BD-FB27752169EC}"/>
                  </a:ext>
                </a:extLst>
              </p:cNvPr>
              <p:cNvSpPr/>
              <p:nvPr/>
            </p:nvSpPr>
            <p:spPr bwMode="auto">
              <a:xfrm>
                <a:off x="7066587" y="2752259"/>
                <a:ext cx="130926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43" name="product_simatic-s7-1500-control-unit.png">
                <a:extLst>
                  <a:ext uri="{FF2B5EF4-FFF2-40B4-BE49-F238E27FC236}">
                    <a16:creationId xmlns:a16="http://schemas.microsoft.com/office/drawing/2014/main" id="{4B1C8957-0551-4A83-9AAC-E35719F8CF9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6651" y="3446992"/>
                <a:ext cx="640310" cy="640310"/>
              </a:xfrm>
              <a:prstGeom prst="rect">
                <a:avLst/>
              </a:prstGeom>
            </p:spPr>
          </p:pic>
          <p:pic>
            <p:nvPicPr>
              <p:cNvPr id="44" name="product_simatic-s7-1500-control-unit.png">
                <a:extLst>
                  <a:ext uri="{FF2B5EF4-FFF2-40B4-BE49-F238E27FC236}">
                    <a16:creationId xmlns:a16="http://schemas.microsoft.com/office/drawing/2014/main" id="{5890737A-8922-4FD7-B8F6-05638DA34FF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36440" y="3425688"/>
                <a:ext cx="640310" cy="640310"/>
              </a:xfrm>
              <a:prstGeom prst="rect">
                <a:avLst/>
              </a:prstGeom>
            </p:spPr>
          </p:pic>
          <p:grpSp>
            <p:nvGrpSpPr>
              <p:cNvPr id="45" name="Gruppieren 45">
                <a:extLst>
                  <a:ext uri="{FF2B5EF4-FFF2-40B4-BE49-F238E27FC236}">
                    <a16:creationId xmlns:a16="http://schemas.microsoft.com/office/drawing/2014/main" id="{0F55460B-20D5-4280-88B5-B62BD9DBDBF8}"/>
                  </a:ext>
                </a:extLst>
              </p:cNvPr>
              <p:cNvGrpSpPr/>
              <p:nvPr/>
            </p:nvGrpSpPr>
            <p:grpSpPr>
              <a:xfrm>
                <a:off x="4695981" y="4905130"/>
                <a:ext cx="318025" cy="455268"/>
                <a:chOff x="2287722" y="4432346"/>
                <a:chExt cx="318025" cy="455268"/>
              </a:xfrm>
            </p:grpSpPr>
            <p:pic>
              <p:nvPicPr>
                <p:cNvPr id="46" name="product_distributed-io.png">
                  <a:extLst>
                    <a:ext uri="{FF2B5EF4-FFF2-40B4-BE49-F238E27FC236}">
                      <a16:creationId xmlns:a16="http://schemas.microsoft.com/office/drawing/2014/main" id="{EDF8C83B-E81E-4AFB-8B9E-58736A78DE3F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 rotWithShape="1">
                <a:blip r:embed="rId3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" r="65334"/>
                <a:stretch/>
              </p:blipFill>
              <p:spPr>
                <a:xfrm>
                  <a:off x="2287722" y="4432346"/>
                  <a:ext cx="157822" cy="455268"/>
                </a:xfrm>
                <a:prstGeom prst="rect">
                  <a:avLst/>
                </a:prstGeom>
              </p:spPr>
            </p:pic>
            <p:pic>
              <p:nvPicPr>
                <p:cNvPr id="47" name="product_distributed-io.png">
                  <a:extLst>
                    <a:ext uri="{FF2B5EF4-FFF2-40B4-BE49-F238E27FC236}">
                      <a16:creationId xmlns:a16="http://schemas.microsoft.com/office/drawing/2014/main" id="{D657A44E-BEA9-49F5-A5BB-4166B56D09D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 rotWithShape="1">
                <a:blip r:embed="rId3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" r="65334"/>
                <a:stretch/>
              </p:blipFill>
              <p:spPr>
                <a:xfrm>
                  <a:off x="2447925" y="4432346"/>
                  <a:ext cx="157822" cy="455268"/>
                </a:xfrm>
                <a:prstGeom prst="rect">
                  <a:avLst/>
                </a:prstGeom>
              </p:spPr>
            </p:pic>
          </p:grpSp>
          <p:sp>
            <p:nvSpPr>
              <p:cNvPr id="48" name="Text Box 16">
                <a:extLst>
                  <a:ext uri="{FF2B5EF4-FFF2-40B4-BE49-F238E27FC236}">
                    <a16:creationId xmlns:a16="http://schemas.microsoft.com/office/drawing/2014/main" id="{EF8A2F68-2AA6-47DB-9C4A-C9F55296C90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663926" y="5461861"/>
                <a:ext cx="391133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/>
                  <a:t>PN/PN</a:t>
                </a:r>
              </a:p>
            </p:txBody>
          </p:sp>
          <p:grpSp>
            <p:nvGrpSpPr>
              <p:cNvPr id="49" name="Gruppieren 55">
                <a:extLst>
                  <a:ext uri="{FF2B5EF4-FFF2-40B4-BE49-F238E27FC236}">
                    <a16:creationId xmlns:a16="http://schemas.microsoft.com/office/drawing/2014/main" id="{F31D86F6-0882-451A-8C0F-1F53931C7ABD}"/>
                  </a:ext>
                </a:extLst>
              </p:cNvPr>
              <p:cNvGrpSpPr/>
              <p:nvPr/>
            </p:nvGrpSpPr>
            <p:grpSpPr>
              <a:xfrm>
                <a:off x="4894387" y="4522017"/>
                <a:ext cx="126000" cy="447989"/>
                <a:chOff x="7094633" y="3873495"/>
                <a:chExt cx="126000" cy="447989"/>
              </a:xfrm>
            </p:grpSpPr>
            <p:cxnSp>
              <p:nvCxnSpPr>
                <p:cNvPr id="50" name="Gerade Verbindung 132">
                  <a:extLst>
                    <a:ext uri="{FF2B5EF4-FFF2-40B4-BE49-F238E27FC236}">
                      <a16:creationId xmlns:a16="http://schemas.microsoft.com/office/drawing/2014/main" id="{452FDB27-E86A-47D0-9A94-90D10C7BA8E0}"/>
                    </a:ext>
                  </a:extLst>
                </p:cNvPr>
                <p:cNvCxnSpPr/>
                <p:nvPr/>
              </p:nvCxnSpPr>
              <p:spPr bwMode="auto">
                <a:xfrm>
                  <a:off x="7157634" y="3955772"/>
                  <a:ext cx="0" cy="3657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Rechteck 57">
                  <a:extLst>
                    <a:ext uri="{FF2B5EF4-FFF2-40B4-BE49-F238E27FC236}">
                      <a16:creationId xmlns:a16="http://schemas.microsoft.com/office/drawing/2014/main" id="{1E991A04-2519-4187-920C-5C0B41BC2F86}"/>
                    </a:ext>
                  </a:extLst>
                </p:cNvPr>
                <p:cNvSpPr/>
                <p:nvPr/>
              </p:nvSpPr>
              <p:spPr bwMode="auto">
                <a:xfrm>
                  <a:off x="7094633" y="3873495"/>
                  <a:ext cx="126000" cy="126000"/>
                </a:xfrm>
                <a:prstGeom prst="rect">
                  <a:avLst/>
                </a:prstGeom>
                <a:solidFill>
                  <a:srgbClr val="D2D741"/>
                </a:solidFill>
                <a:ln w="9525" cap="flat" cmpd="sng" algn="ctr">
                  <a:solidFill>
                    <a:srgbClr val="0096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de-DE" sz="1200" b="1" dirty="0" err="1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52" name="Gerade Verbindung 22">
                <a:extLst>
                  <a:ext uri="{FF2B5EF4-FFF2-40B4-BE49-F238E27FC236}">
                    <a16:creationId xmlns:a16="http://schemas.microsoft.com/office/drawing/2014/main" id="{AFCE071F-B6FD-4A31-9FF9-BEBECDD679DC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 bwMode="auto">
              <a:xfrm>
                <a:off x="3861478" y="5054106"/>
                <a:ext cx="0" cy="182856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53" name="product_simatic-s7-1500-control-unit.png">
                <a:extLst>
                  <a:ext uri="{FF2B5EF4-FFF2-40B4-BE49-F238E27FC236}">
                    <a16:creationId xmlns:a16="http://schemas.microsoft.com/office/drawing/2014/main" id="{1B2940FD-6B84-44D3-9943-499AE6681C0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41323" y="5236962"/>
                <a:ext cx="640310" cy="640310"/>
              </a:xfrm>
              <a:prstGeom prst="rect">
                <a:avLst/>
              </a:prstGeom>
            </p:spPr>
          </p:pic>
          <p:cxnSp>
            <p:nvCxnSpPr>
              <p:cNvPr id="54" name="Gerader Verbinder 61">
                <a:extLst>
                  <a:ext uri="{FF2B5EF4-FFF2-40B4-BE49-F238E27FC236}">
                    <a16:creationId xmlns:a16="http://schemas.microsoft.com/office/drawing/2014/main" id="{EB560076-06BA-4D04-BDC6-6C2D9047EB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727231" y="5051328"/>
                <a:ext cx="2047661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Rechteck 62">
                <a:extLst>
                  <a:ext uri="{FF2B5EF4-FFF2-40B4-BE49-F238E27FC236}">
                    <a16:creationId xmlns:a16="http://schemas.microsoft.com/office/drawing/2014/main" id="{A35CB5DC-BEB8-4EFC-AEBA-06004E62CF79}"/>
                  </a:ext>
                </a:extLst>
              </p:cNvPr>
              <p:cNvSpPr/>
              <p:nvPr/>
            </p:nvSpPr>
            <p:spPr bwMode="auto">
              <a:xfrm>
                <a:off x="2796927" y="4988188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6" name="Gerade Verbindung 22">
                <a:extLst>
                  <a:ext uri="{FF2B5EF4-FFF2-40B4-BE49-F238E27FC236}">
                    <a16:creationId xmlns:a16="http://schemas.microsoft.com/office/drawing/2014/main" id="{E76A13DD-A7A6-48D1-93D5-74F09E46289B}"/>
                  </a:ext>
                </a:extLst>
              </p:cNvPr>
              <p:cNvCxnSpPr/>
              <p:nvPr/>
            </p:nvCxnSpPr>
            <p:spPr bwMode="auto">
              <a:xfrm>
                <a:off x="2856415" y="5096149"/>
                <a:ext cx="0" cy="365712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57" name="product_distributed-io.png">
                <a:extLst>
                  <a:ext uri="{FF2B5EF4-FFF2-40B4-BE49-F238E27FC236}">
                    <a16:creationId xmlns:a16="http://schemas.microsoft.com/office/drawing/2014/main" id="{687DF731-669E-472C-9CE4-D4F8635ADCF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14850" y="5294072"/>
                <a:ext cx="455268" cy="455268"/>
              </a:xfrm>
              <a:prstGeom prst="rect">
                <a:avLst/>
              </a:prstGeom>
            </p:spPr>
          </p:pic>
          <p:pic>
            <p:nvPicPr>
              <p:cNvPr id="58" name="product_simatic-s7-1500-control-unit.png">
                <a:extLst>
                  <a:ext uri="{FF2B5EF4-FFF2-40B4-BE49-F238E27FC236}">
                    <a16:creationId xmlns:a16="http://schemas.microsoft.com/office/drawing/2014/main" id="{83FA6DFA-C144-494F-A1A9-7A04F1640BE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96862" y="3419914"/>
                <a:ext cx="640310" cy="640310"/>
              </a:xfrm>
              <a:prstGeom prst="rect">
                <a:avLst/>
              </a:prstGeom>
            </p:spPr>
          </p:pic>
          <p:cxnSp>
            <p:nvCxnSpPr>
              <p:cNvPr id="59" name="Gerade Verbindung 77">
                <a:extLst>
                  <a:ext uri="{FF2B5EF4-FFF2-40B4-BE49-F238E27FC236}">
                    <a16:creationId xmlns:a16="http://schemas.microsoft.com/office/drawing/2014/main" id="{4CAE9233-F2B8-4E2C-9BF3-C276FDE21404}"/>
                  </a:ext>
                </a:extLst>
              </p:cNvPr>
              <p:cNvCxnSpPr>
                <a:cxnSpLocks/>
                <a:endCxn id="58" idx="0"/>
              </p:cNvCxnSpPr>
              <p:nvPr/>
            </p:nvCxnSpPr>
            <p:spPr bwMode="auto">
              <a:xfrm>
                <a:off x="4317017" y="2873503"/>
                <a:ext cx="0" cy="546411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Textfeld 2">
                <a:extLst>
                  <a:ext uri="{FF2B5EF4-FFF2-40B4-BE49-F238E27FC236}">
                    <a16:creationId xmlns:a16="http://schemas.microsoft.com/office/drawing/2014/main" id="{2381C575-0CCE-453A-B2E9-AC3085FB3DF0}"/>
                  </a:ext>
                </a:extLst>
              </p:cNvPr>
              <p:cNvSpPr txBox="1"/>
              <p:nvPr/>
            </p:nvSpPr>
            <p:spPr>
              <a:xfrm>
                <a:off x="3859817" y="4117907"/>
                <a:ext cx="914400" cy="289402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ts val="0"/>
                  </a:spcBef>
                  <a:spcAft>
                    <a:spcPct val="0"/>
                  </a:spcAft>
                </a:pPr>
                <a:r>
                  <a:rPr lang="de-DE" sz="1000" b="0" i="0" u="none" baseline="0" dirty="0">
                    <a:solidFill>
                      <a:srgbClr val="000000"/>
                    </a:solidFill>
                    <a:latin typeface="Arial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Standard PLC</a:t>
                </a:r>
              </a:p>
            </p:txBody>
          </p:sp>
          <p:sp>
            <p:nvSpPr>
              <p:cNvPr id="62" name="Textfeld 4">
                <a:extLst>
                  <a:ext uri="{FF2B5EF4-FFF2-40B4-BE49-F238E27FC236}">
                    <a16:creationId xmlns:a16="http://schemas.microsoft.com/office/drawing/2014/main" id="{F3C7B7AF-4BC5-429A-8B3B-5ABA837E8B0B}"/>
                  </a:ext>
                </a:extLst>
              </p:cNvPr>
              <p:cNvSpPr txBox="1"/>
              <p:nvPr/>
            </p:nvSpPr>
            <p:spPr>
              <a:xfrm>
                <a:off x="6137565" y="4176639"/>
                <a:ext cx="742942" cy="226025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rtl="0" eaLnBrk="1" fontAlgn="base" hangingPunct="1">
                  <a:lnSpc>
                    <a:spcPct val="110000"/>
                  </a:lnSpc>
                  <a:spcBef>
                    <a:spcPts val="0"/>
                  </a:spcBef>
                  <a:spcAft>
                    <a:spcPct val="0"/>
                  </a:spcAft>
                </a:pPr>
                <a:r>
                  <a:rPr lang="de-DE" sz="1200" b="0" i="0" u="none" baseline="0" dirty="0">
                    <a:solidFill>
                      <a:srgbClr val="000000"/>
                    </a:solidFill>
                    <a:latin typeface="Arial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100MBit/s</a:t>
                </a:r>
              </a:p>
            </p:txBody>
          </p:sp>
          <p:cxnSp>
            <p:nvCxnSpPr>
              <p:cNvPr id="65" name="Gerade Verbindung 23">
                <a:extLst>
                  <a:ext uri="{FF2B5EF4-FFF2-40B4-BE49-F238E27FC236}">
                    <a16:creationId xmlns:a16="http://schemas.microsoft.com/office/drawing/2014/main" id="{96A97D45-66BB-4D35-BDCC-D73F18D6D36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562983" y="4802803"/>
                <a:ext cx="2863" cy="275694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66" name="product_simatic-s7-1500-control-unit.png">
                <a:extLst>
                  <a:ext uri="{FF2B5EF4-FFF2-40B4-BE49-F238E27FC236}">
                    <a16:creationId xmlns:a16="http://schemas.microsoft.com/office/drawing/2014/main" id="{A79840EA-94D9-4AC0-8479-918F2E6DDE7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23670" y="5071915"/>
                <a:ext cx="640310" cy="640310"/>
              </a:xfrm>
              <a:prstGeom prst="rect">
                <a:avLst/>
              </a:prstGeom>
            </p:spPr>
          </p:pic>
          <p:sp>
            <p:nvSpPr>
              <p:cNvPr id="67" name="Rechteck 82">
                <a:extLst>
                  <a:ext uri="{FF2B5EF4-FFF2-40B4-BE49-F238E27FC236}">
                    <a16:creationId xmlns:a16="http://schemas.microsoft.com/office/drawing/2014/main" id="{45A76CC0-C4ED-4C97-B325-35183693394E}"/>
                  </a:ext>
                </a:extLst>
              </p:cNvPr>
              <p:cNvSpPr/>
              <p:nvPr/>
            </p:nvSpPr>
            <p:spPr bwMode="auto">
              <a:xfrm>
                <a:off x="7499983" y="4696485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hteck 67">
                <a:extLst>
                  <a:ext uri="{FF2B5EF4-FFF2-40B4-BE49-F238E27FC236}">
                    <a16:creationId xmlns:a16="http://schemas.microsoft.com/office/drawing/2014/main" id="{6296BEF9-B545-4589-8A87-EBFA4B6FF78A}"/>
                  </a:ext>
                </a:extLst>
              </p:cNvPr>
              <p:cNvSpPr/>
              <p:nvPr/>
            </p:nvSpPr>
            <p:spPr bwMode="auto">
              <a:xfrm>
                <a:off x="4251554" y="2756557"/>
                <a:ext cx="130926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" name="Legende: Linie 76">
              <a:extLst>
                <a:ext uri="{FF2B5EF4-FFF2-40B4-BE49-F238E27FC236}">
                  <a16:creationId xmlns:a16="http://schemas.microsoft.com/office/drawing/2014/main" id="{C1C246E8-5576-41FE-B6CA-F4BF24636367}"/>
                </a:ext>
              </a:extLst>
            </p:cNvPr>
            <p:cNvSpPr/>
            <p:nvPr/>
          </p:nvSpPr>
          <p:spPr bwMode="auto">
            <a:xfrm>
              <a:off x="2357907" y="4103287"/>
              <a:ext cx="1262724" cy="418730"/>
            </a:xfrm>
            <a:prstGeom prst="borderCallout1">
              <a:avLst>
                <a:gd name="adj1" fmla="val 107966"/>
                <a:gd name="adj2" fmla="val 103393"/>
                <a:gd name="adj3" fmla="val 179007"/>
                <a:gd name="adj4" fmla="val 176661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PN/PN 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耦合器</a:t>
              </a:r>
              <a:endParaRPr lang="en-US" sz="12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5" name="Legende: Linie 79">
              <a:extLst>
                <a:ext uri="{FF2B5EF4-FFF2-40B4-BE49-F238E27FC236}">
                  <a16:creationId xmlns:a16="http://schemas.microsoft.com/office/drawing/2014/main" id="{BB345B2B-0D0E-4B62-BB1F-14A6D935B722}"/>
                </a:ext>
              </a:extLst>
            </p:cNvPr>
            <p:cNvSpPr/>
            <p:nvPr/>
          </p:nvSpPr>
          <p:spPr bwMode="auto">
            <a:xfrm>
              <a:off x="6137565" y="1223116"/>
              <a:ext cx="1330237" cy="484980"/>
            </a:xfrm>
            <a:prstGeom prst="borderCallout1">
              <a:avLst>
                <a:gd name="adj1" fmla="val 121149"/>
                <a:gd name="adj2" fmla="val 38293"/>
                <a:gd name="adj3" fmla="val 325148"/>
                <a:gd name="adj4" fmla="val -22297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HMI 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连接通过</a:t>
              </a: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X2</a:t>
              </a:r>
            </a:p>
          </p:txBody>
        </p:sp>
        <p:sp>
          <p:nvSpPr>
            <p:cNvPr id="76" name="Legende: Linie 87">
              <a:extLst>
                <a:ext uri="{FF2B5EF4-FFF2-40B4-BE49-F238E27FC236}">
                  <a16:creationId xmlns:a16="http://schemas.microsoft.com/office/drawing/2014/main" id="{C44701C8-35AF-4503-83FD-509A238CA14B}"/>
                </a:ext>
              </a:extLst>
            </p:cNvPr>
            <p:cNvSpPr/>
            <p:nvPr/>
          </p:nvSpPr>
          <p:spPr bwMode="auto">
            <a:xfrm>
              <a:off x="4730235" y="5833976"/>
              <a:ext cx="1574821" cy="508192"/>
            </a:xfrm>
            <a:prstGeom prst="borderCallout1">
              <a:avLst>
                <a:gd name="adj1" fmla="val -13500"/>
                <a:gd name="adj2" fmla="val 35655"/>
                <a:gd name="adj3" fmla="val -95023"/>
                <a:gd name="adj4" fmla="val 46709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MRP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环中最多</a:t>
              </a: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14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个设备</a:t>
              </a:r>
              <a:endParaRPr lang="de-DE" sz="12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8" name="Freihandform: Form 83">
              <a:extLst>
                <a:ext uri="{FF2B5EF4-FFF2-40B4-BE49-F238E27FC236}">
                  <a16:creationId xmlns:a16="http://schemas.microsoft.com/office/drawing/2014/main" id="{D365993F-2391-4A42-83DF-FC6015D91132}"/>
                </a:ext>
              </a:extLst>
            </p:cNvPr>
            <p:cNvSpPr/>
            <p:nvPr/>
          </p:nvSpPr>
          <p:spPr bwMode="auto">
            <a:xfrm>
              <a:off x="7416198" y="3955748"/>
              <a:ext cx="378981" cy="964662"/>
            </a:xfrm>
            <a:custGeom>
              <a:avLst/>
              <a:gdLst>
                <a:gd name="connsiteX0" fmla="*/ 0 w 378981"/>
                <a:gd name="connsiteY0" fmla="*/ 0 h 1209964"/>
                <a:gd name="connsiteX1" fmla="*/ 360218 w 378981"/>
                <a:gd name="connsiteY1" fmla="*/ 535710 h 1209964"/>
                <a:gd name="connsiteX2" fmla="*/ 295564 w 378981"/>
                <a:gd name="connsiteY2" fmla="*/ 1209964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8981" h="1209964">
                  <a:moveTo>
                    <a:pt x="0" y="0"/>
                  </a:moveTo>
                  <a:cubicBezTo>
                    <a:pt x="155478" y="167024"/>
                    <a:pt x="310957" y="334049"/>
                    <a:pt x="360218" y="535710"/>
                  </a:cubicBezTo>
                  <a:cubicBezTo>
                    <a:pt x="409479" y="737371"/>
                    <a:pt x="352521" y="973667"/>
                    <a:pt x="295564" y="1209964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Legende: Linie 71">
              <a:extLst>
                <a:ext uri="{FF2B5EF4-FFF2-40B4-BE49-F238E27FC236}">
                  <a16:creationId xmlns:a16="http://schemas.microsoft.com/office/drawing/2014/main" id="{513CCF42-933F-4034-A2CE-FE771A7EF55E}"/>
                </a:ext>
              </a:extLst>
            </p:cNvPr>
            <p:cNvSpPr/>
            <p:nvPr/>
          </p:nvSpPr>
          <p:spPr bwMode="auto">
            <a:xfrm>
              <a:off x="6509036" y="5809592"/>
              <a:ext cx="2523772" cy="540091"/>
            </a:xfrm>
            <a:prstGeom prst="borderCallout1">
              <a:avLst>
                <a:gd name="adj1" fmla="val -6125"/>
                <a:gd name="adj2" fmla="val 65141"/>
                <a:gd name="adj3" fmla="val -222191"/>
                <a:gd name="adj4" fmla="val 50795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和标准控制器通过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X1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接口采用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OUC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通讯</a:t>
              </a:r>
              <a:endParaRPr lang="en-US" sz="12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816C3A4-15B9-4668-AF59-394643E7037C}"/>
              </a:ext>
            </a:extLst>
          </p:cNvPr>
          <p:cNvSpPr txBox="1"/>
          <p:nvPr/>
        </p:nvSpPr>
        <p:spPr>
          <a:xfrm>
            <a:off x="8601520" y="2555136"/>
            <a:ext cx="3348363" cy="2446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1515R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接口构建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MRP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支持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S2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系统冗余的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IO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设备可以直接接入介质冗余环网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1515R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PN/PN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耦合器与标准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PLC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系统通讯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也可以通过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OUC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方式与冗余系统通讯，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和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接口均支持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人机界面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HMI,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SCADA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的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接口，采用系统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IP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的方式接入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WinCC V7.5 SP1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支持通过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接口采用双网连接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1515R</a:t>
            </a: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200" dirty="0" err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8385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Object 88" hidden="1">
            <a:extLst>
              <a:ext uri="{FF2B5EF4-FFF2-40B4-BE49-F238E27FC236}">
                <a16:creationId xmlns:a16="http://schemas.microsoft.com/office/drawing/2014/main" id="{A9A516C4-0F6A-4D80-A7BF-CF557685AC9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294" name="think-cell Slide" r:id="rId34" imgW="359" imgH="355" progId="TCLayout.ActiveDocument.1">
                  <p:embed/>
                </p:oleObj>
              </mc:Choice>
              <mc:Fallback>
                <p:oleObj name="think-cell Slide" r:id="rId34" imgW="359" imgH="355" progId="TCLayout.ActiveDocument.1">
                  <p:embed/>
                  <p:pic>
                    <p:nvPicPr>
                      <p:cNvPr id="89" name="Object 88" hidden="1">
                        <a:extLst>
                          <a:ext uri="{FF2B5EF4-FFF2-40B4-BE49-F238E27FC236}">
                            <a16:creationId xmlns:a16="http://schemas.microsoft.com/office/drawing/2014/main" id="{A9A516C4-0F6A-4D80-A7BF-CF557685AC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 87" hidden="1">
            <a:extLst>
              <a:ext uri="{FF2B5EF4-FFF2-40B4-BE49-F238E27FC236}">
                <a16:creationId xmlns:a16="http://schemas.microsoft.com/office/drawing/2014/main" id="{3DA7F24D-0935-46AA-93E6-5CB2DA33014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u="none" dirty="0">
              <a:solidFill>
                <a:srgbClr val="000000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CAEEF-220C-4C30-A34E-9F9FA403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CPU 1517H-3 PN</a:t>
            </a:r>
            <a:r>
              <a:rPr lang="zh-CN" altLang="en-US" b="0" dirty="0"/>
              <a:t>典型配置</a:t>
            </a:r>
            <a:endParaRPr lang="en-US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17E4066-92B4-4A0D-AB07-CE7EA708644D}"/>
              </a:ext>
            </a:extLst>
          </p:cNvPr>
          <p:cNvGrpSpPr/>
          <p:nvPr/>
        </p:nvGrpSpPr>
        <p:grpSpPr>
          <a:xfrm>
            <a:off x="1863135" y="1259188"/>
            <a:ext cx="7056967" cy="5280024"/>
            <a:chOff x="1863135" y="1259188"/>
            <a:chExt cx="7056967" cy="5280024"/>
          </a:xfrm>
        </p:grpSpPr>
        <p:cxnSp>
          <p:nvCxnSpPr>
            <p:cNvPr id="3" name="Gerade Verbindung 22">
              <a:extLst>
                <a:ext uri="{FF2B5EF4-FFF2-40B4-BE49-F238E27FC236}">
                  <a16:creationId xmlns:a16="http://schemas.microsoft.com/office/drawing/2014/main" id="{139A7C7E-2417-4805-A4FE-78DB5E0C4900}"/>
                </a:ext>
              </a:extLst>
            </p:cNvPr>
            <p:cNvCxnSpPr/>
            <p:nvPr/>
          </p:nvCxnSpPr>
          <p:spPr bwMode="auto">
            <a:xfrm>
              <a:off x="7283892" y="4813702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" name="Gerade Verbindung 23">
              <a:extLst>
                <a:ext uri="{FF2B5EF4-FFF2-40B4-BE49-F238E27FC236}">
                  <a16:creationId xmlns:a16="http://schemas.microsoft.com/office/drawing/2014/main" id="{905A9034-2D9A-4433-B231-8C624F5C7587}"/>
                </a:ext>
              </a:extLst>
            </p:cNvPr>
            <p:cNvCxnSpPr>
              <a:cxnSpLocks/>
              <a:stCxn id="6" idx="2"/>
            </p:cNvCxnSpPr>
            <p:nvPr/>
          </p:nvCxnSpPr>
          <p:spPr bwMode="auto">
            <a:xfrm>
              <a:off x="7920529" y="4770139"/>
              <a:ext cx="1" cy="45898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" name="Ellipse 24">
              <a:extLst>
                <a:ext uri="{FF2B5EF4-FFF2-40B4-BE49-F238E27FC236}">
                  <a16:creationId xmlns:a16="http://schemas.microsoft.com/office/drawing/2014/main" id="{F8F30C47-AC71-40AE-BA15-12EBD60FBBB5}"/>
                </a:ext>
              </a:extLst>
            </p:cNvPr>
            <p:cNvSpPr/>
            <p:nvPr/>
          </p:nvSpPr>
          <p:spPr bwMode="auto">
            <a:xfrm>
              <a:off x="4948343" y="4391543"/>
              <a:ext cx="3201931" cy="423707"/>
            </a:xfrm>
            <a:prstGeom prst="ellips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buClr>
                  <a:schemeClr val="accent1"/>
                </a:buClr>
                <a:buFont typeface="Wingdings" pitchFamily="2" charset="2"/>
              </a:pPr>
              <a:endParaRPr lang="de-DE" sz="900" kern="1200" dirty="0">
                <a:solidFill>
                  <a:schemeClr val="tx1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6" name="Rechteck 25">
              <a:extLst>
                <a:ext uri="{FF2B5EF4-FFF2-40B4-BE49-F238E27FC236}">
                  <a16:creationId xmlns:a16="http://schemas.microsoft.com/office/drawing/2014/main" id="{8AC1383E-B07E-4C2F-896B-D70B6AD7D12F}"/>
                </a:ext>
              </a:extLst>
            </p:cNvPr>
            <p:cNvSpPr/>
            <p:nvPr/>
          </p:nvSpPr>
          <p:spPr bwMode="auto">
            <a:xfrm>
              <a:off x="7857529" y="4644139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Rechteck 26">
              <a:extLst>
                <a:ext uri="{FF2B5EF4-FFF2-40B4-BE49-F238E27FC236}">
                  <a16:creationId xmlns:a16="http://schemas.microsoft.com/office/drawing/2014/main" id="{7AF886B2-5E2C-44E0-BB59-F361B3CBF0FF}"/>
                </a:ext>
              </a:extLst>
            </p:cNvPr>
            <p:cNvSpPr/>
            <p:nvPr/>
          </p:nvSpPr>
          <p:spPr bwMode="auto">
            <a:xfrm>
              <a:off x="7220891" y="4739045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917A57F7-9889-44D5-ADE9-EF937E5D9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3022" y="3840171"/>
              <a:ext cx="756659" cy="0"/>
            </a:xfrm>
            <a:prstGeom prst="line">
              <a:avLst/>
            </a:prstGeom>
            <a:noFill/>
            <a:ln w="3810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0" rIns="36000" bIns="0" anchor="ctr">
              <a:noAutofit/>
            </a:bodyPr>
            <a:lstStyle/>
            <a:p>
              <a:endParaRPr lang="de-DE" dirty="0"/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AC7E9CF9-AF5A-4D3F-9555-E6EFF328A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2147" y="3917959"/>
              <a:ext cx="707535" cy="0"/>
            </a:xfrm>
            <a:prstGeom prst="line">
              <a:avLst/>
            </a:prstGeom>
            <a:noFill/>
            <a:ln w="38100" cap="flat" cmpd="sng" algn="ctr">
              <a:solidFill>
                <a:srgbClr val="DA040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0" rIns="36000" bIns="0" anchor="ctr">
              <a:noAutofit/>
            </a:bodyPr>
            <a:lstStyle/>
            <a:p>
              <a:endParaRPr lang="de-DE" dirty="0"/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EC7EF3D7-C03B-49A3-A44E-174E4790D8C1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829773" y="4103287"/>
              <a:ext cx="155491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X1</a:t>
              </a:r>
            </a:p>
          </p:txBody>
        </p:sp>
        <p:sp>
          <p:nvSpPr>
            <p:cNvPr id="11" name="Rechteck 33">
              <a:extLst>
                <a:ext uri="{FF2B5EF4-FFF2-40B4-BE49-F238E27FC236}">
                  <a16:creationId xmlns:a16="http://schemas.microsoft.com/office/drawing/2014/main" id="{168E6ACD-A080-4E7A-8A83-81C78DBD668A}"/>
                </a:ext>
              </a:extLst>
            </p:cNvPr>
            <p:cNvSpPr/>
            <p:nvPr/>
          </p:nvSpPr>
          <p:spPr bwMode="auto">
            <a:xfrm>
              <a:off x="7139344" y="4359572"/>
              <a:ext cx="79201" cy="114810"/>
            </a:xfrm>
            <a:prstGeom prst="rect">
              <a:avLst/>
            </a:prstGeom>
            <a:solidFill>
              <a:schemeClr val="lt1"/>
            </a:solidFill>
            <a:ln w="9525" cap="flat" cmpd="sng" algn="ctr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de-DE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2" name="Gerade Verbindung 34">
              <a:extLst>
                <a:ext uri="{FF2B5EF4-FFF2-40B4-BE49-F238E27FC236}">
                  <a16:creationId xmlns:a16="http://schemas.microsoft.com/office/drawing/2014/main" id="{56E7F96A-6659-476C-9B2C-F03E5BFBEFA6}"/>
                </a:ext>
              </a:extLst>
            </p:cNvPr>
            <p:cNvCxnSpPr/>
            <p:nvPr/>
          </p:nvCxnSpPr>
          <p:spPr bwMode="auto">
            <a:xfrm>
              <a:off x="7238739" y="4080418"/>
              <a:ext cx="0" cy="338921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35">
              <a:extLst>
                <a:ext uri="{FF2B5EF4-FFF2-40B4-BE49-F238E27FC236}">
                  <a16:creationId xmlns:a16="http://schemas.microsoft.com/office/drawing/2014/main" id="{4A6C36AE-ABE6-433A-BF9F-16F1F4EC70F6}"/>
                </a:ext>
              </a:extLst>
            </p:cNvPr>
            <p:cNvCxnSpPr/>
            <p:nvPr/>
          </p:nvCxnSpPr>
          <p:spPr bwMode="auto">
            <a:xfrm>
              <a:off x="7129576" y="3955748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Rechteck 36">
              <a:extLst>
                <a:ext uri="{FF2B5EF4-FFF2-40B4-BE49-F238E27FC236}">
                  <a16:creationId xmlns:a16="http://schemas.microsoft.com/office/drawing/2014/main" id="{79D1318A-7171-4EB1-BAE2-A31956071D02}"/>
                </a:ext>
              </a:extLst>
            </p:cNvPr>
            <p:cNvSpPr/>
            <p:nvPr/>
          </p:nvSpPr>
          <p:spPr bwMode="auto">
            <a:xfrm>
              <a:off x="5700806" y="4346861"/>
              <a:ext cx="72000" cy="114810"/>
            </a:xfrm>
            <a:prstGeom prst="rect">
              <a:avLst/>
            </a:prstGeom>
            <a:solidFill>
              <a:schemeClr val="lt1"/>
            </a:solidFill>
            <a:ln w="9525" cap="flat" cmpd="sng" algn="ctr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de-DE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5" name="Gerade Verbindung 37">
              <a:extLst>
                <a:ext uri="{FF2B5EF4-FFF2-40B4-BE49-F238E27FC236}">
                  <a16:creationId xmlns:a16="http://schemas.microsoft.com/office/drawing/2014/main" id="{0DA92F98-5A33-43E1-A69C-F7F61406831E}"/>
                </a:ext>
              </a:extLst>
            </p:cNvPr>
            <p:cNvCxnSpPr/>
            <p:nvPr/>
          </p:nvCxnSpPr>
          <p:spPr bwMode="auto">
            <a:xfrm>
              <a:off x="5686893" y="3975113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6" name="product_distributed-io.png">
              <a:extLst>
                <a:ext uri="{FF2B5EF4-FFF2-40B4-BE49-F238E27FC236}">
                  <a16:creationId xmlns:a16="http://schemas.microsoft.com/office/drawing/2014/main" id="{A141F138-F21C-42B2-8CDF-14F17E08626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8814" y="5044929"/>
              <a:ext cx="455268" cy="455268"/>
            </a:xfrm>
            <a:prstGeom prst="rect">
              <a:avLst/>
            </a:prstGeom>
          </p:spPr>
        </p:pic>
        <p:grpSp>
          <p:nvGrpSpPr>
            <p:cNvPr id="17" name="Gruppieren 49">
              <a:extLst>
                <a:ext uri="{FF2B5EF4-FFF2-40B4-BE49-F238E27FC236}">
                  <a16:creationId xmlns:a16="http://schemas.microsoft.com/office/drawing/2014/main" id="{6F787ECE-86C8-4802-96C3-D6E445B5AA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56350" y="5022132"/>
              <a:ext cx="622420" cy="496651"/>
              <a:chOff x="4105359" y="1822075"/>
              <a:chExt cx="4583448" cy="3657299"/>
            </a:xfrm>
          </p:grpSpPr>
          <p:pic>
            <p:nvPicPr>
              <p:cNvPr id="18" name="product_simatic-s7-1500.png">
                <a:extLst>
                  <a:ext uri="{FF2B5EF4-FFF2-40B4-BE49-F238E27FC236}">
                    <a16:creationId xmlns:a16="http://schemas.microsoft.com/office/drawing/2014/main" id="{208AB19A-B534-483D-A308-1894F3D7E65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 rotWithShape="1"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153" t="1" b="1"/>
              <a:stretch/>
            </p:blipFill>
            <p:spPr>
              <a:xfrm>
                <a:off x="5068173" y="1822078"/>
                <a:ext cx="1786502" cy="3657295"/>
              </a:xfrm>
              <a:prstGeom prst="rect">
                <a:avLst/>
              </a:prstGeom>
            </p:spPr>
          </p:pic>
          <p:pic>
            <p:nvPicPr>
              <p:cNvPr id="19" name="product_simatic-s7-1500.png">
                <a:extLst>
                  <a:ext uri="{FF2B5EF4-FFF2-40B4-BE49-F238E27FC236}">
                    <a16:creationId xmlns:a16="http://schemas.microsoft.com/office/drawing/2014/main" id="{B835B191-10B3-4EAC-9EA9-B1D30333431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 rotWithShape="1"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233" t="89461" r="48631"/>
              <a:stretch/>
            </p:blipFill>
            <p:spPr>
              <a:xfrm>
                <a:off x="4138401" y="5093946"/>
                <a:ext cx="877175" cy="385428"/>
              </a:xfrm>
              <a:prstGeom prst="rect">
                <a:avLst/>
              </a:prstGeom>
            </p:spPr>
          </p:pic>
          <p:pic>
            <p:nvPicPr>
              <p:cNvPr id="20" name="product_simatic-s7-1500.png">
                <a:extLst>
                  <a:ext uri="{FF2B5EF4-FFF2-40B4-BE49-F238E27FC236}">
                    <a16:creationId xmlns:a16="http://schemas.microsoft.com/office/drawing/2014/main" id="{150C56D2-5278-469C-934F-84CA118D2AC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 rotWithShape="1">
              <a:blip r:embed="rId3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 t="2" r="23744" b="7621"/>
              <a:stretch/>
            </p:blipFill>
            <p:spPr>
              <a:xfrm>
                <a:off x="4105359" y="1822075"/>
                <a:ext cx="960284" cy="3378574"/>
              </a:xfrm>
              <a:prstGeom prst="rect">
                <a:avLst/>
              </a:prstGeom>
            </p:spPr>
          </p:pic>
          <p:pic>
            <p:nvPicPr>
              <p:cNvPr id="21" name="product_simatic-s7-1500.png">
                <a:extLst>
                  <a:ext uri="{FF2B5EF4-FFF2-40B4-BE49-F238E27FC236}">
                    <a16:creationId xmlns:a16="http://schemas.microsoft.com/office/drawing/2014/main" id="{2F5CD471-9C86-4132-BDD7-275A17F9DD8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 rotWithShape="1">
              <a:blip r:embed="rId4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50" t="1" r="1" b="1"/>
              <a:stretch/>
            </p:blipFill>
            <p:spPr>
              <a:xfrm>
                <a:off x="6854675" y="1822075"/>
                <a:ext cx="1834132" cy="3657295"/>
              </a:xfrm>
              <a:prstGeom prst="rect">
                <a:avLst/>
              </a:prstGeom>
            </p:spPr>
          </p:pic>
        </p:grpSp>
        <p:cxnSp>
          <p:nvCxnSpPr>
            <p:cNvPr id="22" name="Gerade Verbindung 58">
              <a:extLst>
                <a:ext uri="{FF2B5EF4-FFF2-40B4-BE49-F238E27FC236}">
                  <a16:creationId xmlns:a16="http://schemas.microsoft.com/office/drawing/2014/main" id="{22895398-9706-4D1B-AC18-3EDD901AB584}"/>
                </a:ext>
              </a:extLst>
            </p:cNvPr>
            <p:cNvCxnSpPr/>
            <p:nvPr/>
          </p:nvCxnSpPr>
          <p:spPr bwMode="auto">
            <a:xfrm>
              <a:off x="5789251" y="4081031"/>
              <a:ext cx="0" cy="338921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5AE5FEAC-00B6-48FA-B428-4A164A4A7F5B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280529" y="4103287"/>
              <a:ext cx="155491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X1</a:t>
              </a:r>
            </a:p>
          </p:txBody>
        </p:sp>
        <p:grpSp>
          <p:nvGrpSpPr>
            <p:cNvPr id="24" name="Gruppieren 54">
              <a:extLst>
                <a:ext uri="{FF2B5EF4-FFF2-40B4-BE49-F238E27FC236}">
                  <a16:creationId xmlns:a16="http://schemas.microsoft.com/office/drawing/2014/main" id="{58660AF1-A54D-4BD9-9C7D-893D1A7EE214}"/>
                </a:ext>
              </a:extLst>
            </p:cNvPr>
            <p:cNvGrpSpPr/>
            <p:nvPr/>
          </p:nvGrpSpPr>
          <p:grpSpPr>
            <a:xfrm>
              <a:off x="7058960" y="3450246"/>
              <a:ext cx="774297" cy="640310"/>
              <a:chOff x="5633257" y="2448326"/>
              <a:chExt cx="3891741" cy="2958295"/>
            </a:xfrm>
          </p:grpSpPr>
          <p:pic>
            <p:nvPicPr>
              <p:cNvPr id="25" name="product_simatic-s7-1500.png">
                <a:extLst>
                  <a:ext uri="{FF2B5EF4-FFF2-40B4-BE49-F238E27FC236}">
                    <a16:creationId xmlns:a16="http://schemas.microsoft.com/office/drawing/2014/main" id="{CAFAD485-2A76-4BA2-A81B-D9F0B17ECF1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6"/>
                </p:custDataLst>
              </p:nvPr>
            </p:nvPicPr>
            <p:blipFill rotWithShape="1">
              <a:blip r:embed="rId4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991" r="26080"/>
              <a:stretch/>
            </p:blipFill>
            <p:spPr>
              <a:xfrm>
                <a:off x="7181850" y="2448326"/>
                <a:ext cx="1562099" cy="2958293"/>
              </a:xfrm>
              <a:prstGeom prst="rect">
                <a:avLst/>
              </a:prstGeom>
            </p:spPr>
          </p:pic>
          <p:pic>
            <p:nvPicPr>
              <p:cNvPr id="26" name="product_simatic-s7-1500.png">
                <a:extLst>
                  <a:ext uri="{FF2B5EF4-FFF2-40B4-BE49-F238E27FC236}">
                    <a16:creationId xmlns:a16="http://schemas.microsoft.com/office/drawing/2014/main" id="{2F12BBCC-45D9-4470-8BDF-557B635A7B8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 rotWithShape="1">
              <a:blip r:embed="rId4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598"/>
              <a:stretch/>
            </p:blipFill>
            <p:spPr>
              <a:xfrm>
                <a:off x="8743949" y="2448328"/>
                <a:ext cx="781049" cy="2958293"/>
              </a:xfrm>
              <a:prstGeom prst="rect">
                <a:avLst/>
              </a:prstGeom>
            </p:spPr>
          </p:pic>
          <p:pic>
            <p:nvPicPr>
              <p:cNvPr id="27" name="product_simatic-s7-1500.png">
                <a:extLst>
                  <a:ext uri="{FF2B5EF4-FFF2-40B4-BE49-F238E27FC236}">
                    <a16:creationId xmlns:a16="http://schemas.microsoft.com/office/drawing/2014/main" id="{D69434EC-3BA8-449C-809F-F01FB9A80FE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 rotWithShape="1">
              <a:blip r:embed="rId4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7652"/>
              <a:stretch/>
            </p:blipFill>
            <p:spPr>
              <a:xfrm>
                <a:off x="5633257" y="2448328"/>
                <a:ext cx="1548594" cy="2958293"/>
              </a:xfrm>
              <a:prstGeom prst="rect">
                <a:avLst/>
              </a:prstGeom>
            </p:spPr>
          </p:pic>
        </p:grpSp>
        <p:grpSp>
          <p:nvGrpSpPr>
            <p:cNvPr id="28" name="Gruppieren 59">
              <a:extLst>
                <a:ext uri="{FF2B5EF4-FFF2-40B4-BE49-F238E27FC236}">
                  <a16:creationId xmlns:a16="http://schemas.microsoft.com/office/drawing/2014/main" id="{5315E86E-64E1-41C2-B44F-49A8886A6CF5}"/>
                </a:ext>
              </a:extLst>
            </p:cNvPr>
            <p:cNvGrpSpPr/>
            <p:nvPr/>
          </p:nvGrpSpPr>
          <p:grpSpPr>
            <a:xfrm>
              <a:off x="5606425" y="3450246"/>
              <a:ext cx="774297" cy="640310"/>
              <a:chOff x="5633257" y="2448326"/>
              <a:chExt cx="3891741" cy="2958295"/>
            </a:xfrm>
          </p:grpSpPr>
          <p:pic>
            <p:nvPicPr>
              <p:cNvPr id="29" name="product_simatic-s7-1500.png">
                <a:extLst>
                  <a:ext uri="{FF2B5EF4-FFF2-40B4-BE49-F238E27FC236}">
                    <a16:creationId xmlns:a16="http://schemas.microsoft.com/office/drawing/2014/main" id="{3D9638EB-B8AA-489A-9E6C-198C6267584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 rotWithShape="1">
              <a:blip r:embed="rId4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991" r="26080"/>
              <a:stretch/>
            </p:blipFill>
            <p:spPr>
              <a:xfrm>
                <a:off x="7181850" y="2448326"/>
                <a:ext cx="1562099" cy="2958293"/>
              </a:xfrm>
              <a:prstGeom prst="rect">
                <a:avLst/>
              </a:prstGeom>
            </p:spPr>
          </p:pic>
          <p:pic>
            <p:nvPicPr>
              <p:cNvPr id="30" name="product_simatic-s7-1500.png">
                <a:extLst>
                  <a:ext uri="{FF2B5EF4-FFF2-40B4-BE49-F238E27FC236}">
                    <a16:creationId xmlns:a16="http://schemas.microsoft.com/office/drawing/2014/main" id="{3A6CB6A7-8CC1-4621-A895-6250362A98F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 rotWithShape="1">
              <a:blip r:embed="rId4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598"/>
              <a:stretch/>
            </p:blipFill>
            <p:spPr>
              <a:xfrm>
                <a:off x="8743949" y="2448328"/>
                <a:ext cx="781049" cy="2958293"/>
              </a:xfrm>
              <a:prstGeom prst="rect">
                <a:avLst/>
              </a:prstGeom>
            </p:spPr>
          </p:pic>
          <p:pic>
            <p:nvPicPr>
              <p:cNvPr id="31" name="product_simatic-s7-1500.png">
                <a:extLst>
                  <a:ext uri="{FF2B5EF4-FFF2-40B4-BE49-F238E27FC236}">
                    <a16:creationId xmlns:a16="http://schemas.microsoft.com/office/drawing/2014/main" id="{5FD4A305-EFDE-424A-9660-EB4A4829AB8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 rotWithShape="1">
              <a:blip r:embed="rId4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7652"/>
              <a:stretch/>
            </p:blipFill>
            <p:spPr>
              <a:xfrm>
                <a:off x="5633257" y="2448328"/>
                <a:ext cx="1548594" cy="2958293"/>
              </a:xfrm>
              <a:prstGeom prst="rect">
                <a:avLst/>
              </a:prstGeom>
            </p:spPr>
          </p:pic>
        </p:grpSp>
        <p:grpSp>
          <p:nvGrpSpPr>
            <p:cNvPr id="32" name="Gruppieren 118">
              <a:extLst>
                <a:ext uri="{FF2B5EF4-FFF2-40B4-BE49-F238E27FC236}">
                  <a16:creationId xmlns:a16="http://schemas.microsoft.com/office/drawing/2014/main" id="{39632190-F292-4875-A754-F67D7C97688B}"/>
                </a:ext>
              </a:extLst>
            </p:cNvPr>
            <p:cNvGrpSpPr/>
            <p:nvPr/>
          </p:nvGrpSpPr>
          <p:grpSpPr>
            <a:xfrm>
              <a:off x="3922942" y="2577148"/>
              <a:ext cx="4905932" cy="233355"/>
              <a:chOff x="627063" y="2703276"/>
              <a:chExt cx="11088687" cy="233355"/>
            </a:xfrm>
          </p:grpSpPr>
          <p:cxnSp>
            <p:nvCxnSpPr>
              <p:cNvPr id="33" name="Gerade Verbindung 66">
                <a:extLst>
                  <a:ext uri="{FF2B5EF4-FFF2-40B4-BE49-F238E27FC236}">
                    <a16:creationId xmlns:a16="http://schemas.microsoft.com/office/drawing/2014/main" id="{302523A0-4595-4CD7-AD09-9A618DEBE79D}"/>
                  </a:ext>
                </a:extLst>
              </p:cNvPr>
              <p:cNvCxnSpPr/>
              <p:nvPr/>
            </p:nvCxnSpPr>
            <p:spPr bwMode="auto">
              <a:xfrm>
                <a:off x="627063" y="2936631"/>
                <a:ext cx="11088687" cy="0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4" name="Text Box 16">
                <a:extLst>
                  <a:ext uri="{FF2B5EF4-FFF2-40B4-BE49-F238E27FC236}">
                    <a16:creationId xmlns:a16="http://schemas.microsoft.com/office/drawing/2014/main" id="{1D997426-9C5C-45F7-AF2C-4EF3C7D7B58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32625" y="2703276"/>
                <a:ext cx="1130118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00963F"/>
                    </a:solidFill>
                  </a:rPr>
                  <a:t>Industrial Ethernet</a:t>
                </a:r>
              </a:p>
            </p:txBody>
          </p:sp>
        </p:grpSp>
        <p:grpSp>
          <p:nvGrpSpPr>
            <p:cNvPr id="35" name="Gruppieren 140">
              <a:extLst>
                <a:ext uri="{FF2B5EF4-FFF2-40B4-BE49-F238E27FC236}">
                  <a16:creationId xmlns:a16="http://schemas.microsoft.com/office/drawing/2014/main" id="{E565CE07-F6B4-4417-84BD-44AB8BBFCFED}"/>
                </a:ext>
              </a:extLst>
            </p:cNvPr>
            <p:cNvGrpSpPr/>
            <p:nvPr/>
          </p:nvGrpSpPr>
          <p:grpSpPr>
            <a:xfrm>
              <a:off x="8044272" y="2190294"/>
              <a:ext cx="116946" cy="683209"/>
              <a:chOff x="7822631" y="2263528"/>
              <a:chExt cx="126000" cy="736103"/>
            </a:xfrm>
          </p:grpSpPr>
          <p:cxnSp>
            <p:nvCxnSpPr>
              <p:cNvPr id="36" name="Gerade Verbindung 108">
                <a:extLst>
                  <a:ext uri="{FF2B5EF4-FFF2-40B4-BE49-F238E27FC236}">
                    <a16:creationId xmlns:a16="http://schemas.microsoft.com/office/drawing/2014/main" id="{9652927E-EDAE-4604-A83D-BE00C42FD965}"/>
                  </a:ext>
                </a:extLst>
              </p:cNvPr>
              <p:cNvCxnSpPr>
                <a:stCxn id="47" idx="2"/>
                <a:endCxn id="37" idx="0"/>
              </p:cNvCxnSpPr>
              <p:nvPr/>
            </p:nvCxnSpPr>
            <p:spPr bwMode="auto">
              <a:xfrm>
                <a:off x="7880868" y="2263528"/>
                <a:ext cx="4763" cy="610103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Rechteck 133">
                <a:extLst>
                  <a:ext uri="{FF2B5EF4-FFF2-40B4-BE49-F238E27FC236}">
                    <a16:creationId xmlns:a16="http://schemas.microsoft.com/office/drawing/2014/main" id="{2C720CF7-541D-459A-991B-5736A9CF03A9}"/>
                  </a:ext>
                </a:extLst>
              </p:cNvPr>
              <p:cNvSpPr/>
              <p:nvPr/>
            </p:nvSpPr>
            <p:spPr bwMode="auto">
              <a:xfrm>
                <a:off x="7822631" y="2873631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8" name="Gerade Verbindung 77">
              <a:extLst>
                <a:ext uri="{FF2B5EF4-FFF2-40B4-BE49-F238E27FC236}">
                  <a16:creationId xmlns:a16="http://schemas.microsoft.com/office/drawing/2014/main" id="{DCD4C350-8905-4A56-BA12-08D6F633D5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47567" y="2821779"/>
              <a:ext cx="0" cy="639743"/>
            </a:xfrm>
            <a:prstGeom prst="line">
              <a:avLst/>
            </a:prstGeom>
            <a:solidFill>
              <a:schemeClr val="tx2"/>
            </a:solidFill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" name="Text Box 16">
              <a:extLst>
                <a:ext uri="{FF2B5EF4-FFF2-40B4-BE49-F238E27FC236}">
                  <a16:creationId xmlns:a16="http://schemas.microsoft.com/office/drawing/2014/main" id="{01EA0648-2F68-457E-8CB4-3C0A65B4BA9E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13030" y="3251088"/>
              <a:ext cx="16156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X2</a:t>
              </a:r>
            </a:p>
          </p:txBody>
        </p:sp>
        <p:sp>
          <p:nvSpPr>
            <p:cNvPr id="40" name="Rechteck 134">
              <a:extLst>
                <a:ext uri="{FF2B5EF4-FFF2-40B4-BE49-F238E27FC236}">
                  <a16:creationId xmlns:a16="http://schemas.microsoft.com/office/drawing/2014/main" id="{4F7404BA-A038-49E4-A933-42D509809509}"/>
                </a:ext>
              </a:extLst>
            </p:cNvPr>
            <p:cNvSpPr/>
            <p:nvPr/>
          </p:nvSpPr>
          <p:spPr bwMode="auto">
            <a:xfrm>
              <a:off x="5782104" y="2758779"/>
              <a:ext cx="130926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grpSp>
          <p:nvGrpSpPr>
            <p:cNvPr id="41" name="Gruppieren 146">
              <a:extLst>
                <a:ext uri="{FF2B5EF4-FFF2-40B4-BE49-F238E27FC236}">
                  <a16:creationId xmlns:a16="http://schemas.microsoft.com/office/drawing/2014/main" id="{D4429C89-4A35-4B10-A29E-E47C5BF8E7AB}"/>
                </a:ext>
              </a:extLst>
            </p:cNvPr>
            <p:cNvGrpSpPr/>
            <p:nvPr/>
          </p:nvGrpSpPr>
          <p:grpSpPr>
            <a:xfrm>
              <a:off x="5095466" y="2359326"/>
              <a:ext cx="126000" cy="515168"/>
              <a:chOff x="5031474" y="2484463"/>
              <a:chExt cx="126000" cy="515168"/>
            </a:xfrm>
          </p:grpSpPr>
          <p:cxnSp>
            <p:nvCxnSpPr>
              <p:cNvPr id="42" name="Gerade Verbindung 147">
                <a:extLst>
                  <a:ext uri="{FF2B5EF4-FFF2-40B4-BE49-F238E27FC236}">
                    <a16:creationId xmlns:a16="http://schemas.microsoft.com/office/drawing/2014/main" id="{77C028B2-E499-48FE-AC78-1153E2695BF4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 bwMode="auto">
              <a:xfrm>
                <a:off x="5092271" y="2484463"/>
                <a:ext cx="2203" cy="389168"/>
              </a:xfrm>
              <a:prstGeom prst="line">
                <a:avLst/>
              </a:prstGeom>
              <a:solidFill>
                <a:schemeClr val="tx2"/>
              </a:solidFill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3" name="Rechteck 148">
                <a:extLst>
                  <a:ext uri="{FF2B5EF4-FFF2-40B4-BE49-F238E27FC236}">
                    <a16:creationId xmlns:a16="http://schemas.microsoft.com/office/drawing/2014/main" id="{1940433F-2F20-4500-BE49-DF9E8FAABBFF}"/>
                  </a:ext>
                </a:extLst>
              </p:cNvPr>
              <p:cNvSpPr/>
              <p:nvPr/>
            </p:nvSpPr>
            <p:spPr bwMode="auto">
              <a:xfrm>
                <a:off x="5031474" y="2873631"/>
                <a:ext cx="126000" cy="126000"/>
              </a:xfrm>
              <a:prstGeom prst="rect">
                <a:avLst/>
              </a:prstGeom>
              <a:solidFill>
                <a:srgbClr val="D2D741"/>
              </a:solidFill>
              <a:ln w="952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de-DE" sz="1200" b="1" dirty="0" err="1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44" name="product_pc-based-automation.png">
              <a:extLst>
                <a:ext uri="{FF2B5EF4-FFF2-40B4-BE49-F238E27FC236}">
                  <a16:creationId xmlns:a16="http://schemas.microsoft.com/office/drawing/2014/main" id="{49E6AF2B-7F3C-416C-A73B-C47873E5C64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14" b="12453"/>
            <a:stretch/>
          </p:blipFill>
          <p:spPr>
            <a:xfrm>
              <a:off x="4428972" y="1259188"/>
              <a:ext cx="1454582" cy="1100138"/>
            </a:xfrm>
            <a:prstGeom prst="rect">
              <a:avLst/>
            </a:prstGeom>
          </p:spPr>
        </p:pic>
        <p:sp>
          <p:nvSpPr>
            <p:cNvPr id="45" name="Rechteck 145">
              <a:extLst>
                <a:ext uri="{FF2B5EF4-FFF2-40B4-BE49-F238E27FC236}">
                  <a16:creationId xmlns:a16="http://schemas.microsoft.com/office/drawing/2014/main" id="{06779659-6A6C-4E55-9E10-69E968CCA1BC}"/>
                </a:ext>
              </a:extLst>
            </p:cNvPr>
            <p:cNvSpPr/>
            <p:nvPr/>
          </p:nvSpPr>
          <p:spPr bwMode="auto">
            <a:xfrm>
              <a:off x="4610120" y="1350094"/>
              <a:ext cx="1096692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de-DE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46" name="Gruppieren 127">
              <a:extLst>
                <a:ext uri="{FF2B5EF4-FFF2-40B4-BE49-F238E27FC236}">
                  <a16:creationId xmlns:a16="http://schemas.microsoft.com/office/drawing/2014/main" id="{C3695D6E-D776-4709-B7D3-6496A97B5B53}"/>
                </a:ext>
              </a:extLst>
            </p:cNvPr>
            <p:cNvGrpSpPr/>
            <p:nvPr/>
          </p:nvGrpSpPr>
          <p:grpSpPr>
            <a:xfrm>
              <a:off x="7669759" y="1335346"/>
              <a:ext cx="1250343" cy="928182"/>
              <a:chOff x="7452881" y="1278234"/>
              <a:chExt cx="1250343" cy="928182"/>
            </a:xfrm>
          </p:grpSpPr>
          <p:pic>
            <p:nvPicPr>
              <p:cNvPr id="47" name="product_comfort-panel.png">
                <a:extLst>
                  <a:ext uri="{FF2B5EF4-FFF2-40B4-BE49-F238E27FC236}">
                    <a16:creationId xmlns:a16="http://schemas.microsoft.com/office/drawing/2014/main" id="{BE743A2A-5173-419A-B57F-86E767AED1D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 rotWithShape="1"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123" b="8285"/>
              <a:stretch/>
            </p:blipFill>
            <p:spPr>
              <a:xfrm>
                <a:off x="7452881" y="1482934"/>
                <a:ext cx="865500" cy="723482"/>
              </a:xfrm>
              <a:prstGeom prst="rect">
                <a:avLst/>
              </a:prstGeom>
            </p:spPr>
          </p:pic>
          <p:sp>
            <p:nvSpPr>
              <p:cNvPr id="48" name="Text Box 16">
                <a:extLst>
                  <a:ext uri="{FF2B5EF4-FFF2-40B4-BE49-F238E27FC236}">
                    <a16:creationId xmlns:a16="http://schemas.microsoft.com/office/drawing/2014/main" id="{F6811E42-6FAD-4D2C-93EB-13014F3A20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7452881" y="1278234"/>
                <a:ext cx="1250343" cy="153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de-DE" altLang="de-DE" sz="1000" b="1" dirty="0">
                    <a:solidFill>
                      <a:srgbClr val="3C464B"/>
                    </a:solidFill>
                  </a:rPr>
                  <a:t>Basic/</a:t>
                </a:r>
                <a:r>
                  <a:rPr lang="en-US" altLang="de-DE" sz="1000" b="1" dirty="0">
                    <a:solidFill>
                      <a:srgbClr val="3C464B"/>
                    </a:solidFill>
                  </a:rPr>
                  <a:t>Comfort</a:t>
                </a:r>
                <a:r>
                  <a:rPr lang="de-DE" altLang="de-DE" sz="1000" b="1" dirty="0">
                    <a:solidFill>
                      <a:srgbClr val="3C464B"/>
                    </a:solidFill>
                  </a:rPr>
                  <a:t> Panel</a:t>
                </a:r>
              </a:p>
            </p:txBody>
          </p:sp>
        </p:grpSp>
        <p:sp>
          <p:nvSpPr>
            <p:cNvPr id="49" name="Text Box 16">
              <a:extLst>
                <a:ext uri="{FF2B5EF4-FFF2-40B4-BE49-F238E27FC236}">
                  <a16:creationId xmlns:a16="http://schemas.microsoft.com/office/drawing/2014/main" id="{21B8B2F6-D02E-4C55-A604-6546CBB7448B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945468" y="1547805"/>
              <a:ext cx="421590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de-DE" sz="1000" b="1" dirty="0">
                  <a:solidFill>
                    <a:srgbClr val="3C464B"/>
                  </a:solidFill>
                </a:rPr>
                <a:t>WinCC</a:t>
              </a:r>
            </a:p>
          </p:txBody>
        </p:sp>
        <p:cxnSp>
          <p:nvCxnSpPr>
            <p:cNvPr id="50" name="Gerade Verbindung 77">
              <a:extLst>
                <a:ext uri="{FF2B5EF4-FFF2-40B4-BE49-F238E27FC236}">
                  <a16:creationId xmlns:a16="http://schemas.microsoft.com/office/drawing/2014/main" id="{EAB87E7F-3947-4E1F-8A96-321BE5F9F2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71524" y="2815259"/>
              <a:ext cx="0" cy="639743"/>
            </a:xfrm>
            <a:prstGeom prst="line">
              <a:avLst/>
            </a:prstGeom>
            <a:solidFill>
              <a:schemeClr val="tx2"/>
            </a:solidFill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Text Box 16">
              <a:extLst>
                <a:ext uri="{FF2B5EF4-FFF2-40B4-BE49-F238E27FC236}">
                  <a16:creationId xmlns:a16="http://schemas.microsoft.com/office/drawing/2014/main" id="{1C546C5E-C57A-489F-83E7-02336CC3D4A3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536987" y="3244568"/>
              <a:ext cx="161569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>
                  <a:solidFill>
                    <a:srgbClr val="00963F"/>
                  </a:solidFill>
                </a:rPr>
                <a:t>X2</a:t>
              </a:r>
            </a:p>
          </p:txBody>
        </p:sp>
        <p:sp>
          <p:nvSpPr>
            <p:cNvPr id="52" name="Rechteck 88">
              <a:extLst>
                <a:ext uri="{FF2B5EF4-FFF2-40B4-BE49-F238E27FC236}">
                  <a16:creationId xmlns:a16="http://schemas.microsoft.com/office/drawing/2014/main" id="{1F59DACC-5830-4A68-9ECE-79FAD76B25C1}"/>
                </a:ext>
              </a:extLst>
            </p:cNvPr>
            <p:cNvSpPr/>
            <p:nvPr/>
          </p:nvSpPr>
          <p:spPr bwMode="auto">
            <a:xfrm>
              <a:off x="7406061" y="2752259"/>
              <a:ext cx="130926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Gerade Verbindung 22">
              <a:extLst>
                <a:ext uri="{FF2B5EF4-FFF2-40B4-BE49-F238E27FC236}">
                  <a16:creationId xmlns:a16="http://schemas.microsoft.com/office/drawing/2014/main" id="{D8247E30-EB4D-431E-B659-DC9B164DA34E}"/>
                </a:ext>
              </a:extLst>
            </p:cNvPr>
            <p:cNvCxnSpPr>
              <a:cxnSpLocks/>
              <a:endCxn id="54" idx="0"/>
            </p:cNvCxnSpPr>
            <p:nvPr/>
          </p:nvCxnSpPr>
          <p:spPr bwMode="auto">
            <a:xfrm>
              <a:off x="5268498" y="4772852"/>
              <a:ext cx="0" cy="18285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54" name="product_simatic-s7-1500-control-unit.png">
              <a:extLst>
                <a:ext uri="{FF2B5EF4-FFF2-40B4-BE49-F238E27FC236}">
                  <a16:creationId xmlns:a16="http://schemas.microsoft.com/office/drawing/2014/main" id="{B8021F0F-0FD5-49FB-B03D-75B3EA7750BA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8343" y="4955708"/>
              <a:ext cx="640310" cy="640310"/>
            </a:xfrm>
            <a:prstGeom prst="rect">
              <a:avLst/>
            </a:prstGeom>
          </p:spPr>
        </p:pic>
        <p:cxnSp>
          <p:nvCxnSpPr>
            <p:cNvPr id="55" name="Gerade Verbindung 22">
              <a:extLst>
                <a:ext uri="{FF2B5EF4-FFF2-40B4-BE49-F238E27FC236}">
                  <a16:creationId xmlns:a16="http://schemas.microsoft.com/office/drawing/2014/main" id="{0F8BF4BC-C1A3-4573-BD7B-B51FF8C3B9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89808" y="4874906"/>
              <a:ext cx="0" cy="18285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56" name="product_simatic-s7-1500-control-unit.png">
              <a:extLst>
                <a:ext uri="{FF2B5EF4-FFF2-40B4-BE49-F238E27FC236}">
                  <a16:creationId xmlns:a16="http://schemas.microsoft.com/office/drawing/2014/main" id="{F217D8D6-40F7-4F7D-8AE4-FE4D62374916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9653" y="5044404"/>
              <a:ext cx="640310" cy="640310"/>
            </a:xfrm>
            <a:prstGeom prst="rect">
              <a:avLst/>
            </a:prstGeom>
          </p:spPr>
        </p:pic>
        <p:cxnSp>
          <p:nvCxnSpPr>
            <p:cNvPr id="57" name="Gerade Verbindung 22">
              <a:extLst>
                <a:ext uri="{FF2B5EF4-FFF2-40B4-BE49-F238E27FC236}">
                  <a16:creationId xmlns:a16="http://schemas.microsoft.com/office/drawing/2014/main" id="{54F36943-7687-41E7-86F0-91AE0FFFCC11}"/>
                </a:ext>
              </a:extLst>
            </p:cNvPr>
            <p:cNvCxnSpPr>
              <a:cxnSpLocks/>
              <a:endCxn id="58" idx="0"/>
            </p:cNvCxnSpPr>
            <p:nvPr/>
          </p:nvCxnSpPr>
          <p:spPr bwMode="auto">
            <a:xfrm>
              <a:off x="5903934" y="4867881"/>
              <a:ext cx="0" cy="18285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58" name="product_simatic-s7-1500-control-unit.png">
              <a:extLst>
                <a:ext uri="{FF2B5EF4-FFF2-40B4-BE49-F238E27FC236}">
                  <a16:creationId xmlns:a16="http://schemas.microsoft.com/office/drawing/2014/main" id="{0D25BF1F-2D76-4F13-92D3-42B56921F59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3779" y="5050737"/>
              <a:ext cx="640310" cy="640310"/>
            </a:xfrm>
            <a:prstGeom prst="rect">
              <a:avLst/>
            </a:prstGeom>
          </p:spPr>
        </p:pic>
        <p:sp>
          <p:nvSpPr>
            <p:cNvPr id="59" name="Textfeld 78">
              <a:extLst>
                <a:ext uri="{FF2B5EF4-FFF2-40B4-BE49-F238E27FC236}">
                  <a16:creationId xmlns:a16="http://schemas.microsoft.com/office/drawing/2014/main" id="{B3E91C02-5D32-4178-B43A-821301EE3A69}"/>
                </a:ext>
              </a:extLst>
            </p:cNvPr>
            <p:cNvSpPr txBox="1"/>
            <p:nvPr/>
          </p:nvSpPr>
          <p:spPr>
            <a:xfrm>
              <a:off x="4982889" y="5733256"/>
              <a:ext cx="1693767" cy="17572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zh-CN" altLang="en-US" sz="120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次级</a:t>
              </a:r>
              <a:r>
                <a:rPr lang="en-US" altLang="zh-CN" sz="120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PLC</a:t>
              </a:r>
              <a:r>
                <a:rPr lang="zh-CN" altLang="en-US" sz="120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控制器</a:t>
              </a:r>
              <a:endParaRPr lang="en-US" sz="120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grpSp>
          <p:nvGrpSpPr>
            <p:cNvPr id="60" name="Gruppieren 79">
              <a:extLst>
                <a:ext uri="{FF2B5EF4-FFF2-40B4-BE49-F238E27FC236}">
                  <a16:creationId xmlns:a16="http://schemas.microsoft.com/office/drawing/2014/main" id="{CEC416C8-023B-4045-958C-D1FCE51FE8DC}"/>
                </a:ext>
              </a:extLst>
            </p:cNvPr>
            <p:cNvGrpSpPr/>
            <p:nvPr/>
          </p:nvGrpSpPr>
          <p:grpSpPr>
            <a:xfrm>
              <a:off x="3831885" y="4888045"/>
              <a:ext cx="318025" cy="455268"/>
              <a:chOff x="2287722" y="4432346"/>
              <a:chExt cx="318025" cy="455268"/>
            </a:xfrm>
          </p:grpSpPr>
          <p:pic>
            <p:nvPicPr>
              <p:cNvPr id="61" name="product_distributed-io.png">
                <a:extLst>
                  <a:ext uri="{FF2B5EF4-FFF2-40B4-BE49-F238E27FC236}">
                    <a16:creationId xmlns:a16="http://schemas.microsoft.com/office/drawing/2014/main" id="{3D26422D-4D12-42DF-A3A5-0D98FCFC100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 rotWithShape="1"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65334"/>
              <a:stretch/>
            </p:blipFill>
            <p:spPr>
              <a:xfrm>
                <a:off x="2287722" y="4432346"/>
                <a:ext cx="157822" cy="455268"/>
              </a:xfrm>
              <a:prstGeom prst="rect">
                <a:avLst/>
              </a:prstGeom>
            </p:spPr>
          </p:pic>
          <p:pic>
            <p:nvPicPr>
              <p:cNvPr id="62" name="product_distributed-io.png">
                <a:extLst>
                  <a:ext uri="{FF2B5EF4-FFF2-40B4-BE49-F238E27FC236}">
                    <a16:creationId xmlns:a16="http://schemas.microsoft.com/office/drawing/2014/main" id="{4414B4BA-1195-4AFA-8C56-8B9CECC1B0C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 rotWithShape="1"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65334"/>
              <a:stretch/>
            </p:blipFill>
            <p:spPr>
              <a:xfrm>
                <a:off x="2447925" y="4432346"/>
                <a:ext cx="157822" cy="455268"/>
              </a:xfrm>
              <a:prstGeom prst="rect">
                <a:avLst/>
              </a:prstGeom>
            </p:spPr>
          </p:pic>
        </p:grpSp>
        <p:sp>
          <p:nvSpPr>
            <p:cNvPr id="63" name="Text Box 16">
              <a:extLst>
                <a:ext uri="{FF2B5EF4-FFF2-40B4-BE49-F238E27FC236}">
                  <a16:creationId xmlns:a16="http://schemas.microsoft.com/office/drawing/2014/main" id="{59203911-F943-4029-BAAC-5310CF87AECD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799830" y="5444776"/>
              <a:ext cx="391133" cy="153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de-DE" altLang="de-DE" sz="1000" b="1" dirty="0"/>
                <a:t>PN/PN</a:t>
              </a:r>
            </a:p>
          </p:txBody>
        </p:sp>
        <p:cxnSp>
          <p:nvCxnSpPr>
            <p:cNvPr id="64" name="Gerade Verbindung 22">
              <a:extLst>
                <a:ext uri="{FF2B5EF4-FFF2-40B4-BE49-F238E27FC236}">
                  <a16:creationId xmlns:a16="http://schemas.microsoft.com/office/drawing/2014/main" id="{07FE3293-6DDE-410C-968F-2D3C58B71501}"/>
                </a:ext>
              </a:extLst>
            </p:cNvPr>
            <p:cNvCxnSpPr>
              <a:cxnSpLocks/>
              <a:endCxn id="65" idx="0"/>
            </p:cNvCxnSpPr>
            <p:nvPr/>
          </p:nvCxnSpPr>
          <p:spPr bwMode="auto">
            <a:xfrm>
              <a:off x="2997382" y="5037021"/>
              <a:ext cx="0" cy="18285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65" name="product_simatic-s7-1500-control-unit.png">
              <a:extLst>
                <a:ext uri="{FF2B5EF4-FFF2-40B4-BE49-F238E27FC236}">
                  <a16:creationId xmlns:a16="http://schemas.microsoft.com/office/drawing/2014/main" id="{4AABEEFC-B8E2-4201-8E11-B070CE074D09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7227" y="5219877"/>
              <a:ext cx="640310" cy="640310"/>
            </a:xfrm>
            <a:prstGeom prst="rect">
              <a:avLst/>
            </a:prstGeom>
          </p:spPr>
        </p:pic>
        <p:cxnSp>
          <p:nvCxnSpPr>
            <p:cNvPr id="66" name="Gerader Verbinder 89">
              <a:extLst>
                <a:ext uri="{FF2B5EF4-FFF2-40B4-BE49-F238E27FC236}">
                  <a16:creationId xmlns:a16="http://schemas.microsoft.com/office/drawing/2014/main" id="{65B4BC54-B9A0-40A8-BFC4-FBF5852D6F9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863135" y="5034243"/>
              <a:ext cx="2047661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" name="Rechteck 90">
              <a:extLst>
                <a:ext uri="{FF2B5EF4-FFF2-40B4-BE49-F238E27FC236}">
                  <a16:creationId xmlns:a16="http://schemas.microsoft.com/office/drawing/2014/main" id="{05E0DC6E-2720-4F20-AEEC-198B1C27E830}"/>
                </a:ext>
              </a:extLst>
            </p:cNvPr>
            <p:cNvSpPr/>
            <p:nvPr/>
          </p:nvSpPr>
          <p:spPr bwMode="auto">
            <a:xfrm>
              <a:off x="1932831" y="4971103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8" name="Gerade Verbindung 22">
              <a:extLst>
                <a:ext uri="{FF2B5EF4-FFF2-40B4-BE49-F238E27FC236}">
                  <a16:creationId xmlns:a16="http://schemas.microsoft.com/office/drawing/2014/main" id="{0A38DFD0-4180-4B22-A1A5-94C7B50F343F}"/>
                </a:ext>
              </a:extLst>
            </p:cNvPr>
            <p:cNvCxnSpPr/>
            <p:nvPr/>
          </p:nvCxnSpPr>
          <p:spPr bwMode="auto">
            <a:xfrm>
              <a:off x="1992319" y="5079064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69" name="product_distributed-io.png">
              <a:extLst>
                <a:ext uri="{FF2B5EF4-FFF2-40B4-BE49-F238E27FC236}">
                  <a16:creationId xmlns:a16="http://schemas.microsoft.com/office/drawing/2014/main" id="{1FCF7343-ECBD-4EBE-AC85-85132CFA255B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0754" y="5276987"/>
              <a:ext cx="455268" cy="455268"/>
            </a:xfrm>
            <a:prstGeom prst="rect">
              <a:avLst/>
            </a:prstGeom>
          </p:spPr>
        </p:pic>
        <p:sp>
          <p:nvSpPr>
            <p:cNvPr id="70" name="Freihandform: Form 11">
              <a:extLst>
                <a:ext uri="{FF2B5EF4-FFF2-40B4-BE49-F238E27FC236}">
                  <a16:creationId xmlns:a16="http://schemas.microsoft.com/office/drawing/2014/main" id="{4A6A2393-0F85-4957-8C70-5C20097D746D}"/>
                </a:ext>
              </a:extLst>
            </p:cNvPr>
            <p:cNvSpPr/>
            <p:nvPr/>
          </p:nvSpPr>
          <p:spPr bwMode="auto">
            <a:xfrm>
              <a:off x="4057650" y="4600575"/>
              <a:ext cx="857250" cy="333375"/>
            </a:xfrm>
            <a:custGeom>
              <a:avLst/>
              <a:gdLst>
                <a:gd name="connsiteX0" fmla="*/ 857250 w 857250"/>
                <a:gd name="connsiteY0" fmla="*/ 0 h 333375"/>
                <a:gd name="connsiteX1" fmla="*/ 0 w 857250"/>
                <a:gd name="connsiteY1" fmla="*/ 0 h 333375"/>
                <a:gd name="connsiteX2" fmla="*/ 0 w 857250"/>
                <a:gd name="connsiteY2" fmla="*/ 33337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333375">
                  <a:moveTo>
                    <a:pt x="857250" y="0"/>
                  </a:moveTo>
                  <a:lnTo>
                    <a:pt x="0" y="0"/>
                  </a:lnTo>
                  <a:lnTo>
                    <a:pt x="0" y="333375"/>
                  </a:lnTo>
                </a:path>
              </a:pathLst>
            </a:cu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85">
              <a:extLst>
                <a:ext uri="{FF2B5EF4-FFF2-40B4-BE49-F238E27FC236}">
                  <a16:creationId xmlns:a16="http://schemas.microsoft.com/office/drawing/2014/main" id="{AD9A1B4B-FB52-499A-8917-53BF99F164BE}"/>
                </a:ext>
              </a:extLst>
            </p:cNvPr>
            <p:cNvSpPr/>
            <p:nvPr/>
          </p:nvSpPr>
          <p:spPr bwMode="auto">
            <a:xfrm>
              <a:off x="4887921" y="4540396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pic>
          <p:nvPicPr>
            <p:cNvPr id="72" name="product_simatic-s7-1500-control-unit.png">
              <a:extLst>
                <a:ext uri="{FF2B5EF4-FFF2-40B4-BE49-F238E27FC236}">
                  <a16:creationId xmlns:a16="http://schemas.microsoft.com/office/drawing/2014/main" id="{75B2B869-6667-4EC9-B098-AD4F9C36E8E2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6862" y="3419914"/>
              <a:ext cx="640310" cy="640310"/>
            </a:xfrm>
            <a:prstGeom prst="rect">
              <a:avLst/>
            </a:prstGeom>
          </p:spPr>
        </p:pic>
        <p:cxnSp>
          <p:nvCxnSpPr>
            <p:cNvPr id="73" name="Gerade Verbindung 77">
              <a:extLst>
                <a:ext uri="{FF2B5EF4-FFF2-40B4-BE49-F238E27FC236}">
                  <a16:creationId xmlns:a16="http://schemas.microsoft.com/office/drawing/2014/main" id="{C72B8137-93C4-48BA-A974-D19E1D4750D9}"/>
                </a:ext>
              </a:extLst>
            </p:cNvPr>
            <p:cNvCxnSpPr>
              <a:cxnSpLocks/>
              <a:endCxn id="72" idx="0"/>
            </p:cNvCxnSpPr>
            <p:nvPr/>
          </p:nvCxnSpPr>
          <p:spPr bwMode="auto">
            <a:xfrm>
              <a:off x="4317017" y="2873503"/>
              <a:ext cx="0" cy="546411"/>
            </a:xfrm>
            <a:prstGeom prst="line">
              <a:avLst/>
            </a:prstGeom>
            <a:solidFill>
              <a:schemeClr val="tx2"/>
            </a:solidFill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mit Pfeil 98">
              <a:extLst>
                <a:ext uri="{FF2B5EF4-FFF2-40B4-BE49-F238E27FC236}">
                  <a16:creationId xmlns:a16="http://schemas.microsoft.com/office/drawing/2014/main" id="{324C9B40-6477-4D51-A3DD-69D762220D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920084" y="4136283"/>
              <a:ext cx="113575" cy="478001"/>
            </a:xfrm>
            <a:prstGeom prst="straightConnector1">
              <a:avLst/>
            </a:prstGeom>
            <a:solidFill>
              <a:schemeClr val="tx2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Textfeld 99">
              <a:extLst>
                <a:ext uri="{FF2B5EF4-FFF2-40B4-BE49-F238E27FC236}">
                  <a16:creationId xmlns:a16="http://schemas.microsoft.com/office/drawing/2014/main" id="{85F1C9CE-BAF7-4545-8533-B04B50320E66}"/>
                </a:ext>
              </a:extLst>
            </p:cNvPr>
            <p:cNvSpPr txBox="1"/>
            <p:nvPr/>
          </p:nvSpPr>
          <p:spPr>
            <a:xfrm>
              <a:off x="6435150" y="3598160"/>
              <a:ext cx="742942" cy="226025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de-DE" sz="12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 </a:t>
              </a:r>
              <a:r>
                <a:rPr lang="de-DE" sz="1200" b="0" i="0" u="none" baseline="0" dirty="0" err="1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GBit</a:t>
              </a:r>
              <a:r>
                <a:rPr lang="de-DE" sz="12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/s</a:t>
              </a:r>
            </a:p>
          </p:txBody>
        </p:sp>
        <p:sp>
          <p:nvSpPr>
            <p:cNvPr id="76" name="Legende: Linie 84">
              <a:extLst>
                <a:ext uri="{FF2B5EF4-FFF2-40B4-BE49-F238E27FC236}">
                  <a16:creationId xmlns:a16="http://schemas.microsoft.com/office/drawing/2014/main" id="{037505EC-CB46-4559-9AD4-24A58A89C13E}"/>
                </a:ext>
              </a:extLst>
            </p:cNvPr>
            <p:cNvSpPr/>
            <p:nvPr/>
          </p:nvSpPr>
          <p:spPr bwMode="auto">
            <a:xfrm>
              <a:off x="6807773" y="6008120"/>
              <a:ext cx="1574821" cy="517372"/>
            </a:xfrm>
            <a:prstGeom prst="borderCallout1">
              <a:avLst>
                <a:gd name="adj1" fmla="val -13500"/>
                <a:gd name="adj2" fmla="val 35655"/>
                <a:gd name="adj3" fmla="val -88012"/>
                <a:gd name="adj4" fmla="val 30287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MRP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环中最多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48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个设备</a:t>
              </a:r>
              <a:endParaRPr lang="en-US" sz="12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7" name="Legende: Linie 100">
              <a:extLst>
                <a:ext uri="{FF2B5EF4-FFF2-40B4-BE49-F238E27FC236}">
                  <a16:creationId xmlns:a16="http://schemas.microsoft.com/office/drawing/2014/main" id="{7B380A2B-F579-4EFA-8657-05D9ACA18EA8}"/>
                </a:ext>
              </a:extLst>
            </p:cNvPr>
            <p:cNvSpPr/>
            <p:nvPr/>
          </p:nvSpPr>
          <p:spPr bwMode="auto">
            <a:xfrm>
              <a:off x="2058831" y="4173220"/>
              <a:ext cx="1262724" cy="413211"/>
            </a:xfrm>
            <a:prstGeom prst="borderCallout1">
              <a:avLst>
                <a:gd name="adj1" fmla="val 107966"/>
                <a:gd name="adj2" fmla="val 103393"/>
                <a:gd name="adj3" fmla="val 167707"/>
                <a:gd name="adj4" fmla="val 146671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PN/PN 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耦合器</a:t>
              </a:r>
              <a:endParaRPr lang="en-US" sz="12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78" name="Gerade Verbindung mit Pfeil 102">
              <a:extLst>
                <a:ext uri="{FF2B5EF4-FFF2-40B4-BE49-F238E27FC236}">
                  <a16:creationId xmlns:a16="http://schemas.microsoft.com/office/drawing/2014/main" id="{290922F2-4512-4C1E-9FC9-22649707DE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37172" y="3639799"/>
              <a:ext cx="773291" cy="0"/>
            </a:xfrm>
            <a:prstGeom prst="straightConnector1">
              <a:avLst/>
            </a:prstGeom>
            <a:solidFill>
              <a:schemeClr val="tx2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mit Pfeil 103">
              <a:extLst>
                <a:ext uri="{FF2B5EF4-FFF2-40B4-BE49-F238E27FC236}">
                  <a16:creationId xmlns:a16="http://schemas.microsoft.com/office/drawing/2014/main" id="{2E8998A2-114E-4458-BE46-A5B993C21B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25325" y="4173220"/>
              <a:ext cx="155397" cy="470919"/>
            </a:xfrm>
            <a:prstGeom prst="straightConnector1">
              <a:avLst/>
            </a:prstGeom>
            <a:solidFill>
              <a:schemeClr val="tx2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mit Pfeil 104">
              <a:extLst>
                <a:ext uri="{FF2B5EF4-FFF2-40B4-BE49-F238E27FC236}">
                  <a16:creationId xmlns:a16="http://schemas.microsoft.com/office/drawing/2014/main" id="{67B9B7DB-9CCE-4DA1-A55E-B234023FB39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379392" y="4173220"/>
              <a:ext cx="247903" cy="446502"/>
            </a:xfrm>
            <a:prstGeom prst="straightConnector1">
              <a:avLst/>
            </a:prstGeom>
            <a:solidFill>
              <a:schemeClr val="tx2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Legende: Linie 105">
              <a:extLst>
                <a:ext uri="{FF2B5EF4-FFF2-40B4-BE49-F238E27FC236}">
                  <a16:creationId xmlns:a16="http://schemas.microsoft.com/office/drawing/2014/main" id="{692A09D6-2C78-4852-93A6-D0CE00974230}"/>
                </a:ext>
              </a:extLst>
            </p:cNvPr>
            <p:cNvSpPr/>
            <p:nvPr/>
          </p:nvSpPr>
          <p:spPr bwMode="auto">
            <a:xfrm>
              <a:off x="2058831" y="2994321"/>
              <a:ext cx="1738538" cy="667421"/>
            </a:xfrm>
            <a:prstGeom prst="borderCallout1">
              <a:avLst>
                <a:gd name="adj1" fmla="val 31132"/>
                <a:gd name="adj2" fmla="val 101487"/>
                <a:gd name="adj3" fmla="val 91386"/>
                <a:gd name="adj4" fmla="val 179646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和标准控制器通过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X2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接口采用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OUC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通讯</a:t>
              </a:r>
              <a:endParaRPr lang="en-US" sz="12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2" name="Legende: Linie 106">
              <a:extLst>
                <a:ext uri="{FF2B5EF4-FFF2-40B4-BE49-F238E27FC236}">
                  <a16:creationId xmlns:a16="http://schemas.microsoft.com/office/drawing/2014/main" id="{E79C7FA8-6695-4F18-BD17-BE6AAAA6B648}"/>
                </a:ext>
              </a:extLst>
            </p:cNvPr>
            <p:cNvSpPr/>
            <p:nvPr/>
          </p:nvSpPr>
          <p:spPr bwMode="auto">
            <a:xfrm>
              <a:off x="3921575" y="6021840"/>
              <a:ext cx="2153024" cy="517372"/>
            </a:xfrm>
            <a:prstGeom prst="borderCallout1">
              <a:avLst>
                <a:gd name="adj1" fmla="val -6640"/>
                <a:gd name="adj2" fmla="val 27113"/>
                <a:gd name="adj3" fmla="val -260143"/>
                <a:gd name="adj4" fmla="val 93429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08000" tIns="54000" rIns="108000" bIns="54000" numCol="1" spcCol="720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和标准控制器通过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X1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接口采用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OUC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通讯</a:t>
              </a:r>
              <a:endParaRPr lang="en-US" sz="1200" u="sng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3" name="Legende: Linie 97">
              <a:extLst>
                <a:ext uri="{FF2B5EF4-FFF2-40B4-BE49-F238E27FC236}">
                  <a16:creationId xmlns:a16="http://schemas.microsoft.com/office/drawing/2014/main" id="{8875070B-8598-423D-A5A7-4B5BCE9FC2EF}"/>
                </a:ext>
              </a:extLst>
            </p:cNvPr>
            <p:cNvSpPr/>
            <p:nvPr/>
          </p:nvSpPr>
          <p:spPr bwMode="auto">
            <a:xfrm>
              <a:off x="6113069" y="1307149"/>
              <a:ext cx="1330237" cy="507395"/>
            </a:xfrm>
            <a:prstGeom prst="borderCallout1">
              <a:avLst>
                <a:gd name="adj1" fmla="val 121149"/>
                <a:gd name="adj2" fmla="val 38293"/>
                <a:gd name="adj3" fmla="val 359868"/>
                <a:gd name="adj4" fmla="val -19144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HMI </a:t>
              </a:r>
              <a:r>
                <a:rPr lang="zh-CN" altLang="en-US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连接通过</a:t>
              </a:r>
              <a:r>
                <a:rPr lang="de-DE" sz="120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X2</a:t>
              </a:r>
              <a:endParaRPr lang="de-DE" sz="12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4" name="Rechteck 95">
              <a:extLst>
                <a:ext uri="{FF2B5EF4-FFF2-40B4-BE49-F238E27FC236}">
                  <a16:creationId xmlns:a16="http://schemas.microsoft.com/office/drawing/2014/main" id="{2A650327-A7AA-4396-A248-CE14DA24911D}"/>
                </a:ext>
              </a:extLst>
            </p:cNvPr>
            <p:cNvSpPr/>
            <p:nvPr/>
          </p:nvSpPr>
          <p:spPr bwMode="auto">
            <a:xfrm>
              <a:off x="4251554" y="2756557"/>
              <a:ext cx="130926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85" name="Rechteck 64">
              <a:extLst>
                <a:ext uri="{FF2B5EF4-FFF2-40B4-BE49-F238E27FC236}">
                  <a16:creationId xmlns:a16="http://schemas.microsoft.com/office/drawing/2014/main" id="{56946A07-C893-4C8A-8CE8-0F17BC038C7A}"/>
                </a:ext>
              </a:extLst>
            </p:cNvPr>
            <p:cNvSpPr/>
            <p:nvPr/>
          </p:nvSpPr>
          <p:spPr bwMode="auto">
            <a:xfrm>
              <a:off x="5205498" y="4652688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86" name="Rechteck 67">
              <a:extLst>
                <a:ext uri="{FF2B5EF4-FFF2-40B4-BE49-F238E27FC236}">
                  <a16:creationId xmlns:a16="http://schemas.microsoft.com/office/drawing/2014/main" id="{62B7A1CB-2093-4672-A141-7F84844ACD0F}"/>
                </a:ext>
              </a:extLst>
            </p:cNvPr>
            <p:cNvSpPr/>
            <p:nvPr/>
          </p:nvSpPr>
          <p:spPr bwMode="auto">
            <a:xfrm>
              <a:off x="6426808" y="4754742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  <p:sp>
          <p:nvSpPr>
            <p:cNvPr id="87" name="Rechteck 71">
              <a:extLst>
                <a:ext uri="{FF2B5EF4-FFF2-40B4-BE49-F238E27FC236}">
                  <a16:creationId xmlns:a16="http://schemas.microsoft.com/office/drawing/2014/main" id="{49729760-B61E-4BE4-B298-783AE1F25743}"/>
                </a:ext>
              </a:extLst>
            </p:cNvPr>
            <p:cNvSpPr/>
            <p:nvPr/>
          </p:nvSpPr>
          <p:spPr bwMode="auto">
            <a:xfrm>
              <a:off x="5840934" y="4747717"/>
              <a:ext cx="126000" cy="126000"/>
            </a:xfrm>
            <a:prstGeom prst="rect">
              <a:avLst/>
            </a:prstGeom>
            <a:solidFill>
              <a:srgbClr val="D2D741"/>
            </a:solidFill>
            <a:ln w="952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e-DE" sz="1200" b="1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A55FE27-2F09-420D-AF78-174BD95B8DA1}"/>
              </a:ext>
            </a:extLst>
          </p:cNvPr>
          <p:cNvSpPr txBox="1"/>
          <p:nvPr/>
        </p:nvSpPr>
        <p:spPr>
          <a:xfrm>
            <a:off x="8905584" y="2708217"/>
            <a:ext cx="3348363" cy="20774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1517H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接口构建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MRP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1517H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通过专门的同步模块及光纤实现同步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IO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设备可以直接接入介质冗余环网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PN/PN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耦合器与标准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PLC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系统通讯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标准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也可以通过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OUC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方式与冗余系统通讯，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X1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和</a:t>
            </a:r>
            <a:r>
              <a:rPr lang="en-US" altLang="zh-CN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接口均支持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人机界面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HMI,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SCADA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系统通过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的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接口，采用系统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IP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的方式接入</a:t>
            </a:r>
            <a:endParaRPr lang="en-US" altLang="zh-CN" sz="12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WinCC V7.5 SP1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支持通过</a:t>
            </a:r>
            <a:r>
              <a:rPr lang="en-US" altLang="zh-CN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X2</a:t>
            </a:r>
            <a:r>
              <a:rPr lang="zh-CN" altLang="en-US" sz="12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接口采用双网连接</a:t>
            </a:r>
            <a:endParaRPr lang="en-US" sz="1200" dirty="0" err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9369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F91E50C-22F0-4DC2-9F7D-45828A80E32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739" name="think-cell Slide" r:id="rId43" imgW="359" imgH="355" progId="TCLayout.ActiveDocument.1">
                  <p:embed/>
                </p:oleObj>
              </mc:Choice>
              <mc:Fallback>
                <p:oleObj name="think-cell Slide" r:id="rId43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F91E50C-22F0-4DC2-9F7D-45828A80E3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6AE77DC-B002-4F71-B0F1-512FF511C80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84219D-C50D-4F60-9881-A48261DC7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故障案例</a:t>
            </a:r>
            <a:endParaRPr lang="en-US" dirty="0"/>
          </a:p>
        </p:txBody>
      </p:sp>
      <p:grpSp>
        <p:nvGrpSpPr>
          <p:cNvPr id="6" name="Gruppieren 187">
            <a:extLst>
              <a:ext uri="{FF2B5EF4-FFF2-40B4-BE49-F238E27FC236}">
                <a16:creationId xmlns:a16="http://schemas.microsoft.com/office/drawing/2014/main" id="{A7E09C5F-E4EA-49D5-99D5-E9F977370E2A}"/>
              </a:ext>
            </a:extLst>
          </p:cNvPr>
          <p:cNvGrpSpPr/>
          <p:nvPr/>
        </p:nvGrpSpPr>
        <p:grpSpPr>
          <a:xfrm>
            <a:off x="9644543" y="4182006"/>
            <a:ext cx="957004" cy="431914"/>
            <a:chOff x="9653440" y="3358281"/>
            <a:chExt cx="957004" cy="431914"/>
          </a:xfrm>
        </p:grpSpPr>
        <p:cxnSp>
          <p:nvCxnSpPr>
            <p:cNvPr id="7" name="Gerade Verbindung 188">
              <a:extLst>
                <a:ext uri="{FF2B5EF4-FFF2-40B4-BE49-F238E27FC236}">
                  <a16:creationId xmlns:a16="http://schemas.microsoft.com/office/drawing/2014/main" id="{F6D4AA26-E2F3-44E4-BD05-D3EF4FB8F7DE}"/>
                </a:ext>
              </a:extLst>
            </p:cNvPr>
            <p:cNvCxnSpPr/>
            <p:nvPr/>
          </p:nvCxnSpPr>
          <p:spPr bwMode="auto">
            <a:xfrm>
              <a:off x="9653440" y="3360471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189">
              <a:extLst>
                <a:ext uri="{FF2B5EF4-FFF2-40B4-BE49-F238E27FC236}">
                  <a16:creationId xmlns:a16="http://schemas.microsoft.com/office/drawing/2014/main" id="{19FBA00F-0636-4DF5-9884-44538ED494A4}"/>
                </a:ext>
              </a:extLst>
            </p:cNvPr>
            <p:cNvCxnSpPr/>
            <p:nvPr/>
          </p:nvCxnSpPr>
          <p:spPr bwMode="auto">
            <a:xfrm flipH="1">
              <a:off x="10606255" y="3358281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Freihandform 190">
              <a:extLst>
                <a:ext uri="{FF2B5EF4-FFF2-40B4-BE49-F238E27FC236}">
                  <a16:creationId xmlns:a16="http://schemas.microsoft.com/office/drawing/2014/main" id="{19D61BC2-2FD6-43C0-BFA5-5FC4E06EB0A0}"/>
                </a:ext>
              </a:extLst>
            </p:cNvPr>
            <p:cNvSpPr/>
            <p:nvPr/>
          </p:nvSpPr>
          <p:spPr bwMode="auto">
            <a:xfrm>
              <a:off x="9653440" y="3365793"/>
              <a:ext cx="957004" cy="1254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22581">
                  <a:moveTo>
                    <a:pt x="0" y="10000"/>
                  </a:moveTo>
                  <a:cubicBezTo>
                    <a:pt x="3333" y="6667"/>
                    <a:pt x="4752" y="46183"/>
                    <a:pt x="10000" y="0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uppieren 173">
            <a:extLst>
              <a:ext uri="{FF2B5EF4-FFF2-40B4-BE49-F238E27FC236}">
                <a16:creationId xmlns:a16="http://schemas.microsoft.com/office/drawing/2014/main" id="{4519CFA3-1487-4579-B773-319EE37AB591}"/>
              </a:ext>
            </a:extLst>
          </p:cNvPr>
          <p:cNvGrpSpPr/>
          <p:nvPr/>
        </p:nvGrpSpPr>
        <p:grpSpPr>
          <a:xfrm>
            <a:off x="5694410" y="4170236"/>
            <a:ext cx="958599" cy="433148"/>
            <a:chOff x="5703880" y="3344550"/>
            <a:chExt cx="958599" cy="433148"/>
          </a:xfrm>
        </p:grpSpPr>
        <p:cxnSp>
          <p:nvCxnSpPr>
            <p:cNvPr id="11" name="Gerade Verbindung 174">
              <a:extLst>
                <a:ext uri="{FF2B5EF4-FFF2-40B4-BE49-F238E27FC236}">
                  <a16:creationId xmlns:a16="http://schemas.microsoft.com/office/drawing/2014/main" id="{B8F1432E-1C92-43A6-8A74-DA9DB5190638}"/>
                </a:ext>
              </a:extLst>
            </p:cNvPr>
            <p:cNvCxnSpPr/>
            <p:nvPr/>
          </p:nvCxnSpPr>
          <p:spPr bwMode="auto">
            <a:xfrm flipH="1">
              <a:off x="6658290" y="3345784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Freihandform 175">
              <a:extLst>
                <a:ext uri="{FF2B5EF4-FFF2-40B4-BE49-F238E27FC236}">
                  <a16:creationId xmlns:a16="http://schemas.microsoft.com/office/drawing/2014/main" id="{A1E85024-5DA1-452D-89D6-E1181E5B651F}"/>
                </a:ext>
              </a:extLst>
            </p:cNvPr>
            <p:cNvSpPr/>
            <p:nvPr/>
          </p:nvSpPr>
          <p:spPr bwMode="auto">
            <a:xfrm>
              <a:off x="5705475" y="3353296"/>
              <a:ext cx="957004" cy="1254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22581">
                  <a:moveTo>
                    <a:pt x="0" y="10000"/>
                  </a:moveTo>
                  <a:cubicBezTo>
                    <a:pt x="3333" y="6667"/>
                    <a:pt x="4752" y="46183"/>
                    <a:pt x="10000" y="0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  <p:cxnSp>
          <p:nvCxnSpPr>
            <p:cNvPr id="13" name="Gerade Verbindung 176">
              <a:extLst>
                <a:ext uri="{FF2B5EF4-FFF2-40B4-BE49-F238E27FC236}">
                  <a16:creationId xmlns:a16="http://schemas.microsoft.com/office/drawing/2014/main" id="{6A82184E-23A4-4383-AE93-A0E5759F2A07}"/>
                </a:ext>
              </a:extLst>
            </p:cNvPr>
            <p:cNvCxnSpPr/>
            <p:nvPr/>
          </p:nvCxnSpPr>
          <p:spPr bwMode="auto">
            <a:xfrm>
              <a:off x="5703880" y="334455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uppieren 166">
            <a:extLst>
              <a:ext uri="{FF2B5EF4-FFF2-40B4-BE49-F238E27FC236}">
                <a16:creationId xmlns:a16="http://schemas.microsoft.com/office/drawing/2014/main" id="{52DE32BB-E9B4-46D5-A28F-B5F0C29C884A}"/>
              </a:ext>
            </a:extLst>
          </p:cNvPr>
          <p:cNvGrpSpPr/>
          <p:nvPr/>
        </p:nvGrpSpPr>
        <p:grpSpPr>
          <a:xfrm>
            <a:off x="4563403" y="3340572"/>
            <a:ext cx="1062000" cy="1200138"/>
            <a:chOff x="570778" y="2515374"/>
            <a:chExt cx="1062000" cy="1200138"/>
          </a:xfrm>
        </p:grpSpPr>
        <p:cxnSp>
          <p:nvCxnSpPr>
            <p:cNvPr id="15" name="Gerade Verbindung 167">
              <a:extLst>
                <a:ext uri="{FF2B5EF4-FFF2-40B4-BE49-F238E27FC236}">
                  <a16:creationId xmlns:a16="http://schemas.microsoft.com/office/drawing/2014/main" id="{10414683-D7EC-43B2-9F2C-C4F654DBE002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68">
              <a:extLst>
                <a:ext uri="{FF2B5EF4-FFF2-40B4-BE49-F238E27FC236}">
                  <a16:creationId xmlns:a16="http://schemas.microsoft.com/office/drawing/2014/main" id="{F8F0A11C-8B35-45C5-8F18-2927941FB91B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Freihandform 169">
              <a:extLst>
                <a:ext uri="{FF2B5EF4-FFF2-40B4-BE49-F238E27FC236}">
                  <a16:creationId xmlns:a16="http://schemas.microsoft.com/office/drawing/2014/main" id="{8E92C208-1F6D-4CC0-BE0B-9FF3C19861E0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uppieren 171">
            <a:extLst>
              <a:ext uri="{FF2B5EF4-FFF2-40B4-BE49-F238E27FC236}">
                <a16:creationId xmlns:a16="http://schemas.microsoft.com/office/drawing/2014/main" id="{23B74A3D-C849-4D4A-BACC-C10D91014D71}"/>
              </a:ext>
            </a:extLst>
          </p:cNvPr>
          <p:cNvGrpSpPr/>
          <p:nvPr/>
        </p:nvGrpSpPr>
        <p:grpSpPr>
          <a:xfrm>
            <a:off x="4564983" y="3341060"/>
            <a:ext cx="1062000" cy="1200138"/>
            <a:chOff x="4571278" y="2515374"/>
            <a:chExt cx="1062000" cy="1200138"/>
          </a:xfrm>
        </p:grpSpPr>
        <p:cxnSp>
          <p:nvCxnSpPr>
            <p:cNvPr id="19" name="Gerade Verbindung 58">
              <a:extLst>
                <a:ext uri="{FF2B5EF4-FFF2-40B4-BE49-F238E27FC236}">
                  <a16:creationId xmlns:a16="http://schemas.microsoft.com/office/drawing/2014/main" id="{9F41D73C-6BA5-4442-9757-B8F7D09D26DA}"/>
                </a:ext>
              </a:extLst>
            </p:cNvPr>
            <p:cNvCxnSpPr/>
            <p:nvPr/>
          </p:nvCxnSpPr>
          <p:spPr bwMode="auto">
            <a:xfrm>
              <a:off x="56277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64">
              <a:extLst>
                <a:ext uri="{FF2B5EF4-FFF2-40B4-BE49-F238E27FC236}">
                  <a16:creationId xmlns:a16="http://schemas.microsoft.com/office/drawing/2014/main" id="{13A59D71-4C24-4E56-AB42-2B46EDBD13DC}"/>
                </a:ext>
              </a:extLst>
            </p:cNvPr>
            <p:cNvCxnSpPr/>
            <p:nvPr/>
          </p:nvCxnSpPr>
          <p:spPr bwMode="auto">
            <a:xfrm>
              <a:off x="54808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Freihandform 74">
              <a:extLst>
                <a:ext uri="{FF2B5EF4-FFF2-40B4-BE49-F238E27FC236}">
                  <a16:creationId xmlns:a16="http://schemas.microsoft.com/office/drawing/2014/main" id="{9B3797CE-C2C5-4CE6-AAAE-7A95744EB8F1}"/>
                </a:ext>
              </a:extLst>
            </p:cNvPr>
            <p:cNvSpPr/>
            <p:nvPr/>
          </p:nvSpPr>
          <p:spPr bwMode="auto">
            <a:xfrm flipH="1">
              <a:off x="45712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uppieren 155">
            <a:extLst>
              <a:ext uri="{FF2B5EF4-FFF2-40B4-BE49-F238E27FC236}">
                <a16:creationId xmlns:a16="http://schemas.microsoft.com/office/drawing/2014/main" id="{857DCA68-DF24-44F5-88E1-A46CC603A5A8}"/>
              </a:ext>
            </a:extLst>
          </p:cNvPr>
          <p:cNvGrpSpPr/>
          <p:nvPr/>
        </p:nvGrpSpPr>
        <p:grpSpPr>
          <a:xfrm>
            <a:off x="562903" y="3341060"/>
            <a:ext cx="1062000" cy="1200138"/>
            <a:chOff x="570778" y="2515374"/>
            <a:chExt cx="1062000" cy="1200138"/>
          </a:xfrm>
        </p:grpSpPr>
        <p:cxnSp>
          <p:nvCxnSpPr>
            <p:cNvPr id="23" name="Gerade Verbindung 156">
              <a:extLst>
                <a:ext uri="{FF2B5EF4-FFF2-40B4-BE49-F238E27FC236}">
                  <a16:creationId xmlns:a16="http://schemas.microsoft.com/office/drawing/2014/main" id="{57ED0793-2206-40B8-8D34-3CA159EE53AE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157">
              <a:extLst>
                <a:ext uri="{FF2B5EF4-FFF2-40B4-BE49-F238E27FC236}">
                  <a16:creationId xmlns:a16="http://schemas.microsoft.com/office/drawing/2014/main" id="{E56C28F1-CF4D-46DE-846E-736FF98DE5FF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Freihandform 158">
              <a:extLst>
                <a:ext uri="{FF2B5EF4-FFF2-40B4-BE49-F238E27FC236}">
                  <a16:creationId xmlns:a16="http://schemas.microsoft.com/office/drawing/2014/main" id="{3D75313C-9423-4A05-9003-2FC9638F8A46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uppieren 159">
            <a:extLst>
              <a:ext uri="{FF2B5EF4-FFF2-40B4-BE49-F238E27FC236}">
                <a16:creationId xmlns:a16="http://schemas.microsoft.com/office/drawing/2014/main" id="{ED17657B-E338-434D-90B8-F8D9555E3D92}"/>
              </a:ext>
            </a:extLst>
          </p:cNvPr>
          <p:cNvGrpSpPr/>
          <p:nvPr/>
        </p:nvGrpSpPr>
        <p:grpSpPr>
          <a:xfrm>
            <a:off x="1566087" y="3331763"/>
            <a:ext cx="1184275" cy="469145"/>
            <a:chOff x="1575369" y="2504264"/>
            <a:chExt cx="1184275" cy="469145"/>
          </a:xfrm>
        </p:grpSpPr>
        <p:cxnSp>
          <p:nvCxnSpPr>
            <p:cNvPr id="27" name="Gerade Verbindung 160">
              <a:extLst>
                <a:ext uri="{FF2B5EF4-FFF2-40B4-BE49-F238E27FC236}">
                  <a16:creationId xmlns:a16="http://schemas.microsoft.com/office/drawing/2014/main" id="{7C39BF52-A0F2-4229-8263-3B5088B392B3}"/>
                </a:ext>
              </a:extLst>
            </p:cNvPr>
            <p:cNvCxnSpPr/>
            <p:nvPr/>
          </p:nvCxnSpPr>
          <p:spPr bwMode="auto">
            <a:xfrm>
              <a:off x="2751977" y="2504264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161">
              <a:extLst>
                <a:ext uri="{FF2B5EF4-FFF2-40B4-BE49-F238E27FC236}">
                  <a16:creationId xmlns:a16="http://schemas.microsoft.com/office/drawing/2014/main" id="{B5CDAE47-2302-4352-B00A-D4932CA82DC7}"/>
                </a:ext>
              </a:extLst>
            </p:cNvPr>
            <p:cNvCxnSpPr/>
            <p:nvPr/>
          </p:nvCxnSpPr>
          <p:spPr bwMode="auto">
            <a:xfrm>
              <a:off x="1586739" y="2512180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Freihandform 162">
              <a:extLst>
                <a:ext uri="{FF2B5EF4-FFF2-40B4-BE49-F238E27FC236}">
                  <a16:creationId xmlns:a16="http://schemas.microsoft.com/office/drawing/2014/main" id="{4DA8FBD6-D81A-4ED3-A58A-A3EBDE37F22B}"/>
                </a:ext>
              </a:extLst>
            </p:cNvPr>
            <p:cNvSpPr/>
            <p:nvPr/>
          </p:nvSpPr>
          <p:spPr bwMode="auto">
            <a:xfrm>
              <a:off x="1575369" y="2949277"/>
              <a:ext cx="1184275" cy="9525"/>
            </a:xfrm>
            <a:custGeom>
              <a:avLst/>
              <a:gdLst>
                <a:gd name="connsiteX0" fmla="*/ 0 w 1184275"/>
                <a:gd name="connsiteY0" fmla="*/ 15904 h 15904"/>
                <a:gd name="connsiteX1" fmla="*/ 647700 w 1184275"/>
                <a:gd name="connsiteY1" fmla="*/ 29 h 15904"/>
                <a:gd name="connsiteX2" fmla="*/ 1184275 w 1184275"/>
                <a:gd name="connsiteY2" fmla="*/ 12729 h 15904"/>
                <a:gd name="connsiteX0" fmla="*/ 0 w 1184275"/>
                <a:gd name="connsiteY0" fmla="*/ 22240 h 22240"/>
                <a:gd name="connsiteX1" fmla="*/ 593725 w 1184275"/>
                <a:gd name="connsiteY1" fmla="*/ 15 h 22240"/>
                <a:gd name="connsiteX2" fmla="*/ 1184275 w 1184275"/>
                <a:gd name="connsiteY2" fmla="*/ 19065 h 22240"/>
                <a:gd name="connsiteX0" fmla="*/ 0 w 1184275"/>
                <a:gd name="connsiteY0" fmla="*/ 6350 h 6350"/>
                <a:gd name="connsiteX1" fmla="*/ 596900 w 1184275"/>
                <a:gd name="connsiteY1" fmla="*/ 0 h 6350"/>
                <a:gd name="connsiteX2" fmla="*/ 1184275 w 1184275"/>
                <a:gd name="connsiteY2" fmla="*/ 3175 h 6350"/>
                <a:gd name="connsiteX0" fmla="*/ 0 w 10000"/>
                <a:gd name="connsiteY0" fmla="*/ 35000 h 35000"/>
                <a:gd name="connsiteX1" fmla="*/ 5067 w 10000"/>
                <a:gd name="connsiteY1" fmla="*/ 0 h 35000"/>
                <a:gd name="connsiteX2" fmla="*/ 10000 w 10000"/>
                <a:gd name="connsiteY2" fmla="*/ 30000 h 35000"/>
                <a:gd name="connsiteX0" fmla="*/ 0 w 10000"/>
                <a:gd name="connsiteY0" fmla="*/ 15000 h 15000"/>
                <a:gd name="connsiteX1" fmla="*/ 5067 w 10000"/>
                <a:gd name="connsiteY1" fmla="*/ 0 h 15000"/>
                <a:gd name="connsiteX2" fmla="*/ 10000 w 10000"/>
                <a:gd name="connsiteY2" fmla="*/ 10000 h 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5000">
                  <a:moveTo>
                    <a:pt x="0" y="15000"/>
                  </a:moveTo>
                  <a:lnTo>
                    <a:pt x="5067" y="0"/>
                  </a:lnTo>
                  <a:lnTo>
                    <a:pt x="10000" y="10000"/>
                  </a:ln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uppieren 154">
            <a:extLst>
              <a:ext uri="{FF2B5EF4-FFF2-40B4-BE49-F238E27FC236}">
                <a16:creationId xmlns:a16="http://schemas.microsoft.com/office/drawing/2014/main" id="{0A166FEE-315E-4133-8118-A972861A3BD3}"/>
              </a:ext>
            </a:extLst>
          </p:cNvPr>
          <p:cNvGrpSpPr/>
          <p:nvPr/>
        </p:nvGrpSpPr>
        <p:grpSpPr>
          <a:xfrm>
            <a:off x="561308" y="3341060"/>
            <a:ext cx="1062000" cy="1200138"/>
            <a:chOff x="570778" y="2515374"/>
            <a:chExt cx="1062000" cy="1200138"/>
          </a:xfrm>
        </p:grpSpPr>
        <p:cxnSp>
          <p:nvCxnSpPr>
            <p:cNvPr id="31" name="Gerade Verbindung 138">
              <a:extLst>
                <a:ext uri="{FF2B5EF4-FFF2-40B4-BE49-F238E27FC236}">
                  <a16:creationId xmlns:a16="http://schemas.microsoft.com/office/drawing/2014/main" id="{B6803D82-60C8-478D-B3BD-0544D1D57459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Gerade Verbindung 142">
              <a:extLst>
                <a:ext uri="{FF2B5EF4-FFF2-40B4-BE49-F238E27FC236}">
                  <a16:creationId xmlns:a16="http://schemas.microsoft.com/office/drawing/2014/main" id="{43F82FD1-0C0C-4542-A36A-DB80DC8FE5F4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Freihandform 152">
              <a:extLst>
                <a:ext uri="{FF2B5EF4-FFF2-40B4-BE49-F238E27FC236}">
                  <a16:creationId xmlns:a16="http://schemas.microsoft.com/office/drawing/2014/main" id="{DAB66238-FF12-4F88-9B6C-CA3164A30E35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uppieren 177">
            <a:extLst>
              <a:ext uri="{FF2B5EF4-FFF2-40B4-BE49-F238E27FC236}">
                <a16:creationId xmlns:a16="http://schemas.microsoft.com/office/drawing/2014/main" id="{162E888C-B249-4B7E-9C1F-B356B47AF8F7}"/>
              </a:ext>
            </a:extLst>
          </p:cNvPr>
          <p:cNvGrpSpPr/>
          <p:nvPr/>
        </p:nvGrpSpPr>
        <p:grpSpPr>
          <a:xfrm>
            <a:off x="5694410" y="4170236"/>
            <a:ext cx="958599" cy="433148"/>
            <a:chOff x="5703880" y="3344550"/>
            <a:chExt cx="958599" cy="433148"/>
          </a:xfrm>
        </p:grpSpPr>
        <p:grpSp>
          <p:nvGrpSpPr>
            <p:cNvPr id="35" name="Gruppieren 172">
              <a:extLst>
                <a:ext uri="{FF2B5EF4-FFF2-40B4-BE49-F238E27FC236}">
                  <a16:creationId xmlns:a16="http://schemas.microsoft.com/office/drawing/2014/main" id="{192E998D-F990-42AF-9642-09AB98E68646}"/>
                </a:ext>
              </a:extLst>
            </p:cNvPr>
            <p:cNvGrpSpPr/>
            <p:nvPr/>
          </p:nvGrpSpPr>
          <p:grpSpPr>
            <a:xfrm>
              <a:off x="5703880" y="3344550"/>
              <a:ext cx="958599" cy="433148"/>
              <a:chOff x="5703880" y="3344550"/>
              <a:chExt cx="958599" cy="433148"/>
            </a:xfrm>
          </p:grpSpPr>
          <p:cxnSp>
            <p:nvCxnSpPr>
              <p:cNvPr id="37" name="Gerade Verbindung 59">
                <a:extLst>
                  <a:ext uri="{FF2B5EF4-FFF2-40B4-BE49-F238E27FC236}">
                    <a16:creationId xmlns:a16="http://schemas.microsoft.com/office/drawing/2014/main" id="{7DF85BE0-CE72-4578-9E30-2192881DF859}"/>
                  </a:ext>
                </a:extLst>
              </p:cNvPr>
              <p:cNvCxnSpPr/>
              <p:nvPr/>
            </p:nvCxnSpPr>
            <p:spPr bwMode="auto">
              <a:xfrm flipH="1">
                <a:off x="6658290" y="3345784"/>
                <a:ext cx="1" cy="431914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" name="Freihandform 75">
                <a:extLst>
                  <a:ext uri="{FF2B5EF4-FFF2-40B4-BE49-F238E27FC236}">
                    <a16:creationId xmlns:a16="http://schemas.microsoft.com/office/drawing/2014/main" id="{1F93567A-4DB2-482B-BCBE-9695D0993978}"/>
                  </a:ext>
                </a:extLst>
              </p:cNvPr>
              <p:cNvSpPr/>
              <p:nvPr/>
            </p:nvSpPr>
            <p:spPr bwMode="auto">
              <a:xfrm>
                <a:off x="5705475" y="3353296"/>
                <a:ext cx="957004" cy="12548"/>
              </a:xfrm>
              <a:custGeom>
                <a:avLst/>
                <a:gdLst>
                  <a:gd name="connsiteX0" fmla="*/ 0 w 987425"/>
                  <a:gd name="connsiteY0" fmla="*/ 0 h 6350"/>
                  <a:gd name="connsiteX1" fmla="*/ 987425 w 987425"/>
                  <a:gd name="connsiteY1" fmla="*/ 6350 h 6350"/>
                  <a:gd name="connsiteX0" fmla="*/ 0 w 10072"/>
                  <a:gd name="connsiteY0" fmla="*/ 8751 h 8751"/>
                  <a:gd name="connsiteX1" fmla="*/ 10072 w 10072"/>
                  <a:gd name="connsiteY1" fmla="*/ 0 h 8751"/>
                  <a:gd name="connsiteX0" fmla="*/ 0 w 10000"/>
                  <a:gd name="connsiteY0" fmla="*/ 10000 h 22581"/>
                  <a:gd name="connsiteX1" fmla="*/ 10000 w 10000"/>
                  <a:gd name="connsiteY1" fmla="*/ 0 h 22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2581">
                    <a:moveTo>
                      <a:pt x="0" y="10000"/>
                    </a:moveTo>
                    <a:cubicBezTo>
                      <a:pt x="3333" y="6667"/>
                      <a:pt x="4752" y="46183"/>
                      <a:pt x="10000" y="0"/>
                    </a:cubicBezTo>
                  </a:path>
                </a:pathLst>
              </a:custGeom>
              <a:noFill/>
              <a:ln w="31750">
                <a:solidFill>
                  <a:srgbClr val="00963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 rtl="0"/>
                <a:endParaRPr lang="zh-CN" altLang="en-US" dirty="0">
                  <a:ea typeface="宋体" panose="02010600030101010101" pitchFamily="2" charset="-122"/>
                </a:endParaRPr>
              </a:p>
            </p:txBody>
          </p:sp>
          <p:cxnSp>
            <p:nvCxnSpPr>
              <p:cNvPr id="39" name="Gerade Verbindung 170">
                <a:extLst>
                  <a:ext uri="{FF2B5EF4-FFF2-40B4-BE49-F238E27FC236}">
                    <a16:creationId xmlns:a16="http://schemas.microsoft.com/office/drawing/2014/main" id="{686FDB9F-C143-4476-99A3-9B6EBFE98989}"/>
                  </a:ext>
                </a:extLst>
              </p:cNvPr>
              <p:cNvCxnSpPr/>
              <p:nvPr/>
            </p:nvCxnSpPr>
            <p:spPr bwMode="auto">
              <a:xfrm>
                <a:off x="5703880" y="3344550"/>
                <a:ext cx="0" cy="365712"/>
              </a:xfrm>
              <a:prstGeom prst="line">
                <a:avLst/>
              </a:prstGeom>
              <a:noFill/>
              <a:ln w="28575" cap="flat" cmpd="sng" algn="ctr">
                <a:solidFill>
                  <a:srgbClr val="00963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6" name="Gerade Verbindung 52">
              <a:extLst>
                <a:ext uri="{FF2B5EF4-FFF2-40B4-BE49-F238E27FC236}">
                  <a16:creationId xmlns:a16="http://schemas.microsoft.com/office/drawing/2014/main" id="{F830A8A0-DAEB-4A18-9B90-FD411E07D642}"/>
                </a:ext>
              </a:extLst>
            </p:cNvPr>
            <p:cNvCxnSpPr/>
            <p:nvPr/>
          </p:nvCxnSpPr>
          <p:spPr bwMode="auto">
            <a:xfrm>
              <a:off x="5705475" y="3347974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0" name="Gerade Verbindung 49">
            <a:extLst>
              <a:ext uri="{FF2B5EF4-FFF2-40B4-BE49-F238E27FC236}">
                <a16:creationId xmlns:a16="http://schemas.microsoft.com/office/drawing/2014/main" id="{F6D51EA9-2D03-4F94-8A56-BF5B8CF08B64}"/>
              </a:ext>
            </a:extLst>
          </p:cNvPr>
          <p:cNvCxnSpPr/>
          <p:nvPr/>
        </p:nvCxnSpPr>
        <p:spPr bwMode="auto">
          <a:xfrm>
            <a:off x="6743007" y="3329950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Gerade Verbindung 50">
            <a:extLst>
              <a:ext uri="{FF2B5EF4-FFF2-40B4-BE49-F238E27FC236}">
                <a16:creationId xmlns:a16="http://schemas.microsoft.com/office/drawing/2014/main" id="{3C0D8F63-EC40-4601-958B-6B5AC3077EB5}"/>
              </a:ext>
            </a:extLst>
          </p:cNvPr>
          <p:cNvCxnSpPr/>
          <p:nvPr/>
        </p:nvCxnSpPr>
        <p:spPr bwMode="auto">
          <a:xfrm>
            <a:off x="5577769" y="3335485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Freihandform 51">
            <a:extLst>
              <a:ext uri="{FF2B5EF4-FFF2-40B4-BE49-F238E27FC236}">
                <a16:creationId xmlns:a16="http://schemas.microsoft.com/office/drawing/2014/main" id="{B3BAE764-6CEE-425F-B3FB-358D370AD17A}"/>
              </a:ext>
            </a:extLst>
          </p:cNvPr>
          <p:cNvSpPr/>
          <p:nvPr/>
        </p:nvSpPr>
        <p:spPr bwMode="auto">
          <a:xfrm>
            <a:off x="5566399" y="3774963"/>
            <a:ext cx="1184275" cy="9525"/>
          </a:xfrm>
          <a:custGeom>
            <a:avLst/>
            <a:gdLst>
              <a:gd name="connsiteX0" fmla="*/ 0 w 1184275"/>
              <a:gd name="connsiteY0" fmla="*/ 15904 h 15904"/>
              <a:gd name="connsiteX1" fmla="*/ 647700 w 1184275"/>
              <a:gd name="connsiteY1" fmla="*/ 29 h 15904"/>
              <a:gd name="connsiteX2" fmla="*/ 1184275 w 1184275"/>
              <a:gd name="connsiteY2" fmla="*/ 12729 h 15904"/>
              <a:gd name="connsiteX0" fmla="*/ 0 w 1184275"/>
              <a:gd name="connsiteY0" fmla="*/ 22240 h 22240"/>
              <a:gd name="connsiteX1" fmla="*/ 593725 w 1184275"/>
              <a:gd name="connsiteY1" fmla="*/ 15 h 22240"/>
              <a:gd name="connsiteX2" fmla="*/ 1184275 w 1184275"/>
              <a:gd name="connsiteY2" fmla="*/ 19065 h 22240"/>
              <a:gd name="connsiteX0" fmla="*/ 0 w 1184275"/>
              <a:gd name="connsiteY0" fmla="*/ 6350 h 6350"/>
              <a:gd name="connsiteX1" fmla="*/ 596900 w 1184275"/>
              <a:gd name="connsiteY1" fmla="*/ 0 h 6350"/>
              <a:gd name="connsiteX2" fmla="*/ 1184275 w 1184275"/>
              <a:gd name="connsiteY2" fmla="*/ 3175 h 6350"/>
              <a:gd name="connsiteX0" fmla="*/ 0 w 10000"/>
              <a:gd name="connsiteY0" fmla="*/ 35000 h 35000"/>
              <a:gd name="connsiteX1" fmla="*/ 5067 w 10000"/>
              <a:gd name="connsiteY1" fmla="*/ 0 h 35000"/>
              <a:gd name="connsiteX2" fmla="*/ 10000 w 10000"/>
              <a:gd name="connsiteY2" fmla="*/ 30000 h 35000"/>
              <a:gd name="connsiteX0" fmla="*/ 0 w 10000"/>
              <a:gd name="connsiteY0" fmla="*/ 15000 h 15000"/>
              <a:gd name="connsiteX1" fmla="*/ 5067 w 10000"/>
              <a:gd name="connsiteY1" fmla="*/ 0 h 15000"/>
              <a:gd name="connsiteX2" fmla="*/ 10000 w 10000"/>
              <a:gd name="connsiteY2" fmla="*/ 10000 h 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15000">
                <a:moveTo>
                  <a:pt x="0" y="15000"/>
                </a:moveTo>
                <a:lnTo>
                  <a:pt x="5067" y="0"/>
                </a:lnTo>
                <a:lnTo>
                  <a:pt x="10000" y="10000"/>
                </a:ln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3" name="Gerade Verbindung 53">
            <a:extLst>
              <a:ext uri="{FF2B5EF4-FFF2-40B4-BE49-F238E27FC236}">
                <a16:creationId xmlns:a16="http://schemas.microsoft.com/office/drawing/2014/main" id="{BAED43D6-CCFA-42BB-934F-AD3B41770C27}"/>
              </a:ext>
            </a:extLst>
          </p:cNvPr>
          <p:cNvCxnSpPr/>
          <p:nvPr/>
        </p:nvCxnSpPr>
        <p:spPr bwMode="auto">
          <a:xfrm flipH="1">
            <a:off x="6710114" y="4165988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Text Box 16">
            <a:extLst>
              <a:ext uri="{FF2B5EF4-FFF2-40B4-BE49-F238E27FC236}">
                <a16:creationId xmlns:a16="http://schemas.microsoft.com/office/drawing/2014/main" id="{D63F0D2F-87F6-42FD-A21B-DE8E0811444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10795" y="2487496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sp>
        <p:nvSpPr>
          <p:cNvPr id="45" name="Text Box 21">
            <a:extLst>
              <a:ext uri="{FF2B5EF4-FFF2-40B4-BE49-F238E27FC236}">
                <a16:creationId xmlns:a16="http://schemas.microsoft.com/office/drawing/2014/main" id="{51B0F438-5A9E-461C-BBFB-C1A55A25837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46211" y="2487496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cxnSp>
        <p:nvCxnSpPr>
          <p:cNvPr id="46" name="Gerade Verbindung 63">
            <a:extLst>
              <a:ext uri="{FF2B5EF4-FFF2-40B4-BE49-F238E27FC236}">
                <a16:creationId xmlns:a16="http://schemas.microsoft.com/office/drawing/2014/main" id="{78D5A27A-3401-4474-BDA5-17684B3E3EAF}"/>
              </a:ext>
            </a:extLst>
          </p:cNvPr>
          <p:cNvCxnSpPr/>
          <p:nvPr/>
        </p:nvCxnSpPr>
        <p:spPr bwMode="auto">
          <a:xfrm>
            <a:off x="6855714" y="3344217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7" name="product_simatic-s7-1500-control-unit.png">
            <a:extLst>
              <a:ext uri="{FF2B5EF4-FFF2-40B4-BE49-F238E27FC236}">
                <a16:creationId xmlns:a16="http://schemas.microsoft.com/office/drawing/2014/main" id="{3979019A-ACE8-4E92-9C37-FB3663842DF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71" y="2844968"/>
            <a:ext cx="640310" cy="640310"/>
          </a:xfrm>
          <a:prstGeom prst="rect">
            <a:avLst/>
          </a:prstGeom>
        </p:spPr>
      </p:pic>
      <p:pic>
        <p:nvPicPr>
          <p:cNvPr id="48" name="product_simatic-s7-1500-control-unit.png">
            <a:extLst>
              <a:ext uri="{FF2B5EF4-FFF2-40B4-BE49-F238E27FC236}">
                <a16:creationId xmlns:a16="http://schemas.microsoft.com/office/drawing/2014/main" id="{53B7064E-FC53-4EC8-AFA6-FDC0A494ED6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944" y="2844968"/>
            <a:ext cx="640310" cy="640310"/>
          </a:xfrm>
          <a:prstGeom prst="rect">
            <a:avLst/>
          </a:prstGeom>
        </p:spPr>
      </p:pic>
      <p:pic>
        <p:nvPicPr>
          <p:cNvPr id="49" name="product_distributed-io.png">
            <a:extLst>
              <a:ext uri="{FF2B5EF4-FFF2-40B4-BE49-F238E27FC236}">
                <a16:creationId xmlns:a16="http://schemas.microsoft.com/office/drawing/2014/main" id="{9EDBF835-6C7D-4BAE-8EE3-DB069BF0A9D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206" y="4427663"/>
            <a:ext cx="455268" cy="455268"/>
          </a:xfrm>
          <a:prstGeom prst="rect">
            <a:avLst/>
          </a:prstGeom>
        </p:spPr>
      </p:pic>
      <p:grpSp>
        <p:nvGrpSpPr>
          <p:cNvPr id="50" name="Gruppieren 68">
            <a:extLst>
              <a:ext uri="{FF2B5EF4-FFF2-40B4-BE49-F238E27FC236}">
                <a16:creationId xmlns:a16="http://schemas.microsoft.com/office/drawing/2014/main" id="{A2AEA1DE-D5BD-465F-A324-395150FE5545}"/>
              </a:ext>
            </a:extLst>
          </p:cNvPr>
          <p:cNvGrpSpPr>
            <a:grpSpLocks noChangeAspect="1"/>
          </p:cNvGrpSpPr>
          <p:nvPr/>
        </p:nvGrpSpPr>
        <p:grpSpPr>
          <a:xfrm>
            <a:off x="6606105" y="4427663"/>
            <a:ext cx="622420" cy="496651"/>
            <a:chOff x="4105359" y="1822075"/>
            <a:chExt cx="4583448" cy="3657298"/>
          </a:xfrm>
        </p:grpSpPr>
        <p:pic>
          <p:nvPicPr>
            <p:cNvPr id="51" name="product_simatic-s7-1500.png">
              <a:extLst>
                <a:ext uri="{FF2B5EF4-FFF2-40B4-BE49-F238E27FC236}">
                  <a16:creationId xmlns:a16="http://schemas.microsoft.com/office/drawing/2014/main" id="{8CDF77B5-19C7-49CD-B1F4-AD09D549574D}"/>
                </a:ext>
              </a:extLst>
            </p:cNvPr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52" name="product_simatic-s7-1500.png">
              <a:extLst>
                <a:ext uri="{FF2B5EF4-FFF2-40B4-BE49-F238E27FC236}">
                  <a16:creationId xmlns:a16="http://schemas.microsoft.com/office/drawing/2014/main" id="{D104E0BC-FA54-423B-9E4A-599778E88412}"/>
                </a:ext>
              </a:extLst>
            </p:cNvPr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 rotWithShape="1"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53" name="product_simatic-s7-1500.png">
              <a:extLst>
                <a:ext uri="{FF2B5EF4-FFF2-40B4-BE49-F238E27FC236}">
                  <a16:creationId xmlns:a16="http://schemas.microsoft.com/office/drawing/2014/main" id="{E6F8D134-3FA9-4E3A-8E1F-9E94171B30E4}"/>
                </a:ext>
              </a:extLst>
            </p:cNvPr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54" name="product_simatic-s7-1500.png">
              <a:extLst>
                <a:ext uri="{FF2B5EF4-FFF2-40B4-BE49-F238E27FC236}">
                  <a16:creationId xmlns:a16="http://schemas.microsoft.com/office/drawing/2014/main" id="{801DE1FC-F5EC-4ED9-BB95-073CAF325DB7}"/>
                </a:ext>
              </a:extLst>
            </p:cNvPr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 rotWithShape="1"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sp>
        <p:nvSpPr>
          <p:cNvPr id="55" name="Freihandform 73">
            <a:extLst>
              <a:ext uri="{FF2B5EF4-FFF2-40B4-BE49-F238E27FC236}">
                <a16:creationId xmlns:a16="http://schemas.microsoft.com/office/drawing/2014/main" id="{E5C7BE26-67BE-4B89-B880-A85019C1A58A}"/>
              </a:ext>
            </a:extLst>
          </p:cNvPr>
          <p:cNvSpPr/>
          <p:nvPr/>
        </p:nvSpPr>
        <p:spPr bwMode="auto">
          <a:xfrm>
            <a:off x="6697661" y="3790568"/>
            <a:ext cx="1060654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56" name="Gruppieren 182">
            <a:extLst>
              <a:ext uri="{FF2B5EF4-FFF2-40B4-BE49-F238E27FC236}">
                <a16:creationId xmlns:a16="http://schemas.microsoft.com/office/drawing/2014/main" id="{1930145D-97F2-4AEB-B980-DD7B284E7301}"/>
              </a:ext>
            </a:extLst>
          </p:cNvPr>
          <p:cNvGrpSpPr/>
          <p:nvPr/>
        </p:nvGrpSpPr>
        <p:grpSpPr>
          <a:xfrm>
            <a:off x="9643970" y="4183967"/>
            <a:ext cx="957004" cy="431914"/>
            <a:chOff x="9653440" y="3358281"/>
            <a:chExt cx="957004" cy="431914"/>
          </a:xfrm>
        </p:grpSpPr>
        <p:cxnSp>
          <p:nvCxnSpPr>
            <p:cNvPr id="57" name="Gerade Verbindung 105">
              <a:extLst>
                <a:ext uri="{FF2B5EF4-FFF2-40B4-BE49-F238E27FC236}">
                  <a16:creationId xmlns:a16="http://schemas.microsoft.com/office/drawing/2014/main" id="{E011ADC2-7A74-4B66-B37A-820AC7A08B5A}"/>
                </a:ext>
              </a:extLst>
            </p:cNvPr>
            <p:cNvCxnSpPr/>
            <p:nvPr/>
          </p:nvCxnSpPr>
          <p:spPr bwMode="auto">
            <a:xfrm>
              <a:off x="9653440" y="3360471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106">
              <a:extLst>
                <a:ext uri="{FF2B5EF4-FFF2-40B4-BE49-F238E27FC236}">
                  <a16:creationId xmlns:a16="http://schemas.microsoft.com/office/drawing/2014/main" id="{E91DF3C8-AD36-46A4-BC0D-A853FBA4D951}"/>
                </a:ext>
              </a:extLst>
            </p:cNvPr>
            <p:cNvCxnSpPr/>
            <p:nvPr/>
          </p:nvCxnSpPr>
          <p:spPr bwMode="auto">
            <a:xfrm flipH="1">
              <a:off x="10606255" y="3358281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" name="Freihandform 107">
              <a:extLst>
                <a:ext uri="{FF2B5EF4-FFF2-40B4-BE49-F238E27FC236}">
                  <a16:creationId xmlns:a16="http://schemas.microsoft.com/office/drawing/2014/main" id="{E9D191B6-0620-451C-8371-153E32644213}"/>
                </a:ext>
              </a:extLst>
            </p:cNvPr>
            <p:cNvSpPr/>
            <p:nvPr/>
          </p:nvSpPr>
          <p:spPr bwMode="auto">
            <a:xfrm>
              <a:off x="9653440" y="3365793"/>
              <a:ext cx="957004" cy="1254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22581">
                  <a:moveTo>
                    <a:pt x="0" y="10000"/>
                  </a:moveTo>
                  <a:cubicBezTo>
                    <a:pt x="3333" y="6667"/>
                    <a:pt x="4752" y="46183"/>
                    <a:pt x="10000" y="0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cxnSp>
        <p:nvCxnSpPr>
          <p:cNvPr id="60" name="Gerade Verbindung 108">
            <a:extLst>
              <a:ext uri="{FF2B5EF4-FFF2-40B4-BE49-F238E27FC236}">
                <a16:creationId xmlns:a16="http://schemas.microsoft.com/office/drawing/2014/main" id="{3796E010-4EBD-40A3-BBA9-35B0812A0C63}"/>
              </a:ext>
            </a:extLst>
          </p:cNvPr>
          <p:cNvCxnSpPr/>
          <p:nvPr/>
        </p:nvCxnSpPr>
        <p:spPr bwMode="auto">
          <a:xfrm>
            <a:off x="10690972" y="3342447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Gerade Verbindung 109">
            <a:extLst>
              <a:ext uri="{FF2B5EF4-FFF2-40B4-BE49-F238E27FC236}">
                <a16:creationId xmlns:a16="http://schemas.microsoft.com/office/drawing/2014/main" id="{3B350B35-EB80-4D94-9CDA-5BF999401DEB}"/>
              </a:ext>
            </a:extLst>
          </p:cNvPr>
          <p:cNvCxnSpPr/>
          <p:nvPr/>
        </p:nvCxnSpPr>
        <p:spPr bwMode="auto">
          <a:xfrm>
            <a:off x="9525734" y="3350363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Freihandform 110">
            <a:extLst>
              <a:ext uri="{FF2B5EF4-FFF2-40B4-BE49-F238E27FC236}">
                <a16:creationId xmlns:a16="http://schemas.microsoft.com/office/drawing/2014/main" id="{281E5A24-7162-4331-8ED2-7902008A61AD}"/>
              </a:ext>
            </a:extLst>
          </p:cNvPr>
          <p:cNvSpPr/>
          <p:nvPr/>
        </p:nvSpPr>
        <p:spPr bwMode="auto">
          <a:xfrm>
            <a:off x="9514364" y="3787460"/>
            <a:ext cx="1184275" cy="9525"/>
          </a:xfrm>
          <a:custGeom>
            <a:avLst/>
            <a:gdLst>
              <a:gd name="connsiteX0" fmla="*/ 0 w 1184275"/>
              <a:gd name="connsiteY0" fmla="*/ 15904 h 15904"/>
              <a:gd name="connsiteX1" fmla="*/ 647700 w 1184275"/>
              <a:gd name="connsiteY1" fmla="*/ 29 h 15904"/>
              <a:gd name="connsiteX2" fmla="*/ 1184275 w 1184275"/>
              <a:gd name="connsiteY2" fmla="*/ 12729 h 15904"/>
              <a:gd name="connsiteX0" fmla="*/ 0 w 1184275"/>
              <a:gd name="connsiteY0" fmla="*/ 22240 h 22240"/>
              <a:gd name="connsiteX1" fmla="*/ 593725 w 1184275"/>
              <a:gd name="connsiteY1" fmla="*/ 15 h 22240"/>
              <a:gd name="connsiteX2" fmla="*/ 1184275 w 1184275"/>
              <a:gd name="connsiteY2" fmla="*/ 19065 h 22240"/>
              <a:gd name="connsiteX0" fmla="*/ 0 w 1184275"/>
              <a:gd name="connsiteY0" fmla="*/ 6350 h 6350"/>
              <a:gd name="connsiteX1" fmla="*/ 596900 w 1184275"/>
              <a:gd name="connsiteY1" fmla="*/ 0 h 6350"/>
              <a:gd name="connsiteX2" fmla="*/ 1184275 w 1184275"/>
              <a:gd name="connsiteY2" fmla="*/ 3175 h 6350"/>
              <a:gd name="connsiteX0" fmla="*/ 0 w 10000"/>
              <a:gd name="connsiteY0" fmla="*/ 35000 h 35000"/>
              <a:gd name="connsiteX1" fmla="*/ 5067 w 10000"/>
              <a:gd name="connsiteY1" fmla="*/ 0 h 35000"/>
              <a:gd name="connsiteX2" fmla="*/ 10000 w 10000"/>
              <a:gd name="connsiteY2" fmla="*/ 30000 h 35000"/>
              <a:gd name="connsiteX0" fmla="*/ 0 w 10000"/>
              <a:gd name="connsiteY0" fmla="*/ 15000 h 15000"/>
              <a:gd name="connsiteX1" fmla="*/ 5067 w 10000"/>
              <a:gd name="connsiteY1" fmla="*/ 0 h 15000"/>
              <a:gd name="connsiteX2" fmla="*/ 10000 w 10000"/>
              <a:gd name="connsiteY2" fmla="*/ 10000 h 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15000">
                <a:moveTo>
                  <a:pt x="0" y="15000"/>
                </a:moveTo>
                <a:lnTo>
                  <a:pt x="5067" y="0"/>
                </a:lnTo>
                <a:lnTo>
                  <a:pt x="10000" y="10000"/>
                </a:ln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3" name="Gerade Verbindung 111">
            <a:extLst>
              <a:ext uri="{FF2B5EF4-FFF2-40B4-BE49-F238E27FC236}">
                <a16:creationId xmlns:a16="http://schemas.microsoft.com/office/drawing/2014/main" id="{ACFD6BC8-0D5D-480B-A25C-6E3094B2A9E1}"/>
              </a:ext>
            </a:extLst>
          </p:cNvPr>
          <p:cNvCxnSpPr/>
          <p:nvPr/>
        </p:nvCxnSpPr>
        <p:spPr bwMode="auto">
          <a:xfrm flipH="1">
            <a:off x="10658079" y="4178485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Text Box 16">
            <a:extLst>
              <a:ext uri="{FF2B5EF4-FFF2-40B4-BE49-F238E27FC236}">
                <a16:creationId xmlns:a16="http://schemas.microsoft.com/office/drawing/2014/main" id="{9763B008-33B4-4EB5-8F0D-FD7EC45959E0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258760" y="2499993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609CE65E-2424-4DD2-9771-53DABB1BA612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494176" y="2499993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cxnSp>
        <p:nvCxnSpPr>
          <p:cNvPr id="66" name="Gerade Verbindung 114">
            <a:extLst>
              <a:ext uri="{FF2B5EF4-FFF2-40B4-BE49-F238E27FC236}">
                <a16:creationId xmlns:a16="http://schemas.microsoft.com/office/drawing/2014/main" id="{C4E70CC7-75FA-435B-8F3F-864A43B1A4FB}"/>
              </a:ext>
            </a:extLst>
          </p:cNvPr>
          <p:cNvCxnSpPr/>
          <p:nvPr/>
        </p:nvCxnSpPr>
        <p:spPr bwMode="auto">
          <a:xfrm>
            <a:off x="9566225" y="4187983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Gerade Verbindung 117">
            <a:extLst>
              <a:ext uri="{FF2B5EF4-FFF2-40B4-BE49-F238E27FC236}">
                <a16:creationId xmlns:a16="http://schemas.microsoft.com/office/drawing/2014/main" id="{096BABD9-773F-43B8-8888-5840D34560BE}"/>
              </a:ext>
            </a:extLst>
          </p:cNvPr>
          <p:cNvCxnSpPr/>
          <p:nvPr/>
        </p:nvCxnSpPr>
        <p:spPr bwMode="auto">
          <a:xfrm>
            <a:off x="10803679" y="3356714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Gerade Verbindung 118">
            <a:extLst>
              <a:ext uri="{FF2B5EF4-FFF2-40B4-BE49-F238E27FC236}">
                <a16:creationId xmlns:a16="http://schemas.microsoft.com/office/drawing/2014/main" id="{AAE4FAA5-C0B3-44B8-B59D-A31D78872D99}"/>
              </a:ext>
            </a:extLst>
          </p:cNvPr>
          <p:cNvCxnSpPr/>
          <p:nvPr/>
        </p:nvCxnSpPr>
        <p:spPr bwMode="auto">
          <a:xfrm>
            <a:off x="9419377" y="3353557"/>
            <a:ext cx="1" cy="462005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9" name="product_simatic-s7-1500-control-unit.png">
            <a:extLst>
              <a:ext uri="{FF2B5EF4-FFF2-40B4-BE49-F238E27FC236}">
                <a16:creationId xmlns:a16="http://schemas.microsoft.com/office/drawing/2014/main" id="{7406584E-BA7F-40C3-A3A2-882F2630B93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436" y="2857465"/>
            <a:ext cx="640310" cy="640310"/>
          </a:xfrm>
          <a:prstGeom prst="rect">
            <a:avLst/>
          </a:prstGeom>
        </p:spPr>
      </p:pic>
      <p:pic>
        <p:nvPicPr>
          <p:cNvPr id="70" name="product_simatic-s7-1500-control-unit.png">
            <a:extLst>
              <a:ext uri="{FF2B5EF4-FFF2-40B4-BE49-F238E27FC236}">
                <a16:creationId xmlns:a16="http://schemas.microsoft.com/office/drawing/2014/main" id="{441D4695-C70D-4B73-94CB-60129A9AB22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909" y="2857465"/>
            <a:ext cx="640310" cy="640310"/>
          </a:xfrm>
          <a:prstGeom prst="rect">
            <a:avLst/>
          </a:prstGeom>
        </p:spPr>
      </p:pic>
      <p:pic>
        <p:nvPicPr>
          <p:cNvPr id="71" name="product_distributed-io.png">
            <a:extLst>
              <a:ext uri="{FF2B5EF4-FFF2-40B4-BE49-F238E27FC236}">
                <a16:creationId xmlns:a16="http://schemas.microsoft.com/office/drawing/2014/main" id="{6AD5D065-F5FE-4A7D-8280-1FB9365CBCFD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171" y="4440160"/>
            <a:ext cx="455268" cy="455268"/>
          </a:xfrm>
          <a:prstGeom prst="rect">
            <a:avLst/>
          </a:prstGeom>
        </p:spPr>
      </p:pic>
      <p:grpSp>
        <p:nvGrpSpPr>
          <p:cNvPr id="72" name="Gruppieren 122">
            <a:extLst>
              <a:ext uri="{FF2B5EF4-FFF2-40B4-BE49-F238E27FC236}">
                <a16:creationId xmlns:a16="http://schemas.microsoft.com/office/drawing/2014/main" id="{55A65B18-D1B3-48E9-AA96-665A9383EB09}"/>
              </a:ext>
            </a:extLst>
          </p:cNvPr>
          <p:cNvGrpSpPr>
            <a:grpSpLocks noChangeAspect="1"/>
          </p:cNvGrpSpPr>
          <p:nvPr/>
        </p:nvGrpSpPr>
        <p:grpSpPr>
          <a:xfrm>
            <a:off x="10554070" y="4440160"/>
            <a:ext cx="622420" cy="496651"/>
            <a:chOff x="4105359" y="1822075"/>
            <a:chExt cx="4583448" cy="3657298"/>
          </a:xfrm>
        </p:grpSpPr>
        <p:pic>
          <p:nvPicPr>
            <p:cNvPr id="73" name="product_simatic-s7-1500.png">
              <a:extLst>
                <a:ext uri="{FF2B5EF4-FFF2-40B4-BE49-F238E27FC236}">
                  <a16:creationId xmlns:a16="http://schemas.microsoft.com/office/drawing/2014/main" id="{7559EF17-9396-450D-B459-DBC2EDF6DB91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74" name="product_simatic-s7-1500.png">
              <a:extLst>
                <a:ext uri="{FF2B5EF4-FFF2-40B4-BE49-F238E27FC236}">
                  <a16:creationId xmlns:a16="http://schemas.microsoft.com/office/drawing/2014/main" id="{F378A915-4CE2-4DF5-96C8-0709E4F6CA16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 rotWithShape="1"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75" name="product_simatic-s7-1500.png">
              <a:extLst>
                <a:ext uri="{FF2B5EF4-FFF2-40B4-BE49-F238E27FC236}">
                  <a16:creationId xmlns:a16="http://schemas.microsoft.com/office/drawing/2014/main" id="{9BC2E6B6-E845-45F0-BCD5-AC838E562C00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76" name="product_simatic-s7-1500.png">
              <a:extLst>
                <a:ext uri="{FF2B5EF4-FFF2-40B4-BE49-F238E27FC236}">
                  <a16:creationId xmlns:a16="http://schemas.microsoft.com/office/drawing/2014/main" id="{FBC5475E-3F9A-432D-BA4B-89BDBBD75FEB}"/>
                </a:ext>
              </a:extLst>
            </p:cNvPr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 rotWithShape="1"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sp>
        <p:nvSpPr>
          <p:cNvPr id="77" name="Freihandform 127">
            <a:extLst>
              <a:ext uri="{FF2B5EF4-FFF2-40B4-BE49-F238E27FC236}">
                <a16:creationId xmlns:a16="http://schemas.microsoft.com/office/drawing/2014/main" id="{EB7FC691-9846-486E-9D9D-FEBFF846C3F8}"/>
              </a:ext>
            </a:extLst>
          </p:cNvPr>
          <p:cNvSpPr/>
          <p:nvPr/>
        </p:nvSpPr>
        <p:spPr bwMode="auto">
          <a:xfrm>
            <a:off x="10645626" y="3803065"/>
            <a:ext cx="1060654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8" name="Freihandform 128">
            <a:extLst>
              <a:ext uri="{FF2B5EF4-FFF2-40B4-BE49-F238E27FC236}">
                <a16:creationId xmlns:a16="http://schemas.microsoft.com/office/drawing/2014/main" id="{97CED403-6CB4-402A-B05A-1048C397A553}"/>
              </a:ext>
            </a:extLst>
          </p:cNvPr>
          <p:cNvSpPr/>
          <p:nvPr/>
        </p:nvSpPr>
        <p:spPr bwMode="auto">
          <a:xfrm flipH="1">
            <a:off x="8509773" y="3806674"/>
            <a:ext cx="1062000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79" name="Gerade Verbindung 129">
            <a:extLst>
              <a:ext uri="{FF2B5EF4-FFF2-40B4-BE49-F238E27FC236}">
                <a16:creationId xmlns:a16="http://schemas.microsoft.com/office/drawing/2014/main" id="{AABBAC4F-F5DD-46F8-9E1D-7430377BD2B0}"/>
              </a:ext>
            </a:extLst>
          </p:cNvPr>
          <p:cNvCxnSpPr/>
          <p:nvPr/>
        </p:nvCxnSpPr>
        <p:spPr bwMode="auto">
          <a:xfrm>
            <a:off x="1695505" y="4173660"/>
            <a:ext cx="0" cy="365712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Gerade Verbindung 130">
            <a:extLst>
              <a:ext uri="{FF2B5EF4-FFF2-40B4-BE49-F238E27FC236}">
                <a16:creationId xmlns:a16="http://schemas.microsoft.com/office/drawing/2014/main" id="{F02B3DCE-392C-4D30-9E2D-9229BBAA1F39}"/>
              </a:ext>
            </a:extLst>
          </p:cNvPr>
          <p:cNvCxnSpPr/>
          <p:nvPr/>
        </p:nvCxnSpPr>
        <p:spPr bwMode="auto">
          <a:xfrm flipH="1">
            <a:off x="2648320" y="4171470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Freihandform 131">
            <a:extLst>
              <a:ext uri="{FF2B5EF4-FFF2-40B4-BE49-F238E27FC236}">
                <a16:creationId xmlns:a16="http://schemas.microsoft.com/office/drawing/2014/main" id="{05DB51A6-FC2F-41AB-89AA-B3AFA2878C31}"/>
              </a:ext>
            </a:extLst>
          </p:cNvPr>
          <p:cNvSpPr/>
          <p:nvPr/>
        </p:nvSpPr>
        <p:spPr bwMode="auto">
          <a:xfrm>
            <a:off x="1695505" y="4178982"/>
            <a:ext cx="957004" cy="12548"/>
          </a:xfrm>
          <a:custGeom>
            <a:avLst/>
            <a:gdLst>
              <a:gd name="connsiteX0" fmla="*/ 0 w 987425"/>
              <a:gd name="connsiteY0" fmla="*/ 0 h 6350"/>
              <a:gd name="connsiteX1" fmla="*/ 987425 w 987425"/>
              <a:gd name="connsiteY1" fmla="*/ 6350 h 6350"/>
              <a:gd name="connsiteX0" fmla="*/ 0 w 10072"/>
              <a:gd name="connsiteY0" fmla="*/ 8751 h 8751"/>
              <a:gd name="connsiteX1" fmla="*/ 10072 w 10072"/>
              <a:gd name="connsiteY1" fmla="*/ 0 h 8751"/>
              <a:gd name="connsiteX0" fmla="*/ 0 w 10000"/>
              <a:gd name="connsiteY0" fmla="*/ 10000 h 22581"/>
              <a:gd name="connsiteX1" fmla="*/ 10000 w 10000"/>
              <a:gd name="connsiteY1" fmla="*/ 0 h 2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22581">
                <a:moveTo>
                  <a:pt x="0" y="10000"/>
                </a:moveTo>
                <a:cubicBezTo>
                  <a:pt x="3333" y="6667"/>
                  <a:pt x="4752" y="46183"/>
                  <a:pt x="10000" y="0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82" name="Gruppieren 153">
            <a:extLst>
              <a:ext uri="{FF2B5EF4-FFF2-40B4-BE49-F238E27FC236}">
                <a16:creationId xmlns:a16="http://schemas.microsoft.com/office/drawing/2014/main" id="{C51FAFC9-844E-4698-998F-7A066C3A39AD}"/>
              </a:ext>
            </a:extLst>
          </p:cNvPr>
          <p:cNvGrpSpPr/>
          <p:nvPr/>
        </p:nvGrpSpPr>
        <p:grpSpPr>
          <a:xfrm>
            <a:off x="1565899" y="3332331"/>
            <a:ext cx="1184275" cy="469145"/>
            <a:chOff x="1575369" y="2504264"/>
            <a:chExt cx="1184275" cy="469145"/>
          </a:xfrm>
        </p:grpSpPr>
        <p:cxnSp>
          <p:nvCxnSpPr>
            <p:cNvPr id="83" name="Gerade Verbindung 132">
              <a:extLst>
                <a:ext uri="{FF2B5EF4-FFF2-40B4-BE49-F238E27FC236}">
                  <a16:creationId xmlns:a16="http://schemas.microsoft.com/office/drawing/2014/main" id="{954139F0-6513-466A-9415-9E6D99C086F1}"/>
                </a:ext>
              </a:extLst>
            </p:cNvPr>
            <p:cNvCxnSpPr/>
            <p:nvPr/>
          </p:nvCxnSpPr>
          <p:spPr bwMode="auto">
            <a:xfrm>
              <a:off x="2751977" y="2504264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133">
              <a:extLst>
                <a:ext uri="{FF2B5EF4-FFF2-40B4-BE49-F238E27FC236}">
                  <a16:creationId xmlns:a16="http://schemas.microsoft.com/office/drawing/2014/main" id="{DBA2A585-B6C6-4DCA-AE02-81766E170E4E}"/>
                </a:ext>
              </a:extLst>
            </p:cNvPr>
            <p:cNvCxnSpPr/>
            <p:nvPr/>
          </p:nvCxnSpPr>
          <p:spPr bwMode="auto">
            <a:xfrm>
              <a:off x="1586739" y="2512180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5" name="Freihandform 134">
              <a:extLst>
                <a:ext uri="{FF2B5EF4-FFF2-40B4-BE49-F238E27FC236}">
                  <a16:creationId xmlns:a16="http://schemas.microsoft.com/office/drawing/2014/main" id="{C1CD99DC-D609-4817-96EF-30741D89DD6B}"/>
                </a:ext>
              </a:extLst>
            </p:cNvPr>
            <p:cNvSpPr/>
            <p:nvPr/>
          </p:nvSpPr>
          <p:spPr bwMode="auto">
            <a:xfrm>
              <a:off x="1575369" y="2949277"/>
              <a:ext cx="1184275" cy="9525"/>
            </a:xfrm>
            <a:custGeom>
              <a:avLst/>
              <a:gdLst>
                <a:gd name="connsiteX0" fmla="*/ 0 w 1184275"/>
                <a:gd name="connsiteY0" fmla="*/ 15904 h 15904"/>
                <a:gd name="connsiteX1" fmla="*/ 647700 w 1184275"/>
                <a:gd name="connsiteY1" fmla="*/ 29 h 15904"/>
                <a:gd name="connsiteX2" fmla="*/ 1184275 w 1184275"/>
                <a:gd name="connsiteY2" fmla="*/ 12729 h 15904"/>
                <a:gd name="connsiteX0" fmla="*/ 0 w 1184275"/>
                <a:gd name="connsiteY0" fmla="*/ 22240 h 22240"/>
                <a:gd name="connsiteX1" fmla="*/ 593725 w 1184275"/>
                <a:gd name="connsiteY1" fmla="*/ 15 h 22240"/>
                <a:gd name="connsiteX2" fmla="*/ 1184275 w 1184275"/>
                <a:gd name="connsiteY2" fmla="*/ 19065 h 22240"/>
                <a:gd name="connsiteX0" fmla="*/ 0 w 1184275"/>
                <a:gd name="connsiteY0" fmla="*/ 6350 h 6350"/>
                <a:gd name="connsiteX1" fmla="*/ 596900 w 1184275"/>
                <a:gd name="connsiteY1" fmla="*/ 0 h 6350"/>
                <a:gd name="connsiteX2" fmla="*/ 1184275 w 1184275"/>
                <a:gd name="connsiteY2" fmla="*/ 3175 h 6350"/>
                <a:gd name="connsiteX0" fmla="*/ 0 w 10000"/>
                <a:gd name="connsiteY0" fmla="*/ 35000 h 35000"/>
                <a:gd name="connsiteX1" fmla="*/ 5067 w 10000"/>
                <a:gd name="connsiteY1" fmla="*/ 0 h 35000"/>
                <a:gd name="connsiteX2" fmla="*/ 10000 w 10000"/>
                <a:gd name="connsiteY2" fmla="*/ 30000 h 35000"/>
                <a:gd name="connsiteX0" fmla="*/ 0 w 10000"/>
                <a:gd name="connsiteY0" fmla="*/ 15000 h 15000"/>
                <a:gd name="connsiteX1" fmla="*/ 5067 w 10000"/>
                <a:gd name="connsiteY1" fmla="*/ 0 h 15000"/>
                <a:gd name="connsiteX2" fmla="*/ 10000 w 10000"/>
                <a:gd name="connsiteY2" fmla="*/ 10000 h 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5000">
                  <a:moveTo>
                    <a:pt x="0" y="15000"/>
                  </a:moveTo>
                  <a:lnTo>
                    <a:pt x="5067" y="0"/>
                  </a:lnTo>
                  <a:lnTo>
                    <a:pt x="10000" y="10000"/>
                  </a:ln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cxnSp>
        <p:nvCxnSpPr>
          <p:cNvPr id="86" name="Gerade Verbindung 135">
            <a:extLst>
              <a:ext uri="{FF2B5EF4-FFF2-40B4-BE49-F238E27FC236}">
                <a16:creationId xmlns:a16="http://schemas.microsoft.com/office/drawing/2014/main" id="{04E1D0E8-BE37-449E-886B-0F93CE99F5B3}"/>
              </a:ext>
            </a:extLst>
          </p:cNvPr>
          <p:cNvCxnSpPr/>
          <p:nvPr/>
        </p:nvCxnSpPr>
        <p:spPr bwMode="auto">
          <a:xfrm flipH="1">
            <a:off x="2709614" y="4165988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 Box 16">
            <a:extLst>
              <a:ext uri="{FF2B5EF4-FFF2-40B4-BE49-F238E27FC236}">
                <a16:creationId xmlns:a16="http://schemas.microsoft.com/office/drawing/2014/main" id="{956B0731-3BE7-4814-9661-3DDA813147E1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310295" y="2487496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sp>
        <p:nvSpPr>
          <p:cNvPr id="88" name="Text Box 21">
            <a:extLst>
              <a:ext uri="{FF2B5EF4-FFF2-40B4-BE49-F238E27FC236}">
                <a16:creationId xmlns:a16="http://schemas.microsoft.com/office/drawing/2014/main" id="{A39AC909-00C4-4C77-A07E-50E1098A9783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545711" y="2487496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cxnSp>
        <p:nvCxnSpPr>
          <p:cNvPr id="89" name="Gerade Verbindung 141">
            <a:extLst>
              <a:ext uri="{FF2B5EF4-FFF2-40B4-BE49-F238E27FC236}">
                <a16:creationId xmlns:a16="http://schemas.microsoft.com/office/drawing/2014/main" id="{A09473C6-A0B6-42E9-B983-E0B2D04DFEA4}"/>
              </a:ext>
            </a:extLst>
          </p:cNvPr>
          <p:cNvCxnSpPr/>
          <p:nvPr/>
        </p:nvCxnSpPr>
        <p:spPr bwMode="auto">
          <a:xfrm>
            <a:off x="2855214" y="3344217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0" name="product_simatic-s7-1500-control-unit.png">
            <a:extLst>
              <a:ext uri="{FF2B5EF4-FFF2-40B4-BE49-F238E27FC236}">
                <a16:creationId xmlns:a16="http://schemas.microsoft.com/office/drawing/2014/main" id="{2DFC3359-E375-4C5C-8071-E610366189B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971" y="2844968"/>
            <a:ext cx="640310" cy="640310"/>
          </a:xfrm>
          <a:prstGeom prst="rect">
            <a:avLst/>
          </a:prstGeom>
        </p:spPr>
      </p:pic>
      <p:pic>
        <p:nvPicPr>
          <p:cNvPr id="91" name="product_simatic-s7-1500-control-unit.png">
            <a:extLst>
              <a:ext uri="{FF2B5EF4-FFF2-40B4-BE49-F238E27FC236}">
                <a16:creationId xmlns:a16="http://schemas.microsoft.com/office/drawing/2014/main" id="{FDEAEC4F-301D-4538-80A6-22137B59DBE7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44" y="2844968"/>
            <a:ext cx="640310" cy="640310"/>
          </a:xfrm>
          <a:prstGeom prst="rect">
            <a:avLst/>
          </a:prstGeom>
        </p:spPr>
      </p:pic>
      <p:pic>
        <p:nvPicPr>
          <p:cNvPr id="92" name="product_distributed-io.png">
            <a:extLst>
              <a:ext uri="{FF2B5EF4-FFF2-40B4-BE49-F238E27FC236}">
                <a16:creationId xmlns:a16="http://schemas.microsoft.com/office/drawing/2014/main" id="{6CD81038-58B8-4CFD-AC17-AE4290BB21CB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06" y="4427663"/>
            <a:ext cx="455268" cy="455268"/>
          </a:xfrm>
          <a:prstGeom prst="rect">
            <a:avLst/>
          </a:prstGeom>
        </p:spPr>
      </p:pic>
      <p:grpSp>
        <p:nvGrpSpPr>
          <p:cNvPr id="93" name="Gruppieren 146">
            <a:extLst>
              <a:ext uri="{FF2B5EF4-FFF2-40B4-BE49-F238E27FC236}">
                <a16:creationId xmlns:a16="http://schemas.microsoft.com/office/drawing/2014/main" id="{A068AEA4-B2E1-4549-B012-52C49A0E8B07}"/>
              </a:ext>
            </a:extLst>
          </p:cNvPr>
          <p:cNvGrpSpPr>
            <a:grpSpLocks noChangeAspect="1"/>
          </p:cNvGrpSpPr>
          <p:nvPr/>
        </p:nvGrpSpPr>
        <p:grpSpPr>
          <a:xfrm>
            <a:off x="2605605" y="4427663"/>
            <a:ext cx="622420" cy="496651"/>
            <a:chOff x="4105359" y="1822075"/>
            <a:chExt cx="4583448" cy="3657298"/>
          </a:xfrm>
        </p:grpSpPr>
        <p:pic>
          <p:nvPicPr>
            <p:cNvPr id="94" name="product_simatic-s7-1500.png">
              <a:extLst>
                <a:ext uri="{FF2B5EF4-FFF2-40B4-BE49-F238E27FC236}">
                  <a16:creationId xmlns:a16="http://schemas.microsoft.com/office/drawing/2014/main" id="{DD767AF7-B07C-46C4-A4F5-EF389FF8FF30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95" name="product_simatic-s7-1500.png">
              <a:extLst>
                <a:ext uri="{FF2B5EF4-FFF2-40B4-BE49-F238E27FC236}">
                  <a16:creationId xmlns:a16="http://schemas.microsoft.com/office/drawing/2014/main" id="{45B31996-3C10-40B0-9982-37C822B8BFE6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 rotWithShape="1"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96" name="product_simatic-s7-1500.png">
              <a:extLst>
                <a:ext uri="{FF2B5EF4-FFF2-40B4-BE49-F238E27FC236}">
                  <a16:creationId xmlns:a16="http://schemas.microsoft.com/office/drawing/2014/main" id="{83031ACF-F169-45BD-AC5C-1CB85DED5AA7}"/>
                </a:ext>
              </a:extLst>
            </p:cNvPr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97" name="product_simatic-s7-1500.png">
              <a:extLst>
                <a:ext uri="{FF2B5EF4-FFF2-40B4-BE49-F238E27FC236}">
                  <a16:creationId xmlns:a16="http://schemas.microsoft.com/office/drawing/2014/main" id="{3B29682B-862D-4A23-9BC4-697DFD30A826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 rotWithShape="1"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sp>
        <p:nvSpPr>
          <p:cNvPr id="98" name="Freihandform 151">
            <a:extLst>
              <a:ext uri="{FF2B5EF4-FFF2-40B4-BE49-F238E27FC236}">
                <a16:creationId xmlns:a16="http://schemas.microsoft.com/office/drawing/2014/main" id="{75EF32D2-F2BE-480A-8328-C620B1269109}"/>
              </a:ext>
            </a:extLst>
          </p:cNvPr>
          <p:cNvSpPr/>
          <p:nvPr/>
        </p:nvSpPr>
        <p:spPr bwMode="auto">
          <a:xfrm>
            <a:off x="2697161" y="3790568"/>
            <a:ext cx="1060654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99" name="Picture 12" descr="C:\Users\adzuth0\AppData\Local\Temp\SNAGHTML1699469.PNG">
            <a:extLst>
              <a:ext uri="{FF2B5EF4-FFF2-40B4-BE49-F238E27FC236}">
                <a16:creationId xmlns:a16="http://schemas.microsoft.com/office/drawing/2014/main" id="{DF2ED515-75A0-437C-9CFC-6C0A2AE2B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949" y="4039374"/>
            <a:ext cx="288957" cy="33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2" descr="C:\Users\adzuth0\AppData\Local\Temp\SNAGHTML1699469.PNG">
            <a:extLst>
              <a:ext uri="{FF2B5EF4-FFF2-40B4-BE49-F238E27FC236}">
                <a16:creationId xmlns:a16="http://schemas.microsoft.com/office/drawing/2014/main" id="{DBD02F78-7A03-406B-B04E-6FF045C7D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329" y="4427624"/>
            <a:ext cx="582143" cy="67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Nach rechts gekrümmter Pfeil 180">
            <a:extLst>
              <a:ext uri="{FF2B5EF4-FFF2-40B4-BE49-F238E27FC236}">
                <a16:creationId xmlns:a16="http://schemas.microsoft.com/office/drawing/2014/main" id="{4F86885E-F2D2-4A7A-9A47-1851659C768C}"/>
              </a:ext>
            </a:extLst>
          </p:cNvPr>
          <p:cNvSpPr/>
          <p:nvPr/>
        </p:nvSpPr>
        <p:spPr bwMode="auto">
          <a:xfrm>
            <a:off x="4278568" y="3658354"/>
            <a:ext cx="570539" cy="736088"/>
          </a:xfrm>
          <a:prstGeom prst="curvedRigh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2" name="Nach links gekrümmter Pfeil 181">
            <a:extLst>
              <a:ext uri="{FF2B5EF4-FFF2-40B4-BE49-F238E27FC236}">
                <a16:creationId xmlns:a16="http://schemas.microsoft.com/office/drawing/2014/main" id="{54C14817-0A83-48DE-AE38-2605DBA7E117}"/>
              </a:ext>
            </a:extLst>
          </p:cNvPr>
          <p:cNvSpPr/>
          <p:nvPr/>
        </p:nvSpPr>
        <p:spPr bwMode="auto">
          <a:xfrm>
            <a:off x="7472115" y="3648948"/>
            <a:ext cx="572400" cy="738000"/>
          </a:xfrm>
          <a:prstGeom prst="curvedLef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3" name="Nach rechts gekrümmter Pfeil 183">
            <a:extLst>
              <a:ext uri="{FF2B5EF4-FFF2-40B4-BE49-F238E27FC236}">
                <a16:creationId xmlns:a16="http://schemas.microsoft.com/office/drawing/2014/main" id="{52BE5A27-D3E3-410F-B33B-9C526C57A264}"/>
              </a:ext>
            </a:extLst>
          </p:cNvPr>
          <p:cNvSpPr/>
          <p:nvPr/>
        </p:nvSpPr>
        <p:spPr bwMode="auto">
          <a:xfrm>
            <a:off x="278068" y="3671330"/>
            <a:ext cx="570539" cy="736088"/>
          </a:xfrm>
          <a:prstGeom prst="curvedRigh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4" name="Nach links gekrümmter Pfeil 184">
            <a:extLst>
              <a:ext uri="{FF2B5EF4-FFF2-40B4-BE49-F238E27FC236}">
                <a16:creationId xmlns:a16="http://schemas.microsoft.com/office/drawing/2014/main" id="{080911BB-F1CE-4B3A-ABEB-88EA698CA947}"/>
              </a:ext>
            </a:extLst>
          </p:cNvPr>
          <p:cNvSpPr/>
          <p:nvPr/>
        </p:nvSpPr>
        <p:spPr bwMode="auto">
          <a:xfrm>
            <a:off x="3471615" y="3661924"/>
            <a:ext cx="572400" cy="738000"/>
          </a:xfrm>
          <a:prstGeom prst="curvedLef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5" name="Nach rechts gekrümmter Pfeil 185">
            <a:extLst>
              <a:ext uri="{FF2B5EF4-FFF2-40B4-BE49-F238E27FC236}">
                <a16:creationId xmlns:a16="http://schemas.microsoft.com/office/drawing/2014/main" id="{4AE40B62-B623-4F6D-A53C-1C684DD5FEB0}"/>
              </a:ext>
            </a:extLst>
          </p:cNvPr>
          <p:cNvSpPr/>
          <p:nvPr/>
        </p:nvSpPr>
        <p:spPr bwMode="auto">
          <a:xfrm>
            <a:off x="8226533" y="3671330"/>
            <a:ext cx="570539" cy="736088"/>
          </a:xfrm>
          <a:prstGeom prst="curvedRigh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6" name="Nach links gekrümmter Pfeil 186">
            <a:extLst>
              <a:ext uri="{FF2B5EF4-FFF2-40B4-BE49-F238E27FC236}">
                <a16:creationId xmlns:a16="http://schemas.microsoft.com/office/drawing/2014/main" id="{B4A9EEFD-6FCC-45AE-AC63-42E88F067F26}"/>
              </a:ext>
            </a:extLst>
          </p:cNvPr>
          <p:cNvSpPr/>
          <p:nvPr/>
        </p:nvSpPr>
        <p:spPr bwMode="auto">
          <a:xfrm>
            <a:off x="11420080" y="3661924"/>
            <a:ext cx="572400" cy="738000"/>
          </a:xfrm>
          <a:prstGeom prst="curvedLef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107" name="AutoShape 4">
            <a:extLst>
              <a:ext uri="{FF2B5EF4-FFF2-40B4-BE49-F238E27FC236}">
                <a16:creationId xmlns:a16="http://schemas.microsoft.com/office/drawing/2014/main" id="{1BFDE94D-AF62-4F26-85E2-A8C6B956ECDE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78068" y="1557338"/>
            <a:ext cx="3765947" cy="792000"/>
          </a:xfrm>
          <a:prstGeom prst="homePlate">
            <a:avLst>
              <a:gd name="adj" fmla="val 23593"/>
            </a:avLst>
          </a:prstGeom>
          <a:solidFill>
            <a:srgbClr val="BECDD7"/>
          </a:soli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主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CPU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或备用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CPU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发生故障</a:t>
            </a:r>
          </a:p>
        </p:txBody>
      </p:sp>
      <p:sp>
        <p:nvSpPr>
          <p:cNvPr id="108" name="AutoShape 4">
            <a:extLst>
              <a:ext uri="{FF2B5EF4-FFF2-40B4-BE49-F238E27FC236}">
                <a16:creationId xmlns:a16="http://schemas.microsoft.com/office/drawing/2014/main" id="{8FB27495-C189-4A0B-9B2A-DC6CF38741E6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278568" y="1557338"/>
            <a:ext cx="3765947" cy="792000"/>
          </a:xfrm>
          <a:prstGeom prst="homePlate">
            <a:avLst>
              <a:gd name="adj" fmla="val 23593"/>
            </a:avLst>
          </a:prstGeom>
          <a:solidFill>
            <a:srgbClr val="BECDD7"/>
          </a:soli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环网中的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IO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设备</a:t>
            </a:r>
            <a:b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发生故障</a:t>
            </a:r>
          </a:p>
        </p:txBody>
      </p:sp>
      <p:sp>
        <p:nvSpPr>
          <p:cNvPr id="109" name="AutoShape 4">
            <a:extLst>
              <a:ext uri="{FF2B5EF4-FFF2-40B4-BE49-F238E27FC236}">
                <a16:creationId xmlns:a16="http://schemas.microsoft.com/office/drawing/2014/main" id="{56323DB6-7E03-4171-881C-9B7D0261015D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8226533" y="1557338"/>
            <a:ext cx="3779485" cy="792000"/>
          </a:xfrm>
          <a:prstGeom prst="homePlate">
            <a:avLst>
              <a:gd name="adj" fmla="val 23593"/>
            </a:avLst>
          </a:prstGeom>
          <a:solidFill>
            <a:srgbClr val="BECDD7"/>
          </a:soli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环网中的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电缆发生故障</a:t>
            </a:r>
          </a:p>
        </p:txBody>
      </p:sp>
      <p:sp>
        <p:nvSpPr>
          <p:cNvPr id="110" name="Text Box 16">
            <a:extLst>
              <a:ext uri="{FF2B5EF4-FFF2-40B4-BE49-F238E27FC236}">
                <a16:creationId xmlns:a16="http://schemas.microsoft.com/office/drawing/2014/main" id="{34875328-D255-43A3-8DC8-9EC353FD5F27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357436" y="2676105"/>
            <a:ext cx="309380" cy="123111"/>
          </a:xfrm>
          <a:prstGeom prst="rect">
            <a:avLst/>
          </a:prstGeom>
          <a:solidFill>
            <a:srgbClr val="EB780A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STOP </a:t>
            </a:r>
          </a:p>
        </p:txBody>
      </p:sp>
      <p:sp>
        <p:nvSpPr>
          <p:cNvPr id="111" name="Text Box 16">
            <a:extLst>
              <a:ext uri="{FF2B5EF4-FFF2-40B4-BE49-F238E27FC236}">
                <a16:creationId xmlns:a16="http://schemas.microsoft.com/office/drawing/2014/main" id="{5431AEE5-0449-4238-BA4B-E059C2E890B6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682781" y="2675381"/>
            <a:ext cx="221214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</a:t>
            </a:r>
          </a:p>
        </p:txBody>
      </p:sp>
      <p:sp>
        <p:nvSpPr>
          <p:cNvPr id="112" name="Text Box 16">
            <a:extLst>
              <a:ext uri="{FF2B5EF4-FFF2-40B4-BE49-F238E27FC236}">
                <a16:creationId xmlns:a16="http://schemas.microsoft.com/office/drawing/2014/main" id="{80BE1F11-40E2-43BA-B89B-66F1C25619FC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3059" y="2674589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13" name="Text Box 16">
            <a:extLst>
              <a:ext uri="{FF2B5EF4-FFF2-40B4-BE49-F238E27FC236}">
                <a16:creationId xmlns:a16="http://schemas.microsoft.com/office/drawing/2014/main" id="{DEDE3718-A429-4F4A-BE0A-7684F513AC1A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393125" y="2674588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14" name="Text Box 16">
            <a:extLst>
              <a:ext uri="{FF2B5EF4-FFF2-40B4-BE49-F238E27FC236}">
                <a16:creationId xmlns:a16="http://schemas.microsoft.com/office/drawing/2014/main" id="{9765A32B-C810-42F3-B32F-A25C2FE913C2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2376262" y="2674589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15" name="Text Box 16">
            <a:extLst>
              <a:ext uri="{FF2B5EF4-FFF2-40B4-BE49-F238E27FC236}">
                <a16:creationId xmlns:a16="http://schemas.microsoft.com/office/drawing/2014/main" id="{1A277A21-2B34-498D-A25E-78D6399F21C4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102559" y="2676949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16" name="Text Box 16">
            <a:extLst>
              <a:ext uri="{FF2B5EF4-FFF2-40B4-BE49-F238E27FC236}">
                <a16:creationId xmlns:a16="http://schemas.microsoft.com/office/drawing/2014/main" id="{2BA24AD5-EE96-4AF4-844D-CD796BF33631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9021070" y="2674589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17" name="Text Box 16">
            <a:extLst>
              <a:ext uri="{FF2B5EF4-FFF2-40B4-BE49-F238E27FC236}">
                <a16:creationId xmlns:a16="http://schemas.microsoft.com/office/drawing/2014/main" id="{C419693E-E25A-407C-82AA-A7DC97DC75FD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0311136" y="2674588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</p:spTree>
    <p:extLst>
      <p:ext uri="{BB962C8B-B14F-4D97-AF65-F5344CB8AC3E}">
        <p14:creationId xmlns:p14="http://schemas.microsoft.com/office/powerpoint/2010/main" val="175382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2.59259E-6 L -0.10657 -2.59259E-6 " pathEditMode="relative" rAng="0" ptsTypes="AA">
                                      <p:cBhvr>
                                        <p:cTn id="15" dur="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83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0531E-6 -4.07407E-6 L 0.10568 -4.07407E-6 " pathEditMode="relative" rAng="0" ptsTypes="AA">
                                      <p:cBhvr>
                                        <p:cTn id="17" dur="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84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101" grpId="0" animBg="1"/>
      <p:bldP spid="102" grpId="0" animBg="1"/>
      <p:bldP spid="103" grpId="0" animBg="1"/>
      <p:bldP spid="104" grpId="0" animBg="1"/>
      <p:bldP spid="106" grpId="0" animBg="1"/>
      <p:bldP spid="114" grpId="0" animBg="1"/>
      <p:bldP spid="1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7C0E9E-6F8C-4156-9FB2-CB2837EFA27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763" name="think-cell Slide" r:id="rId35" imgW="359" imgH="355" progId="TCLayout.ActiveDocument.1">
                  <p:embed/>
                </p:oleObj>
              </mc:Choice>
              <mc:Fallback>
                <p:oleObj name="think-cell Slide" r:id="rId35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7C0E9E-6F8C-4156-9FB2-CB2837EFA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BA6A3EE-4CAF-4E65-A98E-72560B4F1D9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200" b="1" dirty="0" err="1">
              <a:solidFill>
                <a:schemeClr val="tx1"/>
              </a:solidFill>
              <a:ea typeface="宋体" panose="02010600030101010101" pitchFamily="2" charset="-122"/>
              <a:cs typeface="Siemens Sans Global" pitchFamily="2" charset="-122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370463-7DFC-4C66-A909-FF0A8254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ea typeface="宋体" panose="02010600030101010101" pitchFamily="2" charset="-122"/>
                <a:sym typeface="Arial"/>
              </a:rPr>
              <a:t>S7-1500R/H </a:t>
            </a:r>
            <a:r>
              <a:rPr lang="zh-CN" altLang="en-US" dirty="0">
                <a:latin typeface="Arial"/>
                <a:ea typeface="宋体" panose="02010600030101010101" pitchFamily="2" charset="-122"/>
                <a:sym typeface="Arial"/>
              </a:rPr>
              <a:t>故障案例</a:t>
            </a:r>
            <a:endParaRPr lang="en-US" dirty="0"/>
          </a:p>
        </p:txBody>
      </p:sp>
      <p:grpSp>
        <p:nvGrpSpPr>
          <p:cNvPr id="6" name="Gruppieren 196">
            <a:extLst>
              <a:ext uri="{FF2B5EF4-FFF2-40B4-BE49-F238E27FC236}">
                <a16:creationId xmlns:a16="http://schemas.microsoft.com/office/drawing/2014/main" id="{0CDFFD38-F4D3-417C-BEF7-3ABC8181E655}"/>
              </a:ext>
            </a:extLst>
          </p:cNvPr>
          <p:cNvGrpSpPr/>
          <p:nvPr/>
        </p:nvGrpSpPr>
        <p:grpSpPr>
          <a:xfrm>
            <a:off x="9258107" y="4787277"/>
            <a:ext cx="755651" cy="711906"/>
            <a:chOff x="3406774" y="4016728"/>
            <a:chExt cx="755651" cy="711906"/>
          </a:xfrm>
        </p:grpSpPr>
        <p:cxnSp>
          <p:nvCxnSpPr>
            <p:cNvPr id="7" name="Gerade Verbindung 197">
              <a:extLst>
                <a:ext uri="{FF2B5EF4-FFF2-40B4-BE49-F238E27FC236}">
                  <a16:creationId xmlns:a16="http://schemas.microsoft.com/office/drawing/2014/main" id="{A76B98B1-2DA7-4CBD-A37C-81E01049FAD2}"/>
                </a:ext>
              </a:extLst>
            </p:cNvPr>
            <p:cNvCxnSpPr/>
            <p:nvPr/>
          </p:nvCxnSpPr>
          <p:spPr bwMode="auto">
            <a:xfrm>
              <a:off x="3406774" y="4016728"/>
              <a:ext cx="0" cy="71190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198">
              <a:extLst>
                <a:ext uri="{FF2B5EF4-FFF2-40B4-BE49-F238E27FC236}">
                  <a16:creationId xmlns:a16="http://schemas.microsoft.com/office/drawing/2014/main" id="{6EC70928-B0FA-439E-8BB5-2FEECE2F5A21}"/>
                </a:ext>
              </a:extLst>
            </p:cNvPr>
            <p:cNvCxnSpPr/>
            <p:nvPr/>
          </p:nvCxnSpPr>
          <p:spPr bwMode="auto">
            <a:xfrm>
              <a:off x="4146979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199">
              <a:extLst>
                <a:ext uri="{FF2B5EF4-FFF2-40B4-BE49-F238E27FC236}">
                  <a16:creationId xmlns:a16="http://schemas.microsoft.com/office/drawing/2014/main" id="{19A59CDB-4D20-44A7-8FB3-2A48B20DDB32}"/>
                </a:ext>
              </a:extLst>
            </p:cNvPr>
            <p:cNvCxnSpPr/>
            <p:nvPr/>
          </p:nvCxnSpPr>
          <p:spPr bwMode="auto">
            <a:xfrm>
              <a:off x="3472573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200">
              <a:extLst>
                <a:ext uri="{FF2B5EF4-FFF2-40B4-BE49-F238E27FC236}">
                  <a16:creationId xmlns:a16="http://schemas.microsoft.com/office/drawing/2014/main" id="{5839E4C4-5487-429B-B4D3-6D410B8DBD4B}"/>
                </a:ext>
              </a:extLst>
            </p:cNvPr>
            <p:cNvCxnSpPr/>
            <p:nvPr/>
          </p:nvCxnSpPr>
          <p:spPr bwMode="auto">
            <a:xfrm flipH="1">
              <a:off x="3457813" y="4476771"/>
              <a:ext cx="704612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Gruppieren 201">
            <a:extLst>
              <a:ext uri="{FF2B5EF4-FFF2-40B4-BE49-F238E27FC236}">
                <a16:creationId xmlns:a16="http://schemas.microsoft.com/office/drawing/2014/main" id="{5E667E7B-88C4-4D06-87F8-2F83B4E7FDE8}"/>
              </a:ext>
            </a:extLst>
          </p:cNvPr>
          <p:cNvGrpSpPr/>
          <p:nvPr/>
        </p:nvGrpSpPr>
        <p:grpSpPr>
          <a:xfrm>
            <a:off x="9258107" y="4787277"/>
            <a:ext cx="755651" cy="711906"/>
            <a:chOff x="3406774" y="4016728"/>
            <a:chExt cx="755651" cy="711906"/>
          </a:xfrm>
        </p:grpSpPr>
        <p:cxnSp>
          <p:nvCxnSpPr>
            <p:cNvPr id="12" name="Gerade Verbindung 202">
              <a:extLst>
                <a:ext uri="{FF2B5EF4-FFF2-40B4-BE49-F238E27FC236}">
                  <a16:creationId xmlns:a16="http://schemas.microsoft.com/office/drawing/2014/main" id="{D4F81035-8499-4835-B928-42ADDBDF1FDF}"/>
                </a:ext>
              </a:extLst>
            </p:cNvPr>
            <p:cNvCxnSpPr/>
            <p:nvPr/>
          </p:nvCxnSpPr>
          <p:spPr bwMode="auto">
            <a:xfrm>
              <a:off x="3406774" y="4016728"/>
              <a:ext cx="0" cy="71190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203">
              <a:extLst>
                <a:ext uri="{FF2B5EF4-FFF2-40B4-BE49-F238E27FC236}">
                  <a16:creationId xmlns:a16="http://schemas.microsoft.com/office/drawing/2014/main" id="{D688277C-D659-4CC8-B0D8-EDC57057114A}"/>
                </a:ext>
              </a:extLst>
            </p:cNvPr>
            <p:cNvCxnSpPr/>
            <p:nvPr/>
          </p:nvCxnSpPr>
          <p:spPr bwMode="auto">
            <a:xfrm>
              <a:off x="4146979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204">
              <a:extLst>
                <a:ext uri="{FF2B5EF4-FFF2-40B4-BE49-F238E27FC236}">
                  <a16:creationId xmlns:a16="http://schemas.microsoft.com/office/drawing/2014/main" id="{156A16E1-6D92-4F58-9869-F4A4483756A5}"/>
                </a:ext>
              </a:extLst>
            </p:cNvPr>
            <p:cNvCxnSpPr/>
            <p:nvPr/>
          </p:nvCxnSpPr>
          <p:spPr bwMode="auto">
            <a:xfrm>
              <a:off x="3472573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205">
              <a:extLst>
                <a:ext uri="{FF2B5EF4-FFF2-40B4-BE49-F238E27FC236}">
                  <a16:creationId xmlns:a16="http://schemas.microsoft.com/office/drawing/2014/main" id="{60DDE5CC-AE29-4DDF-AB65-FC9A225FE2EC}"/>
                </a:ext>
              </a:extLst>
            </p:cNvPr>
            <p:cNvCxnSpPr/>
            <p:nvPr/>
          </p:nvCxnSpPr>
          <p:spPr bwMode="auto">
            <a:xfrm flipH="1">
              <a:off x="3457813" y="4476771"/>
              <a:ext cx="704612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uppieren 179">
            <a:extLst>
              <a:ext uri="{FF2B5EF4-FFF2-40B4-BE49-F238E27FC236}">
                <a16:creationId xmlns:a16="http://schemas.microsoft.com/office/drawing/2014/main" id="{12A098A2-5353-4F01-A9E9-1A42755E0FAE}"/>
              </a:ext>
            </a:extLst>
          </p:cNvPr>
          <p:cNvGrpSpPr/>
          <p:nvPr/>
        </p:nvGrpSpPr>
        <p:grpSpPr>
          <a:xfrm>
            <a:off x="3271461" y="4782889"/>
            <a:ext cx="755651" cy="711906"/>
            <a:chOff x="3406774" y="4016728"/>
            <a:chExt cx="755651" cy="711906"/>
          </a:xfrm>
        </p:grpSpPr>
        <p:cxnSp>
          <p:nvCxnSpPr>
            <p:cNvPr id="17" name="Gerade Verbindung 182">
              <a:extLst>
                <a:ext uri="{FF2B5EF4-FFF2-40B4-BE49-F238E27FC236}">
                  <a16:creationId xmlns:a16="http://schemas.microsoft.com/office/drawing/2014/main" id="{257744B6-7A38-4C1F-9387-8E99C13B6E15}"/>
                </a:ext>
              </a:extLst>
            </p:cNvPr>
            <p:cNvCxnSpPr/>
            <p:nvPr/>
          </p:nvCxnSpPr>
          <p:spPr bwMode="auto">
            <a:xfrm>
              <a:off x="3406774" y="4016728"/>
              <a:ext cx="0" cy="71190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85">
              <a:extLst>
                <a:ext uri="{FF2B5EF4-FFF2-40B4-BE49-F238E27FC236}">
                  <a16:creationId xmlns:a16="http://schemas.microsoft.com/office/drawing/2014/main" id="{0821A2F4-95A5-4650-B2A0-4C838776BDE5}"/>
                </a:ext>
              </a:extLst>
            </p:cNvPr>
            <p:cNvCxnSpPr/>
            <p:nvPr/>
          </p:nvCxnSpPr>
          <p:spPr bwMode="auto">
            <a:xfrm>
              <a:off x="4146979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6">
              <a:extLst>
                <a:ext uri="{FF2B5EF4-FFF2-40B4-BE49-F238E27FC236}">
                  <a16:creationId xmlns:a16="http://schemas.microsoft.com/office/drawing/2014/main" id="{28E355B6-212C-4D10-8358-0D5BDCA6C269}"/>
                </a:ext>
              </a:extLst>
            </p:cNvPr>
            <p:cNvCxnSpPr/>
            <p:nvPr/>
          </p:nvCxnSpPr>
          <p:spPr bwMode="auto">
            <a:xfrm>
              <a:off x="3472573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87">
              <a:extLst>
                <a:ext uri="{FF2B5EF4-FFF2-40B4-BE49-F238E27FC236}">
                  <a16:creationId xmlns:a16="http://schemas.microsoft.com/office/drawing/2014/main" id="{11878FEA-06F1-419C-9C35-241337E1E8EC}"/>
                </a:ext>
              </a:extLst>
            </p:cNvPr>
            <p:cNvCxnSpPr/>
            <p:nvPr/>
          </p:nvCxnSpPr>
          <p:spPr bwMode="auto">
            <a:xfrm flipH="1">
              <a:off x="3457813" y="4476771"/>
              <a:ext cx="704612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" name="Gruppieren 21">
            <a:extLst>
              <a:ext uri="{FF2B5EF4-FFF2-40B4-BE49-F238E27FC236}">
                <a16:creationId xmlns:a16="http://schemas.microsoft.com/office/drawing/2014/main" id="{95C78230-8BBC-4BE8-94A9-DE7C9AA7FB7C}"/>
              </a:ext>
            </a:extLst>
          </p:cNvPr>
          <p:cNvGrpSpPr/>
          <p:nvPr/>
        </p:nvGrpSpPr>
        <p:grpSpPr>
          <a:xfrm>
            <a:off x="3271461" y="4782889"/>
            <a:ext cx="755651" cy="711906"/>
            <a:chOff x="3406774" y="4016728"/>
            <a:chExt cx="755651" cy="711906"/>
          </a:xfrm>
        </p:grpSpPr>
        <p:cxnSp>
          <p:nvCxnSpPr>
            <p:cNvPr id="22" name="Gerade Verbindung 87">
              <a:extLst>
                <a:ext uri="{FF2B5EF4-FFF2-40B4-BE49-F238E27FC236}">
                  <a16:creationId xmlns:a16="http://schemas.microsoft.com/office/drawing/2014/main" id="{17D36070-9B57-4397-9E09-F2733435D673}"/>
                </a:ext>
              </a:extLst>
            </p:cNvPr>
            <p:cNvCxnSpPr/>
            <p:nvPr/>
          </p:nvCxnSpPr>
          <p:spPr bwMode="auto">
            <a:xfrm>
              <a:off x="3406774" y="4016728"/>
              <a:ext cx="0" cy="711906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127">
              <a:extLst>
                <a:ext uri="{FF2B5EF4-FFF2-40B4-BE49-F238E27FC236}">
                  <a16:creationId xmlns:a16="http://schemas.microsoft.com/office/drawing/2014/main" id="{7B018E62-446E-4C40-A838-1934CF3C8922}"/>
                </a:ext>
              </a:extLst>
            </p:cNvPr>
            <p:cNvCxnSpPr/>
            <p:nvPr/>
          </p:nvCxnSpPr>
          <p:spPr bwMode="auto">
            <a:xfrm>
              <a:off x="4146979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163">
              <a:extLst>
                <a:ext uri="{FF2B5EF4-FFF2-40B4-BE49-F238E27FC236}">
                  <a16:creationId xmlns:a16="http://schemas.microsoft.com/office/drawing/2014/main" id="{A10E1AA6-871E-4110-81B0-63A3DEE622EE}"/>
                </a:ext>
              </a:extLst>
            </p:cNvPr>
            <p:cNvCxnSpPr/>
            <p:nvPr/>
          </p:nvCxnSpPr>
          <p:spPr bwMode="auto">
            <a:xfrm>
              <a:off x="3472573" y="4476771"/>
              <a:ext cx="0" cy="11507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178">
              <a:extLst>
                <a:ext uri="{FF2B5EF4-FFF2-40B4-BE49-F238E27FC236}">
                  <a16:creationId xmlns:a16="http://schemas.microsoft.com/office/drawing/2014/main" id="{EE2E0D27-3BCA-4507-8CE7-9B9DCC08998F}"/>
                </a:ext>
              </a:extLst>
            </p:cNvPr>
            <p:cNvCxnSpPr/>
            <p:nvPr/>
          </p:nvCxnSpPr>
          <p:spPr bwMode="auto">
            <a:xfrm flipH="1">
              <a:off x="3457813" y="4476771"/>
              <a:ext cx="704612" cy="0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" name="Gruppieren 242">
            <a:extLst>
              <a:ext uri="{FF2B5EF4-FFF2-40B4-BE49-F238E27FC236}">
                <a16:creationId xmlns:a16="http://schemas.microsoft.com/office/drawing/2014/main" id="{9621BC14-823F-46DC-9199-1A0BAC085E59}"/>
              </a:ext>
            </a:extLst>
          </p:cNvPr>
          <p:cNvGrpSpPr/>
          <p:nvPr/>
        </p:nvGrpSpPr>
        <p:grpSpPr>
          <a:xfrm>
            <a:off x="7072046" y="3323146"/>
            <a:ext cx="1415153" cy="1200138"/>
            <a:chOff x="570778" y="2515374"/>
            <a:chExt cx="1062000" cy="1200138"/>
          </a:xfrm>
        </p:grpSpPr>
        <p:cxnSp>
          <p:nvCxnSpPr>
            <p:cNvPr id="27" name="Gerade Verbindung 243">
              <a:extLst>
                <a:ext uri="{FF2B5EF4-FFF2-40B4-BE49-F238E27FC236}">
                  <a16:creationId xmlns:a16="http://schemas.microsoft.com/office/drawing/2014/main" id="{688EFD70-41F1-4904-8B03-06661CA34159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44">
              <a:extLst>
                <a:ext uri="{FF2B5EF4-FFF2-40B4-BE49-F238E27FC236}">
                  <a16:creationId xmlns:a16="http://schemas.microsoft.com/office/drawing/2014/main" id="{1B5B5AFA-FD1D-4B88-9416-9EABA3D9DBBF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Freihandform 245">
              <a:extLst>
                <a:ext uri="{FF2B5EF4-FFF2-40B4-BE49-F238E27FC236}">
                  <a16:creationId xmlns:a16="http://schemas.microsoft.com/office/drawing/2014/main" id="{3D9AA9D3-5538-4BE8-9F04-53092A9159CE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uppieren 206">
            <a:extLst>
              <a:ext uri="{FF2B5EF4-FFF2-40B4-BE49-F238E27FC236}">
                <a16:creationId xmlns:a16="http://schemas.microsoft.com/office/drawing/2014/main" id="{E74CA25E-2CE6-4D76-81C6-CA897E47F255}"/>
              </a:ext>
            </a:extLst>
          </p:cNvPr>
          <p:cNvGrpSpPr/>
          <p:nvPr/>
        </p:nvGrpSpPr>
        <p:grpSpPr>
          <a:xfrm>
            <a:off x="7072046" y="3320733"/>
            <a:ext cx="1415153" cy="1200138"/>
            <a:chOff x="570778" y="2515374"/>
            <a:chExt cx="1062000" cy="1200138"/>
          </a:xfrm>
        </p:grpSpPr>
        <p:cxnSp>
          <p:nvCxnSpPr>
            <p:cNvPr id="31" name="Gerade Verbindung 207">
              <a:extLst>
                <a:ext uri="{FF2B5EF4-FFF2-40B4-BE49-F238E27FC236}">
                  <a16:creationId xmlns:a16="http://schemas.microsoft.com/office/drawing/2014/main" id="{B1657400-DEF3-4172-B4D9-BEB39FBF8E9D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Gerade Verbindung 208">
              <a:extLst>
                <a:ext uri="{FF2B5EF4-FFF2-40B4-BE49-F238E27FC236}">
                  <a16:creationId xmlns:a16="http://schemas.microsoft.com/office/drawing/2014/main" id="{DD8149E3-3E78-4DEA-B440-5B4C63E8F1E7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Freihandform 209">
              <a:extLst>
                <a:ext uri="{FF2B5EF4-FFF2-40B4-BE49-F238E27FC236}">
                  <a16:creationId xmlns:a16="http://schemas.microsoft.com/office/drawing/2014/main" id="{0F7C493C-D12E-4CF8-8FE8-72D3F8D92221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uppieren 188">
            <a:extLst>
              <a:ext uri="{FF2B5EF4-FFF2-40B4-BE49-F238E27FC236}">
                <a16:creationId xmlns:a16="http://schemas.microsoft.com/office/drawing/2014/main" id="{07252D58-1761-49A5-A22A-EECAAC94763A}"/>
              </a:ext>
            </a:extLst>
          </p:cNvPr>
          <p:cNvGrpSpPr/>
          <p:nvPr/>
        </p:nvGrpSpPr>
        <p:grpSpPr>
          <a:xfrm>
            <a:off x="2544364" y="4151517"/>
            <a:ext cx="1351337" cy="431914"/>
            <a:chOff x="5970702" y="5479477"/>
            <a:chExt cx="1275242" cy="431914"/>
          </a:xfrm>
        </p:grpSpPr>
        <p:cxnSp>
          <p:nvCxnSpPr>
            <p:cNvPr id="35" name="Gerade Verbindung 189">
              <a:extLst>
                <a:ext uri="{FF2B5EF4-FFF2-40B4-BE49-F238E27FC236}">
                  <a16:creationId xmlns:a16="http://schemas.microsoft.com/office/drawing/2014/main" id="{CA84AAFA-C62C-4ED8-965E-3D918EA68892}"/>
                </a:ext>
              </a:extLst>
            </p:cNvPr>
            <p:cNvCxnSpPr/>
            <p:nvPr/>
          </p:nvCxnSpPr>
          <p:spPr bwMode="auto">
            <a:xfrm>
              <a:off x="5970702" y="548166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190">
              <a:extLst>
                <a:ext uri="{FF2B5EF4-FFF2-40B4-BE49-F238E27FC236}">
                  <a16:creationId xmlns:a16="http://schemas.microsoft.com/office/drawing/2014/main" id="{EE7AC715-6F0D-4823-AFC4-0D125AE9A52E}"/>
                </a:ext>
              </a:extLst>
            </p:cNvPr>
            <p:cNvCxnSpPr/>
            <p:nvPr/>
          </p:nvCxnSpPr>
          <p:spPr bwMode="auto">
            <a:xfrm flipH="1">
              <a:off x="7240362" y="5479477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Freihandform 191">
              <a:extLst>
                <a:ext uri="{FF2B5EF4-FFF2-40B4-BE49-F238E27FC236}">
                  <a16:creationId xmlns:a16="http://schemas.microsoft.com/office/drawing/2014/main" id="{186C18C0-4417-41FB-A2D9-D0E84046F1A7}"/>
                </a:ext>
              </a:extLst>
            </p:cNvPr>
            <p:cNvSpPr/>
            <p:nvPr/>
          </p:nvSpPr>
          <p:spPr bwMode="auto">
            <a:xfrm>
              <a:off x="5970702" y="5486989"/>
              <a:ext cx="1275242" cy="26721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  <a:gd name="connsiteX0" fmla="*/ 0 w 10000"/>
                <a:gd name="connsiteY0" fmla="*/ 10000 h 23290"/>
                <a:gd name="connsiteX1" fmla="*/ 5439 w 10000"/>
                <a:gd name="connsiteY1" fmla="*/ 22169 h 23290"/>
                <a:gd name="connsiteX2" fmla="*/ 10000 w 10000"/>
                <a:gd name="connsiteY2" fmla="*/ 0 h 23290"/>
                <a:gd name="connsiteX0" fmla="*/ 0 w 10000"/>
                <a:gd name="connsiteY0" fmla="*/ 10000 h 24357"/>
                <a:gd name="connsiteX1" fmla="*/ 5439 w 10000"/>
                <a:gd name="connsiteY1" fmla="*/ 22169 h 24357"/>
                <a:gd name="connsiteX2" fmla="*/ 6162 w 10000"/>
                <a:gd name="connsiteY2" fmla="*/ 22169 h 24357"/>
                <a:gd name="connsiteX3" fmla="*/ 10000 w 10000"/>
                <a:gd name="connsiteY3" fmla="*/ 0 h 24357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6162 w 10000"/>
                <a:gd name="connsiteY2" fmla="*/ 22169 h 22169"/>
                <a:gd name="connsiteX3" fmla="*/ 10000 w 10000"/>
                <a:gd name="connsiteY3" fmla="*/ 0 h 22169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5739 w 10000"/>
                <a:gd name="connsiteY2" fmla="*/ 22169 h 22169"/>
                <a:gd name="connsiteX3" fmla="*/ 6162 w 10000"/>
                <a:gd name="connsiteY3" fmla="*/ 22169 h 22169"/>
                <a:gd name="connsiteX4" fmla="*/ 10000 w 10000"/>
                <a:gd name="connsiteY4" fmla="*/ 0 h 22169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90126"/>
                <a:gd name="connsiteX1" fmla="*/ 5439 w 10000"/>
                <a:gd name="connsiteY1" fmla="*/ 22169 h 490126"/>
                <a:gd name="connsiteX2" fmla="*/ 5457 w 10000"/>
                <a:gd name="connsiteY2" fmla="*/ 489260 h 490126"/>
                <a:gd name="connsiteX3" fmla="*/ 6162 w 10000"/>
                <a:gd name="connsiteY3" fmla="*/ 22169 h 490126"/>
                <a:gd name="connsiteX4" fmla="*/ 10000 w 10000"/>
                <a:gd name="connsiteY4" fmla="*/ 0 h 490126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5757 w 10000"/>
                <a:gd name="connsiteY3" fmla="*/ 29214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45 w 10000"/>
                <a:gd name="connsiteY3" fmla="*/ 484977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039 w 10000"/>
                <a:gd name="connsiteY4" fmla="*/ 17884 h 489260"/>
                <a:gd name="connsiteX5" fmla="*/ 10000 w 10000"/>
                <a:gd name="connsiteY5" fmla="*/ 0 h 489260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6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86 w 10000"/>
                <a:gd name="connsiteY4" fmla="*/ 26456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04 w 10000"/>
                <a:gd name="connsiteY4" fmla="*/ 22171 h 480879"/>
                <a:gd name="connsiteX5" fmla="*/ 10000 w 10000"/>
                <a:gd name="connsiteY5" fmla="*/ 0 h 48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480879">
                  <a:moveTo>
                    <a:pt x="0" y="10000"/>
                  </a:moveTo>
                  <a:lnTo>
                    <a:pt x="5439" y="22169"/>
                  </a:lnTo>
                  <a:cubicBezTo>
                    <a:pt x="5451" y="173581"/>
                    <a:pt x="5463" y="324992"/>
                    <a:pt x="5475" y="476404"/>
                  </a:cubicBezTo>
                  <a:cubicBezTo>
                    <a:pt x="5704" y="474976"/>
                    <a:pt x="5775" y="482118"/>
                    <a:pt x="6004" y="480690"/>
                  </a:cubicBezTo>
                  <a:cubicBezTo>
                    <a:pt x="6016" y="326421"/>
                    <a:pt x="5992" y="176440"/>
                    <a:pt x="6004" y="22171"/>
                  </a:cubicBezTo>
                  <a:cubicBezTo>
                    <a:pt x="6764" y="18476"/>
                    <a:pt x="9360" y="3695"/>
                    <a:pt x="10000" y="0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Gruppieren 109">
            <a:extLst>
              <a:ext uri="{FF2B5EF4-FFF2-40B4-BE49-F238E27FC236}">
                <a16:creationId xmlns:a16="http://schemas.microsoft.com/office/drawing/2014/main" id="{35261B5B-3DC0-4ECD-A289-2B22CD49BC5D}"/>
              </a:ext>
            </a:extLst>
          </p:cNvPr>
          <p:cNvGrpSpPr/>
          <p:nvPr/>
        </p:nvGrpSpPr>
        <p:grpSpPr>
          <a:xfrm>
            <a:off x="1085400" y="3316345"/>
            <a:ext cx="1415153" cy="1200138"/>
            <a:chOff x="570778" y="2515374"/>
            <a:chExt cx="1062000" cy="1200138"/>
          </a:xfrm>
        </p:grpSpPr>
        <p:cxnSp>
          <p:nvCxnSpPr>
            <p:cNvPr id="39" name="Gerade Verbindung 110">
              <a:extLst>
                <a:ext uri="{FF2B5EF4-FFF2-40B4-BE49-F238E27FC236}">
                  <a16:creationId xmlns:a16="http://schemas.microsoft.com/office/drawing/2014/main" id="{AA2E59C3-26A3-407C-978E-DB23F28114E0}"/>
                </a:ext>
              </a:extLst>
            </p:cNvPr>
            <p:cNvCxnSpPr/>
            <p:nvPr/>
          </p:nvCxnSpPr>
          <p:spPr bwMode="auto">
            <a:xfrm>
              <a:off x="1627230" y="3349800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111">
              <a:extLst>
                <a:ext uri="{FF2B5EF4-FFF2-40B4-BE49-F238E27FC236}">
                  <a16:creationId xmlns:a16="http://schemas.microsoft.com/office/drawing/2014/main" id="{014504F8-A1B5-4EE5-B964-204487AB3D78}"/>
                </a:ext>
              </a:extLst>
            </p:cNvPr>
            <p:cNvCxnSpPr/>
            <p:nvPr/>
          </p:nvCxnSpPr>
          <p:spPr bwMode="auto">
            <a:xfrm>
              <a:off x="1480382" y="2515374"/>
              <a:ext cx="1" cy="462005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Freihandform 112">
              <a:extLst>
                <a:ext uri="{FF2B5EF4-FFF2-40B4-BE49-F238E27FC236}">
                  <a16:creationId xmlns:a16="http://schemas.microsoft.com/office/drawing/2014/main" id="{0D23E5D1-0749-459F-B706-1BA1919C15F1}"/>
                </a:ext>
              </a:extLst>
            </p:cNvPr>
            <p:cNvSpPr/>
            <p:nvPr/>
          </p:nvSpPr>
          <p:spPr bwMode="auto">
            <a:xfrm flipH="1">
              <a:off x="570778" y="2968491"/>
              <a:ext cx="1062000" cy="388478"/>
            </a:xfrm>
            <a:custGeom>
              <a:avLst/>
              <a:gdLst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61925 h 388602"/>
                <a:gd name="connsiteX8" fmla="*/ 1054894 w 1060023"/>
                <a:gd name="connsiteY8" fmla="*/ 171450 h 388602"/>
                <a:gd name="connsiteX9" fmla="*/ 1057275 w 1060023"/>
                <a:gd name="connsiteY9" fmla="*/ 192881 h 388602"/>
                <a:gd name="connsiteX10" fmla="*/ 1057275 w 1060023"/>
                <a:gd name="connsiteY10" fmla="*/ 202406 h 388602"/>
                <a:gd name="connsiteX11" fmla="*/ 1047750 w 1060023"/>
                <a:gd name="connsiteY11" fmla="*/ 223837 h 388602"/>
                <a:gd name="connsiteX12" fmla="*/ 928688 w 1060023"/>
                <a:gd name="connsiteY12" fmla="*/ 276225 h 388602"/>
                <a:gd name="connsiteX13" fmla="*/ 835819 w 1060023"/>
                <a:gd name="connsiteY13" fmla="*/ 300037 h 388602"/>
                <a:gd name="connsiteX14" fmla="*/ 650082 w 1060023"/>
                <a:gd name="connsiteY14" fmla="*/ 330994 h 388602"/>
                <a:gd name="connsiteX15" fmla="*/ 447675 w 1060023"/>
                <a:gd name="connsiteY15" fmla="*/ 361950 h 388602"/>
                <a:gd name="connsiteX16" fmla="*/ 150019 w 1060023"/>
                <a:gd name="connsiteY16" fmla="*/ 383381 h 388602"/>
                <a:gd name="connsiteX17" fmla="*/ 54769 w 1060023"/>
                <a:gd name="connsiteY17" fmla="*/ 388144 h 388602"/>
                <a:gd name="connsiteX18" fmla="*/ 0 w 1060023"/>
                <a:gd name="connsiteY18" fmla="*/ 388144 h 388602"/>
                <a:gd name="connsiteX0" fmla="*/ 154782 w 1060023"/>
                <a:gd name="connsiteY0" fmla="*/ 0 h 388602"/>
                <a:gd name="connsiteX1" fmla="*/ 276225 w 1060023"/>
                <a:gd name="connsiteY1" fmla="*/ 7144 h 388602"/>
                <a:gd name="connsiteX2" fmla="*/ 621507 w 1060023"/>
                <a:gd name="connsiteY2" fmla="*/ 42862 h 388602"/>
                <a:gd name="connsiteX3" fmla="*/ 819150 w 1060023"/>
                <a:gd name="connsiteY3" fmla="*/ 76200 h 388602"/>
                <a:gd name="connsiteX4" fmla="*/ 895350 w 1060023"/>
                <a:gd name="connsiteY4" fmla="*/ 97631 h 388602"/>
                <a:gd name="connsiteX5" fmla="*/ 990600 w 1060023"/>
                <a:gd name="connsiteY5" fmla="*/ 128587 h 388602"/>
                <a:gd name="connsiteX6" fmla="*/ 1023938 w 1060023"/>
                <a:gd name="connsiteY6" fmla="*/ 150019 h 388602"/>
                <a:gd name="connsiteX7" fmla="*/ 1054894 w 1060023"/>
                <a:gd name="connsiteY7" fmla="*/ 171450 h 388602"/>
                <a:gd name="connsiteX8" fmla="*/ 1057275 w 1060023"/>
                <a:gd name="connsiteY8" fmla="*/ 192881 h 388602"/>
                <a:gd name="connsiteX9" fmla="*/ 1057275 w 1060023"/>
                <a:gd name="connsiteY9" fmla="*/ 202406 h 388602"/>
                <a:gd name="connsiteX10" fmla="*/ 1047750 w 1060023"/>
                <a:gd name="connsiteY10" fmla="*/ 223837 h 388602"/>
                <a:gd name="connsiteX11" fmla="*/ 928688 w 1060023"/>
                <a:gd name="connsiteY11" fmla="*/ 276225 h 388602"/>
                <a:gd name="connsiteX12" fmla="*/ 835819 w 1060023"/>
                <a:gd name="connsiteY12" fmla="*/ 300037 h 388602"/>
                <a:gd name="connsiteX13" fmla="*/ 650082 w 1060023"/>
                <a:gd name="connsiteY13" fmla="*/ 330994 h 388602"/>
                <a:gd name="connsiteX14" fmla="*/ 447675 w 1060023"/>
                <a:gd name="connsiteY14" fmla="*/ 361950 h 388602"/>
                <a:gd name="connsiteX15" fmla="*/ 150019 w 1060023"/>
                <a:gd name="connsiteY15" fmla="*/ 383381 h 388602"/>
                <a:gd name="connsiteX16" fmla="*/ 54769 w 1060023"/>
                <a:gd name="connsiteY16" fmla="*/ 388144 h 388602"/>
                <a:gd name="connsiteX17" fmla="*/ 0 w 1060023"/>
                <a:gd name="connsiteY17" fmla="*/ 388144 h 388602"/>
                <a:gd name="connsiteX0" fmla="*/ 154782 w 1066888"/>
                <a:gd name="connsiteY0" fmla="*/ 0 h 388602"/>
                <a:gd name="connsiteX1" fmla="*/ 276225 w 1066888"/>
                <a:gd name="connsiteY1" fmla="*/ 7144 h 388602"/>
                <a:gd name="connsiteX2" fmla="*/ 621507 w 1066888"/>
                <a:gd name="connsiteY2" fmla="*/ 42862 h 388602"/>
                <a:gd name="connsiteX3" fmla="*/ 819150 w 1066888"/>
                <a:gd name="connsiteY3" fmla="*/ 76200 h 388602"/>
                <a:gd name="connsiteX4" fmla="*/ 895350 w 1066888"/>
                <a:gd name="connsiteY4" fmla="*/ 97631 h 388602"/>
                <a:gd name="connsiteX5" fmla="*/ 990600 w 1066888"/>
                <a:gd name="connsiteY5" fmla="*/ 128587 h 388602"/>
                <a:gd name="connsiteX6" fmla="*/ 1023938 w 1066888"/>
                <a:gd name="connsiteY6" fmla="*/ 150019 h 388602"/>
                <a:gd name="connsiteX7" fmla="*/ 1054894 w 1066888"/>
                <a:gd name="connsiteY7" fmla="*/ 171450 h 388602"/>
                <a:gd name="connsiteX8" fmla="*/ 1057275 w 1066888"/>
                <a:gd name="connsiteY8" fmla="*/ 192881 h 388602"/>
                <a:gd name="connsiteX9" fmla="*/ 1057275 w 1066888"/>
                <a:gd name="connsiteY9" fmla="*/ 202406 h 388602"/>
                <a:gd name="connsiteX10" fmla="*/ 928688 w 1066888"/>
                <a:gd name="connsiteY10" fmla="*/ 276225 h 388602"/>
                <a:gd name="connsiteX11" fmla="*/ 835819 w 1066888"/>
                <a:gd name="connsiteY11" fmla="*/ 300037 h 388602"/>
                <a:gd name="connsiteX12" fmla="*/ 650082 w 1066888"/>
                <a:gd name="connsiteY12" fmla="*/ 330994 h 388602"/>
                <a:gd name="connsiteX13" fmla="*/ 447675 w 1066888"/>
                <a:gd name="connsiteY13" fmla="*/ 361950 h 388602"/>
                <a:gd name="connsiteX14" fmla="*/ 150019 w 1066888"/>
                <a:gd name="connsiteY14" fmla="*/ 383381 h 388602"/>
                <a:gd name="connsiteX15" fmla="*/ 54769 w 1066888"/>
                <a:gd name="connsiteY15" fmla="*/ 388144 h 388602"/>
                <a:gd name="connsiteX16" fmla="*/ 0 w 1066888"/>
                <a:gd name="connsiteY16" fmla="*/ 388144 h 388602"/>
                <a:gd name="connsiteX0" fmla="*/ 154782 w 1061597"/>
                <a:gd name="connsiteY0" fmla="*/ 0 h 388602"/>
                <a:gd name="connsiteX1" fmla="*/ 276225 w 1061597"/>
                <a:gd name="connsiteY1" fmla="*/ 7144 h 388602"/>
                <a:gd name="connsiteX2" fmla="*/ 621507 w 1061597"/>
                <a:gd name="connsiteY2" fmla="*/ 42862 h 388602"/>
                <a:gd name="connsiteX3" fmla="*/ 819150 w 1061597"/>
                <a:gd name="connsiteY3" fmla="*/ 76200 h 388602"/>
                <a:gd name="connsiteX4" fmla="*/ 895350 w 1061597"/>
                <a:gd name="connsiteY4" fmla="*/ 97631 h 388602"/>
                <a:gd name="connsiteX5" fmla="*/ 990600 w 1061597"/>
                <a:gd name="connsiteY5" fmla="*/ 128587 h 388602"/>
                <a:gd name="connsiteX6" fmla="*/ 1023938 w 1061597"/>
                <a:gd name="connsiteY6" fmla="*/ 150019 h 388602"/>
                <a:gd name="connsiteX7" fmla="*/ 1054894 w 1061597"/>
                <a:gd name="connsiteY7" fmla="*/ 171450 h 388602"/>
                <a:gd name="connsiteX8" fmla="*/ 1057275 w 1061597"/>
                <a:gd name="connsiteY8" fmla="*/ 192881 h 388602"/>
                <a:gd name="connsiteX9" fmla="*/ 1057275 w 1061597"/>
                <a:gd name="connsiteY9" fmla="*/ 202406 h 388602"/>
                <a:gd name="connsiteX10" fmla="*/ 1000124 w 1061597"/>
                <a:gd name="connsiteY10" fmla="*/ 235744 h 388602"/>
                <a:gd name="connsiteX11" fmla="*/ 928688 w 1061597"/>
                <a:gd name="connsiteY11" fmla="*/ 276225 h 388602"/>
                <a:gd name="connsiteX12" fmla="*/ 835819 w 1061597"/>
                <a:gd name="connsiteY12" fmla="*/ 300037 h 388602"/>
                <a:gd name="connsiteX13" fmla="*/ 650082 w 1061597"/>
                <a:gd name="connsiteY13" fmla="*/ 330994 h 388602"/>
                <a:gd name="connsiteX14" fmla="*/ 447675 w 1061597"/>
                <a:gd name="connsiteY14" fmla="*/ 361950 h 388602"/>
                <a:gd name="connsiteX15" fmla="*/ 150019 w 1061597"/>
                <a:gd name="connsiteY15" fmla="*/ 383381 h 388602"/>
                <a:gd name="connsiteX16" fmla="*/ 54769 w 1061597"/>
                <a:gd name="connsiteY16" fmla="*/ 388144 h 388602"/>
                <a:gd name="connsiteX17" fmla="*/ 0 w 1061597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3938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19150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61068"/>
                <a:gd name="connsiteY0" fmla="*/ 0 h 388602"/>
                <a:gd name="connsiteX1" fmla="*/ 276225 w 1061068"/>
                <a:gd name="connsiteY1" fmla="*/ 7144 h 388602"/>
                <a:gd name="connsiteX2" fmla="*/ 621507 w 1061068"/>
                <a:gd name="connsiteY2" fmla="*/ 42862 h 388602"/>
                <a:gd name="connsiteX3" fmla="*/ 807244 w 1061068"/>
                <a:gd name="connsiteY3" fmla="*/ 76200 h 388602"/>
                <a:gd name="connsiteX4" fmla="*/ 895350 w 1061068"/>
                <a:gd name="connsiteY4" fmla="*/ 97631 h 388602"/>
                <a:gd name="connsiteX5" fmla="*/ 990600 w 1061068"/>
                <a:gd name="connsiteY5" fmla="*/ 128587 h 388602"/>
                <a:gd name="connsiteX6" fmla="*/ 1028700 w 1061068"/>
                <a:gd name="connsiteY6" fmla="*/ 150019 h 388602"/>
                <a:gd name="connsiteX7" fmla="*/ 1054894 w 1061068"/>
                <a:gd name="connsiteY7" fmla="*/ 171450 h 388602"/>
                <a:gd name="connsiteX8" fmla="*/ 1057275 w 1061068"/>
                <a:gd name="connsiteY8" fmla="*/ 192881 h 388602"/>
                <a:gd name="connsiteX9" fmla="*/ 1057275 w 1061068"/>
                <a:gd name="connsiteY9" fmla="*/ 202406 h 388602"/>
                <a:gd name="connsiteX10" fmla="*/ 1007268 w 1061068"/>
                <a:gd name="connsiteY10" fmla="*/ 245269 h 388602"/>
                <a:gd name="connsiteX11" fmla="*/ 928688 w 1061068"/>
                <a:gd name="connsiteY11" fmla="*/ 276225 h 388602"/>
                <a:gd name="connsiteX12" fmla="*/ 835819 w 1061068"/>
                <a:gd name="connsiteY12" fmla="*/ 300037 h 388602"/>
                <a:gd name="connsiteX13" fmla="*/ 650082 w 1061068"/>
                <a:gd name="connsiteY13" fmla="*/ 330994 h 388602"/>
                <a:gd name="connsiteX14" fmla="*/ 447675 w 1061068"/>
                <a:gd name="connsiteY14" fmla="*/ 361950 h 388602"/>
                <a:gd name="connsiteX15" fmla="*/ 150019 w 1061068"/>
                <a:gd name="connsiteY15" fmla="*/ 383381 h 388602"/>
                <a:gd name="connsiteX16" fmla="*/ 54769 w 1061068"/>
                <a:gd name="connsiteY16" fmla="*/ 388144 h 388602"/>
                <a:gd name="connsiteX17" fmla="*/ 0 w 1061068"/>
                <a:gd name="connsiteY17" fmla="*/ 388144 h 388602"/>
                <a:gd name="connsiteX0" fmla="*/ 154782 w 1058178"/>
                <a:gd name="connsiteY0" fmla="*/ 0 h 388602"/>
                <a:gd name="connsiteX1" fmla="*/ 276225 w 1058178"/>
                <a:gd name="connsiteY1" fmla="*/ 7144 h 388602"/>
                <a:gd name="connsiteX2" fmla="*/ 621507 w 1058178"/>
                <a:gd name="connsiteY2" fmla="*/ 42862 h 388602"/>
                <a:gd name="connsiteX3" fmla="*/ 807244 w 1058178"/>
                <a:gd name="connsiteY3" fmla="*/ 76200 h 388602"/>
                <a:gd name="connsiteX4" fmla="*/ 895350 w 1058178"/>
                <a:gd name="connsiteY4" fmla="*/ 97631 h 388602"/>
                <a:gd name="connsiteX5" fmla="*/ 990600 w 1058178"/>
                <a:gd name="connsiteY5" fmla="*/ 128587 h 388602"/>
                <a:gd name="connsiteX6" fmla="*/ 1028700 w 1058178"/>
                <a:gd name="connsiteY6" fmla="*/ 150019 h 388602"/>
                <a:gd name="connsiteX7" fmla="*/ 1054894 w 1058178"/>
                <a:gd name="connsiteY7" fmla="*/ 171450 h 388602"/>
                <a:gd name="connsiteX8" fmla="*/ 1057275 w 1058178"/>
                <a:gd name="connsiteY8" fmla="*/ 192881 h 388602"/>
                <a:gd name="connsiteX9" fmla="*/ 1050131 w 1058178"/>
                <a:gd name="connsiteY9" fmla="*/ 219075 h 388602"/>
                <a:gd name="connsiteX10" fmla="*/ 1007268 w 1058178"/>
                <a:gd name="connsiteY10" fmla="*/ 245269 h 388602"/>
                <a:gd name="connsiteX11" fmla="*/ 928688 w 1058178"/>
                <a:gd name="connsiteY11" fmla="*/ 276225 h 388602"/>
                <a:gd name="connsiteX12" fmla="*/ 835819 w 1058178"/>
                <a:gd name="connsiteY12" fmla="*/ 300037 h 388602"/>
                <a:gd name="connsiteX13" fmla="*/ 650082 w 1058178"/>
                <a:gd name="connsiteY13" fmla="*/ 330994 h 388602"/>
                <a:gd name="connsiteX14" fmla="*/ 447675 w 1058178"/>
                <a:gd name="connsiteY14" fmla="*/ 361950 h 388602"/>
                <a:gd name="connsiteX15" fmla="*/ 150019 w 1058178"/>
                <a:gd name="connsiteY15" fmla="*/ 383381 h 388602"/>
                <a:gd name="connsiteX16" fmla="*/ 54769 w 1058178"/>
                <a:gd name="connsiteY16" fmla="*/ 388144 h 388602"/>
                <a:gd name="connsiteX17" fmla="*/ 0 w 1058178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50082 w 1059972"/>
                <a:gd name="connsiteY13" fmla="*/ 330994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59972"/>
                <a:gd name="connsiteY0" fmla="*/ 0 h 388602"/>
                <a:gd name="connsiteX1" fmla="*/ 276225 w 1059972"/>
                <a:gd name="connsiteY1" fmla="*/ 7144 h 388602"/>
                <a:gd name="connsiteX2" fmla="*/ 621507 w 1059972"/>
                <a:gd name="connsiteY2" fmla="*/ 42862 h 388602"/>
                <a:gd name="connsiteX3" fmla="*/ 807244 w 1059972"/>
                <a:gd name="connsiteY3" fmla="*/ 76200 h 388602"/>
                <a:gd name="connsiteX4" fmla="*/ 895350 w 1059972"/>
                <a:gd name="connsiteY4" fmla="*/ 97631 h 388602"/>
                <a:gd name="connsiteX5" fmla="*/ 990600 w 1059972"/>
                <a:gd name="connsiteY5" fmla="*/ 128587 h 388602"/>
                <a:gd name="connsiteX6" fmla="*/ 1028700 w 1059972"/>
                <a:gd name="connsiteY6" fmla="*/ 150019 h 388602"/>
                <a:gd name="connsiteX7" fmla="*/ 1054894 w 1059972"/>
                <a:gd name="connsiteY7" fmla="*/ 171450 h 388602"/>
                <a:gd name="connsiteX8" fmla="*/ 1059656 w 1059972"/>
                <a:gd name="connsiteY8" fmla="*/ 192881 h 388602"/>
                <a:gd name="connsiteX9" fmla="*/ 1050131 w 1059972"/>
                <a:gd name="connsiteY9" fmla="*/ 219075 h 388602"/>
                <a:gd name="connsiteX10" fmla="*/ 1007268 w 1059972"/>
                <a:gd name="connsiteY10" fmla="*/ 245269 h 388602"/>
                <a:gd name="connsiteX11" fmla="*/ 928688 w 1059972"/>
                <a:gd name="connsiteY11" fmla="*/ 276225 h 388602"/>
                <a:gd name="connsiteX12" fmla="*/ 835819 w 1059972"/>
                <a:gd name="connsiteY12" fmla="*/ 300037 h 388602"/>
                <a:gd name="connsiteX13" fmla="*/ 666751 w 1059972"/>
                <a:gd name="connsiteY13" fmla="*/ 333376 h 388602"/>
                <a:gd name="connsiteX14" fmla="*/ 447675 w 1059972"/>
                <a:gd name="connsiteY14" fmla="*/ 361950 h 388602"/>
                <a:gd name="connsiteX15" fmla="*/ 150019 w 1059972"/>
                <a:gd name="connsiteY15" fmla="*/ 383381 h 388602"/>
                <a:gd name="connsiteX16" fmla="*/ 54769 w 1059972"/>
                <a:gd name="connsiteY16" fmla="*/ 388144 h 388602"/>
                <a:gd name="connsiteX17" fmla="*/ 0 w 1059972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7268 w 1060655"/>
                <a:gd name="connsiteY10" fmla="*/ 245269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0655"/>
                <a:gd name="connsiteY0" fmla="*/ 0 h 388602"/>
                <a:gd name="connsiteX1" fmla="*/ 276225 w 1060655"/>
                <a:gd name="connsiteY1" fmla="*/ 7144 h 388602"/>
                <a:gd name="connsiteX2" fmla="*/ 621507 w 1060655"/>
                <a:gd name="connsiteY2" fmla="*/ 42862 h 388602"/>
                <a:gd name="connsiteX3" fmla="*/ 807244 w 1060655"/>
                <a:gd name="connsiteY3" fmla="*/ 76200 h 388602"/>
                <a:gd name="connsiteX4" fmla="*/ 895350 w 1060655"/>
                <a:gd name="connsiteY4" fmla="*/ 97631 h 388602"/>
                <a:gd name="connsiteX5" fmla="*/ 990600 w 1060655"/>
                <a:gd name="connsiteY5" fmla="*/ 128587 h 388602"/>
                <a:gd name="connsiteX6" fmla="*/ 1028700 w 1060655"/>
                <a:gd name="connsiteY6" fmla="*/ 150019 h 388602"/>
                <a:gd name="connsiteX7" fmla="*/ 1054894 w 1060655"/>
                <a:gd name="connsiteY7" fmla="*/ 171450 h 388602"/>
                <a:gd name="connsiteX8" fmla="*/ 1059656 w 1060655"/>
                <a:gd name="connsiteY8" fmla="*/ 192881 h 388602"/>
                <a:gd name="connsiteX9" fmla="*/ 1040606 w 1060655"/>
                <a:gd name="connsiteY9" fmla="*/ 226219 h 388602"/>
                <a:gd name="connsiteX10" fmla="*/ 1000124 w 1060655"/>
                <a:gd name="connsiteY10" fmla="*/ 247650 h 388602"/>
                <a:gd name="connsiteX11" fmla="*/ 928688 w 1060655"/>
                <a:gd name="connsiteY11" fmla="*/ 276225 h 388602"/>
                <a:gd name="connsiteX12" fmla="*/ 835819 w 1060655"/>
                <a:gd name="connsiteY12" fmla="*/ 300037 h 388602"/>
                <a:gd name="connsiteX13" fmla="*/ 666751 w 1060655"/>
                <a:gd name="connsiteY13" fmla="*/ 333376 h 388602"/>
                <a:gd name="connsiteX14" fmla="*/ 447675 w 1060655"/>
                <a:gd name="connsiteY14" fmla="*/ 361950 h 388602"/>
                <a:gd name="connsiteX15" fmla="*/ 150019 w 1060655"/>
                <a:gd name="connsiteY15" fmla="*/ 383381 h 388602"/>
                <a:gd name="connsiteX16" fmla="*/ 54769 w 1060655"/>
                <a:gd name="connsiteY16" fmla="*/ 388144 h 388602"/>
                <a:gd name="connsiteX17" fmla="*/ 0 w 1060655"/>
                <a:gd name="connsiteY17" fmla="*/ 388144 h 388602"/>
                <a:gd name="connsiteX0" fmla="*/ 154782 w 1062741"/>
                <a:gd name="connsiteY0" fmla="*/ 0 h 388602"/>
                <a:gd name="connsiteX1" fmla="*/ 276225 w 1062741"/>
                <a:gd name="connsiteY1" fmla="*/ 7144 h 388602"/>
                <a:gd name="connsiteX2" fmla="*/ 621507 w 1062741"/>
                <a:gd name="connsiteY2" fmla="*/ 42862 h 388602"/>
                <a:gd name="connsiteX3" fmla="*/ 807244 w 1062741"/>
                <a:gd name="connsiteY3" fmla="*/ 76200 h 388602"/>
                <a:gd name="connsiteX4" fmla="*/ 895350 w 1062741"/>
                <a:gd name="connsiteY4" fmla="*/ 97631 h 388602"/>
                <a:gd name="connsiteX5" fmla="*/ 990600 w 1062741"/>
                <a:gd name="connsiteY5" fmla="*/ 128587 h 388602"/>
                <a:gd name="connsiteX6" fmla="*/ 1028700 w 1062741"/>
                <a:gd name="connsiteY6" fmla="*/ 150019 h 388602"/>
                <a:gd name="connsiteX7" fmla="*/ 1054894 w 1062741"/>
                <a:gd name="connsiteY7" fmla="*/ 171450 h 388602"/>
                <a:gd name="connsiteX8" fmla="*/ 1062037 w 1062741"/>
                <a:gd name="connsiteY8" fmla="*/ 202406 h 388602"/>
                <a:gd name="connsiteX9" fmla="*/ 1040606 w 1062741"/>
                <a:gd name="connsiteY9" fmla="*/ 226219 h 388602"/>
                <a:gd name="connsiteX10" fmla="*/ 1000124 w 1062741"/>
                <a:gd name="connsiteY10" fmla="*/ 247650 h 388602"/>
                <a:gd name="connsiteX11" fmla="*/ 928688 w 1062741"/>
                <a:gd name="connsiteY11" fmla="*/ 276225 h 388602"/>
                <a:gd name="connsiteX12" fmla="*/ 835819 w 1062741"/>
                <a:gd name="connsiteY12" fmla="*/ 300037 h 388602"/>
                <a:gd name="connsiteX13" fmla="*/ 666751 w 1062741"/>
                <a:gd name="connsiteY13" fmla="*/ 333376 h 388602"/>
                <a:gd name="connsiteX14" fmla="*/ 447675 w 1062741"/>
                <a:gd name="connsiteY14" fmla="*/ 361950 h 388602"/>
                <a:gd name="connsiteX15" fmla="*/ 150019 w 1062741"/>
                <a:gd name="connsiteY15" fmla="*/ 383381 h 388602"/>
                <a:gd name="connsiteX16" fmla="*/ 54769 w 1062741"/>
                <a:gd name="connsiteY16" fmla="*/ 388144 h 388602"/>
                <a:gd name="connsiteX17" fmla="*/ 0 w 1062741"/>
                <a:gd name="connsiteY17" fmla="*/ 388144 h 388602"/>
                <a:gd name="connsiteX0" fmla="*/ 154782 w 1056580"/>
                <a:gd name="connsiteY0" fmla="*/ 0 h 388602"/>
                <a:gd name="connsiteX1" fmla="*/ 276225 w 1056580"/>
                <a:gd name="connsiteY1" fmla="*/ 7144 h 388602"/>
                <a:gd name="connsiteX2" fmla="*/ 621507 w 1056580"/>
                <a:gd name="connsiteY2" fmla="*/ 42862 h 388602"/>
                <a:gd name="connsiteX3" fmla="*/ 807244 w 1056580"/>
                <a:gd name="connsiteY3" fmla="*/ 76200 h 388602"/>
                <a:gd name="connsiteX4" fmla="*/ 895350 w 1056580"/>
                <a:gd name="connsiteY4" fmla="*/ 97631 h 388602"/>
                <a:gd name="connsiteX5" fmla="*/ 990600 w 1056580"/>
                <a:gd name="connsiteY5" fmla="*/ 128587 h 388602"/>
                <a:gd name="connsiteX6" fmla="*/ 1028700 w 1056580"/>
                <a:gd name="connsiteY6" fmla="*/ 150019 h 388602"/>
                <a:gd name="connsiteX7" fmla="*/ 1054894 w 1056580"/>
                <a:gd name="connsiteY7" fmla="*/ 171450 h 388602"/>
                <a:gd name="connsiteX8" fmla="*/ 1052512 w 1056580"/>
                <a:gd name="connsiteY8" fmla="*/ 204787 h 388602"/>
                <a:gd name="connsiteX9" fmla="*/ 1040606 w 1056580"/>
                <a:gd name="connsiteY9" fmla="*/ 226219 h 388602"/>
                <a:gd name="connsiteX10" fmla="*/ 1000124 w 1056580"/>
                <a:gd name="connsiteY10" fmla="*/ 247650 h 388602"/>
                <a:gd name="connsiteX11" fmla="*/ 928688 w 1056580"/>
                <a:gd name="connsiteY11" fmla="*/ 276225 h 388602"/>
                <a:gd name="connsiteX12" fmla="*/ 835819 w 1056580"/>
                <a:gd name="connsiteY12" fmla="*/ 300037 h 388602"/>
                <a:gd name="connsiteX13" fmla="*/ 666751 w 1056580"/>
                <a:gd name="connsiteY13" fmla="*/ 333376 h 388602"/>
                <a:gd name="connsiteX14" fmla="*/ 447675 w 1056580"/>
                <a:gd name="connsiteY14" fmla="*/ 361950 h 388602"/>
                <a:gd name="connsiteX15" fmla="*/ 150019 w 1056580"/>
                <a:gd name="connsiteY15" fmla="*/ 383381 h 388602"/>
                <a:gd name="connsiteX16" fmla="*/ 54769 w 1056580"/>
                <a:gd name="connsiteY16" fmla="*/ 388144 h 388602"/>
                <a:gd name="connsiteX17" fmla="*/ 0 w 1056580"/>
                <a:gd name="connsiteY17" fmla="*/ 388144 h 388602"/>
                <a:gd name="connsiteX0" fmla="*/ 154782 w 1064955"/>
                <a:gd name="connsiteY0" fmla="*/ 0 h 388602"/>
                <a:gd name="connsiteX1" fmla="*/ 276225 w 1064955"/>
                <a:gd name="connsiteY1" fmla="*/ 7144 h 388602"/>
                <a:gd name="connsiteX2" fmla="*/ 621507 w 1064955"/>
                <a:gd name="connsiteY2" fmla="*/ 42862 h 388602"/>
                <a:gd name="connsiteX3" fmla="*/ 807244 w 1064955"/>
                <a:gd name="connsiteY3" fmla="*/ 76200 h 388602"/>
                <a:gd name="connsiteX4" fmla="*/ 895350 w 1064955"/>
                <a:gd name="connsiteY4" fmla="*/ 97631 h 388602"/>
                <a:gd name="connsiteX5" fmla="*/ 990600 w 1064955"/>
                <a:gd name="connsiteY5" fmla="*/ 128587 h 388602"/>
                <a:gd name="connsiteX6" fmla="*/ 1028700 w 1064955"/>
                <a:gd name="connsiteY6" fmla="*/ 150019 h 388602"/>
                <a:gd name="connsiteX7" fmla="*/ 1054894 w 1064955"/>
                <a:gd name="connsiteY7" fmla="*/ 171450 h 388602"/>
                <a:gd name="connsiteX8" fmla="*/ 1064418 w 1064955"/>
                <a:gd name="connsiteY8" fmla="*/ 204787 h 388602"/>
                <a:gd name="connsiteX9" fmla="*/ 1040606 w 1064955"/>
                <a:gd name="connsiteY9" fmla="*/ 226219 h 388602"/>
                <a:gd name="connsiteX10" fmla="*/ 1000124 w 1064955"/>
                <a:gd name="connsiteY10" fmla="*/ 247650 h 388602"/>
                <a:gd name="connsiteX11" fmla="*/ 928688 w 1064955"/>
                <a:gd name="connsiteY11" fmla="*/ 276225 h 388602"/>
                <a:gd name="connsiteX12" fmla="*/ 835819 w 1064955"/>
                <a:gd name="connsiteY12" fmla="*/ 300037 h 388602"/>
                <a:gd name="connsiteX13" fmla="*/ 666751 w 1064955"/>
                <a:gd name="connsiteY13" fmla="*/ 333376 h 388602"/>
                <a:gd name="connsiteX14" fmla="*/ 447675 w 1064955"/>
                <a:gd name="connsiteY14" fmla="*/ 361950 h 388602"/>
                <a:gd name="connsiteX15" fmla="*/ 150019 w 1064955"/>
                <a:gd name="connsiteY15" fmla="*/ 383381 h 388602"/>
                <a:gd name="connsiteX16" fmla="*/ 54769 w 1064955"/>
                <a:gd name="connsiteY16" fmla="*/ 388144 h 388602"/>
                <a:gd name="connsiteX17" fmla="*/ 0 w 1064955"/>
                <a:gd name="connsiteY17" fmla="*/ 388144 h 388602"/>
                <a:gd name="connsiteX0" fmla="*/ 154782 w 1060654"/>
                <a:gd name="connsiteY0" fmla="*/ 0 h 388602"/>
                <a:gd name="connsiteX1" fmla="*/ 276225 w 1060654"/>
                <a:gd name="connsiteY1" fmla="*/ 7144 h 388602"/>
                <a:gd name="connsiteX2" fmla="*/ 621507 w 1060654"/>
                <a:gd name="connsiteY2" fmla="*/ 42862 h 388602"/>
                <a:gd name="connsiteX3" fmla="*/ 807244 w 1060654"/>
                <a:gd name="connsiteY3" fmla="*/ 76200 h 388602"/>
                <a:gd name="connsiteX4" fmla="*/ 895350 w 1060654"/>
                <a:gd name="connsiteY4" fmla="*/ 97631 h 388602"/>
                <a:gd name="connsiteX5" fmla="*/ 990600 w 1060654"/>
                <a:gd name="connsiteY5" fmla="*/ 128587 h 388602"/>
                <a:gd name="connsiteX6" fmla="*/ 1028700 w 1060654"/>
                <a:gd name="connsiteY6" fmla="*/ 150019 h 388602"/>
                <a:gd name="connsiteX7" fmla="*/ 1054894 w 1060654"/>
                <a:gd name="connsiteY7" fmla="*/ 171450 h 388602"/>
                <a:gd name="connsiteX8" fmla="*/ 1059655 w 1060654"/>
                <a:gd name="connsiteY8" fmla="*/ 204787 h 388602"/>
                <a:gd name="connsiteX9" fmla="*/ 1040606 w 1060654"/>
                <a:gd name="connsiteY9" fmla="*/ 226219 h 388602"/>
                <a:gd name="connsiteX10" fmla="*/ 1000124 w 1060654"/>
                <a:gd name="connsiteY10" fmla="*/ 247650 h 388602"/>
                <a:gd name="connsiteX11" fmla="*/ 928688 w 1060654"/>
                <a:gd name="connsiteY11" fmla="*/ 276225 h 388602"/>
                <a:gd name="connsiteX12" fmla="*/ 835819 w 1060654"/>
                <a:gd name="connsiteY12" fmla="*/ 300037 h 388602"/>
                <a:gd name="connsiteX13" fmla="*/ 666751 w 1060654"/>
                <a:gd name="connsiteY13" fmla="*/ 333376 h 388602"/>
                <a:gd name="connsiteX14" fmla="*/ 447675 w 1060654"/>
                <a:gd name="connsiteY14" fmla="*/ 361950 h 388602"/>
                <a:gd name="connsiteX15" fmla="*/ 150019 w 1060654"/>
                <a:gd name="connsiteY15" fmla="*/ 383381 h 388602"/>
                <a:gd name="connsiteX16" fmla="*/ 54769 w 1060654"/>
                <a:gd name="connsiteY16" fmla="*/ 388144 h 388602"/>
                <a:gd name="connsiteX17" fmla="*/ 0 w 1060654"/>
                <a:gd name="connsiteY17" fmla="*/ 388144 h 388602"/>
                <a:gd name="connsiteX0" fmla="*/ 145257 w 1060654"/>
                <a:gd name="connsiteY0" fmla="*/ 273 h 386493"/>
                <a:gd name="connsiteX1" fmla="*/ 276225 w 1060654"/>
                <a:gd name="connsiteY1" fmla="*/ 5035 h 386493"/>
                <a:gd name="connsiteX2" fmla="*/ 621507 w 1060654"/>
                <a:gd name="connsiteY2" fmla="*/ 40753 h 386493"/>
                <a:gd name="connsiteX3" fmla="*/ 807244 w 1060654"/>
                <a:gd name="connsiteY3" fmla="*/ 74091 h 386493"/>
                <a:gd name="connsiteX4" fmla="*/ 895350 w 1060654"/>
                <a:gd name="connsiteY4" fmla="*/ 95522 h 386493"/>
                <a:gd name="connsiteX5" fmla="*/ 990600 w 1060654"/>
                <a:gd name="connsiteY5" fmla="*/ 126478 h 386493"/>
                <a:gd name="connsiteX6" fmla="*/ 1028700 w 1060654"/>
                <a:gd name="connsiteY6" fmla="*/ 147910 h 386493"/>
                <a:gd name="connsiteX7" fmla="*/ 1054894 w 1060654"/>
                <a:gd name="connsiteY7" fmla="*/ 169341 h 386493"/>
                <a:gd name="connsiteX8" fmla="*/ 1059655 w 1060654"/>
                <a:gd name="connsiteY8" fmla="*/ 202678 h 386493"/>
                <a:gd name="connsiteX9" fmla="*/ 1040606 w 1060654"/>
                <a:gd name="connsiteY9" fmla="*/ 224110 h 386493"/>
                <a:gd name="connsiteX10" fmla="*/ 1000124 w 1060654"/>
                <a:gd name="connsiteY10" fmla="*/ 245541 h 386493"/>
                <a:gd name="connsiteX11" fmla="*/ 928688 w 1060654"/>
                <a:gd name="connsiteY11" fmla="*/ 274116 h 386493"/>
                <a:gd name="connsiteX12" fmla="*/ 835819 w 1060654"/>
                <a:gd name="connsiteY12" fmla="*/ 297928 h 386493"/>
                <a:gd name="connsiteX13" fmla="*/ 666751 w 1060654"/>
                <a:gd name="connsiteY13" fmla="*/ 331267 h 386493"/>
                <a:gd name="connsiteX14" fmla="*/ 447675 w 1060654"/>
                <a:gd name="connsiteY14" fmla="*/ 359841 h 386493"/>
                <a:gd name="connsiteX15" fmla="*/ 150019 w 1060654"/>
                <a:gd name="connsiteY15" fmla="*/ 381272 h 386493"/>
                <a:gd name="connsiteX16" fmla="*/ 54769 w 1060654"/>
                <a:gd name="connsiteY16" fmla="*/ 386035 h 386493"/>
                <a:gd name="connsiteX17" fmla="*/ 0 w 1060654"/>
                <a:gd name="connsiteY17" fmla="*/ 386035 h 386493"/>
                <a:gd name="connsiteX0" fmla="*/ 145257 w 1060654"/>
                <a:gd name="connsiteY0" fmla="*/ 273 h 388478"/>
                <a:gd name="connsiteX1" fmla="*/ 276225 w 1060654"/>
                <a:gd name="connsiteY1" fmla="*/ 5035 h 388478"/>
                <a:gd name="connsiteX2" fmla="*/ 621507 w 1060654"/>
                <a:gd name="connsiteY2" fmla="*/ 40753 h 388478"/>
                <a:gd name="connsiteX3" fmla="*/ 807244 w 1060654"/>
                <a:gd name="connsiteY3" fmla="*/ 74091 h 388478"/>
                <a:gd name="connsiteX4" fmla="*/ 895350 w 1060654"/>
                <a:gd name="connsiteY4" fmla="*/ 95522 h 388478"/>
                <a:gd name="connsiteX5" fmla="*/ 990600 w 1060654"/>
                <a:gd name="connsiteY5" fmla="*/ 126478 h 388478"/>
                <a:gd name="connsiteX6" fmla="*/ 1028700 w 1060654"/>
                <a:gd name="connsiteY6" fmla="*/ 147910 h 388478"/>
                <a:gd name="connsiteX7" fmla="*/ 1054894 w 1060654"/>
                <a:gd name="connsiteY7" fmla="*/ 169341 h 388478"/>
                <a:gd name="connsiteX8" fmla="*/ 1059655 w 1060654"/>
                <a:gd name="connsiteY8" fmla="*/ 202678 h 388478"/>
                <a:gd name="connsiteX9" fmla="*/ 1040606 w 1060654"/>
                <a:gd name="connsiteY9" fmla="*/ 224110 h 388478"/>
                <a:gd name="connsiteX10" fmla="*/ 1000124 w 1060654"/>
                <a:gd name="connsiteY10" fmla="*/ 245541 h 388478"/>
                <a:gd name="connsiteX11" fmla="*/ 928688 w 1060654"/>
                <a:gd name="connsiteY11" fmla="*/ 274116 h 388478"/>
                <a:gd name="connsiteX12" fmla="*/ 835819 w 1060654"/>
                <a:gd name="connsiteY12" fmla="*/ 297928 h 388478"/>
                <a:gd name="connsiteX13" fmla="*/ 666751 w 1060654"/>
                <a:gd name="connsiteY13" fmla="*/ 331267 h 388478"/>
                <a:gd name="connsiteX14" fmla="*/ 447675 w 1060654"/>
                <a:gd name="connsiteY14" fmla="*/ 359841 h 388478"/>
                <a:gd name="connsiteX15" fmla="*/ 150019 w 1060654"/>
                <a:gd name="connsiteY15" fmla="*/ 381272 h 388478"/>
                <a:gd name="connsiteX16" fmla="*/ 54769 w 1060654"/>
                <a:gd name="connsiteY16" fmla="*/ 386035 h 388478"/>
                <a:gd name="connsiteX17" fmla="*/ 0 w 1060654"/>
                <a:gd name="connsiteY17" fmla="*/ 388416 h 38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0654" h="388478">
                  <a:moveTo>
                    <a:pt x="145257" y="273"/>
                  </a:moveTo>
                  <a:cubicBezTo>
                    <a:pt x="167084" y="273"/>
                    <a:pt x="196850" y="-1712"/>
                    <a:pt x="276225" y="5035"/>
                  </a:cubicBezTo>
                  <a:cubicBezTo>
                    <a:pt x="355600" y="11782"/>
                    <a:pt x="533004" y="29244"/>
                    <a:pt x="621507" y="40753"/>
                  </a:cubicBezTo>
                  <a:cubicBezTo>
                    <a:pt x="710010" y="52262"/>
                    <a:pt x="761604" y="64963"/>
                    <a:pt x="807244" y="74091"/>
                  </a:cubicBezTo>
                  <a:cubicBezTo>
                    <a:pt x="852884" y="83219"/>
                    <a:pt x="864791" y="86791"/>
                    <a:pt x="895350" y="95522"/>
                  </a:cubicBezTo>
                  <a:cubicBezTo>
                    <a:pt x="925909" y="104253"/>
                    <a:pt x="968375" y="117747"/>
                    <a:pt x="990600" y="126478"/>
                  </a:cubicBezTo>
                  <a:cubicBezTo>
                    <a:pt x="1012825" y="135209"/>
                    <a:pt x="1017984" y="140766"/>
                    <a:pt x="1028700" y="147910"/>
                  </a:cubicBezTo>
                  <a:cubicBezTo>
                    <a:pt x="1039416" y="155054"/>
                    <a:pt x="1049735" y="160213"/>
                    <a:pt x="1054894" y="169341"/>
                  </a:cubicBezTo>
                  <a:cubicBezTo>
                    <a:pt x="1060053" y="178469"/>
                    <a:pt x="1062036" y="193550"/>
                    <a:pt x="1059655" y="202678"/>
                  </a:cubicBezTo>
                  <a:cubicBezTo>
                    <a:pt x="1057274" y="211806"/>
                    <a:pt x="1050528" y="216966"/>
                    <a:pt x="1040606" y="224110"/>
                  </a:cubicBezTo>
                  <a:cubicBezTo>
                    <a:pt x="1030684" y="231254"/>
                    <a:pt x="1021555" y="233238"/>
                    <a:pt x="1000124" y="245541"/>
                  </a:cubicBezTo>
                  <a:cubicBezTo>
                    <a:pt x="978693" y="257844"/>
                    <a:pt x="956072" y="265385"/>
                    <a:pt x="928688" y="274116"/>
                  </a:cubicBezTo>
                  <a:cubicBezTo>
                    <a:pt x="901304" y="282847"/>
                    <a:pt x="879475" y="288403"/>
                    <a:pt x="835819" y="297928"/>
                  </a:cubicBezTo>
                  <a:cubicBezTo>
                    <a:pt x="792163" y="307453"/>
                    <a:pt x="666751" y="331267"/>
                    <a:pt x="666751" y="331267"/>
                  </a:cubicBezTo>
                  <a:cubicBezTo>
                    <a:pt x="602060" y="341586"/>
                    <a:pt x="533797" y="351507"/>
                    <a:pt x="447675" y="359841"/>
                  </a:cubicBezTo>
                  <a:cubicBezTo>
                    <a:pt x="361553" y="368175"/>
                    <a:pt x="215503" y="376906"/>
                    <a:pt x="150019" y="381272"/>
                  </a:cubicBezTo>
                  <a:cubicBezTo>
                    <a:pt x="84535" y="385638"/>
                    <a:pt x="79772" y="384844"/>
                    <a:pt x="54769" y="386035"/>
                  </a:cubicBezTo>
                  <a:cubicBezTo>
                    <a:pt x="29766" y="387226"/>
                    <a:pt x="14883" y="388813"/>
                    <a:pt x="0" y="388416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42" name="Gruppieren 14">
            <a:extLst>
              <a:ext uri="{FF2B5EF4-FFF2-40B4-BE49-F238E27FC236}">
                <a16:creationId xmlns:a16="http://schemas.microsoft.com/office/drawing/2014/main" id="{A32E6C54-8353-44F3-B77C-E743CEC12CAE}"/>
              </a:ext>
            </a:extLst>
          </p:cNvPr>
          <p:cNvGrpSpPr/>
          <p:nvPr/>
        </p:nvGrpSpPr>
        <p:grpSpPr>
          <a:xfrm>
            <a:off x="2544364" y="4151517"/>
            <a:ext cx="1351337" cy="431914"/>
            <a:chOff x="5970702" y="5479477"/>
            <a:chExt cx="1275242" cy="431914"/>
          </a:xfrm>
        </p:grpSpPr>
        <p:cxnSp>
          <p:nvCxnSpPr>
            <p:cNvPr id="43" name="Gerade Verbindung 113">
              <a:extLst>
                <a:ext uri="{FF2B5EF4-FFF2-40B4-BE49-F238E27FC236}">
                  <a16:creationId xmlns:a16="http://schemas.microsoft.com/office/drawing/2014/main" id="{FD7D452F-A524-4842-ACD0-4AC1DE14321E}"/>
                </a:ext>
              </a:extLst>
            </p:cNvPr>
            <p:cNvCxnSpPr/>
            <p:nvPr/>
          </p:nvCxnSpPr>
          <p:spPr bwMode="auto">
            <a:xfrm>
              <a:off x="5970702" y="548166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114">
              <a:extLst>
                <a:ext uri="{FF2B5EF4-FFF2-40B4-BE49-F238E27FC236}">
                  <a16:creationId xmlns:a16="http://schemas.microsoft.com/office/drawing/2014/main" id="{E58CE9C4-B0B3-4C45-B1D9-CFF5D5B1B7D8}"/>
                </a:ext>
              </a:extLst>
            </p:cNvPr>
            <p:cNvCxnSpPr/>
            <p:nvPr/>
          </p:nvCxnSpPr>
          <p:spPr bwMode="auto">
            <a:xfrm flipH="1">
              <a:off x="7240362" y="5479477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Freihandform 115">
              <a:extLst>
                <a:ext uri="{FF2B5EF4-FFF2-40B4-BE49-F238E27FC236}">
                  <a16:creationId xmlns:a16="http://schemas.microsoft.com/office/drawing/2014/main" id="{286FC48A-006D-4403-AAF4-68FB0296619A}"/>
                </a:ext>
              </a:extLst>
            </p:cNvPr>
            <p:cNvSpPr/>
            <p:nvPr/>
          </p:nvSpPr>
          <p:spPr bwMode="auto">
            <a:xfrm>
              <a:off x="5970702" y="5486989"/>
              <a:ext cx="1275242" cy="26721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  <a:gd name="connsiteX0" fmla="*/ 0 w 10000"/>
                <a:gd name="connsiteY0" fmla="*/ 10000 h 23290"/>
                <a:gd name="connsiteX1" fmla="*/ 5439 w 10000"/>
                <a:gd name="connsiteY1" fmla="*/ 22169 h 23290"/>
                <a:gd name="connsiteX2" fmla="*/ 10000 w 10000"/>
                <a:gd name="connsiteY2" fmla="*/ 0 h 23290"/>
                <a:gd name="connsiteX0" fmla="*/ 0 w 10000"/>
                <a:gd name="connsiteY0" fmla="*/ 10000 h 24357"/>
                <a:gd name="connsiteX1" fmla="*/ 5439 w 10000"/>
                <a:gd name="connsiteY1" fmla="*/ 22169 h 24357"/>
                <a:gd name="connsiteX2" fmla="*/ 6162 w 10000"/>
                <a:gd name="connsiteY2" fmla="*/ 22169 h 24357"/>
                <a:gd name="connsiteX3" fmla="*/ 10000 w 10000"/>
                <a:gd name="connsiteY3" fmla="*/ 0 h 24357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6162 w 10000"/>
                <a:gd name="connsiteY2" fmla="*/ 22169 h 22169"/>
                <a:gd name="connsiteX3" fmla="*/ 10000 w 10000"/>
                <a:gd name="connsiteY3" fmla="*/ 0 h 22169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5739 w 10000"/>
                <a:gd name="connsiteY2" fmla="*/ 22169 h 22169"/>
                <a:gd name="connsiteX3" fmla="*/ 6162 w 10000"/>
                <a:gd name="connsiteY3" fmla="*/ 22169 h 22169"/>
                <a:gd name="connsiteX4" fmla="*/ 10000 w 10000"/>
                <a:gd name="connsiteY4" fmla="*/ 0 h 22169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90126"/>
                <a:gd name="connsiteX1" fmla="*/ 5439 w 10000"/>
                <a:gd name="connsiteY1" fmla="*/ 22169 h 490126"/>
                <a:gd name="connsiteX2" fmla="*/ 5457 w 10000"/>
                <a:gd name="connsiteY2" fmla="*/ 489260 h 490126"/>
                <a:gd name="connsiteX3" fmla="*/ 6162 w 10000"/>
                <a:gd name="connsiteY3" fmla="*/ 22169 h 490126"/>
                <a:gd name="connsiteX4" fmla="*/ 10000 w 10000"/>
                <a:gd name="connsiteY4" fmla="*/ 0 h 490126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5757 w 10000"/>
                <a:gd name="connsiteY3" fmla="*/ 29214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45 w 10000"/>
                <a:gd name="connsiteY3" fmla="*/ 484977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039 w 10000"/>
                <a:gd name="connsiteY4" fmla="*/ 17884 h 489260"/>
                <a:gd name="connsiteX5" fmla="*/ 10000 w 10000"/>
                <a:gd name="connsiteY5" fmla="*/ 0 h 489260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6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86 w 10000"/>
                <a:gd name="connsiteY4" fmla="*/ 26456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04 w 10000"/>
                <a:gd name="connsiteY4" fmla="*/ 22171 h 480879"/>
                <a:gd name="connsiteX5" fmla="*/ 10000 w 10000"/>
                <a:gd name="connsiteY5" fmla="*/ 0 h 48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480879">
                  <a:moveTo>
                    <a:pt x="0" y="10000"/>
                  </a:moveTo>
                  <a:lnTo>
                    <a:pt x="5439" y="22169"/>
                  </a:lnTo>
                  <a:cubicBezTo>
                    <a:pt x="5451" y="173581"/>
                    <a:pt x="5463" y="324992"/>
                    <a:pt x="5475" y="476404"/>
                  </a:cubicBezTo>
                  <a:cubicBezTo>
                    <a:pt x="5704" y="474976"/>
                    <a:pt x="5775" y="482118"/>
                    <a:pt x="6004" y="480690"/>
                  </a:cubicBezTo>
                  <a:cubicBezTo>
                    <a:pt x="6016" y="326421"/>
                    <a:pt x="5992" y="176440"/>
                    <a:pt x="6004" y="22171"/>
                  </a:cubicBezTo>
                  <a:cubicBezTo>
                    <a:pt x="6764" y="18476"/>
                    <a:pt x="9360" y="3695"/>
                    <a:pt x="10000" y="0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46" name="Gruppieren 116">
            <a:extLst>
              <a:ext uri="{FF2B5EF4-FFF2-40B4-BE49-F238E27FC236}">
                <a16:creationId xmlns:a16="http://schemas.microsoft.com/office/drawing/2014/main" id="{75C06D22-74E6-4861-8E44-153F7ECBDAA5}"/>
              </a:ext>
            </a:extLst>
          </p:cNvPr>
          <p:cNvGrpSpPr/>
          <p:nvPr/>
        </p:nvGrpSpPr>
        <p:grpSpPr>
          <a:xfrm>
            <a:off x="2424053" y="3307616"/>
            <a:ext cx="1578089" cy="469145"/>
            <a:chOff x="1575369" y="2504264"/>
            <a:chExt cx="1184275" cy="469145"/>
          </a:xfrm>
        </p:grpSpPr>
        <p:cxnSp>
          <p:nvCxnSpPr>
            <p:cNvPr id="47" name="Gerade Verbindung 117">
              <a:extLst>
                <a:ext uri="{FF2B5EF4-FFF2-40B4-BE49-F238E27FC236}">
                  <a16:creationId xmlns:a16="http://schemas.microsoft.com/office/drawing/2014/main" id="{A4270B92-3196-4041-AB38-8DB5003EB48B}"/>
                </a:ext>
              </a:extLst>
            </p:cNvPr>
            <p:cNvCxnSpPr/>
            <p:nvPr/>
          </p:nvCxnSpPr>
          <p:spPr bwMode="auto">
            <a:xfrm>
              <a:off x="2751977" y="2504264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Gerade Verbindung 118">
              <a:extLst>
                <a:ext uri="{FF2B5EF4-FFF2-40B4-BE49-F238E27FC236}">
                  <a16:creationId xmlns:a16="http://schemas.microsoft.com/office/drawing/2014/main" id="{56CD046A-A651-45B1-A08E-DF132DBABDFD}"/>
                </a:ext>
              </a:extLst>
            </p:cNvPr>
            <p:cNvCxnSpPr/>
            <p:nvPr/>
          </p:nvCxnSpPr>
          <p:spPr bwMode="auto">
            <a:xfrm>
              <a:off x="1586739" y="2512180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Freihandform 119">
              <a:extLst>
                <a:ext uri="{FF2B5EF4-FFF2-40B4-BE49-F238E27FC236}">
                  <a16:creationId xmlns:a16="http://schemas.microsoft.com/office/drawing/2014/main" id="{EE779C3E-4AC2-4356-A582-6FE148F7FCDA}"/>
                </a:ext>
              </a:extLst>
            </p:cNvPr>
            <p:cNvSpPr/>
            <p:nvPr/>
          </p:nvSpPr>
          <p:spPr bwMode="auto">
            <a:xfrm>
              <a:off x="1575369" y="2949277"/>
              <a:ext cx="1184275" cy="9525"/>
            </a:xfrm>
            <a:custGeom>
              <a:avLst/>
              <a:gdLst>
                <a:gd name="connsiteX0" fmla="*/ 0 w 1184275"/>
                <a:gd name="connsiteY0" fmla="*/ 15904 h 15904"/>
                <a:gd name="connsiteX1" fmla="*/ 647700 w 1184275"/>
                <a:gd name="connsiteY1" fmla="*/ 29 h 15904"/>
                <a:gd name="connsiteX2" fmla="*/ 1184275 w 1184275"/>
                <a:gd name="connsiteY2" fmla="*/ 12729 h 15904"/>
                <a:gd name="connsiteX0" fmla="*/ 0 w 1184275"/>
                <a:gd name="connsiteY0" fmla="*/ 22240 h 22240"/>
                <a:gd name="connsiteX1" fmla="*/ 593725 w 1184275"/>
                <a:gd name="connsiteY1" fmla="*/ 15 h 22240"/>
                <a:gd name="connsiteX2" fmla="*/ 1184275 w 1184275"/>
                <a:gd name="connsiteY2" fmla="*/ 19065 h 22240"/>
                <a:gd name="connsiteX0" fmla="*/ 0 w 1184275"/>
                <a:gd name="connsiteY0" fmla="*/ 6350 h 6350"/>
                <a:gd name="connsiteX1" fmla="*/ 596900 w 1184275"/>
                <a:gd name="connsiteY1" fmla="*/ 0 h 6350"/>
                <a:gd name="connsiteX2" fmla="*/ 1184275 w 1184275"/>
                <a:gd name="connsiteY2" fmla="*/ 3175 h 6350"/>
                <a:gd name="connsiteX0" fmla="*/ 0 w 10000"/>
                <a:gd name="connsiteY0" fmla="*/ 35000 h 35000"/>
                <a:gd name="connsiteX1" fmla="*/ 5067 w 10000"/>
                <a:gd name="connsiteY1" fmla="*/ 0 h 35000"/>
                <a:gd name="connsiteX2" fmla="*/ 10000 w 10000"/>
                <a:gd name="connsiteY2" fmla="*/ 30000 h 35000"/>
                <a:gd name="connsiteX0" fmla="*/ 0 w 10000"/>
                <a:gd name="connsiteY0" fmla="*/ 15000 h 15000"/>
                <a:gd name="connsiteX1" fmla="*/ 5067 w 10000"/>
                <a:gd name="connsiteY1" fmla="*/ 0 h 15000"/>
                <a:gd name="connsiteX2" fmla="*/ 10000 w 10000"/>
                <a:gd name="connsiteY2" fmla="*/ 10000 h 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5000">
                  <a:moveTo>
                    <a:pt x="0" y="15000"/>
                  </a:moveTo>
                  <a:lnTo>
                    <a:pt x="5067" y="0"/>
                  </a:lnTo>
                  <a:lnTo>
                    <a:pt x="10000" y="10000"/>
                  </a:ln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cxnSp>
        <p:nvCxnSpPr>
          <p:cNvPr id="50" name="Gerade Verbindung 120">
            <a:extLst>
              <a:ext uri="{FF2B5EF4-FFF2-40B4-BE49-F238E27FC236}">
                <a16:creationId xmlns:a16="http://schemas.microsoft.com/office/drawing/2014/main" id="{ED26120F-946B-4086-B552-796E97ADF5CA}"/>
              </a:ext>
            </a:extLst>
          </p:cNvPr>
          <p:cNvCxnSpPr/>
          <p:nvPr/>
        </p:nvCxnSpPr>
        <p:spPr bwMode="auto">
          <a:xfrm flipH="1">
            <a:off x="3948095" y="4141273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Gerade Verbindung 121">
            <a:extLst>
              <a:ext uri="{FF2B5EF4-FFF2-40B4-BE49-F238E27FC236}">
                <a16:creationId xmlns:a16="http://schemas.microsoft.com/office/drawing/2014/main" id="{B5D440F2-E9E7-4241-9BFE-8DDE46343B16}"/>
              </a:ext>
            </a:extLst>
          </p:cNvPr>
          <p:cNvCxnSpPr/>
          <p:nvPr/>
        </p:nvCxnSpPr>
        <p:spPr bwMode="auto">
          <a:xfrm>
            <a:off x="4142112" y="3319502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Freihandform 122">
            <a:extLst>
              <a:ext uri="{FF2B5EF4-FFF2-40B4-BE49-F238E27FC236}">
                <a16:creationId xmlns:a16="http://schemas.microsoft.com/office/drawing/2014/main" id="{D49813F5-97F9-49BD-8609-61E7C74C6C1C}"/>
              </a:ext>
            </a:extLst>
          </p:cNvPr>
          <p:cNvSpPr/>
          <p:nvPr/>
        </p:nvSpPr>
        <p:spPr bwMode="auto">
          <a:xfrm>
            <a:off x="3931501" y="3765853"/>
            <a:ext cx="1413359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3" name="Text Box 16">
            <a:extLst>
              <a:ext uri="{FF2B5EF4-FFF2-40B4-BE49-F238E27FC236}">
                <a16:creationId xmlns:a16="http://schemas.microsoft.com/office/drawing/2014/main" id="{A8BDF682-8727-4D93-BB0C-ACDEC828D7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55133" y="2453824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sp>
        <p:nvSpPr>
          <p:cNvPr id="54" name="Text Box 21">
            <a:extLst>
              <a:ext uri="{FF2B5EF4-FFF2-40B4-BE49-F238E27FC236}">
                <a16:creationId xmlns:a16="http://schemas.microsoft.com/office/drawing/2014/main" id="{797FC867-F7DA-4D1A-8EEE-D488BE401F8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827016" y="2453824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pic>
        <p:nvPicPr>
          <p:cNvPr id="55" name="product_simatic-s7-1500-control-unit.png">
            <a:extLst>
              <a:ext uri="{FF2B5EF4-FFF2-40B4-BE49-F238E27FC236}">
                <a16:creationId xmlns:a16="http://schemas.microsoft.com/office/drawing/2014/main" id="{80DD7652-9023-45DB-A360-4C4E2322C9E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809" y="2783588"/>
            <a:ext cx="640310" cy="640310"/>
          </a:xfrm>
          <a:prstGeom prst="rect">
            <a:avLst/>
          </a:prstGeom>
        </p:spPr>
      </p:pic>
      <p:pic>
        <p:nvPicPr>
          <p:cNvPr id="56" name="product_simatic-s7-1500-control-unit.png">
            <a:extLst>
              <a:ext uri="{FF2B5EF4-FFF2-40B4-BE49-F238E27FC236}">
                <a16:creationId xmlns:a16="http://schemas.microsoft.com/office/drawing/2014/main" id="{34C2A85B-AFCF-4584-85FA-D9EF5C1D554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749" y="2783588"/>
            <a:ext cx="640310" cy="640310"/>
          </a:xfrm>
          <a:prstGeom prst="rect">
            <a:avLst/>
          </a:prstGeom>
        </p:spPr>
      </p:pic>
      <p:pic>
        <p:nvPicPr>
          <p:cNvPr id="57" name="product_distributed-io.png">
            <a:extLst>
              <a:ext uri="{FF2B5EF4-FFF2-40B4-BE49-F238E27FC236}">
                <a16:creationId xmlns:a16="http://schemas.microsoft.com/office/drawing/2014/main" id="{034D7054-13A3-44B5-A1FE-B0FE3F01294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292" y="4412785"/>
            <a:ext cx="455268" cy="455268"/>
          </a:xfrm>
          <a:prstGeom prst="rect">
            <a:avLst/>
          </a:prstGeom>
        </p:spPr>
      </p:pic>
      <p:grpSp>
        <p:nvGrpSpPr>
          <p:cNvPr id="58" name="Gruppieren 146">
            <a:extLst>
              <a:ext uri="{FF2B5EF4-FFF2-40B4-BE49-F238E27FC236}">
                <a16:creationId xmlns:a16="http://schemas.microsoft.com/office/drawing/2014/main" id="{A4A7A4B3-F5C8-4E42-9332-CCCC8E4134CE}"/>
              </a:ext>
            </a:extLst>
          </p:cNvPr>
          <p:cNvGrpSpPr>
            <a:grpSpLocks noChangeAspect="1"/>
          </p:cNvGrpSpPr>
          <p:nvPr/>
        </p:nvGrpSpPr>
        <p:grpSpPr>
          <a:xfrm>
            <a:off x="3844102" y="4412785"/>
            <a:ext cx="622420" cy="496651"/>
            <a:chOff x="4105359" y="1822075"/>
            <a:chExt cx="4583448" cy="3657298"/>
          </a:xfrm>
        </p:grpSpPr>
        <p:pic>
          <p:nvPicPr>
            <p:cNvPr id="59" name="product_simatic-s7-1500.png">
              <a:extLst>
                <a:ext uri="{FF2B5EF4-FFF2-40B4-BE49-F238E27FC236}">
                  <a16:creationId xmlns:a16="http://schemas.microsoft.com/office/drawing/2014/main" id="{7B17A77F-1A39-464E-B7CC-1CB8490DDE5E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60" name="product_simatic-s7-1500.png">
              <a:extLst>
                <a:ext uri="{FF2B5EF4-FFF2-40B4-BE49-F238E27FC236}">
                  <a16:creationId xmlns:a16="http://schemas.microsoft.com/office/drawing/2014/main" id="{4D0D1FFC-F41C-4787-977A-560DD04E8267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 rotWithShape="1"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61" name="product_simatic-s7-1500.png">
              <a:extLst>
                <a:ext uri="{FF2B5EF4-FFF2-40B4-BE49-F238E27FC236}">
                  <a16:creationId xmlns:a16="http://schemas.microsoft.com/office/drawing/2014/main" id="{E1965127-A478-4A22-B64B-74A1EDF3BF7D}"/>
                </a:ext>
              </a:extLst>
            </p:cNvPr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62" name="product_simatic-s7-1500.png">
              <a:extLst>
                <a:ext uri="{FF2B5EF4-FFF2-40B4-BE49-F238E27FC236}">
                  <a16:creationId xmlns:a16="http://schemas.microsoft.com/office/drawing/2014/main" id="{8FB8583A-39D0-42DB-9DB2-0194B558C350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sp>
        <p:nvSpPr>
          <p:cNvPr id="63" name="Nach rechts gekrümmter Pfeil 183">
            <a:extLst>
              <a:ext uri="{FF2B5EF4-FFF2-40B4-BE49-F238E27FC236}">
                <a16:creationId xmlns:a16="http://schemas.microsoft.com/office/drawing/2014/main" id="{DEB38CCD-DA02-4FE4-B150-86D21C376116}"/>
              </a:ext>
            </a:extLst>
          </p:cNvPr>
          <p:cNvSpPr/>
          <p:nvPr/>
        </p:nvSpPr>
        <p:spPr bwMode="auto">
          <a:xfrm>
            <a:off x="831860" y="3626624"/>
            <a:ext cx="570539" cy="736088"/>
          </a:xfrm>
          <a:prstGeom prst="curvedRigh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64" name="Nach links gekrümmter Pfeil 184">
            <a:extLst>
              <a:ext uri="{FF2B5EF4-FFF2-40B4-BE49-F238E27FC236}">
                <a16:creationId xmlns:a16="http://schemas.microsoft.com/office/drawing/2014/main" id="{9990B602-CF57-4222-A6C9-F19D2809DE3C}"/>
              </a:ext>
            </a:extLst>
          </p:cNvPr>
          <p:cNvSpPr/>
          <p:nvPr/>
        </p:nvSpPr>
        <p:spPr bwMode="auto">
          <a:xfrm>
            <a:off x="5021391" y="3626624"/>
            <a:ext cx="572400" cy="738000"/>
          </a:xfrm>
          <a:prstGeom prst="curvedLef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8ABB5849-A064-4FF4-A269-801AD41FC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097" y="4400267"/>
            <a:ext cx="248326" cy="49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roduct_distributed-io.png">
            <a:extLst>
              <a:ext uri="{FF2B5EF4-FFF2-40B4-BE49-F238E27FC236}">
                <a16:creationId xmlns:a16="http://schemas.microsoft.com/office/drawing/2014/main" id="{6C94680F-0805-4659-A00B-B49361C06F8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097" y="5358002"/>
            <a:ext cx="455268" cy="455268"/>
          </a:xfrm>
          <a:prstGeom prst="rect">
            <a:avLst/>
          </a:prstGeom>
        </p:spPr>
      </p:pic>
      <p:pic>
        <p:nvPicPr>
          <p:cNvPr id="67" name="product_distributed-io.png">
            <a:extLst>
              <a:ext uri="{FF2B5EF4-FFF2-40B4-BE49-F238E27FC236}">
                <a16:creationId xmlns:a16="http://schemas.microsoft.com/office/drawing/2014/main" id="{A7231865-53F0-429E-9429-CF57916849F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791" y="5358002"/>
            <a:ext cx="455268" cy="455268"/>
          </a:xfrm>
          <a:prstGeom prst="rect">
            <a:avLst/>
          </a:prstGeom>
        </p:spPr>
      </p:pic>
      <p:pic>
        <p:nvPicPr>
          <p:cNvPr id="68" name="Picture 12" descr="C:\Users\adzuth0\AppData\Local\Temp\SNAGHTML1699469.PNG">
            <a:extLst>
              <a:ext uri="{FF2B5EF4-FFF2-40B4-BE49-F238E27FC236}">
                <a16:creationId xmlns:a16="http://schemas.microsoft.com/office/drawing/2014/main" id="{8C8A061E-BCBE-48ED-BDB5-FB8DEC612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188" y="4256759"/>
            <a:ext cx="582143" cy="67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uppieren 192">
            <a:extLst>
              <a:ext uri="{FF2B5EF4-FFF2-40B4-BE49-F238E27FC236}">
                <a16:creationId xmlns:a16="http://schemas.microsoft.com/office/drawing/2014/main" id="{DFE10691-7A9B-438E-A075-434C70F56C37}"/>
              </a:ext>
            </a:extLst>
          </p:cNvPr>
          <p:cNvGrpSpPr/>
          <p:nvPr/>
        </p:nvGrpSpPr>
        <p:grpSpPr>
          <a:xfrm>
            <a:off x="8531010" y="4151143"/>
            <a:ext cx="1351337" cy="431914"/>
            <a:chOff x="5970702" y="5479477"/>
            <a:chExt cx="1275242" cy="431914"/>
          </a:xfrm>
        </p:grpSpPr>
        <p:cxnSp>
          <p:nvCxnSpPr>
            <p:cNvPr id="70" name="Gerade Verbindung 193">
              <a:extLst>
                <a:ext uri="{FF2B5EF4-FFF2-40B4-BE49-F238E27FC236}">
                  <a16:creationId xmlns:a16="http://schemas.microsoft.com/office/drawing/2014/main" id="{FB6B9510-DCC8-4F41-A6F5-6A41C4E53810}"/>
                </a:ext>
              </a:extLst>
            </p:cNvPr>
            <p:cNvCxnSpPr/>
            <p:nvPr/>
          </p:nvCxnSpPr>
          <p:spPr bwMode="auto">
            <a:xfrm>
              <a:off x="5970702" y="548166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194">
              <a:extLst>
                <a:ext uri="{FF2B5EF4-FFF2-40B4-BE49-F238E27FC236}">
                  <a16:creationId xmlns:a16="http://schemas.microsoft.com/office/drawing/2014/main" id="{E33AD7F2-8192-40B1-8CD3-0675846A677B}"/>
                </a:ext>
              </a:extLst>
            </p:cNvPr>
            <p:cNvCxnSpPr/>
            <p:nvPr/>
          </p:nvCxnSpPr>
          <p:spPr bwMode="auto">
            <a:xfrm flipH="1">
              <a:off x="7240362" y="5479477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" name="Freihandform 195">
              <a:extLst>
                <a:ext uri="{FF2B5EF4-FFF2-40B4-BE49-F238E27FC236}">
                  <a16:creationId xmlns:a16="http://schemas.microsoft.com/office/drawing/2014/main" id="{B819198D-9842-4B7B-85C4-24046616D77C}"/>
                </a:ext>
              </a:extLst>
            </p:cNvPr>
            <p:cNvSpPr/>
            <p:nvPr/>
          </p:nvSpPr>
          <p:spPr bwMode="auto">
            <a:xfrm>
              <a:off x="5970702" y="5486989"/>
              <a:ext cx="1275242" cy="26721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  <a:gd name="connsiteX0" fmla="*/ 0 w 10000"/>
                <a:gd name="connsiteY0" fmla="*/ 10000 h 23290"/>
                <a:gd name="connsiteX1" fmla="*/ 5439 w 10000"/>
                <a:gd name="connsiteY1" fmla="*/ 22169 h 23290"/>
                <a:gd name="connsiteX2" fmla="*/ 10000 w 10000"/>
                <a:gd name="connsiteY2" fmla="*/ 0 h 23290"/>
                <a:gd name="connsiteX0" fmla="*/ 0 w 10000"/>
                <a:gd name="connsiteY0" fmla="*/ 10000 h 24357"/>
                <a:gd name="connsiteX1" fmla="*/ 5439 w 10000"/>
                <a:gd name="connsiteY1" fmla="*/ 22169 h 24357"/>
                <a:gd name="connsiteX2" fmla="*/ 6162 w 10000"/>
                <a:gd name="connsiteY2" fmla="*/ 22169 h 24357"/>
                <a:gd name="connsiteX3" fmla="*/ 10000 w 10000"/>
                <a:gd name="connsiteY3" fmla="*/ 0 h 24357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6162 w 10000"/>
                <a:gd name="connsiteY2" fmla="*/ 22169 h 22169"/>
                <a:gd name="connsiteX3" fmla="*/ 10000 w 10000"/>
                <a:gd name="connsiteY3" fmla="*/ 0 h 22169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5739 w 10000"/>
                <a:gd name="connsiteY2" fmla="*/ 22169 h 22169"/>
                <a:gd name="connsiteX3" fmla="*/ 6162 w 10000"/>
                <a:gd name="connsiteY3" fmla="*/ 22169 h 22169"/>
                <a:gd name="connsiteX4" fmla="*/ 10000 w 10000"/>
                <a:gd name="connsiteY4" fmla="*/ 0 h 22169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90126"/>
                <a:gd name="connsiteX1" fmla="*/ 5439 w 10000"/>
                <a:gd name="connsiteY1" fmla="*/ 22169 h 490126"/>
                <a:gd name="connsiteX2" fmla="*/ 5457 w 10000"/>
                <a:gd name="connsiteY2" fmla="*/ 489260 h 490126"/>
                <a:gd name="connsiteX3" fmla="*/ 6162 w 10000"/>
                <a:gd name="connsiteY3" fmla="*/ 22169 h 490126"/>
                <a:gd name="connsiteX4" fmla="*/ 10000 w 10000"/>
                <a:gd name="connsiteY4" fmla="*/ 0 h 490126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5757 w 10000"/>
                <a:gd name="connsiteY3" fmla="*/ 29214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45 w 10000"/>
                <a:gd name="connsiteY3" fmla="*/ 484977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039 w 10000"/>
                <a:gd name="connsiteY4" fmla="*/ 17884 h 489260"/>
                <a:gd name="connsiteX5" fmla="*/ 10000 w 10000"/>
                <a:gd name="connsiteY5" fmla="*/ 0 h 489260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6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86 w 10000"/>
                <a:gd name="connsiteY4" fmla="*/ 26456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04 w 10000"/>
                <a:gd name="connsiteY4" fmla="*/ 22171 h 480879"/>
                <a:gd name="connsiteX5" fmla="*/ 10000 w 10000"/>
                <a:gd name="connsiteY5" fmla="*/ 0 h 48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480879">
                  <a:moveTo>
                    <a:pt x="0" y="10000"/>
                  </a:moveTo>
                  <a:lnTo>
                    <a:pt x="5439" y="22169"/>
                  </a:lnTo>
                  <a:cubicBezTo>
                    <a:pt x="5451" y="173581"/>
                    <a:pt x="5463" y="324992"/>
                    <a:pt x="5475" y="476404"/>
                  </a:cubicBezTo>
                  <a:cubicBezTo>
                    <a:pt x="5704" y="474976"/>
                    <a:pt x="5775" y="482118"/>
                    <a:pt x="6004" y="480690"/>
                  </a:cubicBezTo>
                  <a:cubicBezTo>
                    <a:pt x="6016" y="326421"/>
                    <a:pt x="5992" y="176440"/>
                    <a:pt x="6004" y="22171"/>
                  </a:cubicBezTo>
                  <a:cubicBezTo>
                    <a:pt x="6764" y="18476"/>
                    <a:pt x="9360" y="3695"/>
                    <a:pt x="10000" y="0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uppieren 210">
            <a:extLst>
              <a:ext uri="{FF2B5EF4-FFF2-40B4-BE49-F238E27FC236}">
                <a16:creationId xmlns:a16="http://schemas.microsoft.com/office/drawing/2014/main" id="{87E44398-1FB6-477E-87B7-75AC8B1E1BB0}"/>
              </a:ext>
            </a:extLst>
          </p:cNvPr>
          <p:cNvGrpSpPr/>
          <p:nvPr/>
        </p:nvGrpSpPr>
        <p:grpSpPr>
          <a:xfrm>
            <a:off x="8531010" y="4151143"/>
            <a:ext cx="1351337" cy="431914"/>
            <a:chOff x="5970702" y="5479477"/>
            <a:chExt cx="1275242" cy="431914"/>
          </a:xfrm>
        </p:grpSpPr>
        <p:cxnSp>
          <p:nvCxnSpPr>
            <p:cNvPr id="74" name="Gerade Verbindung 211">
              <a:extLst>
                <a:ext uri="{FF2B5EF4-FFF2-40B4-BE49-F238E27FC236}">
                  <a16:creationId xmlns:a16="http://schemas.microsoft.com/office/drawing/2014/main" id="{E10A5FE9-A083-4189-93BF-6D5E729D7C9B}"/>
                </a:ext>
              </a:extLst>
            </p:cNvPr>
            <p:cNvCxnSpPr/>
            <p:nvPr/>
          </p:nvCxnSpPr>
          <p:spPr bwMode="auto">
            <a:xfrm>
              <a:off x="5970702" y="5481667"/>
              <a:ext cx="0" cy="365712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212">
              <a:extLst>
                <a:ext uri="{FF2B5EF4-FFF2-40B4-BE49-F238E27FC236}">
                  <a16:creationId xmlns:a16="http://schemas.microsoft.com/office/drawing/2014/main" id="{120F2155-F55F-423E-BB0A-CE121F4EE4B1}"/>
                </a:ext>
              </a:extLst>
            </p:cNvPr>
            <p:cNvCxnSpPr/>
            <p:nvPr/>
          </p:nvCxnSpPr>
          <p:spPr bwMode="auto">
            <a:xfrm flipH="1">
              <a:off x="7240362" y="5479477"/>
              <a:ext cx="1" cy="431914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" name="Freihandform 213">
              <a:extLst>
                <a:ext uri="{FF2B5EF4-FFF2-40B4-BE49-F238E27FC236}">
                  <a16:creationId xmlns:a16="http://schemas.microsoft.com/office/drawing/2014/main" id="{1E2F73BB-3565-4BFE-8A51-39B0C01086A2}"/>
                </a:ext>
              </a:extLst>
            </p:cNvPr>
            <p:cNvSpPr/>
            <p:nvPr/>
          </p:nvSpPr>
          <p:spPr bwMode="auto">
            <a:xfrm>
              <a:off x="5970702" y="5486989"/>
              <a:ext cx="1275242" cy="267218"/>
            </a:xfrm>
            <a:custGeom>
              <a:avLst/>
              <a:gdLst>
                <a:gd name="connsiteX0" fmla="*/ 0 w 987425"/>
                <a:gd name="connsiteY0" fmla="*/ 0 h 6350"/>
                <a:gd name="connsiteX1" fmla="*/ 987425 w 987425"/>
                <a:gd name="connsiteY1" fmla="*/ 6350 h 6350"/>
                <a:gd name="connsiteX0" fmla="*/ 0 w 10072"/>
                <a:gd name="connsiteY0" fmla="*/ 8751 h 8751"/>
                <a:gd name="connsiteX1" fmla="*/ 10072 w 10072"/>
                <a:gd name="connsiteY1" fmla="*/ 0 h 8751"/>
                <a:gd name="connsiteX0" fmla="*/ 0 w 10000"/>
                <a:gd name="connsiteY0" fmla="*/ 10000 h 22581"/>
                <a:gd name="connsiteX1" fmla="*/ 10000 w 10000"/>
                <a:gd name="connsiteY1" fmla="*/ 0 h 22581"/>
                <a:gd name="connsiteX0" fmla="*/ 0 w 10000"/>
                <a:gd name="connsiteY0" fmla="*/ 10000 h 23290"/>
                <a:gd name="connsiteX1" fmla="*/ 5439 w 10000"/>
                <a:gd name="connsiteY1" fmla="*/ 22169 h 23290"/>
                <a:gd name="connsiteX2" fmla="*/ 10000 w 10000"/>
                <a:gd name="connsiteY2" fmla="*/ 0 h 23290"/>
                <a:gd name="connsiteX0" fmla="*/ 0 w 10000"/>
                <a:gd name="connsiteY0" fmla="*/ 10000 h 24357"/>
                <a:gd name="connsiteX1" fmla="*/ 5439 w 10000"/>
                <a:gd name="connsiteY1" fmla="*/ 22169 h 24357"/>
                <a:gd name="connsiteX2" fmla="*/ 6162 w 10000"/>
                <a:gd name="connsiteY2" fmla="*/ 22169 h 24357"/>
                <a:gd name="connsiteX3" fmla="*/ 10000 w 10000"/>
                <a:gd name="connsiteY3" fmla="*/ 0 h 24357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6162 w 10000"/>
                <a:gd name="connsiteY2" fmla="*/ 22169 h 22169"/>
                <a:gd name="connsiteX3" fmla="*/ 10000 w 10000"/>
                <a:gd name="connsiteY3" fmla="*/ 0 h 22169"/>
                <a:gd name="connsiteX0" fmla="*/ 0 w 10000"/>
                <a:gd name="connsiteY0" fmla="*/ 10000 h 22169"/>
                <a:gd name="connsiteX1" fmla="*/ 5439 w 10000"/>
                <a:gd name="connsiteY1" fmla="*/ 22169 h 22169"/>
                <a:gd name="connsiteX2" fmla="*/ 5739 w 10000"/>
                <a:gd name="connsiteY2" fmla="*/ 22169 h 22169"/>
                <a:gd name="connsiteX3" fmla="*/ 6162 w 10000"/>
                <a:gd name="connsiteY3" fmla="*/ 22169 h 22169"/>
                <a:gd name="connsiteX4" fmla="*/ 10000 w 10000"/>
                <a:gd name="connsiteY4" fmla="*/ 0 h 22169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90126"/>
                <a:gd name="connsiteX1" fmla="*/ 5439 w 10000"/>
                <a:gd name="connsiteY1" fmla="*/ 22169 h 490126"/>
                <a:gd name="connsiteX2" fmla="*/ 5457 w 10000"/>
                <a:gd name="connsiteY2" fmla="*/ 489260 h 490126"/>
                <a:gd name="connsiteX3" fmla="*/ 6162 w 10000"/>
                <a:gd name="connsiteY3" fmla="*/ 22169 h 490126"/>
                <a:gd name="connsiteX4" fmla="*/ 10000 w 10000"/>
                <a:gd name="connsiteY4" fmla="*/ 0 h 490126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62 w 10000"/>
                <a:gd name="connsiteY3" fmla="*/ 22169 h 489260"/>
                <a:gd name="connsiteX4" fmla="*/ 10000 w 10000"/>
                <a:gd name="connsiteY4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5757 w 10000"/>
                <a:gd name="connsiteY3" fmla="*/ 29214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145 w 10000"/>
                <a:gd name="connsiteY3" fmla="*/ 484977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162 w 10000"/>
                <a:gd name="connsiteY4" fmla="*/ 22169 h 489260"/>
                <a:gd name="connsiteX5" fmla="*/ 10000 w 10000"/>
                <a:gd name="connsiteY5" fmla="*/ 0 h 489260"/>
                <a:gd name="connsiteX0" fmla="*/ 0 w 10000"/>
                <a:gd name="connsiteY0" fmla="*/ 10000 h 489260"/>
                <a:gd name="connsiteX1" fmla="*/ 5439 w 10000"/>
                <a:gd name="connsiteY1" fmla="*/ 22169 h 489260"/>
                <a:gd name="connsiteX2" fmla="*/ 5457 w 10000"/>
                <a:gd name="connsiteY2" fmla="*/ 489260 h 489260"/>
                <a:gd name="connsiteX3" fmla="*/ 6004 w 10000"/>
                <a:gd name="connsiteY3" fmla="*/ 480690 h 489260"/>
                <a:gd name="connsiteX4" fmla="*/ 6039 w 10000"/>
                <a:gd name="connsiteY4" fmla="*/ 17884 h 489260"/>
                <a:gd name="connsiteX5" fmla="*/ 10000 w 10000"/>
                <a:gd name="connsiteY5" fmla="*/ 0 h 489260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6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39 w 10000"/>
                <a:gd name="connsiteY4" fmla="*/ 17884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5986 w 10000"/>
                <a:gd name="connsiteY4" fmla="*/ 26456 h 480879"/>
                <a:gd name="connsiteX5" fmla="*/ 10000 w 10000"/>
                <a:gd name="connsiteY5" fmla="*/ 0 h 480879"/>
                <a:gd name="connsiteX0" fmla="*/ 0 w 10000"/>
                <a:gd name="connsiteY0" fmla="*/ 10000 h 480879"/>
                <a:gd name="connsiteX1" fmla="*/ 5439 w 10000"/>
                <a:gd name="connsiteY1" fmla="*/ 22169 h 480879"/>
                <a:gd name="connsiteX2" fmla="*/ 5475 w 10000"/>
                <a:gd name="connsiteY2" fmla="*/ 476404 h 480879"/>
                <a:gd name="connsiteX3" fmla="*/ 6004 w 10000"/>
                <a:gd name="connsiteY3" fmla="*/ 480690 h 480879"/>
                <a:gd name="connsiteX4" fmla="*/ 6004 w 10000"/>
                <a:gd name="connsiteY4" fmla="*/ 22171 h 480879"/>
                <a:gd name="connsiteX5" fmla="*/ 10000 w 10000"/>
                <a:gd name="connsiteY5" fmla="*/ 0 h 48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480879">
                  <a:moveTo>
                    <a:pt x="0" y="10000"/>
                  </a:moveTo>
                  <a:lnTo>
                    <a:pt x="5439" y="22169"/>
                  </a:lnTo>
                  <a:cubicBezTo>
                    <a:pt x="5451" y="173581"/>
                    <a:pt x="5463" y="324992"/>
                    <a:pt x="5475" y="476404"/>
                  </a:cubicBezTo>
                  <a:cubicBezTo>
                    <a:pt x="5704" y="474976"/>
                    <a:pt x="5775" y="482118"/>
                    <a:pt x="6004" y="480690"/>
                  </a:cubicBezTo>
                  <a:cubicBezTo>
                    <a:pt x="6016" y="326421"/>
                    <a:pt x="5992" y="176440"/>
                    <a:pt x="6004" y="22171"/>
                  </a:cubicBezTo>
                  <a:cubicBezTo>
                    <a:pt x="6764" y="18476"/>
                    <a:pt x="9360" y="3695"/>
                    <a:pt x="10000" y="0"/>
                  </a:cubicBez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77" name="Gruppieren 214">
            <a:extLst>
              <a:ext uri="{FF2B5EF4-FFF2-40B4-BE49-F238E27FC236}">
                <a16:creationId xmlns:a16="http://schemas.microsoft.com/office/drawing/2014/main" id="{DCF4138B-DBAD-4D23-AA80-71967B936FDF}"/>
              </a:ext>
            </a:extLst>
          </p:cNvPr>
          <p:cNvGrpSpPr/>
          <p:nvPr/>
        </p:nvGrpSpPr>
        <p:grpSpPr>
          <a:xfrm>
            <a:off x="8410699" y="3312004"/>
            <a:ext cx="1578089" cy="469145"/>
            <a:chOff x="1575369" y="2504264"/>
            <a:chExt cx="1184275" cy="469145"/>
          </a:xfrm>
        </p:grpSpPr>
        <p:cxnSp>
          <p:nvCxnSpPr>
            <p:cNvPr id="78" name="Gerade Verbindung 215">
              <a:extLst>
                <a:ext uri="{FF2B5EF4-FFF2-40B4-BE49-F238E27FC236}">
                  <a16:creationId xmlns:a16="http://schemas.microsoft.com/office/drawing/2014/main" id="{FB9FD20F-0E34-48D4-BDCB-F531EBE09917}"/>
                </a:ext>
              </a:extLst>
            </p:cNvPr>
            <p:cNvCxnSpPr/>
            <p:nvPr/>
          </p:nvCxnSpPr>
          <p:spPr bwMode="auto">
            <a:xfrm>
              <a:off x="2751977" y="2504264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216">
              <a:extLst>
                <a:ext uri="{FF2B5EF4-FFF2-40B4-BE49-F238E27FC236}">
                  <a16:creationId xmlns:a16="http://schemas.microsoft.com/office/drawing/2014/main" id="{057F6D25-5E93-4935-B787-EB381880E4A2}"/>
                </a:ext>
              </a:extLst>
            </p:cNvPr>
            <p:cNvCxnSpPr/>
            <p:nvPr/>
          </p:nvCxnSpPr>
          <p:spPr bwMode="auto">
            <a:xfrm>
              <a:off x="1586739" y="2512180"/>
              <a:ext cx="1" cy="461229"/>
            </a:xfrm>
            <a:prstGeom prst="line">
              <a:avLst/>
            </a:prstGeom>
            <a:noFill/>
            <a:ln w="28575" cap="flat" cmpd="sng" algn="ctr">
              <a:solidFill>
                <a:srgbClr val="00963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" name="Freihandform 217">
              <a:extLst>
                <a:ext uri="{FF2B5EF4-FFF2-40B4-BE49-F238E27FC236}">
                  <a16:creationId xmlns:a16="http://schemas.microsoft.com/office/drawing/2014/main" id="{0F669CBA-B4DE-402E-95F2-3E1B11678710}"/>
                </a:ext>
              </a:extLst>
            </p:cNvPr>
            <p:cNvSpPr/>
            <p:nvPr/>
          </p:nvSpPr>
          <p:spPr bwMode="auto">
            <a:xfrm>
              <a:off x="1575369" y="2949277"/>
              <a:ext cx="1184275" cy="9525"/>
            </a:xfrm>
            <a:custGeom>
              <a:avLst/>
              <a:gdLst>
                <a:gd name="connsiteX0" fmla="*/ 0 w 1184275"/>
                <a:gd name="connsiteY0" fmla="*/ 15904 h 15904"/>
                <a:gd name="connsiteX1" fmla="*/ 647700 w 1184275"/>
                <a:gd name="connsiteY1" fmla="*/ 29 h 15904"/>
                <a:gd name="connsiteX2" fmla="*/ 1184275 w 1184275"/>
                <a:gd name="connsiteY2" fmla="*/ 12729 h 15904"/>
                <a:gd name="connsiteX0" fmla="*/ 0 w 1184275"/>
                <a:gd name="connsiteY0" fmla="*/ 22240 h 22240"/>
                <a:gd name="connsiteX1" fmla="*/ 593725 w 1184275"/>
                <a:gd name="connsiteY1" fmla="*/ 15 h 22240"/>
                <a:gd name="connsiteX2" fmla="*/ 1184275 w 1184275"/>
                <a:gd name="connsiteY2" fmla="*/ 19065 h 22240"/>
                <a:gd name="connsiteX0" fmla="*/ 0 w 1184275"/>
                <a:gd name="connsiteY0" fmla="*/ 6350 h 6350"/>
                <a:gd name="connsiteX1" fmla="*/ 596900 w 1184275"/>
                <a:gd name="connsiteY1" fmla="*/ 0 h 6350"/>
                <a:gd name="connsiteX2" fmla="*/ 1184275 w 1184275"/>
                <a:gd name="connsiteY2" fmla="*/ 3175 h 6350"/>
                <a:gd name="connsiteX0" fmla="*/ 0 w 10000"/>
                <a:gd name="connsiteY0" fmla="*/ 35000 h 35000"/>
                <a:gd name="connsiteX1" fmla="*/ 5067 w 10000"/>
                <a:gd name="connsiteY1" fmla="*/ 0 h 35000"/>
                <a:gd name="connsiteX2" fmla="*/ 10000 w 10000"/>
                <a:gd name="connsiteY2" fmla="*/ 30000 h 35000"/>
                <a:gd name="connsiteX0" fmla="*/ 0 w 10000"/>
                <a:gd name="connsiteY0" fmla="*/ 15000 h 15000"/>
                <a:gd name="connsiteX1" fmla="*/ 5067 w 10000"/>
                <a:gd name="connsiteY1" fmla="*/ 0 h 15000"/>
                <a:gd name="connsiteX2" fmla="*/ 10000 w 10000"/>
                <a:gd name="connsiteY2" fmla="*/ 10000 h 1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5000">
                  <a:moveTo>
                    <a:pt x="0" y="15000"/>
                  </a:moveTo>
                  <a:lnTo>
                    <a:pt x="5067" y="0"/>
                  </a:lnTo>
                  <a:lnTo>
                    <a:pt x="10000" y="10000"/>
                  </a:lnTo>
                </a:path>
              </a:pathLst>
            </a:custGeom>
            <a:noFill/>
            <a:ln w="31750">
              <a:solidFill>
                <a:srgbClr val="00963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 rtl="0"/>
              <a:endParaRPr lang="zh-CN" altLang="en-US" dirty="0">
                <a:ea typeface="宋体" panose="02010600030101010101" pitchFamily="2" charset="-122"/>
              </a:endParaRPr>
            </a:p>
          </p:txBody>
        </p:sp>
      </p:grpSp>
      <p:cxnSp>
        <p:nvCxnSpPr>
          <p:cNvPr id="81" name="Gerade Verbindung 218">
            <a:extLst>
              <a:ext uri="{FF2B5EF4-FFF2-40B4-BE49-F238E27FC236}">
                <a16:creationId xmlns:a16="http://schemas.microsoft.com/office/drawing/2014/main" id="{3FA5F71E-B414-4F2A-BAD3-B04AF9A3AAAA}"/>
              </a:ext>
            </a:extLst>
          </p:cNvPr>
          <p:cNvCxnSpPr/>
          <p:nvPr/>
        </p:nvCxnSpPr>
        <p:spPr bwMode="auto">
          <a:xfrm flipH="1">
            <a:off x="9934741" y="4145661"/>
            <a:ext cx="1" cy="431914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Gerade Verbindung 219">
            <a:extLst>
              <a:ext uri="{FF2B5EF4-FFF2-40B4-BE49-F238E27FC236}">
                <a16:creationId xmlns:a16="http://schemas.microsoft.com/office/drawing/2014/main" id="{3946F063-8573-4AC6-8013-930F09B012D0}"/>
              </a:ext>
            </a:extLst>
          </p:cNvPr>
          <p:cNvCxnSpPr/>
          <p:nvPr/>
        </p:nvCxnSpPr>
        <p:spPr bwMode="auto">
          <a:xfrm>
            <a:off x="10128758" y="3323890"/>
            <a:ext cx="1" cy="461229"/>
          </a:xfrm>
          <a:prstGeom prst="line">
            <a:avLst/>
          </a:prstGeom>
          <a:noFill/>
          <a:ln w="28575" cap="flat" cmpd="sng" algn="ctr">
            <a:solidFill>
              <a:srgbClr val="00963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Freihandform 220">
            <a:extLst>
              <a:ext uri="{FF2B5EF4-FFF2-40B4-BE49-F238E27FC236}">
                <a16:creationId xmlns:a16="http://schemas.microsoft.com/office/drawing/2014/main" id="{9CA8731B-0A30-4776-BDF3-7345AB802D94}"/>
              </a:ext>
            </a:extLst>
          </p:cNvPr>
          <p:cNvSpPr/>
          <p:nvPr/>
        </p:nvSpPr>
        <p:spPr bwMode="auto">
          <a:xfrm>
            <a:off x="9918147" y="3770241"/>
            <a:ext cx="1413359" cy="388478"/>
          </a:xfrm>
          <a:custGeom>
            <a:avLst/>
            <a:gdLst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61925 h 388602"/>
              <a:gd name="connsiteX8" fmla="*/ 1054894 w 1060023"/>
              <a:gd name="connsiteY8" fmla="*/ 171450 h 388602"/>
              <a:gd name="connsiteX9" fmla="*/ 1057275 w 1060023"/>
              <a:gd name="connsiteY9" fmla="*/ 192881 h 388602"/>
              <a:gd name="connsiteX10" fmla="*/ 1057275 w 1060023"/>
              <a:gd name="connsiteY10" fmla="*/ 202406 h 388602"/>
              <a:gd name="connsiteX11" fmla="*/ 1047750 w 1060023"/>
              <a:gd name="connsiteY11" fmla="*/ 223837 h 388602"/>
              <a:gd name="connsiteX12" fmla="*/ 928688 w 1060023"/>
              <a:gd name="connsiteY12" fmla="*/ 276225 h 388602"/>
              <a:gd name="connsiteX13" fmla="*/ 835819 w 1060023"/>
              <a:gd name="connsiteY13" fmla="*/ 300037 h 388602"/>
              <a:gd name="connsiteX14" fmla="*/ 650082 w 1060023"/>
              <a:gd name="connsiteY14" fmla="*/ 330994 h 388602"/>
              <a:gd name="connsiteX15" fmla="*/ 447675 w 1060023"/>
              <a:gd name="connsiteY15" fmla="*/ 361950 h 388602"/>
              <a:gd name="connsiteX16" fmla="*/ 150019 w 1060023"/>
              <a:gd name="connsiteY16" fmla="*/ 383381 h 388602"/>
              <a:gd name="connsiteX17" fmla="*/ 54769 w 1060023"/>
              <a:gd name="connsiteY17" fmla="*/ 388144 h 388602"/>
              <a:gd name="connsiteX18" fmla="*/ 0 w 1060023"/>
              <a:gd name="connsiteY18" fmla="*/ 388144 h 388602"/>
              <a:gd name="connsiteX0" fmla="*/ 154782 w 1060023"/>
              <a:gd name="connsiteY0" fmla="*/ 0 h 388602"/>
              <a:gd name="connsiteX1" fmla="*/ 276225 w 1060023"/>
              <a:gd name="connsiteY1" fmla="*/ 7144 h 388602"/>
              <a:gd name="connsiteX2" fmla="*/ 621507 w 1060023"/>
              <a:gd name="connsiteY2" fmla="*/ 42862 h 388602"/>
              <a:gd name="connsiteX3" fmla="*/ 819150 w 1060023"/>
              <a:gd name="connsiteY3" fmla="*/ 76200 h 388602"/>
              <a:gd name="connsiteX4" fmla="*/ 895350 w 1060023"/>
              <a:gd name="connsiteY4" fmla="*/ 97631 h 388602"/>
              <a:gd name="connsiteX5" fmla="*/ 990600 w 1060023"/>
              <a:gd name="connsiteY5" fmla="*/ 128587 h 388602"/>
              <a:gd name="connsiteX6" fmla="*/ 1023938 w 1060023"/>
              <a:gd name="connsiteY6" fmla="*/ 150019 h 388602"/>
              <a:gd name="connsiteX7" fmla="*/ 1054894 w 1060023"/>
              <a:gd name="connsiteY7" fmla="*/ 171450 h 388602"/>
              <a:gd name="connsiteX8" fmla="*/ 1057275 w 1060023"/>
              <a:gd name="connsiteY8" fmla="*/ 192881 h 388602"/>
              <a:gd name="connsiteX9" fmla="*/ 1057275 w 1060023"/>
              <a:gd name="connsiteY9" fmla="*/ 202406 h 388602"/>
              <a:gd name="connsiteX10" fmla="*/ 1047750 w 1060023"/>
              <a:gd name="connsiteY10" fmla="*/ 223837 h 388602"/>
              <a:gd name="connsiteX11" fmla="*/ 928688 w 1060023"/>
              <a:gd name="connsiteY11" fmla="*/ 276225 h 388602"/>
              <a:gd name="connsiteX12" fmla="*/ 835819 w 1060023"/>
              <a:gd name="connsiteY12" fmla="*/ 300037 h 388602"/>
              <a:gd name="connsiteX13" fmla="*/ 650082 w 1060023"/>
              <a:gd name="connsiteY13" fmla="*/ 330994 h 388602"/>
              <a:gd name="connsiteX14" fmla="*/ 447675 w 1060023"/>
              <a:gd name="connsiteY14" fmla="*/ 361950 h 388602"/>
              <a:gd name="connsiteX15" fmla="*/ 150019 w 1060023"/>
              <a:gd name="connsiteY15" fmla="*/ 383381 h 388602"/>
              <a:gd name="connsiteX16" fmla="*/ 54769 w 1060023"/>
              <a:gd name="connsiteY16" fmla="*/ 388144 h 388602"/>
              <a:gd name="connsiteX17" fmla="*/ 0 w 1060023"/>
              <a:gd name="connsiteY17" fmla="*/ 388144 h 388602"/>
              <a:gd name="connsiteX0" fmla="*/ 154782 w 1066888"/>
              <a:gd name="connsiteY0" fmla="*/ 0 h 388602"/>
              <a:gd name="connsiteX1" fmla="*/ 276225 w 1066888"/>
              <a:gd name="connsiteY1" fmla="*/ 7144 h 388602"/>
              <a:gd name="connsiteX2" fmla="*/ 621507 w 1066888"/>
              <a:gd name="connsiteY2" fmla="*/ 42862 h 388602"/>
              <a:gd name="connsiteX3" fmla="*/ 819150 w 1066888"/>
              <a:gd name="connsiteY3" fmla="*/ 76200 h 388602"/>
              <a:gd name="connsiteX4" fmla="*/ 895350 w 1066888"/>
              <a:gd name="connsiteY4" fmla="*/ 97631 h 388602"/>
              <a:gd name="connsiteX5" fmla="*/ 990600 w 1066888"/>
              <a:gd name="connsiteY5" fmla="*/ 128587 h 388602"/>
              <a:gd name="connsiteX6" fmla="*/ 1023938 w 1066888"/>
              <a:gd name="connsiteY6" fmla="*/ 150019 h 388602"/>
              <a:gd name="connsiteX7" fmla="*/ 1054894 w 1066888"/>
              <a:gd name="connsiteY7" fmla="*/ 171450 h 388602"/>
              <a:gd name="connsiteX8" fmla="*/ 1057275 w 1066888"/>
              <a:gd name="connsiteY8" fmla="*/ 192881 h 388602"/>
              <a:gd name="connsiteX9" fmla="*/ 1057275 w 1066888"/>
              <a:gd name="connsiteY9" fmla="*/ 202406 h 388602"/>
              <a:gd name="connsiteX10" fmla="*/ 928688 w 1066888"/>
              <a:gd name="connsiteY10" fmla="*/ 276225 h 388602"/>
              <a:gd name="connsiteX11" fmla="*/ 835819 w 1066888"/>
              <a:gd name="connsiteY11" fmla="*/ 300037 h 388602"/>
              <a:gd name="connsiteX12" fmla="*/ 650082 w 1066888"/>
              <a:gd name="connsiteY12" fmla="*/ 330994 h 388602"/>
              <a:gd name="connsiteX13" fmla="*/ 447675 w 1066888"/>
              <a:gd name="connsiteY13" fmla="*/ 361950 h 388602"/>
              <a:gd name="connsiteX14" fmla="*/ 150019 w 1066888"/>
              <a:gd name="connsiteY14" fmla="*/ 383381 h 388602"/>
              <a:gd name="connsiteX15" fmla="*/ 54769 w 1066888"/>
              <a:gd name="connsiteY15" fmla="*/ 388144 h 388602"/>
              <a:gd name="connsiteX16" fmla="*/ 0 w 1066888"/>
              <a:gd name="connsiteY16" fmla="*/ 388144 h 388602"/>
              <a:gd name="connsiteX0" fmla="*/ 154782 w 1061597"/>
              <a:gd name="connsiteY0" fmla="*/ 0 h 388602"/>
              <a:gd name="connsiteX1" fmla="*/ 276225 w 1061597"/>
              <a:gd name="connsiteY1" fmla="*/ 7144 h 388602"/>
              <a:gd name="connsiteX2" fmla="*/ 621507 w 1061597"/>
              <a:gd name="connsiteY2" fmla="*/ 42862 h 388602"/>
              <a:gd name="connsiteX3" fmla="*/ 819150 w 1061597"/>
              <a:gd name="connsiteY3" fmla="*/ 76200 h 388602"/>
              <a:gd name="connsiteX4" fmla="*/ 895350 w 1061597"/>
              <a:gd name="connsiteY4" fmla="*/ 97631 h 388602"/>
              <a:gd name="connsiteX5" fmla="*/ 990600 w 1061597"/>
              <a:gd name="connsiteY5" fmla="*/ 128587 h 388602"/>
              <a:gd name="connsiteX6" fmla="*/ 1023938 w 1061597"/>
              <a:gd name="connsiteY6" fmla="*/ 150019 h 388602"/>
              <a:gd name="connsiteX7" fmla="*/ 1054894 w 1061597"/>
              <a:gd name="connsiteY7" fmla="*/ 171450 h 388602"/>
              <a:gd name="connsiteX8" fmla="*/ 1057275 w 1061597"/>
              <a:gd name="connsiteY8" fmla="*/ 192881 h 388602"/>
              <a:gd name="connsiteX9" fmla="*/ 1057275 w 1061597"/>
              <a:gd name="connsiteY9" fmla="*/ 202406 h 388602"/>
              <a:gd name="connsiteX10" fmla="*/ 1000124 w 1061597"/>
              <a:gd name="connsiteY10" fmla="*/ 235744 h 388602"/>
              <a:gd name="connsiteX11" fmla="*/ 928688 w 1061597"/>
              <a:gd name="connsiteY11" fmla="*/ 276225 h 388602"/>
              <a:gd name="connsiteX12" fmla="*/ 835819 w 1061597"/>
              <a:gd name="connsiteY12" fmla="*/ 300037 h 388602"/>
              <a:gd name="connsiteX13" fmla="*/ 650082 w 1061597"/>
              <a:gd name="connsiteY13" fmla="*/ 330994 h 388602"/>
              <a:gd name="connsiteX14" fmla="*/ 447675 w 1061597"/>
              <a:gd name="connsiteY14" fmla="*/ 361950 h 388602"/>
              <a:gd name="connsiteX15" fmla="*/ 150019 w 1061597"/>
              <a:gd name="connsiteY15" fmla="*/ 383381 h 388602"/>
              <a:gd name="connsiteX16" fmla="*/ 54769 w 1061597"/>
              <a:gd name="connsiteY16" fmla="*/ 388144 h 388602"/>
              <a:gd name="connsiteX17" fmla="*/ 0 w 1061597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3938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19150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61068"/>
              <a:gd name="connsiteY0" fmla="*/ 0 h 388602"/>
              <a:gd name="connsiteX1" fmla="*/ 276225 w 1061068"/>
              <a:gd name="connsiteY1" fmla="*/ 7144 h 388602"/>
              <a:gd name="connsiteX2" fmla="*/ 621507 w 1061068"/>
              <a:gd name="connsiteY2" fmla="*/ 42862 h 388602"/>
              <a:gd name="connsiteX3" fmla="*/ 807244 w 1061068"/>
              <a:gd name="connsiteY3" fmla="*/ 76200 h 388602"/>
              <a:gd name="connsiteX4" fmla="*/ 895350 w 1061068"/>
              <a:gd name="connsiteY4" fmla="*/ 97631 h 388602"/>
              <a:gd name="connsiteX5" fmla="*/ 990600 w 1061068"/>
              <a:gd name="connsiteY5" fmla="*/ 128587 h 388602"/>
              <a:gd name="connsiteX6" fmla="*/ 1028700 w 1061068"/>
              <a:gd name="connsiteY6" fmla="*/ 150019 h 388602"/>
              <a:gd name="connsiteX7" fmla="*/ 1054894 w 1061068"/>
              <a:gd name="connsiteY7" fmla="*/ 171450 h 388602"/>
              <a:gd name="connsiteX8" fmla="*/ 1057275 w 1061068"/>
              <a:gd name="connsiteY8" fmla="*/ 192881 h 388602"/>
              <a:gd name="connsiteX9" fmla="*/ 1057275 w 1061068"/>
              <a:gd name="connsiteY9" fmla="*/ 202406 h 388602"/>
              <a:gd name="connsiteX10" fmla="*/ 1007268 w 1061068"/>
              <a:gd name="connsiteY10" fmla="*/ 245269 h 388602"/>
              <a:gd name="connsiteX11" fmla="*/ 928688 w 1061068"/>
              <a:gd name="connsiteY11" fmla="*/ 276225 h 388602"/>
              <a:gd name="connsiteX12" fmla="*/ 835819 w 1061068"/>
              <a:gd name="connsiteY12" fmla="*/ 300037 h 388602"/>
              <a:gd name="connsiteX13" fmla="*/ 650082 w 1061068"/>
              <a:gd name="connsiteY13" fmla="*/ 330994 h 388602"/>
              <a:gd name="connsiteX14" fmla="*/ 447675 w 1061068"/>
              <a:gd name="connsiteY14" fmla="*/ 361950 h 388602"/>
              <a:gd name="connsiteX15" fmla="*/ 150019 w 1061068"/>
              <a:gd name="connsiteY15" fmla="*/ 383381 h 388602"/>
              <a:gd name="connsiteX16" fmla="*/ 54769 w 1061068"/>
              <a:gd name="connsiteY16" fmla="*/ 388144 h 388602"/>
              <a:gd name="connsiteX17" fmla="*/ 0 w 1061068"/>
              <a:gd name="connsiteY17" fmla="*/ 388144 h 388602"/>
              <a:gd name="connsiteX0" fmla="*/ 154782 w 1058178"/>
              <a:gd name="connsiteY0" fmla="*/ 0 h 388602"/>
              <a:gd name="connsiteX1" fmla="*/ 276225 w 1058178"/>
              <a:gd name="connsiteY1" fmla="*/ 7144 h 388602"/>
              <a:gd name="connsiteX2" fmla="*/ 621507 w 1058178"/>
              <a:gd name="connsiteY2" fmla="*/ 42862 h 388602"/>
              <a:gd name="connsiteX3" fmla="*/ 807244 w 1058178"/>
              <a:gd name="connsiteY3" fmla="*/ 76200 h 388602"/>
              <a:gd name="connsiteX4" fmla="*/ 895350 w 1058178"/>
              <a:gd name="connsiteY4" fmla="*/ 97631 h 388602"/>
              <a:gd name="connsiteX5" fmla="*/ 990600 w 1058178"/>
              <a:gd name="connsiteY5" fmla="*/ 128587 h 388602"/>
              <a:gd name="connsiteX6" fmla="*/ 1028700 w 1058178"/>
              <a:gd name="connsiteY6" fmla="*/ 150019 h 388602"/>
              <a:gd name="connsiteX7" fmla="*/ 1054894 w 1058178"/>
              <a:gd name="connsiteY7" fmla="*/ 171450 h 388602"/>
              <a:gd name="connsiteX8" fmla="*/ 1057275 w 1058178"/>
              <a:gd name="connsiteY8" fmla="*/ 192881 h 388602"/>
              <a:gd name="connsiteX9" fmla="*/ 1050131 w 1058178"/>
              <a:gd name="connsiteY9" fmla="*/ 219075 h 388602"/>
              <a:gd name="connsiteX10" fmla="*/ 1007268 w 1058178"/>
              <a:gd name="connsiteY10" fmla="*/ 245269 h 388602"/>
              <a:gd name="connsiteX11" fmla="*/ 928688 w 1058178"/>
              <a:gd name="connsiteY11" fmla="*/ 276225 h 388602"/>
              <a:gd name="connsiteX12" fmla="*/ 835819 w 1058178"/>
              <a:gd name="connsiteY12" fmla="*/ 300037 h 388602"/>
              <a:gd name="connsiteX13" fmla="*/ 650082 w 1058178"/>
              <a:gd name="connsiteY13" fmla="*/ 330994 h 388602"/>
              <a:gd name="connsiteX14" fmla="*/ 447675 w 1058178"/>
              <a:gd name="connsiteY14" fmla="*/ 361950 h 388602"/>
              <a:gd name="connsiteX15" fmla="*/ 150019 w 1058178"/>
              <a:gd name="connsiteY15" fmla="*/ 383381 h 388602"/>
              <a:gd name="connsiteX16" fmla="*/ 54769 w 1058178"/>
              <a:gd name="connsiteY16" fmla="*/ 388144 h 388602"/>
              <a:gd name="connsiteX17" fmla="*/ 0 w 1058178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50082 w 1059972"/>
              <a:gd name="connsiteY13" fmla="*/ 330994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59972"/>
              <a:gd name="connsiteY0" fmla="*/ 0 h 388602"/>
              <a:gd name="connsiteX1" fmla="*/ 276225 w 1059972"/>
              <a:gd name="connsiteY1" fmla="*/ 7144 h 388602"/>
              <a:gd name="connsiteX2" fmla="*/ 621507 w 1059972"/>
              <a:gd name="connsiteY2" fmla="*/ 42862 h 388602"/>
              <a:gd name="connsiteX3" fmla="*/ 807244 w 1059972"/>
              <a:gd name="connsiteY3" fmla="*/ 76200 h 388602"/>
              <a:gd name="connsiteX4" fmla="*/ 895350 w 1059972"/>
              <a:gd name="connsiteY4" fmla="*/ 97631 h 388602"/>
              <a:gd name="connsiteX5" fmla="*/ 990600 w 1059972"/>
              <a:gd name="connsiteY5" fmla="*/ 128587 h 388602"/>
              <a:gd name="connsiteX6" fmla="*/ 1028700 w 1059972"/>
              <a:gd name="connsiteY6" fmla="*/ 150019 h 388602"/>
              <a:gd name="connsiteX7" fmla="*/ 1054894 w 1059972"/>
              <a:gd name="connsiteY7" fmla="*/ 171450 h 388602"/>
              <a:gd name="connsiteX8" fmla="*/ 1059656 w 1059972"/>
              <a:gd name="connsiteY8" fmla="*/ 192881 h 388602"/>
              <a:gd name="connsiteX9" fmla="*/ 1050131 w 1059972"/>
              <a:gd name="connsiteY9" fmla="*/ 219075 h 388602"/>
              <a:gd name="connsiteX10" fmla="*/ 1007268 w 1059972"/>
              <a:gd name="connsiteY10" fmla="*/ 245269 h 388602"/>
              <a:gd name="connsiteX11" fmla="*/ 928688 w 1059972"/>
              <a:gd name="connsiteY11" fmla="*/ 276225 h 388602"/>
              <a:gd name="connsiteX12" fmla="*/ 835819 w 1059972"/>
              <a:gd name="connsiteY12" fmla="*/ 300037 h 388602"/>
              <a:gd name="connsiteX13" fmla="*/ 666751 w 1059972"/>
              <a:gd name="connsiteY13" fmla="*/ 333376 h 388602"/>
              <a:gd name="connsiteX14" fmla="*/ 447675 w 1059972"/>
              <a:gd name="connsiteY14" fmla="*/ 361950 h 388602"/>
              <a:gd name="connsiteX15" fmla="*/ 150019 w 1059972"/>
              <a:gd name="connsiteY15" fmla="*/ 383381 h 388602"/>
              <a:gd name="connsiteX16" fmla="*/ 54769 w 1059972"/>
              <a:gd name="connsiteY16" fmla="*/ 388144 h 388602"/>
              <a:gd name="connsiteX17" fmla="*/ 0 w 1059972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7268 w 1060655"/>
              <a:gd name="connsiteY10" fmla="*/ 245269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0655"/>
              <a:gd name="connsiteY0" fmla="*/ 0 h 388602"/>
              <a:gd name="connsiteX1" fmla="*/ 276225 w 1060655"/>
              <a:gd name="connsiteY1" fmla="*/ 7144 h 388602"/>
              <a:gd name="connsiteX2" fmla="*/ 621507 w 1060655"/>
              <a:gd name="connsiteY2" fmla="*/ 42862 h 388602"/>
              <a:gd name="connsiteX3" fmla="*/ 807244 w 1060655"/>
              <a:gd name="connsiteY3" fmla="*/ 76200 h 388602"/>
              <a:gd name="connsiteX4" fmla="*/ 895350 w 1060655"/>
              <a:gd name="connsiteY4" fmla="*/ 97631 h 388602"/>
              <a:gd name="connsiteX5" fmla="*/ 990600 w 1060655"/>
              <a:gd name="connsiteY5" fmla="*/ 128587 h 388602"/>
              <a:gd name="connsiteX6" fmla="*/ 1028700 w 1060655"/>
              <a:gd name="connsiteY6" fmla="*/ 150019 h 388602"/>
              <a:gd name="connsiteX7" fmla="*/ 1054894 w 1060655"/>
              <a:gd name="connsiteY7" fmla="*/ 171450 h 388602"/>
              <a:gd name="connsiteX8" fmla="*/ 1059656 w 1060655"/>
              <a:gd name="connsiteY8" fmla="*/ 192881 h 388602"/>
              <a:gd name="connsiteX9" fmla="*/ 1040606 w 1060655"/>
              <a:gd name="connsiteY9" fmla="*/ 226219 h 388602"/>
              <a:gd name="connsiteX10" fmla="*/ 1000124 w 1060655"/>
              <a:gd name="connsiteY10" fmla="*/ 247650 h 388602"/>
              <a:gd name="connsiteX11" fmla="*/ 928688 w 1060655"/>
              <a:gd name="connsiteY11" fmla="*/ 276225 h 388602"/>
              <a:gd name="connsiteX12" fmla="*/ 835819 w 1060655"/>
              <a:gd name="connsiteY12" fmla="*/ 300037 h 388602"/>
              <a:gd name="connsiteX13" fmla="*/ 666751 w 1060655"/>
              <a:gd name="connsiteY13" fmla="*/ 333376 h 388602"/>
              <a:gd name="connsiteX14" fmla="*/ 447675 w 1060655"/>
              <a:gd name="connsiteY14" fmla="*/ 361950 h 388602"/>
              <a:gd name="connsiteX15" fmla="*/ 150019 w 1060655"/>
              <a:gd name="connsiteY15" fmla="*/ 383381 h 388602"/>
              <a:gd name="connsiteX16" fmla="*/ 54769 w 1060655"/>
              <a:gd name="connsiteY16" fmla="*/ 388144 h 388602"/>
              <a:gd name="connsiteX17" fmla="*/ 0 w 1060655"/>
              <a:gd name="connsiteY17" fmla="*/ 388144 h 388602"/>
              <a:gd name="connsiteX0" fmla="*/ 154782 w 1062741"/>
              <a:gd name="connsiteY0" fmla="*/ 0 h 388602"/>
              <a:gd name="connsiteX1" fmla="*/ 276225 w 1062741"/>
              <a:gd name="connsiteY1" fmla="*/ 7144 h 388602"/>
              <a:gd name="connsiteX2" fmla="*/ 621507 w 1062741"/>
              <a:gd name="connsiteY2" fmla="*/ 42862 h 388602"/>
              <a:gd name="connsiteX3" fmla="*/ 807244 w 1062741"/>
              <a:gd name="connsiteY3" fmla="*/ 76200 h 388602"/>
              <a:gd name="connsiteX4" fmla="*/ 895350 w 1062741"/>
              <a:gd name="connsiteY4" fmla="*/ 97631 h 388602"/>
              <a:gd name="connsiteX5" fmla="*/ 990600 w 1062741"/>
              <a:gd name="connsiteY5" fmla="*/ 128587 h 388602"/>
              <a:gd name="connsiteX6" fmla="*/ 1028700 w 1062741"/>
              <a:gd name="connsiteY6" fmla="*/ 150019 h 388602"/>
              <a:gd name="connsiteX7" fmla="*/ 1054894 w 1062741"/>
              <a:gd name="connsiteY7" fmla="*/ 171450 h 388602"/>
              <a:gd name="connsiteX8" fmla="*/ 1062037 w 1062741"/>
              <a:gd name="connsiteY8" fmla="*/ 202406 h 388602"/>
              <a:gd name="connsiteX9" fmla="*/ 1040606 w 1062741"/>
              <a:gd name="connsiteY9" fmla="*/ 226219 h 388602"/>
              <a:gd name="connsiteX10" fmla="*/ 1000124 w 1062741"/>
              <a:gd name="connsiteY10" fmla="*/ 247650 h 388602"/>
              <a:gd name="connsiteX11" fmla="*/ 928688 w 1062741"/>
              <a:gd name="connsiteY11" fmla="*/ 276225 h 388602"/>
              <a:gd name="connsiteX12" fmla="*/ 835819 w 1062741"/>
              <a:gd name="connsiteY12" fmla="*/ 300037 h 388602"/>
              <a:gd name="connsiteX13" fmla="*/ 666751 w 1062741"/>
              <a:gd name="connsiteY13" fmla="*/ 333376 h 388602"/>
              <a:gd name="connsiteX14" fmla="*/ 447675 w 1062741"/>
              <a:gd name="connsiteY14" fmla="*/ 361950 h 388602"/>
              <a:gd name="connsiteX15" fmla="*/ 150019 w 1062741"/>
              <a:gd name="connsiteY15" fmla="*/ 383381 h 388602"/>
              <a:gd name="connsiteX16" fmla="*/ 54769 w 1062741"/>
              <a:gd name="connsiteY16" fmla="*/ 388144 h 388602"/>
              <a:gd name="connsiteX17" fmla="*/ 0 w 1062741"/>
              <a:gd name="connsiteY17" fmla="*/ 388144 h 388602"/>
              <a:gd name="connsiteX0" fmla="*/ 154782 w 1056580"/>
              <a:gd name="connsiteY0" fmla="*/ 0 h 388602"/>
              <a:gd name="connsiteX1" fmla="*/ 276225 w 1056580"/>
              <a:gd name="connsiteY1" fmla="*/ 7144 h 388602"/>
              <a:gd name="connsiteX2" fmla="*/ 621507 w 1056580"/>
              <a:gd name="connsiteY2" fmla="*/ 42862 h 388602"/>
              <a:gd name="connsiteX3" fmla="*/ 807244 w 1056580"/>
              <a:gd name="connsiteY3" fmla="*/ 76200 h 388602"/>
              <a:gd name="connsiteX4" fmla="*/ 895350 w 1056580"/>
              <a:gd name="connsiteY4" fmla="*/ 97631 h 388602"/>
              <a:gd name="connsiteX5" fmla="*/ 990600 w 1056580"/>
              <a:gd name="connsiteY5" fmla="*/ 128587 h 388602"/>
              <a:gd name="connsiteX6" fmla="*/ 1028700 w 1056580"/>
              <a:gd name="connsiteY6" fmla="*/ 150019 h 388602"/>
              <a:gd name="connsiteX7" fmla="*/ 1054894 w 1056580"/>
              <a:gd name="connsiteY7" fmla="*/ 171450 h 388602"/>
              <a:gd name="connsiteX8" fmla="*/ 1052512 w 1056580"/>
              <a:gd name="connsiteY8" fmla="*/ 204787 h 388602"/>
              <a:gd name="connsiteX9" fmla="*/ 1040606 w 1056580"/>
              <a:gd name="connsiteY9" fmla="*/ 226219 h 388602"/>
              <a:gd name="connsiteX10" fmla="*/ 1000124 w 1056580"/>
              <a:gd name="connsiteY10" fmla="*/ 247650 h 388602"/>
              <a:gd name="connsiteX11" fmla="*/ 928688 w 1056580"/>
              <a:gd name="connsiteY11" fmla="*/ 276225 h 388602"/>
              <a:gd name="connsiteX12" fmla="*/ 835819 w 1056580"/>
              <a:gd name="connsiteY12" fmla="*/ 300037 h 388602"/>
              <a:gd name="connsiteX13" fmla="*/ 666751 w 1056580"/>
              <a:gd name="connsiteY13" fmla="*/ 333376 h 388602"/>
              <a:gd name="connsiteX14" fmla="*/ 447675 w 1056580"/>
              <a:gd name="connsiteY14" fmla="*/ 361950 h 388602"/>
              <a:gd name="connsiteX15" fmla="*/ 150019 w 1056580"/>
              <a:gd name="connsiteY15" fmla="*/ 383381 h 388602"/>
              <a:gd name="connsiteX16" fmla="*/ 54769 w 1056580"/>
              <a:gd name="connsiteY16" fmla="*/ 388144 h 388602"/>
              <a:gd name="connsiteX17" fmla="*/ 0 w 1056580"/>
              <a:gd name="connsiteY17" fmla="*/ 388144 h 388602"/>
              <a:gd name="connsiteX0" fmla="*/ 154782 w 1064955"/>
              <a:gd name="connsiteY0" fmla="*/ 0 h 388602"/>
              <a:gd name="connsiteX1" fmla="*/ 276225 w 1064955"/>
              <a:gd name="connsiteY1" fmla="*/ 7144 h 388602"/>
              <a:gd name="connsiteX2" fmla="*/ 621507 w 1064955"/>
              <a:gd name="connsiteY2" fmla="*/ 42862 h 388602"/>
              <a:gd name="connsiteX3" fmla="*/ 807244 w 1064955"/>
              <a:gd name="connsiteY3" fmla="*/ 76200 h 388602"/>
              <a:gd name="connsiteX4" fmla="*/ 895350 w 1064955"/>
              <a:gd name="connsiteY4" fmla="*/ 97631 h 388602"/>
              <a:gd name="connsiteX5" fmla="*/ 990600 w 1064955"/>
              <a:gd name="connsiteY5" fmla="*/ 128587 h 388602"/>
              <a:gd name="connsiteX6" fmla="*/ 1028700 w 1064955"/>
              <a:gd name="connsiteY6" fmla="*/ 150019 h 388602"/>
              <a:gd name="connsiteX7" fmla="*/ 1054894 w 1064955"/>
              <a:gd name="connsiteY7" fmla="*/ 171450 h 388602"/>
              <a:gd name="connsiteX8" fmla="*/ 1064418 w 1064955"/>
              <a:gd name="connsiteY8" fmla="*/ 204787 h 388602"/>
              <a:gd name="connsiteX9" fmla="*/ 1040606 w 1064955"/>
              <a:gd name="connsiteY9" fmla="*/ 226219 h 388602"/>
              <a:gd name="connsiteX10" fmla="*/ 1000124 w 1064955"/>
              <a:gd name="connsiteY10" fmla="*/ 247650 h 388602"/>
              <a:gd name="connsiteX11" fmla="*/ 928688 w 1064955"/>
              <a:gd name="connsiteY11" fmla="*/ 276225 h 388602"/>
              <a:gd name="connsiteX12" fmla="*/ 835819 w 1064955"/>
              <a:gd name="connsiteY12" fmla="*/ 300037 h 388602"/>
              <a:gd name="connsiteX13" fmla="*/ 666751 w 1064955"/>
              <a:gd name="connsiteY13" fmla="*/ 333376 h 388602"/>
              <a:gd name="connsiteX14" fmla="*/ 447675 w 1064955"/>
              <a:gd name="connsiteY14" fmla="*/ 361950 h 388602"/>
              <a:gd name="connsiteX15" fmla="*/ 150019 w 1064955"/>
              <a:gd name="connsiteY15" fmla="*/ 383381 h 388602"/>
              <a:gd name="connsiteX16" fmla="*/ 54769 w 1064955"/>
              <a:gd name="connsiteY16" fmla="*/ 388144 h 388602"/>
              <a:gd name="connsiteX17" fmla="*/ 0 w 1064955"/>
              <a:gd name="connsiteY17" fmla="*/ 388144 h 388602"/>
              <a:gd name="connsiteX0" fmla="*/ 154782 w 1060654"/>
              <a:gd name="connsiteY0" fmla="*/ 0 h 388602"/>
              <a:gd name="connsiteX1" fmla="*/ 276225 w 1060654"/>
              <a:gd name="connsiteY1" fmla="*/ 7144 h 388602"/>
              <a:gd name="connsiteX2" fmla="*/ 621507 w 1060654"/>
              <a:gd name="connsiteY2" fmla="*/ 42862 h 388602"/>
              <a:gd name="connsiteX3" fmla="*/ 807244 w 1060654"/>
              <a:gd name="connsiteY3" fmla="*/ 76200 h 388602"/>
              <a:gd name="connsiteX4" fmla="*/ 895350 w 1060654"/>
              <a:gd name="connsiteY4" fmla="*/ 97631 h 388602"/>
              <a:gd name="connsiteX5" fmla="*/ 990600 w 1060654"/>
              <a:gd name="connsiteY5" fmla="*/ 128587 h 388602"/>
              <a:gd name="connsiteX6" fmla="*/ 1028700 w 1060654"/>
              <a:gd name="connsiteY6" fmla="*/ 150019 h 388602"/>
              <a:gd name="connsiteX7" fmla="*/ 1054894 w 1060654"/>
              <a:gd name="connsiteY7" fmla="*/ 171450 h 388602"/>
              <a:gd name="connsiteX8" fmla="*/ 1059655 w 1060654"/>
              <a:gd name="connsiteY8" fmla="*/ 204787 h 388602"/>
              <a:gd name="connsiteX9" fmla="*/ 1040606 w 1060654"/>
              <a:gd name="connsiteY9" fmla="*/ 226219 h 388602"/>
              <a:gd name="connsiteX10" fmla="*/ 1000124 w 1060654"/>
              <a:gd name="connsiteY10" fmla="*/ 247650 h 388602"/>
              <a:gd name="connsiteX11" fmla="*/ 928688 w 1060654"/>
              <a:gd name="connsiteY11" fmla="*/ 276225 h 388602"/>
              <a:gd name="connsiteX12" fmla="*/ 835819 w 1060654"/>
              <a:gd name="connsiteY12" fmla="*/ 300037 h 388602"/>
              <a:gd name="connsiteX13" fmla="*/ 666751 w 1060654"/>
              <a:gd name="connsiteY13" fmla="*/ 333376 h 388602"/>
              <a:gd name="connsiteX14" fmla="*/ 447675 w 1060654"/>
              <a:gd name="connsiteY14" fmla="*/ 361950 h 388602"/>
              <a:gd name="connsiteX15" fmla="*/ 150019 w 1060654"/>
              <a:gd name="connsiteY15" fmla="*/ 383381 h 388602"/>
              <a:gd name="connsiteX16" fmla="*/ 54769 w 1060654"/>
              <a:gd name="connsiteY16" fmla="*/ 388144 h 388602"/>
              <a:gd name="connsiteX17" fmla="*/ 0 w 1060654"/>
              <a:gd name="connsiteY17" fmla="*/ 388144 h 388602"/>
              <a:gd name="connsiteX0" fmla="*/ 145257 w 1060654"/>
              <a:gd name="connsiteY0" fmla="*/ 273 h 386493"/>
              <a:gd name="connsiteX1" fmla="*/ 276225 w 1060654"/>
              <a:gd name="connsiteY1" fmla="*/ 5035 h 386493"/>
              <a:gd name="connsiteX2" fmla="*/ 621507 w 1060654"/>
              <a:gd name="connsiteY2" fmla="*/ 40753 h 386493"/>
              <a:gd name="connsiteX3" fmla="*/ 807244 w 1060654"/>
              <a:gd name="connsiteY3" fmla="*/ 74091 h 386493"/>
              <a:gd name="connsiteX4" fmla="*/ 895350 w 1060654"/>
              <a:gd name="connsiteY4" fmla="*/ 95522 h 386493"/>
              <a:gd name="connsiteX5" fmla="*/ 990600 w 1060654"/>
              <a:gd name="connsiteY5" fmla="*/ 126478 h 386493"/>
              <a:gd name="connsiteX6" fmla="*/ 1028700 w 1060654"/>
              <a:gd name="connsiteY6" fmla="*/ 147910 h 386493"/>
              <a:gd name="connsiteX7" fmla="*/ 1054894 w 1060654"/>
              <a:gd name="connsiteY7" fmla="*/ 169341 h 386493"/>
              <a:gd name="connsiteX8" fmla="*/ 1059655 w 1060654"/>
              <a:gd name="connsiteY8" fmla="*/ 202678 h 386493"/>
              <a:gd name="connsiteX9" fmla="*/ 1040606 w 1060654"/>
              <a:gd name="connsiteY9" fmla="*/ 224110 h 386493"/>
              <a:gd name="connsiteX10" fmla="*/ 1000124 w 1060654"/>
              <a:gd name="connsiteY10" fmla="*/ 245541 h 386493"/>
              <a:gd name="connsiteX11" fmla="*/ 928688 w 1060654"/>
              <a:gd name="connsiteY11" fmla="*/ 274116 h 386493"/>
              <a:gd name="connsiteX12" fmla="*/ 835819 w 1060654"/>
              <a:gd name="connsiteY12" fmla="*/ 297928 h 386493"/>
              <a:gd name="connsiteX13" fmla="*/ 666751 w 1060654"/>
              <a:gd name="connsiteY13" fmla="*/ 331267 h 386493"/>
              <a:gd name="connsiteX14" fmla="*/ 447675 w 1060654"/>
              <a:gd name="connsiteY14" fmla="*/ 359841 h 386493"/>
              <a:gd name="connsiteX15" fmla="*/ 150019 w 1060654"/>
              <a:gd name="connsiteY15" fmla="*/ 381272 h 386493"/>
              <a:gd name="connsiteX16" fmla="*/ 54769 w 1060654"/>
              <a:gd name="connsiteY16" fmla="*/ 386035 h 386493"/>
              <a:gd name="connsiteX17" fmla="*/ 0 w 1060654"/>
              <a:gd name="connsiteY17" fmla="*/ 386035 h 386493"/>
              <a:gd name="connsiteX0" fmla="*/ 145257 w 1060654"/>
              <a:gd name="connsiteY0" fmla="*/ 273 h 388478"/>
              <a:gd name="connsiteX1" fmla="*/ 276225 w 1060654"/>
              <a:gd name="connsiteY1" fmla="*/ 5035 h 388478"/>
              <a:gd name="connsiteX2" fmla="*/ 621507 w 1060654"/>
              <a:gd name="connsiteY2" fmla="*/ 40753 h 388478"/>
              <a:gd name="connsiteX3" fmla="*/ 807244 w 1060654"/>
              <a:gd name="connsiteY3" fmla="*/ 74091 h 388478"/>
              <a:gd name="connsiteX4" fmla="*/ 895350 w 1060654"/>
              <a:gd name="connsiteY4" fmla="*/ 95522 h 388478"/>
              <a:gd name="connsiteX5" fmla="*/ 990600 w 1060654"/>
              <a:gd name="connsiteY5" fmla="*/ 126478 h 388478"/>
              <a:gd name="connsiteX6" fmla="*/ 1028700 w 1060654"/>
              <a:gd name="connsiteY6" fmla="*/ 147910 h 388478"/>
              <a:gd name="connsiteX7" fmla="*/ 1054894 w 1060654"/>
              <a:gd name="connsiteY7" fmla="*/ 169341 h 388478"/>
              <a:gd name="connsiteX8" fmla="*/ 1059655 w 1060654"/>
              <a:gd name="connsiteY8" fmla="*/ 202678 h 388478"/>
              <a:gd name="connsiteX9" fmla="*/ 1040606 w 1060654"/>
              <a:gd name="connsiteY9" fmla="*/ 224110 h 388478"/>
              <a:gd name="connsiteX10" fmla="*/ 1000124 w 1060654"/>
              <a:gd name="connsiteY10" fmla="*/ 245541 h 388478"/>
              <a:gd name="connsiteX11" fmla="*/ 928688 w 1060654"/>
              <a:gd name="connsiteY11" fmla="*/ 274116 h 388478"/>
              <a:gd name="connsiteX12" fmla="*/ 835819 w 1060654"/>
              <a:gd name="connsiteY12" fmla="*/ 297928 h 388478"/>
              <a:gd name="connsiteX13" fmla="*/ 666751 w 1060654"/>
              <a:gd name="connsiteY13" fmla="*/ 331267 h 388478"/>
              <a:gd name="connsiteX14" fmla="*/ 447675 w 1060654"/>
              <a:gd name="connsiteY14" fmla="*/ 359841 h 388478"/>
              <a:gd name="connsiteX15" fmla="*/ 150019 w 1060654"/>
              <a:gd name="connsiteY15" fmla="*/ 381272 h 388478"/>
              <a:gd name="connsiteX16" fmla="*/ 54769 w 1060654"/>
              <a:gd name="connsiteY16" fmla="*/ 386035 h 388478"/>
              <a:gd name="connsiteX17" fmla="*/ 0 w 1060654"/>
              <a:gd name="connsiteY17" fmla="*/ 388416 h 38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0654" h="388478">
                <a:moveTo>
                  <a:pt x="145257" y="273"/>
                </a:moveTo>
                <a:cubicBezTo>
                  <a:pt x="167084" y="273"/>
                  <a:pt x="196850" y="-1712"/>
                  <a:pt x="276225" y="5035"/>
                </a:cubicBezTo>
                <a:cubicBezTo>
                  <a:pt x="355600" y="11782"/>
                  <a:pt x="533004" y="29244"/>
                  <a:pt x="621507" y="40753"/>
                </a:cubicBezTo>
                <a:cubicBezTo>
                  <a:pt x="710010" y="52262"/>
                  <a:pt x="761604" y="64963"/>
                  <a:pt x="807244" y="74091"/>
                </a:cubicBezTo>
                <a:cubicBezTo>
                  <a:pt x="852884" y="83219"/>
                  <a:pt x="864791" y="86791"/>
                  <a:pt x="895350" y="95522"/>
                </a:cubicBezTo>
                <a:cubicBezTo>
                  <a:pt x="925909" y="104253"/>
                  <a:pt x="968375" y="117747"/>
                  <a:pt x="990600" y="126478"/>
                </a:cubicBezTo>
                <a:cubicBezTo>
                  <a:pt x="1012825" y="135209"/>
                  <a:pt x="1017984" y="140766"/>
                  <a:pt x="1028700" y="147910"/>
                </a:cubicBezTo>
                <a:cubicBezTo>
                  <a:pt x="1039416" y="155054"/>
                  <a:pt x="1049735" y="160213"/>
                  <a:pt x="1054894" y="169341"/>
                </a:cubicBezTo>
                <a:cubicBezTo>
                  <a:pt x="1060053" y="178469"/>
                  <a:pt x="1062036" y="193550"/>
                  <a:pt x="1059655" y="202678"/>
                </a:cubicBezTo>
                <a:cubicBezTo>
                  <a:pt x="1057274" y="211806"/>
                  <a:pt x="1050528" y="216966"/>
                  <a:pt x="1040606" y="224110"/>
                </a:cubicBezTo>
                <a:cubicBezTo>
                  <a:pt x="1030684" y="231254"/>
                  <a:pt x="1021555" y="233238"/>
                  <a:pt x="1000124" y="245541"/>
                </a:cubicBezTo>
                <a:cubicBezTo>
                  <a:pt x="978693" y="257844"/>
                  <a:pt x="956072" y="265385"/>
                  <a:pt x="928688" y="274116"/>
                </a:cubicBezTo>
                <a:cubicBezTo>
                  <a:pt x="901304" y="282847"/>
                  <a:pt x="879475" y="288403"/>
                  <a:pt x="835819" y="297928"/>
                </a:cubicBezTo>
                <a:cubicBezTo>
                  <a:pt x="792163" y="307453"/>
                  <a:pt x="666751" y="331267"/>
                  <a:pt x="666751" y="331267"/>
                </a:cubicBezTo>
                <a:cubicBezTo>
                  <a:pt x="602060" y="341586"/>
                  <a:pt x="533797" y="351507"/>
                  <a:pt x="447675" y="359841"/>
                </a:cubicBezTo>
                <a:cubicBezTo>
                  <a:pt x="361553" y="368175"/>
                  <a:pt x="215503" y="376906"/>
                  <a:pt x="150019" y="381272"/>
                </a:cubicBezTo>
                <a:cubicBezTo>
                  <a:pt x="84535" y="385638"/>
                  <a:pt x="79772" y="384844"/>
                  <a:pt x="54769" y="386035"/>
                </a:cubicBezTo>
                <a:cubicBezTo>
                  <a:pt x="29766" y="387226"/>
                  <a:pt x="14883" y="388813"/>
                  <a:pt x="0" y="388416"/>
                </a:cubicBezTo>
              </a:path>
            </a:pathLst>
          </a:custGeom>
          <a:noFill/>
          <a:ln w="31750">
            <a:solidFill>
              <a:srgbClr val="00963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 rtl="0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84" name="product_distributed-io.png">
            <a:extLst>
              <a:ext uri="{FF2B5EF4-FFF2-40B4-BE49-F238E27FC236}">
                <a16:creationId xmlns:a16="http://schemas.microsoft.com/office/drawing/2014/main" id="{3A660C3A-B551-4C46-A0C8-0ED06E56432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938" y="4417173"/>
            <a:ext cx="455268" cy="455268"/>
          </a:xfrm>
          <a:prstGeom prst="rect">
            <a:avLst/>
          </a:prstGeom>
        </p:spPr>
      </p:pic>
      <p:grpSp>
        <p:nvGrpSpPr>
          <p:cNvPr id="85" name="Gruppieren 226">
            <a:extLst>
              <a:ext uri="{FF2B5EF4-FFF2-40B4-BE49-F238E27FC236}">
                <a16:creationId xmlns:a16="http://schemas.microsoft.com/office/drawing/2014/main" id="{6524F5DC-861D-4C69-B468-786C66201D82}"/>
              </a:ext>
            </a:extLst>
          </p:cNvPr>
          <p:cNvGrpSpPr>
            <a:grpSpLocks noChangeAspect="1"/>
          </p:cNvGrpSpPr>
          <p:nvPr/>
        </p:nvGrpSpPr>
        <p:grpSpPr>
          <a:xfrm>
            <a:off x="9830748" y="4417173"/>
            <a:ext cx="622420" cy="496651"/>
            <a:chOff x="4105359" y="1822075"/>
            <a:chExt cx="4583448" cy="3657298"/>
          </a:xfrm>
        </p:grpSpPr>
        <p:pic>
          <p:nvPicPr>
            <p:cNvPr id="86" name="product_simatic-s7-1500.png">
              <a:extLst>
                <a:ext uri="{FF2B5EF4-FFF2-40B4-BE49-F238E27FC236}">
                  <a16:creationId xmlns:a16="http://schemas.microsoft.com/office/drawing/2014/main" id="{8A3A131E-AD4A-4F95-A4DC-95573FDD0BB7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3" t="1" b="1"/>
            <a:stretch/>
          </p:blipFill>
          <p:spPr>
            <a:xfrm>
              <a:off x="5068173" y="1822078"/>
              <a:ext cx="1786502" cy="3657295"/>
            </a:xfrm>
            <a:prstGeom prst="rect">
              <a:avLst/>
            </a:prstGeom>
          </p:spPr>
        </p:pic>
        <p:pic>
          <p:nvPicPr>
            <p:cNvPr id="87" name="product_simatic-s7-1500.png">
              <a:extLst>
                <a:ext uri="{FF2B5EF4-FFF2-40B4-BE49-F238E27FC236}">
                  <a16:creationId xmlns:a16="http://schemas.microsoft.com/office/drawing/2014/main" id="{7578420C-2E3A-45F1-989B-DE12CBDD78D5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 rotWithShape="1"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3" t="89461" r="48631"/>
            <a:stretch/>
          </p:blipFill>
          <p:spPr>
            <a:xfrm>
              <a:off x="4155934" y="5093945"/>
              <a:ext cx="877175" cy="385428"/>
            </a:xfrm>
            <a:prstGeom prst="rect">
              <a:avLst/>
            </a:prstGeom>
          </p:spPr>
        </p:pic>
        <p:pic>
          <p:nvPicPr>
            <p:cNvPr id="88" name="product_simatic-s7-1500.png">
              <a:extLst>
                <a:ext uri="{FF2B5EF4-FFF2-40B4-BE49-F238E27FC236}">
                  <a16:creationId xmlns:a16="http://schemas.microsoft.com/office/drawing/2014/main" id="{B97A862E-8612-4984-91C5-7B8F209B7E4E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" r="23744" b="7621"/>
            <a:stretch/>
          </p:blipFill>
          <p:spPr>
            <a:xfrm>
              <a:off x="4105359" y="1822075"/>
              <a:ext cx="960284" cy="3378574"/>
            </a:xfrm>
            <a:prstGeom prst="rect">
              <a:avLst/>
            </a:prstGeom>
          </p:spPr>
        </p:pic>
        <p:pic>
          <p:nvPicPr>
            <p:cNvPr id="89" name="product_simatic-s7-1500.png">
              <a:extLst>
                <a:ext uri="{FF2B5EF4-FFF2-40B4-BE49-F238E27FC236}">
                  <a16:creationId xmlns:a16="http://schemas.microsoft.com/office/drawing/2014/main" id="{A67ED5CF-5560-4DAE-882F-DC2071B62715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50" t="1" r="1" b="1"/>
            <a:stretch/>
          </p:blipFill>
          <p:spPr>
            <a:xfrm>
              <a:off x="6854675" y="1822075"/>
              <a:ext cx="1834132" cy="3657295"/>
            </a:xfrm>
            <a:prstGeom prst="rect">
              <a:avLst/>
            </a:prstGeom>
          </p:spPr>
        </p:pic>
      </p:grpSp>
      <p:sp>
        <p:nvSpPr>
          <p:cNvPr id="90" name="Nach rechts gekrümmter Pfeil 231">
            <a:extLst>
              <a:ext uri="{FF2B5EF4-FFF2-40B4-BE49-F238E27FC236}">
                <a16:creationId xmlns:a16="http://schemas.microsoft.com/office/drawing/2014/main" id="{95346BEF-BFD8-43C5-86B2-3E0B36B342A3}"/>
              </a:ext>
            </a:extLst>
          </p:cNvPr>
          <p:cNvSpPr/>
          <p:nvPr/>
        </p:nvSpPr>
        <p:spPr bwMode="auto">
          <a:xfrm>
            <a:off x="6818506" y="3631012"/>
            <a:ext cx="570539" cy="736088"/>
          </a:xfrm>
          <a:prstGeom prst="curvedRigh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sp>
        <p:nvSpPr>
          <p:cNvPr id="91" name="Nach links gekrümmter Pfeil 232">
            <a:extLst>
              <a:ext uri="{FF2B5EF4-FFF2-40B4-BE49-F238E27FC236}">
                <a16:creationId xmlns:a16="http://schemas.microsoft.com/office/drawing/2014/main" id="{37F5BB81-5ADD-4D82-B9A3-C441EBA7DF7A}"/>
              </a:ext>
            </a:extLst>
          </p:cNvPr>
          <p:cNvSpPr/>
          <p:nvPr/>
        </p:nvSpPr>
        <p:spPr bwMode="auto">
          <a:xfrm>
            <a:off x="11008037" y="3631012"/>
            <a:ext cx="572400" cy="738000"/>
          </a:xfrm>
          <a:prstGeom prst="curvedLeftArrow">
            <a:avLst/>
          </a:prstGeom>
          <a:solidFill>
            <a:srgbClr val="00963F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zh-CN" altLang="en-US" sz="1800" b="0" i="0" u="none" dirty="0">
              <a:solidFill>
                <a:srgbClr val="000000"/>
              </a:solidFill>
              <a:latin typeface="Arial"/>
              <a:ea typeface="宋体" panose="02010600030101010101" pitchFamily="2" charset="-122"/>
              <a:cs typeface="Arial Unicode MS" panose="020B0604020202020204" pitchFamily="34" charset="-128"/>
              <a:sym typeface="Arial"/>
            </a:endParaRPr>
          </a:p>
        </p:txBody>
      </p:sp>
      <p:pic>
        <p:nvPicPr>
          <p:cNvPr id="92" name="Picture 2">
            <a:extLst>
              <a:ext uri="{FF2B5EF4-FFF2-40B4-BE49-F238E27FC236}">
                <a16:creationId xmlns:a16="http://schemas.microsoft.com/office/drawing/2014/main" id="{FC8A1030-057C-4DEE-A26E-E0F25168F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743" y="4404655"/>
            <a:ext cx="248326" cy="49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product_distributed-io.png">
            <a:extLst>
              <a:ext uri="{FF2B5EF4-FFF2-40B4-BE49-F238E27FC236}">
                <a16:creationId xmlns:a16="http://schemas.microsoft.com/office/drawing/2014/main" id="{79331FD3-06A2-4B94-85E6-08824774C56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743" y="5362390"/>
            <a:ext cx="455268" cy="455268"/>
          </a:xfrm>
          <a:prstGeom prst="rect">
            <a:avLst/>
          </a:prstGeom>
        </p:spPr>
      </p:pic>
      <p:pic>
        <p:nvPicPr>
          <p:cNvPr id="94" name="product_distributed-io.png">
            <a:extLst>
              <a:ext uri="{FF2B5EF4-FFF2-40B4-BE49-F238E27FC236}">
                <a16:creationId xmlns:a16="http://schemas.microsoft.com/office/drawing/2014/main" id="{3E5BC9D3-2D47-4B28-9FCE-57E8CA57CD1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437" y="5362390"/>
            <a:ext cx="455268" cy="455268"/>
          </a:xfrm>
          <a:prstGeom prst="rect">
            <a:avLst/>
          </a:prstGeom>
        </p:spPr>
      </p:pic>
      <p:pic>
        <p:nvPicPr>
          <p:cNvPr id="95" name="Picture 12" descr="C:\Users\adzuth0\AppData\Local\Temp\SNAGHTML1699469.PNG">
            <a:extLst>
              <a:ext uri="{FF2B5EF4-FFF2-40B4-BE49-F238E27FC236}">
                <a16:creationId xmlns:a16="http://schemas.microsoft.com/office/drawing/2014/main" id="{EDD073BC-371E-40E1-A605-272E3A8D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834" y="4261147"/>
            <a:ext cx="582143" cy="67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 Box 16">
            <a:extLst>
              <a:ext uri="{FF2B5EF4-FFF2-40B4-BE49-F238E27FC236}">
                <a16:creationId xmlns:a16="http://schemas.microsoft.com/office/drawing/2014/main" id="{69FF9481-02CF-4F3A-8C3C-85F6DC2C2657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187859" y="2453824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  <p:pic>
        <p:nvPicPr>
          <p:cNvPr id="97" name="product_simatic-s7-1500-control-unit.png">
            <a:extLst>
              <a:ext uri="{FF2B5EF4-FFF2-40B4-BE49-F238E27FC236}">
                <a16:creationId xmlns:a16="http://schemas.microsoft.com/office/drawing/2014/main" id="{4DD5C460-1931-4C6F-B4AC-A1675AA71617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535" y="2783588"/>
            <a:ext cx="640310" cy="640310"/>
          </a:xfrm>
          <a:prstGeom prst="rect">
            <a:avLst/>
          </a:prstGeom>
        </p:spPr>
      </p:pic>
      <p:pic>
        <p:nvPicPr>
          <p:cNvPr id="98" name="product_simatic-s7-1500-control-unit.png">
            <a:extLst>
              <a:ext uri="{FF2B5EF4-FFF2-40B4-BE49-F238E27FC236}">
                <a16:creationId xmlns:a16="http://schemas.microsoft.com/office/drawing/2014/main" id="{88DCD457-94D8-4299-A2BF-7E5D93B8DDE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340" y="2783588"/>
            <a:ext cx="640310" cy="640310"/>
          </a:xfrm>
          <a:prstGeom prst="rect">
            <a:avLst/>
          </a:prstGeom>
        </p:spPr>
      </p:pic>
      <p:pic>
        <p:nvPicPr>
          <p:cNvPr id="99" name="Picture 12" descr="C:\Users\adzuth0\AppData\Local\Temp\SNAGHTML1699469.PNG">
            <a:extLst>
              <a:ext uri="{FF2B5EF4-FFF2-40B4-BE49-F238E27FC236}">
                <a16:creationId xmlns:a16="http://schemas.microsoft.com/office/drawing/2014/main" id="{AD56AE83-B455-4F1D-AD0A-F87348BEF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020" y="4287876"/>
            <a:ext cx="582143" cy="67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AutoShape 4">
            <a:extLst>
              <a:ext uri="{FF2B5EF4-FFF2-40B4-BE49-F238E27FC236}">
                <a16:creationId xmlns:a16="http://schemas.microsoft.com/office/drawing/2014/main" id="{211A504B-12D4-47EE-83FE-A33212DEF3CA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31860" y="1557338"/>
            <a:ext cx="4761931" cy="792000"/>
          </a:xfrm>
          <a:prstGeom prst="homePlate">
            <a:avLst>
              <a:gd name="adj" fmla="val 23593"/>
            </a:avLst>
          </a:prstGeom>
          <a:solidFill>
            <a:srgbClr val="BECDD7"/>
          </a:soli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环网中的交换机（采用线性</a:t>
            </a:r>
            <a:b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</a:b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拓扑）发生故障</a:t>
            </a:r>
          </a:p>
        </p:txBody>
      </p:sp>
      <p:sp>
        <p:nvSpPr>
          <p:cNvPr id="101" name="AutoShape 4">
            <a:extLst>
              <a:ext uri="{FF2B5EF4-FFF2-40B4-BE49-F238E27FC236}">
                <a16:creationId xmlns:a16="http://schemas.microsoft.com/office/drawing/2014/main" id="{3CDC0A49-80C4-4A51-B161-6CCFCC79631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818506" y="1560320"/>
            <a:ext cx="4761931" cy="792000"/>
          </a:xfrm>
          <a:prstGeom prst="homePlate">
            <a:avLst>
              <a:gd name="adj" fmla="val 23593"/>
            </a:avLst>
          </a:prstGeom>
          <a:solidFill>
            <a:srgbClr val="BECDD7"/>
          </a:solidFill>
          <a:ln>
            <a:noFill/>
          </a:ln>
          <a:effectLst/>
        </p:spPr>
        <p:txBody>
          <a:bodyPr lIns="180000" tIns="72000" rIns="72000" bIns="72000" anchor="ctr" anchorCtr="0"/>
          <a:lstStyle/>
          <a:p>
            <a:pPr marL="0" lvl="1" algn="l" rtl="0" eaLnBrk="0" hangingPunct="0">
              <a:lnSpc>
                <a:spcPct val="95000"/>
              </a:lnSpc>
            </a:pP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PROFINET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环网中的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IO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设备</a:t>
            </a:r>
            <a:r>
              <a:rPr lang="zh-CN" altLang="en-US" b="1" i="0" u="sng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以及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主 </a:t>
            </a:r>
            <a:r>
              <a:rPr lang="en-US" altLang="zh-CN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CPU </a:t>
            </a:r>
            <a:r>
              <a:rPr lang="zh-CN" altLang="en-US" b="1" i="0" u="none" dirty="0">
                <a:solidFill>
                  <a:srgbClr val="3C464B"/>
                </a:solidFill>
                <a:latin typeface="Arial"/>
                <a:ea typeface="宋体" panose="02010600030101010101" pitchFamily="2" charset="-122"/>
                <a:sym typeface="Arial"/>
              </a:rPr>
              <a:t>发生故障</a:t>
            </a:r>
          </a:p>
        </p:txBody>
      </p:sp>
      <p:sp>
        <p:nvSpPr>
          <p:cNvPr id="102" name="Text Box 16">
            <a:extLst>
              <a:ext uri="{FF2B5EF4-FFF2-40B4-BE49-F238E27FC236}">
                <a16:creationId xmlns:a16="http://schemas.microsoft.com/office/drawing/2014/main" id="{3D5ACD25-6341-4785-BEEB-CCB457B1BAEE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971063" y="2616185"/>
            <a:ext cx="221214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</a:t>
            </a:r>
          </a:p>
        </p:txBody>
      </p:sp>
      <p:sp>
        <p:nvSpPr>
          <p:cNvPr id="103" name="Text Box 16">
            <a:extLst>
              <a:ext uri="{FF2B5EF4-FFF2-40B4-BE49-F238E27FC236}">
                <a16:creationId xmlns:a16="http://schemas.microsoft.com/office/drawing/2014/main" id="{979CB8F2-BB30-4114-88B0-1CBB6D2B82D2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9664544" y="2615393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04" name="Text Box 16">
            <a:extLst>
              <a:ext uri="{FF2B5EF4-FFF2-40B4-BE49-F238E27FC236}">
                <a16:creationId xmlns:a16="http://schemas.microsoft.com/office/drawing/2014/main" id="{54570E64-89EB-4DFD-A842-2AEF2E970D61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971741" y="2617753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05" name="Text Box 16">
            <a:extLst>
              <a:ext uri="{FF2B5EF4-FFF2-40B4-BE49-F238E27FC236}">
                <a16:creationId xmlns:a16="http://schemas.microsoft.com/office/drawing/2014/main" id="{50F66F5A-17CB-4927-8DE9-48972ABD124A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913135" y="2617754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sp>
        <p:nvSpPr>
          <p:cNvPr id="106" name="Text Box 16">
            <a:extLst>
              <a:ext uri="{FF2B5EF4-FFF2-40B4-BE49-F238E27FC236}">
                <a16:creationId xmlns:a16="http://schemas.microsoft.com/office/drawing/2014/main" id="{89807104-C435-4113-A0B3-717DCE63F61D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661059" y="2607712"/>
            <a:ext cx="819135" cy="12311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en-US" altLang="zh-CN" sz="800" b="1" i="0" u="none" dirty="0">
                <a:latin typeface="Arial"/>
                <a:ea typeface="宋体" panose="02010600030101010101" pitchFamily="2" charset="-122"/>
                <a:sym typeface="Arial"/>
              </a:rPr>
              <a:t>RUN-Redundant </a:t>
            </a:r>
          </a:p>
        </p:txBody>
      </p:sp>
      <p:pic>
        <p:nvPicPr>
          <p:cNvPr id="107" name="Picture 12" descr="C:\Users\adzuth0\AppData\Local\Temp\SNAGHTML1699469.PNG">
            <a:extLst>
              <a:ext uri="{FF2B5EF4-FFF2-40B4-BE49-F238E27FC236}">
                <a16:creationId xmlns:a16="http://schemas.microsoft.com/office/drawing/2014/main" id="{E679776E-A21A-4BB9-83EA-006765789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148" y="2758690"/>
            <a:ext cx="582143" cy="67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Text Box 21">
            <a:extLst>
              <a:ext uri="{FF2B5EF4-FFF2-40B4-BE49-F238E27FC236}">
                <a16:creationId xmlns:a16="http://schemas.microsoft.com/office/drawing/2014/main" id="{0C368485-60DD-4489-B864-1CD1E88D6803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9821607" y="2452852"/>
            <a:ext cx="512962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备用设备</a:t>
            </a:r>
          </a:p>
        </p:txBody>
      </p:sp>
      <p:sp>
        <p:nvSpPr>
          <p:cNvPr id="109" name="Text Box 16">
            <a:extLst>
              <a:ext uri="{FF2B5EF4-FFF2-40B4-BE49-F238E27FC236}">
                <a16:creationId xmlns:a16="http://schemas.microsoft.com/office/drawing/2014/main" id="{0894C84F-30CD-4010-90D0-153141C18047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872134" y="2452853"/>
            <a:ext cx="38472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 eaLnBrk="1" hangingPunct="1"/>
            <a:r>
              <a:rPr lang="zh-CN" altLang="en-US" sz="1000" b="1" i="0" u="none" dirty="0">
                <a:latin typeface="Arial"/>
                <a:ea typeface="宋体" panose="02010600030101010101" pitchFamily="2" charset="-122"/>
                <a:sym typeface="Arial"/>
              </a:rPr>
              <a:t>主设备</a:t>
            </a:r>
          </a:p>
        </p:txBody>
      </p:sp>
    </p:spTree>
    <p:extLst>
      <p:ext uri="{BB962C8B-B14F-4D97-AF65-F5344CB8AC3E}">
        <p14:creationId xmlns:p14="http://schemas.microsoft.com/office/powerpoint/2010/main" val="5213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90" grpId="0" animBg="1"/>
      <p:bldP spid="91" grpId="0" animBg="1"/>
      <p:bldP spid="96" grpId="0"/>
      <p:bldP spid="103" grpId="0" animBg="1"/>
      <p:bldP spid="104" grpId="0" animBg="1"/>
      <p:bldP spid="108" grpId="0"/>
      <p:bldP spid="10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665509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966"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SIMATIC S7-1500R – </a:t>
            </a:r>
            <a:br>
              <a:rPr lang="en-US" dirty="0"/>
            </a:br>
            <a:r>
              <a:rPr lang="zh-CN" altLang="en-US" b="0" dirty="0">
                <a:ea typeface="宋体" pitchFamily="2" charset="-122"/>
              </a:rPr>
              <a:t>应用</a:t>
            </a:r>
            <a:r>
              <a:rPr lang="en-US" altLang="en-US" b="0" dirty="0">
                <a:ea typeface="宋体" pitchFamily="2" charset="-122"/>
              </a:rPr>
              <a:t> – </a:t>
            </a:r>
            <a:r>
              <a:rPr lang="zh-CN" altLang="en-US" b="0" dirty="0">
                <a:ea typeface="宋体" pitchFamily="2" charset="-122"/>
              </a:rPr>
              <a:t>制冷通风系统</a:t>
            </a:r>
            <a:endParaRPr lang="en-US" altLang="en-US" b="0" dirty="0">
              <a:ea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43638" y="1954311"/>
            <a:ext cx="5472112" cy="1061829"/>
          </a:xfrm>
          <a:prstGeom prst="rect">
            <a:avLst/>
          </a:prstGeom>
          <a:noFill/>
          <a:ln>
            <a:noFill/>
          </a:ln>
          <a:effectLst/>
        </p:spPr>
        <p:txBody>
          <a:bodyPr lIns="108000" tIns="0" rIns="0" bIns="0" anchor="t">
            <a:spAutoFit/>
          </a:bodyPr>
          <a:lstStyle/>
          <a:p>
            <a:pPr lvl="0">
              <a:spcBef>
                <a:spcPts val="600"/>
              </a:spcBef>
              <a:buClr>
                <a:srgbClr val="879BAA"/>
              </a:buClr>
            </a:pPr>
            <a:r>
              <a:rPr lang="en-US" sz="1600" dirty="0">
                <a:solidFill>
                  <a:srgbClr val="000000"/>
                </a:solidFill>
              </a:rPr>
              <a:t>A </a:t>
            </a:r>
            <a:r>
              <a:rPr lang="en-US" sz="1600" b="1" dirty="0">
                <a:solidFill>
                  <a:srgbClr val="000000"/>
                </a:solidFill>
              </a:rPr>
              <a:t>longer interruption </a:t>
            </a:r>
            <a:r>
              <a:rPr lang="en-US" sz="1600" dirty="0">
                <a:solidFill>
                  <a:srgbClr val="000000"/>
                </a:solidFill>
              </a:rPr>
              <a:t>of the cooling system may cause in the long run </a:t>
            </a:r>
            <a:r>
              <a:rPr lang="en-US" sz="1600" b="1" dirty="0">
                <a:solidFill>
                  <a:srgbClr val="000000"/>
                </a:solidFill>
              </a:rPr>
              <a:t>a significant and unpredictable reduction </a:t>
            </a:r>
            <a:r>
              <a:rPr lang="en-US" sz="1600" dirty="0">
                <a:solidFill>
                  <a:srgbClr val="000000"/>
                </a:solidFill>
              </a:rPr>
              <a:t>of the </a:t>
            </a:r>
            <a:r>
              <a:rPr lang="en-US" sz="1600" b="1" dirty="0">
                <a:solidFill>
                  <a:srgbClr val="000000"/>
                </a:solidFill>
              </a:rPr>
              <a:t>server availability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</a:p>
          <a:p>
            <a:pPr lvl="0">
              <a:spcBef>
                <a:spcPts val="600"/>
              </a:spcBef>
              <a:buClr>
                <a:srgbClr val="879BAA"/>
              </a:buClr>
            </a:pPr>
            <a:r>
              <a:rPr lang="zh-CN" altLang="en-US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制冷系统的中断停机会严重影响服务器的可用性</a:t>
            </a:r>
            <a:endParaRPr lang="en-US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Rechteck 9"/>
          <p:cNvSpPr>
            <a:spLocks/>
          </p:cNvSpPr>
          <p:nvPr/>
        </p:nvSpPr>
        <p:spPr bwMode="auto">
          <a:xfrm>
            <a:off x="627063" y="1439999"/>
            <a:ext cx="5472112" cy="475442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1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43638" y="1440777"/>
            <a:ext cx="5472112" cy="395643"/>
          </a:xfrm>
          <a:prstGeom prst="rect">
            <a:avLst/>
          </a:prstGeo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08000" tIns="72000" rIns="108000" bIns="720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r>
              <a:rPr lang="zh-CN" alt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例如</a:t>
            </a:r>
            <a:r>
              <a:rPr 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.</a:t>
            </a:r>
            <a:r>
              <a:rPr lang="zh-CN" alt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用于服务器群</a:t>
            </a:r>
            <a:r>
              <a:rPr 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/ </a:t>
            </a:r>
            <a:r>
              <a:rPr lang="zh-CN" alt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数据中心</a:t>
            </a:r>
            <a:endParaRPr lang="en-US" sz="1600" b="1" dirty="0">
              <a:solidFill>
                <a:srgbClr val="FFFFFF"/>
              </a:solidFill>
              <a:latin typeface="宋体" pitchFamily="2" charset="-122"/>
              <a:ea typeface="宋体" pitchFamily="2" charset="-122"/>
              <a:cs typeface="Arial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33" y="1909762"/>
            <a:ext cx="5620370" cy="3904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BainBulletsConfiguration" hidden="1"/>
          <p:cNvSpPr txBox="1"/>
          <p:nvPr/>
        </p:nvSpPr>
        <p:spPr>
          <a:xfrm>
            <a:off x="12700" y="12700"/>
            <a:ext cx="178254" cy="153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" dirty="0" err="1">
              <a:solidFill>
                <a:srgbClr val="FFFFFF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5" name="Picture 5" descr="B:\Kunden\01_Siemens_Kundenkreis neu 468-700\516 Digital Factory\2018\02_2018\Kläber\iStock-599903446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43638" y="3548697"/>
            <a:ext cx="5472112" cy="264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264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53604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90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 err="1">
              <a:latin typeface="Arial"/>
              <a:ea typeface="+mj-ea"/>
              <a:cs typeface="Arial"/>
              <a:sym typeface="Arial"/>
            </a:endParaRPr>
          </a:p>
        </p:txBody>
      </p:sp>
      <p:pic>
        <p:nvPicPr>
          <p:cNvPr id="17" name="Picture 4" descr="http://w3.siemens.com/topics/global/en/tunnel-automation/PublishingImages/portlet-1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96451" y="3008252"/>
            <a:ext cx="2019300" cy="76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SIMATIC S7-1500H – </a:t>
            </a:r>
            <a:br>
              <a:rPr lang="en-US" dirty="0"/>
            </a:br>
            <a:r>
              <a:rPr lang="zh-CN" altLang="en-US" b="0" dirty="0">
                <a:ea typeface="宋体" pitchFamily="2" charset="-122"/>
              </a:rPr>
              <a:t>应用</a:t>
            </a:r>
            <a:r>
              <a:rPr lang="en-US" altLang="en-US" b="0" dirty="0">
                <a:ea typeface="宋体" pitchFamily="2" charset="-122"/>
              </a:rPr>
              <a:t> – </a:t>
            </a:r>
            <a:r>
              <a:rPr lang="zh-CN" altLang="en-US" b="0" dirty="0">
                <a:ea typeface="宋体" pitchFamily="2" charset="-122"/>
              </a:rPr>
              <a:t>隧道</a:t>
            </a:r>
            <a:endParaRPr lang="en-US" altLang="en-US" b="0" dirty="0">
              <a:ea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43638" y="1954311"/>
            <a:ext cx="2890837" cy="5693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0" tIns="0" rIns="0" bIns="0" anchor="t">
            <a:spAutoFit/>
          </a:bodyPr>
          <a:lstStyle/>
          <a:p>
            <a:pPr marL="180000" indent="-18000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排烟系统</a:t>
            </a:r>
            <a:endParaRPr lang="en-US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marL="180000" indent="-18000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通风系统</a:t>
            </a:r>
            <a:endParaRPr lang="en-US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Rechteck 9"/>
          <p:cNvSpPr>
            <a:spLocks/>
          </p:cNvSpPr>
          <p:nvPr/>
        </p:nvSpPr>
        <p:spPr bwMode="auto">
          <a:xfrm>
            <a:off x="627063" y="1439999"/>
            <a:ext cx="5472112" cy="475442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1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43638" y="1440777"/>
            <a:ext cx="5472112" cy="395643"/>
          </a:xfrm>
          <a:prstGeom prst="rect">
            <a:avLst/>
          </a:prstGeo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08000" tIns="72000" rIns="108000" bIns="7200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r>
              <a:rPr lang="zh-CN" altLang="en-US" sz="1600" b="1" dirty="0">
                <a:solidFill>
                  <a:srgbClr val="FFFFFF"/>
                </a:solidFill>
                <a:latin typeface="宋体" pitchFamily="2" charset="-122"/>
                <a:ea typeface="宋体" pitchFamily="2" charset="-122"/>
                <a:cs typeface="Arial" pitchFamily="34" charset="0"/>
              </a:rPr>
              <a:t>子系统</a:t>
            </a:r>
            <a:endParaRPr lang="en-US" sz="1600" b="1" dirty="0">
              <a:solidFill>
                <a:srgbClr val="FFFFFF"/>
              </a:solidFill>
              <a:latin typeface="宋体" pitchFamily="2" charset="-122"/>
              <a:ea typeface="宋体" pitchFamily="2" charset="-122"/>
              <a:cs typeface="Arial" pitchFamily="34" charset="0"/>
            </a:endParaRPr>
          </a:p>
        </p:txBody>
      </p:sp>
      <p:pic>
        <p:nvPicPr>
          <p:cNvPr id="12" name="Picture 7" descr="http://w3.siemens.com/topics/global/en/tunnel-automation/PublishingImages/portlet-5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51" y="1954311"/>
            <a:ext cx="2019300" cy="76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erade Verbindung 3"/>
          <p:cNvCxnSpPr>
            <a:cxnSpLocks/>
          </p:cNvCxnSpPr>
          <p:nvPr/>
        </p:nvCxnSpPr>
        <p:spPr bwMode="auto">
          <a:xfrm>
            <a:off x="6243638" y="2864252"/>
            <a:ext cx="5472112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DFE6E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243638" y="3008252"/>
            <a:ext cx="2890837" cy="5693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0" tIns="0" rIns="0" bIns="0" anchor="t">
            <a:spAutoFit/>
          </a:bodyPr>
          <a:lstStyle/>
          <a:p>
            <a:pPr marL="180000" indent="-18000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照明系统</a:t>
            </a:r>
            <a:endParaRPr lang="en-US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marL="180000" indent="-18000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交通控制</a:t>
            </a:r>
            <a:endParaRPr lang="en-US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9" name="Gerade Verbindung 18"/>
          <p:cNvCxnSpPr>
            <a:cxnSpLocks/>
          </p:cNvCxnSpPr>
          <p:nvPr/>
        </p:nvCxnSpPr>
        <p:spPr bwMode="auto">
          <a:xfrm>
            <a:off x="6243638" y="3918193"/>
            <a:ext cx="5472112" cy="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DFE6E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243638" y="4062193"/>
            <a:ext cx="5472112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0" tIns="0" rIns="0" bIns="0" anchor="t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</a:pPr>
            <a:r>
              <a:rPr lang="zh-CN" altLang="en-US" sz="1600" b="1" dirty="0">
                <a:solidFill>
                  <a:srgbClr val="00646E"/>
                </a:solidFill>
                <a:latin typeface="宋体" pitchFamily="2" charset="-122"/>
                <a:ea typeface="宋体" pitchFamily="2" charset="-122"/>
              </a:rPr>
              <a:t>如果需要故障安全或者是冗余总线，</a:t>
            </a:r>
            <a:br>
              <a:rPr lang="en-US" sz="1600" b="1" dirty="0">
                <a:solidFill>
                  <a:srgbClr val="00646E"/>
                </a:solidFill>
                <a:latin typeface="宋体" pitchFamily="2" charset="-122"/>
                <a:ea typeface="宋体" pitchFamily="2" charset="-122"/>
              </a:rPr>
            </a:br>
            <a:r>
              <a:rPr lang="en-US" sz="1600" b="1" dirty="0">
                <a:solidFill>
                  <a:srgbClr val="00646E"/>
                </a:solidFill>
                <a:latin typeface="宋体" pitchFamily="2" charset="-122"/>
                <a:ea typeface="宋体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1600" b="1" dirty="0">
                <a:solidFill>
                  <a:srgbClr val="00646E"/>
                </a:solidFill>
                <a:latin typeface="宋体" pitchFamily="2" charset="-122"/>
                <a:ea typeface="宋体" pitchFamily="2" charset="-122"/>
                <a:sym typeface="Wingdings" panose="05000000000000000000" pitchFamily="2" charset="2"/>
              </a:rPr>
              <a:t>目前只能采用</a:t>
            </a:r>
            <a:r>
              <a:rPr lang="en-US" sz="1600" b="1" dirty="0">
                <a:solidFill>
                  <a:srgbClr val="00646E"/>
                </a:solidFill>
                <a:latin typeface="宋体" pitchFamily="2" charset="-122"/>
                <a:ea typeface="宋体" pitchFamily="2" charset="-122"/>
                <a:sym typeface="Wingdings" panose="05000000000000000000" pitchFamily="2" charset="2"/>
              </a:rPr>
              <a:t> </a:t>
            </a:r>
            <a:r>
              <a:rPr lang="en-US" sz="1600" b="1" dirty="0">
                <a:solidFill>
                  <a:srgbClr val="00646E"/>
                </a:solidFill>
                <a:latin typeface="+mj-lt"/>
                <a:ea typeface="宋体" pitchFamily="2" charset="-122"/>
              </a:rPr>
              <a:t>S7-400H</a:t>
            </a:r>
          </a:p>
        </p:txBody>
      </p:sp>
      <p:sp>
        <p:nvSpPr>
          <p:cNvPr id="21" name="Freeform 95"/>
          <p:cNvSpPr>
            <a:spLocks noEditPoints="1"/>
          </p:cNvSpPr>
          <p:nvPr/>
        </p:nvSpPr>
        <p:spPr bwMode="auto">
          <a:xfrm>
            <a:off x="10212073" y="5144765"/>
            <a:ext cx="1503678" cy="1049660"/>
          </a:xfrm>
          <a:custGeom>
            <a:avLst/>
            <a:gdLst>
              <a:gd name="T0" fmla="*/ 3402 w 3553"/>
              <a:gd name="T1" fmla="*/ 1436 h 2494"/>
              <a:gd name="T2" fmla="*/ 1966 w 3553"/>
              <a:gd name="T3" fmla="*/ 0 h 2494"/>
              <a:gd name="T4" fmla="*/ 530 w 3553"/>
              <a:gd name="T5" fmla="*/ 1436 h 2494"/>
              <a:gd name="T6" fmla="*/ 530 w 3553"/>
              <a:gd name="T7" fmla="*/ 1436 h 2494"/>
              <a:gd name="T8" fmla="*/ 0 w 3553"/>
              <a:gd name="T9" fmla="*/ 1587 h 2494"/>
              <a:gd name="T10" fmla="*/ 0 w 3553"/>
              <a:gd name="T11" fmla="*/ 1814 h 2494"/>
              <a:gd name="T12" fmla="*/ 1966 w 3553"/>
              <a:gd name="T13" fmla="*/ 1814 h 2494"/>
              <a:gd name="T14" fmla="*/ 3024 w 3553"/>
              <a:gd name="T15" fmla="*/ 2192 h 2494"/>
              <a:gd name="T16" fmla="*/ 3100 w 3553"/>
              <a:gd name="T17" fmla="*/ 2494 h 2494"/>
              <a:gd name="T18" fmla="*/ 3251 w 3553"/>
              <a:gd name="T19" fmla="*/ 2494 h 2494"/>
              <a:gd name="T20" fmla="*/ 3251 w 3553"/>
              <a:gd name="T21" fmla="*/ 1814 h 2494"/>
              <a:gd name="T22" fmla="*/ 3553 w 3553"/>
              <a:gd name="T23" fmla="*/ 1814 h 2494"/>
              <a:gd name="T24" fmla="*/ 3553 w 3553"/>
              <a:gd name="T25" fmla="*/ 1587 h 2494"/>
              <a:gd name="T26" fmla="*/ 3402 w 3553"/>
              <a:gd name="T27" fmla="*/ 1436 h 2494"/>
              <a:gd name="T28" fmla="*/ 1966 w 3553"/>
              <a:gd name="T29" fmla="*/ 378 h 2494"/>
              <a:gd name="T30" fmla="*/ 1166 w 3553"/>
              <a:gd name="T31" fmla="*/ 744 h 2494"/>
              <a:gd name="T32" fmla="*/ 1050 w 3553"/>
              <a:gd name="T33" fmla="*/ 647 h 2494"/>
              <a:gd name="T34" fmla="*/ 1966 w 3553"/>
              <a:gd name="T35" fmla="*/ 226 h 2494"/>
              <a:gd name="T36" fmla="*/ 1966 w 3553"/>
              <a:gd name="T37" fmla="*/ 378 h 2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553" h="2494">
                <a:moveTo>
                  <a:pt x="3402" y="1436"/>
                </a:moveTo>
                <a:cubicBezTo>
                  <a:pt x="3402" y="643"/>
                  <a:pt x="2759" y="0"/>
                  <a:pt x="1966" y="0"/>
                </a:cubicBezTo>
                <a:cubicBezTo>
                  <a:pt x="1173" y="0"/>
                  <a:pt x="530" y="643"/>
                  <a:pt x="530" y="1436"/>
                </a:cubicBezTo>
                <a:cubicBezTo>
                  <a:pt x="530" y="1436"/>
                  <a:pt x="530" y="1436"/>
                  <a:pt x="530" y="1436"/>
                </a:cubicBezTo>
                <a:cubicBezTo>
                  <a:pt x="0" y="1587"/>
                  <a:pt x="0" y="1587"/>
                  <a:pt x="0" y="1587"/>
                </a:cubicBezTo>
                <a:cubicBezTo>
                  <a:pt x="0" y="1814"/>
                  <a:pt x="0" y="1814"/>
                  <a:pt x="0" y="1814"/>
                </a:cubicBezTo>
                <a:cubicBezTo>
                  <a:pt x="1966" y="1814"/>
                  <a:pt x="1966" y="1814"/>
                  <a:pt x="1966" y="1814"/>
                </a:cubicBezTo>
                <a:cubicBezTo>
                  <a:pt x="3024" y="2192"/>
                  <a:pt x="3024" y="2192"/>
                  <a:pt x="3024" y="2192"/>
                </a:cubicBezTo>
                <a:cubicBezTo>
                  <a:pt x="3100" y="2494"/>
                  <a:pt x="3100" y="2494"/>
                  <a:pt x="3100" y="2494"/>
                </a:cubicBezTo>
                <a:cubicBezTo>
                  <a:pt x="3251" y="2494"/>
                  <a:pt x="3251" y="2494"/>
                  <a:pt x="3251" y="2494"/>
                </a:cubicBezTo>
                <a:cubicBezTo>
                  <a:pt x="3251" y="1814"/>
                  <a:pt x="3251" y="1814"/>
                  <a:pt x="3251" y="1814"/>
                </a:cubicBezTo>
                <a:cubicBezTo>
                  <a:pt x="3553" y="1814"/>
                  <a:pt x="3553" y="1814"/>
                  <a:pt x="3553" y="1814"/>
                </a:cubicBezTo>
                <a:cubicBezTo>
                  <a:pt x="3553" y="1587"/>
                  <a:pt x="3553" y="1587"/>
                  <a:pt x="3553" y="1587"/>
                </a:cubicBezTo>
                <a:lnTo>
                  <a:pt x="3402" y="1436"/>
                </a:lnTo>
                <a:close/>
                <a:moveTo>
                  <a:pt x="1966" y="378"/>
                </a:moveTo>
                <a:cubicBezTo>
                  <a:pt x="1647" y="378"/>
                  <a:pt x="1360" y="520"/>
                  <a:pt x="1166" y="744"/>
                </a:cubicBezTo>
                <a:cubicBezTo>
                  <a:pt x="1050" y="647"/>
                  <a:pt x="1050" y="647"/>
                  <a:pt x="1050" y="647"/>
                </a:cubicBezTo>
                <a:cubicBezTo>
                  <a:pt x="1272" y="390"/>
                  <a:pt x="1600" y="226"/>
                  <a:pt x="1966" y="226"/>
                </a:cubicBezTo>
                <a:lnTo>
                  <a:pt x="1966" y="378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2457864"/>
            <a:ext cx="5160962" cy="2718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BainBulletsConfiguration" hidden="1"/>
          <p:cNvSpPr txBox="1"/>
          <p:nvPr/>
        </p:nvSpPr>
        <p:spPr>
          <a:xfrm>
            <a:off x="12700" y="12700"/>
            <a:ext cx="178254" cy="153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176213" indent="-176213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" dirty="0" err="1">
              <a:solidFill>
                <a:srgbClr val="FFFFFF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0995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D00D2D2-D719-4B3F-B1A6-AFF42B92762E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0995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09"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4E728E9C-1B38-4106-84E0-739AE759637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 err="1"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136084-D73F-4BBE-B6DD-5FDDDA579787}"/>
              </a:ext>
            </a:extLst>
          </p:cNvPr>
          <p:cNvGrpSpPr/>
          <p:nvPr/>
        </p:nvGrpSpPr>
        <p:grpSpPr>
          <a:xfrm>
            <a:off x="612573" y="3154888"/>
            <a:ext cx="11100977" cy="1308050"/>
            <a:chOff x="612573" y="2893638"/>
            <a:chExt cx="11100977" cy="1308050"/>
          </a:xfrm>
        </p:grpSpPr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612573" y="2917388"/>
              <a:ext cx="2571191" cy="106182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透明化编程</a:t>
              </a:r>
              <a:endParaRPr lang="en-US" sz="1600" b="1" dirty="0">
                <a:solidFill>
                  <a:srgbClr val="41AAAA"/>
                </a:solidFill>
                <a:latin typeface="+mj-lt"/>
                <a:ea typeface="宋体" pitchFamily="2" charset="-122"/>
              </a:endParaRPr>
            </a:p>
            <a:p>
              <a:pPr>
                <a:spcBef>
                  <a:spcPts val="300"/>
                </a:spcBef>
                <a:buClr>
                  <a:schemeClr val="accent1"/>
                </a:buClr>
              </a:pP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无需专门的冗余知识，像单机一样编程</a:t>
              </a:r>
            </a:p>
            <a:p>
              <a:pPr>
                <a:spcBef>
                  <a:spcPts val="300"/>
                </a:spcBef>
                <a:buClr>
                  <a:schemeClr val="accent1"/>
                </a:buClr>
              </a:pP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  <p:sp>
          <p:nvSpPr>
            <p:cNvPr id="43" name="Rectangle 22"/>
            <p:cNvSpPr>
              <a:spLocks noChangeArrowheads="1"/>
            </p:cNvSpPr>
            <p:nvPr/>
          </p:nvSpPr>
          <p:spPr bwMode="auto">
            <a:xfrm>
              <a:off x="9142359" y="2893638"/>
              <a:ext cx="2571191" cy="1308050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系统</a:t>
              </a:r>
              <a:r>
                <a:rPr lang="en-US" altLang="zh-CN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IP</a:t>
              </a: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地址</a:t>
              </a:r>
              <a:endParaRPr lang="en-US" sz="1600" b="1" dirty="0">
                <a:solidFill>
                  <a:srgbClr val="41AAAA"/>
                </a:solidFill>
                <a:latin typeface="+mj-lt"/>
                <a:ea typeface="宋体" pitchFamily="2" charset="-122"/>
              </a:endParaRPr>
            </a:p>
            <a:p>
              <a:pPr>
                <a:spcBef>
                  <a:spcPts val="300"/>
                </a:spcBef>
                <a:buClr>
                  <a:schemeClr val="accent1"/>
                </a:buClr>
              </a:pPr>
              <a:r>
                <a:rPr lang="zh-CN" altLang="en-US" sz="1600" dirty="0">
                  <a:solidFill>
                    <a:srgbClr val="000000"/>
                  </a:solidFill>
                  <a:latin typeface="+mj-lt"/>
                  <a:ea typeface="宋体" pitchFamily="2" charset="-122"/>
                  <a:cs typeface="Arial" charset="0"/>
                </a:rPr>
                <a:t>通过以太网连接</a:t>
              </a:r>
              <a:r>
                <a:rPr lang="en-US" altLang="zh-CN" sz="1600" dirty="0">
                  <a:solidFill>
                    <a:srgbClr val="000000"/>
                  </a:solidFill>
                  <a:latin typeface="+mj-lt"/>
                  <a:ea typeface="宋体" pitchFamily="2" charset="-122"/>
                  <a:cs typeface="Arial" charset="0"/>
                </a:rPr>
                <a:t>HMI</a:t>
              </a:r>
              <a:r>
                <a:rPr lang="zh-CN" altLang="en-US" sz="1600" dirty="0">
                  <a:solidFill>
                    <a:srgbClr val="000000"/>
                  </a:solidFill>
                  <a:latin typeface="+mj-lt"/>
                  <a:ea typeface="宋体" pitchFamily="2" charset="-122"/>
                  <a:cs typeface="Arial" charset="0"/>
                </a:rPr>
                <a:t>和</a:t>
              </a:r>
              <a:r>
                <a:rPr lang="en-US" altLang="zh-CN" sz="1600" dirty="0">
                  <a:solidFill>
                    <a:srgbClr val="000000"/>
                  </a:solidFill>
                  <a:latin typeface="+mj-lt"/>
                  <a:ea typeface="宋体" pitchFamily="2" charset="-122"/>
                  <a:cs typeface="Arial" charset="0"/>
                </a:rPr>
                <a:t>SCADA</a:t>
              </a:r>
              <a:r>
                <a:rPr lang="zh-CN" altLang="en-US" sz="1600" dirty="0">
                  <a:solidFill>
                    <a:srgbClr val="000000"/>
                  </a:solidFill>
                  <a:latin typeface="+mj-lt"/>
                  <a:ea typeface="宋体" pitchFamily="2" charset="-122"/>
                  <a:cs typeface="Arial" charset="0"/>
                </a:rPr>
                <a:t> 像连接单机系统一样简单</a:t>
              </a:r>
              <a:endParaRPr lang="en-US" sz="1600" dirty="0">
                <a:solidFill>
                  <a:srgbClr val="000000"/>
                </a:solidFill>
                <a:latin typeface="+mj-lt"/>
                <a:ea typeface="宋体" pitchFamily="2" charset="-122"/>
                <a:cs typeface="Arial" charset="0"/>
              </a:endParaRPr>
            </a:p>
            <a:p>
              <a:pPr>
                <a:spcBef>
                  <a:spcPts val="300"/>
                </a:spcBef>
                <a:buClr>
                  <a:schemeClr val="accent1"/>
                </a:buClr>
              </a:pP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00F2A5-7C42-4BD5-90C0-756DAED221D6}"/>
              </a:ext>
            </a:extLst>
          </p:cNvPr>
          <p:cNvGrpSpPr/>
          <p:nvPr/>
        </p:nvGrpSpPr>
        <p:grpSpPr>
          <a:xfrm>
            <a:off x="612573" y="1666267"/>
            <a:ext cx="11100977" cy="777136"/>
            <a:chOff x="612573" y="1405017"/>
            <a:chExt cx="11100977" cy="777136"/>
          </a:xfrm>
        </p:grpSpPr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612573" y="1405017"/>
              <a:ext cx="2571191" cy="777136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高效工程开发</a:t>
              </a:r>
              <a:endParaRPr lang="en-US" sz="1600" b="1" dirty="0">
                <a:solidFill>
                  <a:srgbClr val="41AAAA"/>
                </a:solidFill>
                <a:latin typeface="+mj-lt"/>
                <a:ea typeface="宋体" pitchFamily="2" charset="-122"/>
              </a:endParaRPr>
            </a:p>
            <a:p>
              <a:pPr>
                <a:spcBef>
                  <a:spcPts val="300"/>
                </a:spcBef>
                <a:buClr>
                  <a:schemeClr val="accent1"/>
                </a:buClr>
              </a:pP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控制器与可视化程序开发集成于</a:t>
              </a:r>
              <a:r>
                <a:rPr lang="en-US" altLang="zh-CN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TIA Portal</a:t>
              </a: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  <p:sp>
          <p:nvSpPr>
            <p:cNvPr id="52" name="Rectangle 22"/>
            <p:cNvSpPr>
              <a:spLocks noChangeArrowheads="1"/>
            </p:cNvSpPr>
            <p:nvPr/>
          </p:nvSpPr>
          <p:spPr bwMode="auto">
            <a:xfrm>
              <a:off x="9142359" y="1405017"/>
              <a:ext cx="2571191" cy="492443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自动同步程序和数据</a:t>
              </a:r>
              <a:r>
                <a:rPr 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         </a:t>
              </a: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  <a:p>
              <a:pPr>
                <a:spcBef>
                  <a:spcPts val="0"/>
                </a:spcBef>
              </a:pP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简化</a:t>
              </a:r>
              <a:r>
                <a:rPr lang="en-US" altLang="zh-CN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CPU</a:t>
              </a: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的操作和配置</a:t>
              </a: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C66D3D-2874-425A-B140-6DC0B29E6158}"/>
              </a:ext>
            </a:extLst>
          </p:cNvPr>
          <p:cNvGrpSpPr/>
          <p:nvPr/>
        </p:nvGrpSpPr>
        <p:grpSpPr>
          <a:xfrm>
            <a:off x="612572" y="4937232"/>
            <a:ext cx="11100978" cy="738664"/>
            <a:chOff x="612572" y="4675982"/>
            <a:chExt cx="11100978" cy="738664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9142359" y="4675982"/>
              <a:ext cx="2571191" cy="738664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高可用性</a:t>
              </a:r>
              <a:endParaRPr lang="en-US" sz="1600" b="1" dirty="0">
                <a:solidFill>
                  <a:srgbClr val="41AAAA"/>
                </a:solidFill>
                <a:latin typeface="+mj-lt"/>
                <a:ea typeface="宋体" pitchFamily="2" charset="-122"/>
              </a:endParaRPr>
            </a:p>
            <a:p>
              <a:pPr>
                <a:spcBef>
                  <a:spcPts val="0"/>
                </a:spcBef>
              </a:pP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相比于单</a:t>
              </a:r>
              <a:r>
                <a:rPr lang="en-US" altLang="zh-CN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CPU</a:t>
              </a: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，冗余系统显著提高系统的可用性</a:t>
              </a: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612572" y="4675982"/>
              <a:ext cx="2571191" cy="492443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41AAAA"/>
                  </a:solidFill>
                  <a:latin typeface="+mj-lt"/>
                  <a:ea typeface="宋体" pitchFamily="2" charset="-122"/>
                </a:rPr>
                <a:t>平滑切换</a:t>
              </a:r>
              <a:br>
                <a:rPr 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</a:br>
              <a:r>
                <a:rPr lang="zh-CN" altLang="en-US" sz="1600" dirty="0">
                  <a:solidFill>
                    <a:schemeClr val="tx1"/>
                  </a:solidFill>
                  <a:latin typeface="+mj-lt"/>
                  <a:ea typeface="宋体" pitchFamily="2" charset="-122"/>
                </a:rPr>
                <a:t>系统切换不影响程序执行</a:t>
              </a:r>
              <a:endParaRPr lang="en-US" sz="1600" dirty="0">
                <a:solidFill>
                  <a:schemeClr val="tx1"/>
                </a:solidFill>
                <a:latin typeface="+mj-lt"/>
                <a:ea typeface="宋体" pitchFamily="2" charset="-122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7064" y="440668"/>
            <a:ext cx="8208416" cy="720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latin typeface="Arial"/>
              </a:rPr>
              <a:t>SIMATIC S7-1500 </a:t>
            </a:r>
            <a:r>
              <a:rPr lang="zh-CN" altLang="en-US" dirty="0">
                <a:latin typeface="Arial"/>
              </a:rPr>
              <a:t>冗余系统</a:t>
            </a:r>
            <a:br>
              <a:rPr lang="en-US" dirty="0">
                <a:latin typeface="Arial"/>
              </a:rPr>
            </a:br>
            <a:r>
              <a:rPr lang="zh-CN" altLang="en-US" dirty="0">
                <a:latin typeface="Arial"/>
              </a:rPr>
              <a:t>实现冗余的最简单方式</a:t>
            </a:r>
            <a:endParaRPr lang="en-US" dirty="0">
              <a:latin typeface="Arial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528E45A-93F1-4966-B036-2C4227BF274E}"/>
              </a:ext>
            </a:extLst>
          </p:cNvPr>
          <p:cNvCxnSpPr>
            <a:cxnSpLocks/>
          </p:cNvCxnSpPr>
          <p:nvPr/>
        </p:nvCxnSpPr>
        <p:spPr bwMode="auto">
          <a:xfrm>
            <a:off x="627064" y="2934131"/>
            <a:ext cx="2571191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DDA4EB-C429-4BA3-88F1-7522766774A2}"/>
              </a:ext>
            </a:extLst>
          </p:cNvPr>
          <p:cNvCxnSpPr>
            <a:cxnSpLocks/>
          </p:cNvCxnSpPr>
          <p:nvPr/>
        </p:nvCxnSpPr>
        <p:spPr bwMode="auto">
          <a:xfrm>
            <a:off x="627064" y="4692723"/>
            <a:ext cx="2571191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018B717-D5A1-4F05-9E71-CF93961620F0}"/>
              </a:ext>
            </a:extLst>
          </p:cNvPr>
          <p:cNvCxnSpPr>
            <a:cxnSpLocks/>
          </p:cNvCxnSpPr>
          <p:nvPr/>
        </p:nvCxnSpPr>
        <p:spPr bwMode="auto">
          <a:xfrm>
            <a:off x="9142359" y="2934131"/>
            <a:ext cx="2571191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D517BF1-764A-4F27-83EC-35B541BB5FA2}"/>
              </a:ext>
            </a:extLst>
          </p:cNvPr>
          <p:cNvCxnSpPr>
            <a:cxnSpLocks/>
          </p:cNvCxnSpPr>
          <p:nvPr/>
        </p:nvCxnSpPr>
        <p:spPr bwMode="auto">
          <a:xfrm>
            <a:off x="9142359" y="4692723"/>
            <a:ext cx="2571191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6626" y="1680755"/>
            <a:ext cx="5339804" cy="440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652915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34534737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41"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endParaRPr lang="en-US" sz="2200" dirty="0" err="1"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el 6"/>
          <p:cNvSpPr>
            <a:spLocks noGrp="1"/>
          </p:cNvSpPr>
          <p:nvPr>
            <p:ph type="ctrTitle"/>
          </p:nvPr>
        </p:nvSpPr>
        <p:spPr>
          <a:xfrm>
            <a:off x="627063" y="4816399"/>
            <a:ext cx="8208962" cy="986097"/>
          </a:xfrm>
        </p:spPr>
        <p:txBody>
          <a:bodyPr>
            <a:spAutoFit/>
          </a:bodyPr>
          <a:lstStyle/>
          <a:p>
            <a:r>
              <a:rPr lang="zh-CN" altLang="en-US" noProof="0" dirty="0">
                <a:latin typeface="宋体" pitchFamily="2" charset="-122"/>
                <a:ea typeface="宋体" pitchFamily="2" charset="-122"/>
                <a:sym typeface="微软雅黑"/>
              </a:rPr>
              <a:t>感谢关注！</a:t>
            </a:r>
            <a:endParaRPr lang="en-US" noProof="0"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750179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VERSION" val="4.1.2.0"/>
  <p:tag name="CDT_CREATORVERSION" val="4.1.2.0"/>
  <p:tag name="CDT_TEMPLATEVERSION" val="2.0.0"/>
  <p:tag name="CDT_FONTSET" val="Arial"/>
  <p:tag name="CDT_CUSTOMER" val="Siemens_2016_16x9"/>
  <p:tag name="CDT_CUSTOMER_NAME" val="Siemens AG (Corporate Design Update 2016)"/>
  <p:tag name="CDT_LANGUAGE" val="1033"/>
  <p:tag name="THINKCELLPRESENTATIONDONOTDELETE" val="&lt;?xml version=&quot;1.0&quot; encoding=&quot;UTF-16&quot; standalone=&quot;yes&quot;?&gt;&lt;root reqver=&quot;23045&quot;&gt;&lt;version val=&quot;2510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1&quot;/&gt;&lt;m_eweekdayFirstOfWeekend val=&quot;6&quot;/&gt;&lt;/CPresentation&gt;&lt;/root&gt;"/>
  <p:tag name="MEKKOFORMATS" val="&lt;?xml version=&quot;1.0&quot; encoding=&quot;utf-8&quot;?&gt;&lt;MekkoFormats&gt;&lt;NumberFormat DecimalSeparator=&quot;,&quot; ThousandSeparator=&quot;.&quot; NegativeNumberFormat=&quot;1&quot; /&gt;&lt;/MekkoFormats&gt;"/>
  <p:tag name="SP_AGENDA" val="SectionNumber SlideNumber"/>
  <p:tag name="EE4P_STYLE_ID" val="0bdbcade-3cc6-402a-ad15-7b17c3305b8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626393"/>
  <p:tag name="MIO_GUID" val="640b775b-a077-4464-b964-a935d2fc2ab9"/>
  <p:tag name="MIO_UPDATE" val="True"/>
  <p:tag name="MIO_VERSION" val="16.08.2016 08:28:20"/>
  <p:tag name="MIO_DBID" val="598A5C07-C27D-430B-A8FC-FA667BE665A4"/>
  <p:tag name="MIO_LASTDOWNLOADED" val="08.10.2016 17:09:33"/>
  <p:tag name="MIO_OBJECTNAME" val="TIA2_FS"/>
  <p:tag name="MIO_LASTEDITORNAME" val="Maximilian Berg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626393"/>
  <p:tag name="MIO_GUID" val="640b775b-a077-4464-b964-a935d2fc2ab9"/>
  <p:tag name="MIO_UPDATE" val="True"/>
  <p:tag name="MIO_VERSION" val="16.08.2016 08:28:20"/>
  <p:tag name="MIO_DBID" val="598A5C07-C27D-430B-A8FC-FA667BE665A4"/>
  <p:tag name="MIO_LASTDOWNLOADED" val="08.10.2016 17:09:33"/>
  <p:tag name="MIO_OBJECTNAME" val="TIA2_FS"/>
  <p:tag name="MIO_LASTEDITORNAME" val="Maximilian Berg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INTERSECT_SLIDE" val="False"/>
  <p:tag name="CDT_NAVBARONTHISSLIDE" val="True"/>
  <p:tag name="CDT_DESIGNS_NAME" val="Siemens 2013 – 16:9"/>
  <p:tag name="CDT_MASTERS_NAME" val="Title fullscreen (big bar up)"/>
  <p:tag name="CDT_LAYOUT_TYPE" val="1"/>
  <p:tag name="CDT_ORIGINAL_DESIGNS_NAME" val="Siemens 2013 – 16:9"/>
  <p:tag name="CDT_ORIGINAL_MASTERS_NAME" val="Title fullscreen (big bar up)"/>
  <p:tag name="CDT_ORIGINAL_LAYOUT_TYPE" val="1"/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eubML3QvCkPQnYdnHm4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OLDSLIDEHIDDEN" val="False"/>
  <p:tag name="CDT_OLDSLIDEINDEX" val="2"/>
  <p:tag name="CDT_TITLE1" val="Anforderungen"/>
  <p:tag name="CDT_NAVBARONTHISSLIDE" val="True"/>
  <p:tag name="CDT_INTERSECT_SLIDE" val="False"/>
  <p:tag name="CDT_DESIGNS_NAME" val="Siemens 2013 – 16:9"/>
  <p:tag name="CDT_MASTERS_NAME" val="One object (large)"/>
  <p:tag name="CDT_LAYOUT_TYPE" val="1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fxDoPBRk2huNUqaEMhO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637748"/>
  <p:tag name="MIO_GUID" val="bbfba288-975b-4567-b8fa-631da3495da4"/>
  <p:tag name="MIO_UPDATE" val="True"/>
  <p:tag name="MIO_VERSION" val="14.12.2016 13:28:01"/>
  <p:tag name="MIO_DBID" val="598A5C07-C27D-430B-A8FC-FA667BE665A4"/>
  <p:tag name="MIO_LASTDOWNLOADED" val="28.02.2017 17:59:38"/>
  <p:tag name="MIO_OBJECTNAME" val="Tunnel_automation_C"/>
  <p:tag name="MIO_LASTEDITORNAME" val="(Maximilian Berger)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f1BxwYZexnHUkCwl2mZ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CJKbboY3uqIbVRK6YNb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1snt.mKuky8rwUxfRsAL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1snt.mKuky8rwUxfRsAL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XVS38Jue0SRZxBfjYpl9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1snt.mKuky8rwUxfRsAL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r.IdJeLkESqLwgPPPveQ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WNLNqN4KcKDupMQofSU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zkBsGjlRneuFiWjiMxi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Ea0KE6v1MzcCJDx69Ak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9ca9d37-267a-4071-a9dc-ece8b74c5aff"/>
  <p:tag name="MIO_EKGUID" val="697e0316-10b6-4e7d-9d9a-a588bc902609"/>
  <p:tag name="MIO_UPDATE" val="True"/>
  <p:tag name="MIO_VERSION" val="02.11.2017 12:51:45"/>
  <p:tag name="MIO_DBID" val="598A5C07-C27D-430B-A8FC-FA667BE665A4"/>
  <p:tag name="MIO_LASTDOWNLOADED" val="02.11.2017 14:00:43"/>
  <p:tag name="MIO_OBJECTNAME" val="Kommunikation Y-Kommunikation – System IP"/>
  <p:tag name="MIO_LASTEDITORNAME" val="Andre Blochwitz"/>
  <p:tag name="MIO_STRING_IGNORE_CHECKSUM_FOR_NEXT_SAVE" val="Fals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4aLts2IYOJhp76YEyRzY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eb9743af-431c-48b3-8819-7e8e46c31c6d"/>
  <p:tag name="MIO_GUID" val="acc9bb89-4532-4137-a32e-71e1e0de9154"/>
  <p:tag name="MIO_UPDATE" val="True"/>
  <p:tag name="MIO_VERSION" val="19.01.2017 07:11:11"/>
  <p:tag name="MIO_DBID" val="598A5C07-C27D-430B-A8FC-FA667BE665A4"/>
  <p:tag name="MIO_LASTDOWNLOADED" val="09.11.2018 16:45:47"/>
  <p:tag name="MIO_OBJECTNAME" val="technology-cloud.png"/>
  <p:tag name="MIO_LASTEDITORNAME" val="Dietmar Klu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27979c5c-b2b1-4f4c-ae76-0213b76ab942"/>
  <p:tag name="MIO_EKGUID" val="9fdcaf0f-ca63-4597-ac9b-ec68645b2024"/>
  <p:tag name="MIO_UPDATE" val="True"/>
  <p:tag name="MIO_VERSION" val="02.11.2017 14:54:28"/>
  <p:tag name="MIO_DBID" val="598A5C07-C27D-430B-A8FC-FA667BE665A4"/>
  <p:tag name="MIO_LASTDOWNLOADED" val="02.11.2017 14:54:28"/>
  <p:tag name="MIO_OBJECTNAME" val="PNO PROFINET Systemredundanz (2)"/>
  <p:tag name="MIO_LASTEDITORNAME" val="Andre Blochwitz"/>
  <p:tag name="MIO_STRING_IGNORE_CHECKSUM_FOR_NEXT_SAVE" val="Fals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lGMIRs7x9bmh1m15xLS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R7DP9_Hstrc7Gss6qQ9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G3pgOZdReK9s_qqew0D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PQx_.hljZLdpF6g.7jK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mXYyoik2xWDYRocumYq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rMm8Bq.HwNB4v5luWht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OzblvLL1CP_q7E.H2Cr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HGF9evNtp5PkgmfwQZL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rTQdQEaqsQbokKJw9rL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1eb5df4-6166-4c98-b538-c9b9d31c9f57"/>
  <p:tag name="MIO_GUID" val="b8feac15-c35f-4a0f-95b4-2a6e9e1e1624"/>
  <p:tag name="MIO_UPDATE" val="True"/>
  <p:tag name="MIO_VERSION" val="19.01.2017 07:10:15"/>
  <p:tag name="MIO_DBID" val="598A5C07-C27D-430B-A8FC-FA667BE665A4"/>
  <p:tag name="MIO_LASTDOWNLOADED" val="19.10.2017 13:02:34"/>
  <p:tag name="MIO_OBJECTNAME" val="product_simatic-s7-1200.png"/>
  <p:tag name="MIO_LASTEDITORNAME" val="Dietmar Klug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1eb5df4-6166-4c98-b538-c9b9d31c9f57"/>
  <p:tag name="MIO_GUID" val="b8feac15-c35f-4a0f-95b4-2a6e9e1e1624"/>
  <p:tag name="MIO_UPDATE" val="True"/>
  <p:tag name="MIO_VERSION" val="19.01.2017 07:10:15"/>
  <p:tag name="MIO_DBID" val="598A5C07-C27D-430B-A8FC-FA667BE665A4"/>
  <p:tag name="MIO_LASTDOWNLOADED" val="19.10.2017 13:02:34"/>
  <p:tag name="MIO_OBJECTNAME" val="product_simatic-s7-1200.png"/>
  <p:tag name="MIO_LASTEDITORNAME" val="Dietmar Klug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laCbEzmhUkKYiNLeADWE7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laCbEzmhUkKYiNLeADWE7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pACUWI1Rxc4XHgYOOnX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laCbEzmhUkKYiNLeADWE7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laCbEzmhUkKYiNLeADWE7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2f8e938-c332-4157-a981-dbb44e2c57ee"/>
  <p:tag name="MIO_GUID" val="e6ae72a0-eb9a-4b05-a792-c9390e6d9739"/>
  <p:tag name="MIO_UPDATE" val="True"/>
  <p:tag name="MIO_VERSION" val="13.02.2017 17:36:55"/>
  <p:tag name="MIO_DBID" val="598A5C07-C27D-430B-A8FC-FA667BE665A4"/>
  <p:tag name="MIO_LASTDOWNLOADED" val="18.12.2018 10:48:10"/>
  <p:tag name="MIO_OBJECTNAME" val="G_SY02_XX_01638P.pn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5e39f42-a88c-404a-837c-94db85199d3e"/>
  <p:tag name="MIO_GUID" val="559605b9-e23e-442b-b10f-af69eb11a12d"/>
  <p:tag name="MIO_UPDATE" val="True"/>
  <p:tag name="MIO_VERSION" val="13.02.2017 17:36:44"/>
  <p:tag name="MIO_DBID" val="598A5C07-C27D-430B-A8FC-FA667BE665A4"/>
  <p:tag name="MIO_LASTDOWNLOADED" val="18.12.2018 10:48:11"/>
  <p:tag name="MIO_OBJECTNAME" val="G_SY02_XX_01635P.pn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5d2ec92b-2b00-44d7-940f-06e19fc38aa3"/>
  <p:tag name="MIO_GUID" val="b848b6ec-a52e-4637-84f2-895eed28fe8f"/>
  <p:tag name="MIO_UPDATE" val="True"/>
  <p:tag name="MIO_VERSION" val="13.02.2017 17:36:48"/>
  <p:tag name="MIO_DBID" val="598A5C07-C27D-430B-A8FC-FA667BE665A4"/>
  <p:tag name="MIO_LASTDOWNLOADED" val="04.02.2019 11:32:33"/>
  <p:tag name="MIO_OBJECTNAME" val="G_SY02_XX_01636P.png"/>
  <p:tag name="MIO_LASTEDITORNAME" val="Robin Walt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9ea8d86-5d0f-48ea-b666-3fcf682a6a3c"/>
  <p:tag name="MIO_GUID" val="63b805b3-d892-4b60-b842-08ca64c8d39a"/>
  <p:tag name="MIO_UPDATE" val="True"/>
  <p:tag name="MIO_VERSION" val="13.02.2017 14:23:02"/>
  <p:tag name="MIO_DBID" val="598A5C07-C27D-430B-A8FC-FA667BE665A4"/>
  <p:tag name="MIO_LASTDOWNLOADED" val="04.02.2019 13:42:20"/>
  <p:tag name="MIO_OBJECTNAME" val="G_SY02_XX_00297P.png"/>
  <p:tag name="MIO_LASTEDITORNAME" val="Robin Walt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DhkCc2RpXKLXo0aX_ym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9332ea0-4cfc-4586-9cf7-cb37dad1127b"/>
  <p:tag name="MIO_GUID" val="90955b11-8652-4bcc-a7b4-b6190588a1bd"/>
  <p:tag name="MIO_UPDATE" val="True"/>
  <p:tag name="MIO_VERSION" val="19.01.2017 07:09:32"/>
  <p:tag name="MIO_DBID" val="598A5C07-C27D-430B-A8FC-FA667BE665A4"/>
  <p:tag name="MIO_LASTDOWNLOADED" val="20.10.2017 15:13:54"/>
  <p:tag name="MIO_OBJECTNAME" val="product_comfort-panel.png"/>
  <p:tag name="MIO_LASTEDITORNAME" val="Dietmar Klug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OEdBHE_2bKBBksCnhaH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2414f5f-fdc4-4f13-80fc-a38ad1e3940d"/>
  <p:tag name="MIO_GUID" val="2f113f1f-7657-43de-95dd-6889358cf5a8"/>
  <p:tag name="MIO_UPDATE" val="True"/>
  <p:tag name="MIO_VERSION" val="19.01.2017 07:10:00"/>
  <p:tag name="MIO_DBID" val="598A5C07-C27D-430B-A8FC-FA667BE665A4"/>
  <p:tag name="MIO_LASTDOWNLOADED" val="20.10.2017 15:08:38"/>
  <p:tag name="MIO_OBJECTNAME" val="product_pc-based-automation.png"/>
  <p:tag name="MIO_LASTEDITORNAME" val="Dietmar Klug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9332ea0-4cfc-4586-9cf7-cb37dad1127b"/>
  <p:tag name="MIO_GUID" val="90955b11-8652-4bcc-a7b4-b6190588a1bd"/>
  <p:tag name="MIO_UPDATE" val="True"/>
  <p:tag name="MIO_VERSION" val="19.01.2017 07:09:32"/>
  <p:tag name="MIO_DBID" val="598A5C07-C27D-430B-A8FC-FA667BE665A4"/>
  <p:tag name="MIO_LASTDOWNLOADED" val="20.10.2017 15:13:54"/>
  <p:tag name="MIO_OBJECTNAME" val="product_comfort-panel.png"/>
  <p:tag name="MIO_LASTEDITORNAME" val="Dietmar Klug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ebgz4J8xCa7BRc.Excq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2414f5f-fdc4-4f13-80fc-a38ad1e3940d"/>
  <p:tag name="MIO_GUID" val="2f113f1f-7657-43de-95dd-6889358cf5a8"/>
  <p:tag name="MIO_UPDATE" val="True"/>
  <p:tag name="MIO_VERSION" val="19.01.2017 07:10:00"/>
  <p:tag name="MIO_DBID" val="598A5C07-C27D-430B-A8FC-FA667BE665A4"/>
  <p:tag name="MIO_LASTDOWNLOADED" val="20.10.2017 15:08:38"/>
  <p:tag name="MIO_OBJECTNAME" val="product_pc-based-automation.png"/>
  <p:tag name="MIO_LASTEDITORNAME" val="Dietmar Klug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9332ea0-4cfc-4586-9cf7-cb37dad1127b"/>
  <p:tag name="MIO_GUID" val="90955b11-8652-4bcc-a7b4-b6190588a1bd"/>
  <p:tag name="MIO_UPDATE" val="True"/>
  <p:tag name="MIO_VERSION" val="19.01.2017 07:09:32"/>
  <p:tag name="MIO_DBID" val="598A5C07-C27D-430B-A8FC-FA667BE665A4"/>
  <p:tag name="MIO_LASTDOWNLOADED" val="20.10.2017 15:13:54"/>
  <p:tag name="MIO_OBJECTNAME" val="product_comfort-panel.png"/>
  <p:tag name="MIO_LASTEDITORNAME" val="Dietmar Klug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ec832c68-bfcb-4928-8443-24f23c296beb"/>
  <p:tag name="MIO_UPDATE" val="True"/>
  <p:tag name="MIO_VERSION" val="19.01.2017 07:10:19"/>
  <p:tag name="MIO_DBID" val="598A5C07-C27D-430B-A8FC-FA667BE665A4"/>
  <p:tag name="MIO_LASTDOWNLOADED" val="18.10.2017 15:39:18"/>
  <p:tag name="MIO_OBJECTNAME" val="product_simatic-s7-1500.png"/>
  <p:tag name="MIO_LASTEDITORNAME" val="Dietmar Klug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q2Gb6b3ZXi2QrAde2dU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KbxYfkA6RaAnYefRaFp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82c67a4-5d93-48f5-aac3-3af232c64066"/>
  <p:tag name="MIO_GUID" val="cf3839d0-f812-492c-afdd-74aa11364a0a"/>
  <p:tag name="MIO_UPDATE" val="True"/>
  <p:tag name="MIO_VERSION" val="19.01.2017 07:09:42"/>
  <p:tag name="MIO_DBID" val="598A5C07-C27D-430B-A8FC-FA667BE665A4"/>
  <p:tag name="MIO_LASTDOWNLOADED" val="18.10.2017 15:28:29"/>
  <p:tag name="MIO_OBJECTNAME" val="product_distributed-io.png"/>
  <p:tag name="MIO_LASTEDITORNAME" val="Dietmar Klug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a469fc2-c0b6-444b-9268-c4cfd01a08cc"/>
  <p:tag name="MIO_GUID" val="6e01c485-2d3c-46dd-ba80-addc1cda3880"/>
  <p:tag name="MIO_UPDATE" val="True"/>
  <p:tag name="MIO_VERSION" val="19.01.2017 07:10:17"/>
  <p:tag name="MIO_DBID" val="598A5C07-C27D-430B-A8FC-FA667BE665A4"/>
  <p:tag name="MIO_LASTDOWNLOADED" val="18.10.2017 15:27:30"/>
  <p:tag name="MIO_OBJECTNAME" val="product_simatic-s7-1500-control-unit.png"/>
  <p:tag name="MIO_LASTEDITORNAME" val="Dietmar Klug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bb48857-44ca-40f7-be1d-f6d77465e03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b599c94-2125-439b-b242-4e47e27aea02"/>
  <p:tag name="MIO_GUID" val="1d905f03-b681-4de5-942a-08e127df4c9d"/>
  <p:tag name="MIO_UPDATE" val="True"/>
  <p:tag name="MIO_VERSION" val="19.01.2017 07:10:19"/>
  <p:tag name="MIO_DBID" val="598A5C07-C27D-430B-A8FC-FA667BE665A4"/>
  <p:tag name="MIO_LASTDOWNLOADED" val="18.10.2017 15:31:25"/>
  <p:tag name="MIO_OBJECTNAME" val="product_simatic-s7-1500.png"/>
  <p:tag name="MIO_LASTEDITORNAME" val="Dietmar Klug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5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IUM57tS0aIx2XkXbbcA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TMP_FONTSIZE" val="15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ORIGINAL_DESIGNS_NAME" val="Siemens 2013 – 4:3"/>
  <p:tag name="CDT_ORIGINAL_MASTERS_NAME" val="Free Content"/>
  <p:tag name="CDT_ORIGINAL_LAYOUT_TYPE" val="11"/>
  <p:tag name="CDT_OLDSLIDEHIDDEN" val="False"/>
  <p:tag name="CDT_OLDSLIDEINDEX" val="4"/>
  <p:tag name="CDT_DESIGNS_NAME" val="Siemens 2013 – 16:9"/>
  <p:tag name="CDT_MASTERS_NAME" val="Free Content"/>
  <p:tag name="CDT_LAYOUT_TYPE" val="11"/>
  <p:tag name="CDT_INTERSECT_SLIDE" val="False"/>
  <p:tag name="CDT_NAVBARONTHISSLIDE" val="True"/>
  <p:tag name="CDT_TITLE2" val="Top Highlights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eIEO8DTYW05R7CugaM4A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INTERSECT_SLIDE" val="False"/>
  <p:tag name="CDT_NAVBARONTHISSLIDE" val="True"/>
  <p:tag name="CDT_DESIGNS_NAME" val="Siemens 2013 – 16:9"/>
  <p:tag name="CDT_MASTERS_NAME" val="Title fullscreen (big bar up)"/>
  <p:tag name="CDT_LAYOUT_TYPE" val="1"/>
  <p:tag name="CDT_ORIGINAL_DESIGNS_NAME" val="Siemens 2013 – 16:9"/>
  <p:tag name="CDT_ORIGINAL_MASTERS_NAME" val="Title fullscreen (big bar up)"/>
  <p:tag name="CDT_ORIGINAL_LAYOUT_TYPE" val="1"/>
  <p:tag name="ARTICULATE_SLIDE_THUMBNAIL_REFRESH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17 – 16: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FE6ED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</a:spDef>
    <a:lnDef>
      <a:spPr bwMode="auto">
        <a:solidFill>
          <a:schemeClr val="tx2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lIns="0" tIns="0" rIns="0" bIns="0" rtlCol="0">
        <a:spAutoFit/>
      </a:bodyPr>
      <a:lstStyle>
        <a:defPPr marL="176213" indent="-176213">
          <a:spcBef>
            <a:spcPts val="300"/>
          </a:spcBef>
          <a:buClr>
            <a:schemeClr val="accent1"/>
          </a:buClr>
          <a:buFont typeface="Arial" panose="020B0604020202020204" pitchFamily="34" charset="0"/>
          <a:buChar char="•"/>
          <a:defRPr sz="1400" dirty="0" err="1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item1.xml><?xml version="1.0" encoding="utf-8"?>
<p4ppTags>
  <Name>Three columns</Name>
  <PpLayout>32</PpLayout>
  <Index>14</Index>
</p4ppTags>
</file>

<file path=customXml/item2.xml><?xml version="1.0" encoding="utf-8"?>
<p4ppTags>
  <Name>Chapter title (big bar up)</Name>
  <PpLayout>1</PpLayout>
  <Index>6</Index>
</p4ppTags>
</file>

<file path=customXml/item3.xml><?xml version="1.0" encoding="utf-8"?>
<p4ppTags>
  <Name>Two rows + Navigation</Name>
  <PpLayout>32</PpLayout>
  <Index>21</Index>
</p4ppTags>
</file>

<file path=customXml/item4.xml><?xml version="1.0" encoding="utf-8"?>
<p4ppTags>
  <Name>Chapter title (big bar down)</Name>
  <PpLayout>1</PpLayout>
  <Index>5</Index>
</p4ppTags>
</file>

<file path=customXml/item5.xml><?xml version="1.0" encoding="utf-8"?>
<p4ppTags>
  <Name>One object (large)</Name>
  <PpLayout>16</PpLayout>
  <Index>10</Index>
</p4ppTags>
</file>

<file path=customXml/item6.xml><?xml version="1.0" encoding="utf-8"?>
<p4ppTags>
  <Name>Free Content + Navigation</Name>
  <PpLayout>32</PpLayout>
  <Index>16</Index>
</p4ppTags>
</file>

<file path=customXml/item7.xml><?xml version="1.0" encoding="utf-8"?>
<p4ppTags>
  <Name>One object (small) + Navigation</Name>
  <PpLayout>32</PpLayout>
  <Index>18</Index>
</p4ppTags>
</file>

<file path=customXml/item8.xml><?xml version="1.0" encoding="utf-8"?>
<p4ppTags>
  <Name>Four objects + Navigation</Name>
  <PpLayout>32</PpLayout>
  <Index>22</Index>
</p4ppTags>
</file>

<file path=customXml/item9.xml><?xml version="1.0" encoding="utf-8"?>
<p4ppTags/>
</file>

<file path=customXml/item10.xml><?xml version="1.0" encoding="utf-8"?>
<p4ppTags>
  <Name>Two rows + Navigation</Name>
  <PpLayout>32</PpLayout>
  <Index>21</Index>
</p4ppTags>
</file>

<file path=customXml/item11.xml><?xml version="1.0" encoding="utf-8"?>
<p4ppTags>
  <Name>Free Content</Name>
  <PpLayout>11</PpLayout>
  <Index>9</Index>
</p4ppTags>
</file>

<file path=customXml/item12.xml><?xml version="1.0" encoding="utf-8"?>
<p4ppTags>
  <Name>One object (large)</Name>
  <PpLayout>16</PpLayout>
  <Index>10</Index>
</p4ppTags>
</file>

<file path=customXml/item13.xml><?xml version="1.0" encoding="utf-8"?>
<p4ppTags>
  <Name>Three columns + Navigation</Name>
  <PpLayout>32</PpLayout>
  <Index>20</Index>
</p4ppTags>
</file>

<file path=customXml/item14.xml><?xml version="1.0" encoding="utf-8"?>
<p4ppTags>
  <Name>Four objects</Name>
  <PpLayout>24</PpLayout>
  <Index>15</Index>
</p4ppTags>
</file>

<file path=customXml/item15.xml><?xml version="1.0" encoding="utf-8"?>
<p4ppTags>
  <Name>Two columns + Navigation</Name>
  <PpLayout>32</PpLayout>
  <Index>19</Index>
</p4ppTags>
</file>

<file path=customXml/item16.xml><?xml version="1.0" encoding="utf-8"?>
<p4ppTags>
  <Name>Title fullscreen (big bar down)</Name>
  <PpLayout>1</PpLayout>
  <Index>3</Index>
</p4ppTags>
</file>

<file path=customXml/item17.xml><?xml version="1.0" encoding="utf-8"?>
<p4ppTags>
  <Name>Two columns + Navigation</Name>
  <PpLayout>32</PpLayout>
  <Index>19</Index>
</p4ppTags>
</file>

<file path=customXml/item18.xml><?xml version="1.0" encoding="utf-8"?>
<p4ppTags>
  <Name>Title fullscreen (big bar up)</Name>
  <PpLayout>1</PpLayout>
  <Index>4</Index>
</p4ppTags>
</file>

<file path=customXml/item19.xml><?xml version="1.0" encoding="utf-8"?>
<p4ppTags>
  <Name>Title (big bar down)</Name>
  <PpLayout>1</PpLayout>
  <Index>1</Index>
</p4ppTags>
</file>

<file path=customXml/item20.xml><?xml version="1.0" encoding="utf-8"?>
<p4ppTags>
  <Name>One object (large) + Navigation</Name>
  <PpLayout>32</PpLayout>
  <Index>17</Index>
</p4ppTags>
</file>

<file path=customXml/item21.xml><?xml version="1.0" encoding="utf-8"?>
<p4ppTags>
  <Name>Image + Index/Contact</Name>
  <PpLayout>32</PpLayout>
  <Index>7</Index>
</p4ppTags>
</file>

<file path=customXml/item22.xml><?xml version="1.0" encoding="utf-8"?>
<p4ppTags>
  <Name>One object (small)</Name>
  <PpLayout>16</PpLayout>
  <Index>11</Index>
</p4ppTags>
</file>

<file path=customXml/item23.xml><?xml version="1.0" encoding="utf-8"?>
<p4ppTags>
  <Name>One object (large)</Name>
  <PpLayout>16</PpLayout>
  <Index>10</Index>
</p4ppTags>
</file>

<file path=customXml/item24.xml><?xml version="1.0" encoding="utf-8"?>
<p4ppTags>
  <Name>Three columns + Navigation</Name>
  <PpLayout>32</PpLayout>
  <Index>20</Index>
</p4ppTags>
</file>

<file path=customXml/item25.xml><?xml version="1.0" encoding="utf-8"?>
<p4ppTags>
  <Name>Text + Index</Name>
  <PpLayout>32</PpLayout>
  <Index>8</Index>
</p4ppTags>
</file>

<file path=customXml/item26.xml><?xml version="1.0" encoding="utf-8"?>
<p4ppTags>
  <Name>One object (small) + Navigation</Name>
  <PpLayout>32</PpLayout>
  <Index>18</Index>
</p4ppTags>
</file>

<file path=customXml/item27.xml><?xml version="1.0" encoding="utf-8"?>
<p4ppTags>
  <Name>Title (big bar up)</Name>
  <PpLayout>1</PpLayout>
  <Index>2</Index>
</p4ppTags>
</file>

<file path=customXml/item28.xml><?xml version="1.0" encoding="utf-8"?>
<p4ppTags>
  <Name>Two rows</Name>
  <PpLayout>32</PpLayout>
  <Index>13</Index>
</p4ppTags>
</file>

<file path=customXml/item29.xml><?xml version="1.0" encoding="utf-8"?>
<p4ppTags>
  <Name>Four objects + Navigation</Name>
  <PpLayout>32</PpLayout>
  <Index>22</Index>
</p4ppTags>
</file>

<file path=customXml/item30.xml><?xml version="1.0" encoding="utf-8"?>
<p4ppTags>
  <Name>Free Content</Name>
  <PpLayout>11</PpLayout>
  <Index>9</Index>
</p4ppTags>
</file>

<file path=customXml/item31.xml><?xml version="1.0" encoding="utf-8"?>
<p4ppTags>
  <Name>Two columns</Name>
  <PpLayout>29</PpLayout>
  <Index>12</Index>
</p4ppTags>
</file>

<file path=customXml/itemProps1.xml><?xml version="1.0" encoding="utf-8"?>
<ds:datastoreItem xmlns:ds="http://schemas.openxmlformats.org/officeDocument/2006/customXml" ds:itemID="{B9687F17-AD16-47E7-9EA5-10C3A8901EBB}">
  <ds:schemaRefs/>
</ds:datastoreItem>
</file>

<file path=customXml/itemProps2.xml><?xml version="1.0" encoding="utf-8"?>
<ds:datastoreItem xmlns:ds="http://schemas.openxmlformats.org/officeDocument/2006/customXml" ds:itemID="{F2BC1C68-BCE8-4400-84CB-AD9A72B72549}">
  <ds:schemaRefs/>
</ds:datastoreItem>
</file>

<file path=customXml/itemProps3.xml><?xml version="1.0" encoding="utf-8"?>
<ds:datastoreItem xmlns:ds="http://schemas.openxmlformats.org/officeDocument/2006/customXml" ds:itemID="{6C79E4F8-DCFB-483C-880A-AEEC6AAFC838}">
  <ds:schemaRefs/>
</ds:datastoreItem>
</file>

<file path=customXml/itemProps4.xml><?xml version="1.0" encoding="utf-8"?>
<ds:datastoreItem xmlns:ds="http://schemas.openxmlformats.org/officeDocument/2006/customXml" ds:itemID="{1EDE2390-C344-4CB9-804C-A6895073BCAE}">
  <ds:schemaRefs/>
</ds:datastoreItem>
</file>

<file path=customXml/itemProps5.xml><?xml version="1.0" encoding="utf-8"?>
<ds:datastoreItem xmlns:ds="http://schemas.openxmlformats.org/officeDocument/2006/customXml" ds:itemID="{ED2CB878-C2DB-4D5F-9BA4-3DFD0184A819}">
  <ds:schemaRefs/>
</ds:datastoreItem>
</file>

<file path=customXml/itemProps6.xml><?xml version="1.0" encoding="utf-8"?>
<ds:datastoreItem xmlns:ds="http://schemas.openxmlformats.org/officeDocument/2006/customXml" ds:itemID="{DB85DE47-EDB0-4274-8BE3-54EEAA362112}">
  <ds:schemaRefs/>
</ds:datastoreItem>
</file>

<file path=customXml/itemProps7.xml><?xml version="1.0" encoding="utf-8"?>
<ds:datastoreItem xmlns:ds="http://schemas.openxmlformats.org/officeDocument/2006/customXml" ds:itemID="{1D789F78-64C2-4F03-BC1D-85D9CE78F252}">
  <ds:schemaRefs/>
</ds:datastoreItem>
</file>

<file path=customXml/itemProps8.xml><?xml version="1.0" encoding="utf-8"?>
<ds:datastoreItem xmlns:ds="http://schemas.openxmlformats.org/officeDocument/2006/customXml" ds:itemID="{8C3FBE35-C86B-404F-A799-C90E91CA3AD7}">
  <ds:schemaRefs/>
</ds:datastoreItem>
</file>

<file path=customXml/itemProps9.xml><?xml version="1.0" encoding="utf-8"?>
<ds:datastoreItem xmlns:ds="http://schemas.openxmlformats.org/officeDocument/2006/customXml" ds:itemID="{572FBA73-6DBF-45DA-8282-9342320CFAB0}">
  <ds:schemaRefs/>
</ds:datastoreItem>
</file>

<file path=customXml/itemProps10.xml><?xml version="1.0" encoding="utf-8"?>
<ds:datastoreItem xmlns:ds="http://schemas.openxmlformats.org/officeDocument/2006/customXml" ds:itemID="{F6E2BF70-DCEA-45DC-9F52-0CD455E03486}">
  <ds:schemaRefs/>
</ds:datastoreItem>
</file>

<file path=customXml/itemProps11.xml><?xml version="1.0" encoding="utf-8"?>
<ds:datastoreItem xmlns:ds="http://schemas.openxmlformats.org/officeDocument/2006/customXml" ds:itemID="{4DA4E0B3-3010-43ED-AE16-5BE0461D17CB}">
  <ds:schemaRefs/>
</ds:datastoreItem>
</file>

<file path=customXml/itemProps12.xml><?xml version="1.0" encoding="utf-8"?>
<ds:datastoreItem xmlns:ds="http://schemas.openxmlformats.org/officeDocument/2006/customXml" ds:itemID="{63A16FEF-4B68-4FA0-99A2-3007CF1DE5AE}">
  <ds:schemaRefs/>
</ds:datastoreItem>
</file>

<file path=customXml/itemProps13.xml><?xml version="1.0" encoding="utf-8"?>
<ds:datastoreItem xmlns:ds="http://schemas.openxmlformats.org/officeDocument/2006/customXml" ds:itemID="{85D77EE6-52B7-48BE-9EDB-748F1EBB53DE}">
  <ds:schemaRefs/>
</ds:datastoreItem>
</file>

<file path=customXml/itemProps14.xml><?xml version="1.0" encoding="utf-8"?>
<ds:datastoreItem xmlns:ds="http://schemas.openxmlformats.org/officeDocument/2006/customXml" ds:itemID="{629E8A75-06BA-4365-9684-725A9ACE4E3C}">
  <ds:schemaRefs/>
</ds:datastoreItem>
</file>

<file path=customXml/itemProps15.xml><?xml version="1.0" encoding="utf-8"?>
<ds:datastoreItem xmlns:ds="http://schemas.openxmlformats.org/officeDocument/2006/customXml" ds:itemID="{12CB28F7-D35A-477B-82C9-C7DED437AC66}">
  <ds:schemaRefs/>
</ds:datastoreItem>
</file>

<file path=customXml/itemProps16.xml><?xml version="1.0" encoding="utf-8"?>
<ds:datastoreItem xmlns:ds="http://schemas.openxmlformats.org/officeDocument/2006/customXml" ds:itemID="{09314158-9A99-4AEE-8BC2-74F82AE04397}">
  <ds:schemaRefs/>
</ds:datastoreItem>
</file>

<file path=customXml/itemProps17.xml><?xml version="1.0" encoding="utf-8"?>
<ds:datastoreItem xmlns:ds="http://schemas.openxmlformats.org/officeDocument/2006/customXml" ds:itemID="{D7BABA95-BFFE-422B-8591-3271669EEA88}">
  <ds:schemaRefs/>
</ds:datastoreItem>
</file>

<file path=customXml/itemProps18.xml><?xml version="1.0" encoding="utf-8"?>
<ds:datastoreItem xmlns:ds="http://schemas.openxmlformats.org/officeDocument/2006/customXml" ds:itemID="{93E1D764-EA74-40F7-B445-FCD6AE1D6D77}">
  <ds:schemaRefs/>
</ds:datastoreItem>
</file>

<file path=customXml/itemProps19.xml><?xml version="1.0" encoding="utf-8"?>
<ds:datastoreItem xmlns:ds="http://schemas.openxmlformats.org/officeDocument/2006/customXml" ds:itemID="{47D2A910-8056-4901-BDB1-D8FC68E203AF}">
  <ds:schemaRefs/>
</ds:datastoreItem>
</file>

<file path=customXml/itemProps20.xml><?xml version="1.0" encoding="utf-8"?>
<ds:datastoreItem xmlns:ds="http://schemas.openxmlformats.org/officeDocument/2006/customXml" ds:itemID="{A0FEE33C-FCFE-4646-ADD4-D139AC9D85D5}">
  <ds:schemaRefs/>
</ds:datastoreItem>
</file>

<file path=customXml/itemProps21.xml><?xml version="1.0" encoding="utf-8"?>
<ds:datastoreItem xmlns:ds="http://schemas.openxmlformats.org/officeDocument/2006/customXml" ds:itemID="{258B425A-6ECA-406D-8EB7-D3401B42BB28}">
  <ds:schemaRefs/>
</ds:datastoreItem>
</file>

<file path=customXml/itemProps22.xml><?xml version="1.0" encoding="utf-8"?>
<ds:datastoreItem xmlns:ds="http://schemas.openxmlformats.org/officeDocument/2006/customXml" ds:itemID="{E05ED17C-BF82-4C82-B5F1-CF9E3911026B}">
  <ds:schemaRefs/>
</ds:datastoreItem>
</file>

<file path=customXml/itemProps23.xml><?xml version="1.0" encoding="utf-8"?>
<ds:datastoreItem xmlns:ds="http://schemas.openxmlformats.org/officeDocument/2006/customXml" ds:itemID="{574A1F45-F3EA-4F76-B778-F24CA2B00D87}">
  <ds:schemaRefs/>
</ds:datastoreItem>
</file>

<file path=customXml/itemProps24.xml><?xml version="1.0" encoding="utf-8"?>
<ds:datastoreItem xmlns:ds="http://schemas.openxmlformats.org/officeDocument/2006/customXml" ds:itemID="{D686E9BB-C1C1-45A9-90DD-4A4BB6DB7171}">
  <ds:schemaRefs/>
</ds:datastoreItem>
</file>

<file path=customXml/itemProps25.xml><?xml version="1.0" encoding="utf-8"?>
<ds:datastoreItem xmlns:ds="http://schemas.openxmlformats.org/officeDocument/2006/customXml" ds:itemID="{6CFCE95E-9F2A-4B8A-AEC6-DF1A4B71993B}">
  <ds:schemaRefs/>
</ds:datastoreItem>
</file>

<file path=customXml/itemProps26.xml><?xml version="1.0" encoding="utf-8"?>
<ds:datastoreItem xmlns:ds="http://schemas.openxmlformats.org/officeDocument/2006/customXml" ds:itemID="{D9FE249F-833E-4CF0-BECB-552D01D7DC9E}">
  <ds:schemaRefs/>
</ds:datastoreItem>
</file>

<file path=customXml/itemProps27.xml><?xml version="1.0" encoding="utf-8"?>
<ds:datastoreItem xmlns:ds="http://schemas.openxmlformats.org/officeDocument/2006/customXml" ds:itemID="{6EF3EF11-A406-4090-BEC4-4A080C7A44B8}">
  <ds:schemaRefs/>
</ds:datastoreItem>
</file>

<file path=customXml/itemProps28.xml><?xml version="1.0" encoding="utf-8"?>
<ds:datastoreItem xmlns:ds="http://schemas.openxmlformats.org/officeDocument/2006/customXml" ds:itemID="{F3183F99-9239-4CC3-9111-D63ECF06416F}">
  <ds:schemaRefs/>
</ds:datastoreItem>
</file>

<file path=customXml/itemProps29.xml><?xml version="1.0" encoding="utf-8"?>
<ds:datastoreItem xmlns:ds="http://schemas.openxmlformats.org/officeDocument/2006/customXml" ds:itemID="{EAB520BC-C6EC-457E-8AB5-55DB67C86858}">
  <ds:schemaRefs/>
</ds:datastoreItem>
</file>

<file path=customXml/itemProps30.xml><?xml version="1.0" encoding="utf-8"?>
<ds:datastoreItem xmlns:ds="http://schemas.openxmlformats.org/officeDocument/2006/customXml" ds:itemID="{AFD84C4E-D80A-4054-8F9F-9490E326B594}">
  <ds:schemaRefs/>
</ds:datastoreItem>
</file>

<file path=customXml/itemProps31.xml><?xml version="1.0" encoding="utf-8"?>
<ds:datastoreItem xmlns:ds="http://schemas.openxmlformats.org/officeDocument/2006/customXml" ds:itemID="{A06F632A-7873-4134-995D-0506D3E0868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2951</Words>
  <Application>Microsoft Office PowerPoint</Application>
  <PresentationFormat>Custom</PresentationFormat>
  <Paragraphs>497</Paragraphs>
  <Slides>28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Siemens Sans Global</vt:lpstr>
      <vt:lpstr>宋体</vt:lpstr>
      <vt:lpstr>Arial</vt:lpstr>
      <vt:lpstr>Calibri</vt:lpstr>
      <vt:lpstr>Wingdings</vt:lpstr>
      <vt:lpstr>Siemens 2017 – 16:9</vt:lpstr>
      <vt:lpstr>think-cell Slide</vt:lpstr>
      <vt:lpstr>SIMATIC S7-1500R/H冗余控制器   西门子（中国）有限公司</vt:lpstr>
      <vt:lpstr>冗余系统 Motivation</vt:lpstr>
      <vt:lpstr>SIMATIC 冗余系统---S7-1500R/H</vt:lpstr>
      <vt:lpstr>SIMATIC S7-1500 冗余系统 系统概述</vt:lpstr>
      <vt:lpstr>SIMATIC S7-1500 冗余系统 PLC 硬件</vt:lpstr>
      <vt:lpstr>PROFINET 系统冗余 支持 PN S2 的西门子 PN IO 设备</vt:lpstr>
      <vt:lpstr>PROFINET 系统冗余 支持 PN S2 的西门子 PN IO 设备</vt:lpstr>
      <vt:lpstr>S7-1500R/H 网络组态 要求</vt:lpstr>
      <vt:lpstr>PROFINET 系统冗余</vt:lpstr>
      <vt:lpstr>PROFINET 系统冗余</vt:lpstr>
      <vt:lpstr>S7-1500R/H PROFINET 网络配置  MRP – 介质冗余协议</vt:lpstr>
      <vt:lpstr>S7-1500R/H 网络组态 R-CPU 的基本系统组态</vt:lpstr>
      <vt:lpstr>S7-1500R 网络组态 同步连接长度</vt:lpstr>
      <vt:lpstr>组态示例 CPU 1515R </vt:lpstr>
      <vt:lpstr>S7-1500H 网络组态 同步连接长度</vt:lpstr>
      <vt:lpstr>S7-1500H 网络组态 基本系统组态</vt:lpstr>
      <vt:lpstr>SIMATIC S7-1500H 组态示例 CPU 1517H</vt:lpstr>
      <vt:lpstr>S7-1500R/H 网络组态 网络连接</vt:lpstr>
      <vt:lpstr>SIMATIC S7-1500R/H PROFINET 网络组态 – ET200 站连接</vt:lpstr>
      <vt:lpstr>CPU 1513R-2 PN典型网络架构</vt:lpstr>
      <vt:lpstr>CPU 1515R-2 PN典型网络架构</vt:lpstr>
      <vt:lpstr>CPU 1517H-3 PN典型配置</vt:lpstr>
      <vt:lpstr>S7-1500R/H 故障案例</vt:lpstr>
      <vt:lpstr>S7-1500R/H 故障案例</vt:lpstr>
      <vt:lpstr>SIMATIC S7-1500R –  应用 – 制冷通风系统</vt:lpstr>
      <vt:lpstr>SIMATIC S7-1500H –  应用 – 隧道</vt:lpstr>
      <vt:lpstr>SIMATIC S7-1500 冗余系统 实现冗余的最简单方式</vt:lpstr>
      <vt:lpstr>感谢关注！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 Portal V15 - Highlights (Technical)</dc:title>
  <dc:creator/>
  <cp:keywords>C_Unrestricted</cp:keywords>
  <dc:description>Technische Folien mit Technischen Infos zum TIA Portal Optionen, STEP 7, WinCC, Safety sowie HW News mit V14 SP1</dc:description>
  <cp:lastModifiedBy/>
  <cp:revision>1</cp:revision>
  <dcterms:created xsi:type="dcterms:W3CDTF">2017-03-01T09:22:26Z</dcterms:created>
  <dcterms:modified xsi:type="dcterms:W3CDTF">2020-07-31T02:29:56Z</dcterms:modified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Confidentiality">
    <vt:lpwstr>Unrestricted</vt:lpwstr>
  </property>
  <property fmtid="{D5CDD505-2E9C-101B-9397-08002B2CF9AE}" pid="3" name="_AdHocReviewCycleID">
    <vt:i4>1506638032</vt:i4>
  </property>
  <property fmtid="{D5CDD505-2E9C-101B-9397-08002B2CF9AE}" pid="4" name="_NewReviewCycle">
    <vt:lpwstr/>
  </property>
  <property fmtid="{D5CDD505-2E9C-101B-9397-08002B2CF9AE}" pid="5" name="Language">
    <vt:lpwstr>en_EN</vt:lpwstr>
  </property>
  <property fmtid="{D5CDD505-2E9C-101B-9397-08002B2CF9AE}" pid="6" name="DateIssued">
    <vt:lpwstr>2018-01-31</vt:lpwstr>
  </property>
  <property fmtid="{D5CDD505-2E9C-101B-9397-08002B2CF9AE}" pid="7" name="MPMID">
    <vt:lpwstr>3477b798-e3ee-4272-8e3d-95b0bde7f1c2</vt:lpwstr>
  </property>
  <property fmtid="{D5CDD505-2E9C-101B-9397-08002B2CF9AE}" pid="8" name="MPM_Visible_From">
    <vt:lpwstr>2017-12-20</vt:lpwstr>
  </property>
  <property fmtid="{D5CDD505-2E9C-101B-9397-08002B2CF9AE}" pid="9" name="MPM_Visible_To">
    <vt:lpwstr>2019-12-20</vt:lpwstr>
  </property>
  <property fmtid="{D5CDD505-2E9C-101B-9397-08002B2CF9AE}" pid="10" name="MPM_Keyword">
    <vt:lpwstr>TIA Portal; V15; Multiuser, SiVArc, PLCSIM-Advanced, Engineering, OPC UA; ProDiag; Energy Suite; Energieeffizienz; Transparent operation; Digital Workflow; Integrated Engineering</vt:lpwstr>
  </property>
  <property fmtid="{D5CDD505-2E9C-101B-9397-08002B2CF9AE}" pid="11" name="Document_Confidentiality">
    <vt:lpwstr>Unrestricted</vt:lpwstr>
  </property>
  <property fmtid="{D5CDD505-2E9C-101B-9397-08002B2CF9AE}" pid="12" name="_PreviousAdHocReviewCycleID">
    <vt:i4>-1265319032</vt:i4>
  </property>
</Properties>
</file>